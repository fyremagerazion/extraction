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e7c0ae8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e7c0ae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e7c0ae8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e7c0ae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e7c0ae8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e7c0ae8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e7c0ae8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e7c0ae8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e7c0ae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e7c0ae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e7c0ae8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e7c0ae8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e7c0ae8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e7c0ae8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ee7c0ae8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ee7c0ae8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e7c0ae8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e7c0ae8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e7c0ae8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e7c0ae8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e7c0ae8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e7c0ae8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e7c0ae8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ee7c0ae8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e7c0ae8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e7c0ae8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e7c0ae8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e7c0ae8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e7c0ae8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ee7c0ae8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e7c0ae8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ee7c0ae8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e7c0ae8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e7c0ae8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e7c0ae8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e7c0ae8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e7c0ae8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e7c0ae8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e7c0ae8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e7c0ae8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lecfurrier.medium.com/the-convergence-epoch-how-november-2025-rewrote-the-rules-of-ai-infrastructure-and-reasoning-at-10f7209c855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hampaignmagazine.com/2025/11/09/ai-by-ai-weekly-top-5-november-3-9-2025/?utm_source=chatgpt.com" TargetMode="External"/><Relationship Id="rId4" Type="http://schemas.openxmlformats.org/officeDocument/2006/relationships/hyperlink" Target="https://cloud.google.com/blog/products/compute/inside-the-ironwood-tpu-codesigned-ai-stack" TargetMode="Externa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mofo.com/resources/insights/251120-new-york-and-california-enact-landmark-ai?utm_source=chatgpt.com" TargetMode="External"/><Relationship Id="rId10" Type="http://schemas.openxmlformats.org/officeDocument/2006/relationships/hyperlink" Target="https://www.mofo.com/resources/insights/251120-new-york-and-california-enact-landmark-ai?utm_source=chatgpt.com" TargetMode="External"/><Relationship Id="rId13" Type="http://schemas.openxmlformats.org/officeDocument/2006/relationships/hyperlink" Target="https://www.mofo.com/resources/insights/251120-new-york-and-california-enact-landmark-ai?utm_source=chatgpt.com" TargetMode="External"/><Relationship Id="rId12" Type="http://schemas.openxmlformats.org/officeDocument/2006/relationships/hyperlink" Target="https://www.mofo.com/resources/insights/251120-new-york-and-california-enact-landmark-ai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ofo.com/resources/insights/251120-new-york-and-california-enact-landmark-ai?utm_source=chatgpt.com" TargetMode="External"/><Relationship Id="rId4" Type="http://schemas.openxmlformats.org/officeDocument/2006/relationships/hyperlink" Target="https://www.mofo.com/resources/insights/251120-new-york-and-california-enact-landmark-ai?utm_source=chatgpt.com" TargetMode="External"/><Relationship Id="rId9" Type="http://schemas.openxmlformats.org/officeDocument/2006/relationships/hyperlink" Target="https://www.mofo.com/resources/insights/251120-new-york-and-california-enact-landmark-ai?utm_source=chatgpt.com" TargetMode="External"/><Relationship Id="rId14" Type="http://schemas.openxmlformats.org/officeDocument/2006/relationships/hyperlink" Target="https://www.mofo.com/resources/insights/251120-new-york-and-california-enact-landmark-ai?utm_source=chatgpt.com" TargetMode="External"/><Relationship Id="rId5" Type="http://schemas.openxmlformats.org/officeDocument/2006/relationships/hyperlink" Target="https://www.mofo.com/resources/insights/251120-new-york-and-california-enact-landmark-ai?utm_source=chatgpt.com" TargetMode="External"/><Relationship Id="rId6" Type="http://schemas.openxmlformats.org/officeDocument/2006/relationships/hyperlink" Target="https://www.mofo.com/resources/insights/251120-new-york-and-california-enact-landmark-ai?utm_source=chatgpt.com" TargetMode="External"/><Relationship Id="rId7" Type="http://schemas.openxmlformats.org/officeDocument/2006/relationships/hyperlink" Target="https://www.mofo.com/resources/insights/251120-new-york-and-california-enact-landmark-ai?utm_source=chatgpt.com" TargetMode="External"/><Relationship Id="rId8" Type="http://schemas.openxmlformats.org/officeDocument/2006/relationships/hyperlink" Target="https://www.mofo.com/resources/insights/251120-new-york-and-california-enact-landmark-ai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tenable.com/blog/cybersecurity-snapshot-agentic-ai-security-best-practices-mitre-attack-v18-11-07-2025?utm_source=chatgpt.com" TargetMode="External"/><Relationship Id="rId10" Type="http://schemas.openxmlformats.org/officeDocument/2006/relationships/hyperlink" Target="https://www.tenable.com/blog/cybersecurity-snapshot-agentic-ai-security-best-practices-mitre-attack-v18-11-07-2025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enable.com/blog/cybersecurity-snapshot-agentic-ai-security-best-practices-mitre-attack-v18-11-07-2025?utm_source=chatgpt.com" TargetMode="External"/><Relationship Id="rId4" Type="http://schemas.openxmlformats.org/officeDocument/2006/relationships/hyperlink" Target="https://www.tenable.com/blog/cybersecurity-snapshot-agentic-ai-security-best-practices-mitre-attack-v18-11-07-2025?utm_source=chatgpt.com" TargetMode="External"/><Relationship Id="rId9" Type="http://schemas.openxmlformats.org/officeDocument/2006/relationships/hyperlink" Target="https://www.tenable.com/blog/cybersecurity-snapshot-agentic-ai-security-best-practices-mitre-attack-v18-11-07-2025?utm_source=chatgpt.com" TargetMode="External"/><Relationship Id="rId5" Type="http://schemas.openxmlformats.org/officeDocument/2006/relationships/hyperlink" Target="https://www.tenable.com/blog/cybersecurity-snapshot-agentic-ai-security-best-practices-mitre-attack-v18-11-07-2025?utm_source=chatgpt.com" TargetMode="External"/><Relationship Id="rId6" Type="http://schemas.openxmlformats.org/officeDocument/2006/relationships/hyperlink" Target="https://www.tenable.com/blog/cybersecurity-snapshot-agentic-ai-security-best-practices-mitre-attack-v18-11-07-2025?utm_source=chatgpt.com" TargetMode="External"/><Relationship Id="rId7" Type="http://schemas.openxmlformats.org/officeDocument/2006/relationships/hyperlink" Target="https://www.tenable.com/blog/cybersecurity-snapshot-agentic-ai-security-best-practices-mitre-attack-v18-11-07-2025?utm_source=chatgpt.com" TargetMode="External"/><Relationship Id="rId8" Type="http://schemas.openxmlformats.org/officeDocument/2006/relationships/hyperlink" Target="https://www.tenable.com/blog/cybersecurity-snapshot-agentic-ai-security-best-practices-mitre-attack-v18-11-07-2025?utm_source=chatgpt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openai.com/index/gpt-5-1/?utm_source=chatgpt.com" TargetMode="External"/><Relationship Id="rId10" Type="http://schemas.openxmlformats.org/officeDocument/2006/relationships/hyperlink" Target="https://openai.com/index/gpt-5-1/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ai.com/index/gpt-5-1/?utm_source=chatgpt.com" TargetMode="External"/><Relationship Id="rId4" Type="http://schemas.openxmlformats.org/officeDocument/2006/relationships/hyperlink" Target="https://openai.com/index/gpt-5-1/?utm_source=chatgpt.com" TargetMode="External"/><Relationship Id="rId9" Type="http://schemas.openxmlformats.org/officeDocument/2006/relationships/hyperlink" Target="https://openai.com/index/gpt-5-1/?utm_source=chatgpt.com" TargetMode="External"/><Relationship Id="rId5" Type="http://schemas.openxmlformats.org/officeDocument/2006/relationships/hyperlink" Target="https://openai.com/index/gpt-5-1/?utm_source=chatgpt.com" TargetMode="External"/><Relationship Id="rId6" Type="http://schemas.openxmlformats.org/officeDocument/2006/relationships/hyperlink" Target="https://platform.openai.com/docs/models/gpt-5.1?utm_source=chatgpt.com" TargetMode="External"/><Relationship Id="rId7" Type="http://schemas.openxmlformats.org/officeDocument/2006/relationships/hyperlink" Target="https://platform.openai.com/docs/models/gpt-5.1?utm_source=chatgpt.com" TargetMode="External"/><Relationship Id="rId8" Type="http://schemas.openxmlformats.org/officeDocument/2006/relationships/hyperlink" Target="https://platform.openai.com/docs/models/gpt-5.1?utm_source=chatgp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4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9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5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6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7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Relationship Id="rId8" Type="http://schemas.openxmlformats.org/officeDocument/2006/relationships/hyperlink" Target="https://blackkite.com/press-releases/black-kite-releases-global-adaptive-ai-assessment-framework-bk-ga-developed-in-consultation-with-shared-assessments?utm_source=chatgpt.com" TargetMode="Externa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blog.google/products/gemini/gemini-3/#note-from-ceo" TargetMode="External"/><Relationship Id="rId10" Type="http://schemas.openxmlformats.org/officeDocument/2006/relationships/hyperlink" Target="https://blog.google/products/gemini/gemini-3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log.google/products/gemini/gemini-3/" TargetMode="External"/><Relationship Id="rId4" Type="http://schemas.openxmlformats.org/officeDocument/2006/relationships/hyperlink" Target="https://blog.google/products/gemini/gemini-3/" TargetMode="External"/><Relationship Id="rId9" Type="http://schemas.openxmlformats.org/officeDocument/2006/relationships/hyperlink" Target="https://blog.google/products/gemini/gemini-3/" TargetMode="External"/><Relationship Id="rId5" Type="http://schemas.openxmlformats.org/officeDocument/2006/relationships/hyperlink" Target="https://blog.google/products/gemini/gemini-3/" TargetMode="External"/><Relationship Id="rId6" Type="http://schemas.openxmlformats.org/officeDocument/2006/relationships/hyperlink" Target="https://blog.google/products/gemini/gemini-3/" TargetMode="External"/><Relationship Id="rId7" Type="http://schemas.openxmlformats.org/officeDocument/2006/relationships/hyperlink" Target="https://blog.google/products/gemini/gemini-3/" TargetMode="External"/><Relationship Id="rId8" Type="http://schemas.openxmlformats.org/officeDocument/2006/relationships/hyperlink" Target="https://blog.google/products/gemini/gemini-3/" TargetMode="External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hyperlink" Target="https://medium.com/%40anyapi.ai/is-china-really-dominating-open-source-ai-right-now-cf48cf65aba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edium.com/%40anyapi.ai/is-china-really-dominating-open-source-ai-right-now-cf48cf65abae" TargetMode="External"/><Relationship Id="rId4" Type="http://schemas.openxmlformats.org/officeDocument/2006/relationships/hyperlink" Target="https://medium.com/%40anyapi.ai/is-china-really-dominating-open-source-ai-right-now-cf48cf65abae" TargetMode="External"/><Relationship Id="rId9" Type="http://schemas.openxmlformats.org/officeDocument/2006/relationships/hyperlink" Target="https://medium.com/%40anyapi.ai/is-china-really-dominating-open-source-ai-right-now-cf48cf65abae" TargetMode="External"/><Relationship Id="rId5" Type="http://schemas.openxmlformats.org/officeDocument/2006/relationships/hyperlink" Target="https://medium.com/%40anyapi.ai/is-china-really-dominating-open-source-ai-right-now-cf48cf65abae" TargetMode="External"/><Relationship Id="rId6" Type="http://schemas.openxmlformats.org/officeDocument/2006/relationships/hyperlink" Target="https://medium.com/%40anyapi.ai/is-china-really-dominating-open-source-ai-right-now-cf48cf65abae" TargetMode="External"/><Relationship Id="rId7" Type="http://schemas.openxmlformats.org/officeDocument/2006/relationships/hyperlink" Target="https://medium.com/%40anyapi.ai/is-china-really-dominating-open-source-ai-right-now-cf48cf65abae" TargetMode="External"/><Relationship Id="rId8" Type="http://schemas.openxmlformats.org/officeDocument/2006/relationships/hyperlink" Target="https://medium.com/%40anyapi.ai/is-china-really-dominating-open-source-ai-right-now-cf48cf65abae" TargetMode="External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hyperlink" Target="https://medium.com/%40anyapi.ai/is-china-really-dominating-open-source-ai-right-now-cf48cf65aba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edium.com/%40anyapi.ai/is-china-really-dominating-open-source-ai-right-now-cf48cf65abae" TargetMode="External"/><Relationship Id="rId4" Type="http://schemas.openxmlformats.org/officeDocument/2006/relationships/hyperlink" Target="https://medium.com/%40anyapi.ai/is-china-really-dominating-open-source-ai-right-now-cf48cf65abae" TargetMode="External"/><Relationship Id="rId9" Type="http://schemas.openxmlformats.org/officeDocument/2006/relationships/hyperlink" Target="https://medium.com/%40anyapi.ai/is-china-really-dominating-open-source-ai-right-now-cf48cf65abae" TargetMode="External"/><Relationship Id="rId5" Type="http://schemas.openxmlformats.org/officeDocument/2006/relationships/hyperlink" Target="https://medium.com/%40anyapi.ai/is-china-really-dominating-open-source-ai-right-now-cf48cf65abae" TargetMode="External"/><Relationship Id="rId6" Type="http://schemas.openxmlformats.org/officeDocument/2006/relationships/hyperlink" Target="https://medium.com/%40anyapi.ai/is-china-really-dominating-open-source-ai-right-now-cf48cf65abae" TargetMode="External"/><Relationship Id="rId7" Type="http://schemas.openxmlformats.org/officeDocument/2006/relationships/hyperlink" Target="https://medium.com/%40anyapi.ai/is-china-really-dominating-open-source-ai-right-now-cf48cf65abae" TargetMode="External"/><Relationship Id="rId8" Type="http://schemas.openxmlformats.org/officeDocument/2006/relationships/hyperlink" Target="https://medium.com/%40anyapi.ai/is-china-really-dominating-open-source-ai-right-now-cf48cf65abae" TargetMode="External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hyperlink" Target="https://platform.openai.com/docs/models/gpt-5.1-codex-max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eweek.com/news/openai-gpt-codex-max-launch/?utm_source=chatgpt.com" TargetMode="External"/><Relationship Id="rId4" Type="http://schemas.openxmlformats.org/officeDocument/2006/relationships/hyperlink" Target="https://www.eweek.com/news/openai-gpt-codex-max-launch/?utm_source=chatgpt.com" TargetMode="External"/><Relationship Id="rId9" Type="http://schemas.openxmlformats.org/officeDocument/2006/relationships/hyperlink" Target="https://platform.openai.com/docs/models/gpt-5.1-codex-max?utm_source=chatgpt.com" TargetMode="External"/><Relationship Id="rId5" Type="http://schemas.openxmlformats.org/officeDocument/2006/relationships/hyperlink" Target="https://www.eweek.com/news/openai-gpt-codex-max-launch/?utm_source=chatgpt.com" TargetMode="External"/><Relationship Id="rId6" Type="http://schemas.openxmlformats.org/officeDocument/2006/relationships/hyperlink" Target="https://simonwillison.net/2025/Nov/19/gpt-51-codex-max/?utm_source=chatgpt.com" TargetMode="External"/><Relationship Id="rId7" Type="http://schemas.openxmlformats.org/officeDocument/2006/relationships/hyperlink" Target="https://simonwillison.net/2025/Nov/19/gpt-51-codex-max/?utm_source=chatgpt.com" TargetMode="External"/><Relationship Id="rId8" Type="http://schemas.openxmlformats.org/officeDocument/2006/relationships/hyperlink" Target="https://simonwillison.net/2025/Nov/19/gpt-51-codex-max/?utm_source=chatgpt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scalac.io/blog/last-month-in-ai-november-2025/?utm_source=chatgpt.com" TargetMode="External"/><Relationship Id="rId10" Type="http://schemas.openxmlformats.org/officeDocument/2006/relationships/hyperlink" Target="https://scalac.io/blog/last-month-in-ai-november-2025/?utm_source=chatgpt.com" TargetMode="External"/><Relationship Id="rId13" Type="http://schemas.openxmlformats.org/officeDocument/2006/relationships/hyperlink" Target="https://scalac.io/blog/last-month-in-ai-november-2025/?utm_source=chatgpt.com" TargetMode="External"/><Relationship Id="rId12" Type="http://schemas.openxmlformats.org/officeDocument/2006/relationships/hyperlink" Target="https://scalac.io/blog/last-month-in-ai-november-2025/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calac.io/blog/last-month-in-ai-november-2025/?utm_source=chatgpt.com" TargetMode="External"/><Relationship Id="rId4" Type="http://schemas.openxmlformats.org/officeDocument/2006/relationships/hyperlink" Target="https://scalac.io/blog/last-month-in-ai-november-2025/?utm_source=chatgpt.com" TargetMode="External"/><Relationship Id="rId9" Type="http://schemas.openxmlformats.org/officeDocument/2006/relationships/hyperlink" Target="https://scalac.io/blog/last-month-in-ai-november-2025/?utm_source=chatgpt.com" TargetMode="External"/><Relationship Id="rId14" Type="http://schemas.openxmlformats.org/officeDocument/2006/relationships/hyperlink" Target="https://scalac.io/blog/last-month-in-ai-november-2025/?utm_source=chatgpt.com" TargetMode="External"/><Relationship Id="rId5" Type="http://schemas.openxmlformats.org/officeDocument/2006/relationships/hyperlink" Target="https://scalac.io/blog/last-month-in-ai-november-2025/?utm_source=chatgpt.com" TargetMode="External"/><Relationship Id="rId6" Type="http://schemas.openxmlformats.org/officeDocument/2006/relationships/hyperlink" Target="https://scalac.io/blog/last-month-in-ai-november-2025/?utm_source=chatgpt.com" TargetMode="External"/><Relationship Id="rId7" Type="http://schemas.openxmlformats.org/officeDocument/2006/relationships/hyperlink" Target="https://scalac.io/blog/last-month-in-ai-november-2025/?utm_source=chatgpt.com" TargetMode="External"/><Relationship Id="rId8" Type="http://schemas.openxmlformats.org/officeDocument/2006/relationships/hyperlink" Target="https://scalac.io/blog/last-month-in-ai-november-2025/?utm_source=chatgpt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logs.nvidia.com/blog/rtx-ai-garage-flux-2-comfyui/?utm_source=chatgpt.com" TargetMode="External"/><Relationship Id="rId4" Type="http://schemas.openxmlformats.org/officeDocument/2006/relationships/hyperlink" Target="https://blogs.nvidia.com/blog/rtx-ai-garage-flux-2-comfyui/?utm_source=chatgpt.com" TargetMode="External"/><Relationship Id="rId9" Type="http://schemas.openxmlformats.org/officeDocument/2006/relationships/hyperlink" Target="https://www.rundiffusion.com/changelog/flux-2-arrives-three-models-one-vision-for-ai-imagery?utm_source=chatgpt.com" TargetMode="External"/><Relationship Id="rId5" Type="http://schemas.openxmlformats.org/officeDocument/2006/relationships/hyperlink" Target="https://blogs.nvidia.com/blog/rtx-ai-garage-flux-2-comfyui/?utm_source=chatgpt.com" TargetMode="External"/><Relationship Id="rId6" Type="http://schemas.openxmlformats.org/officeDocument/2006/relationships/hyperlink" Target="https://learn.rundiffusion.com/flux-2-arrives-three-models-one-vision-for-ai-imagery/?utm_source=chatgpt.com" TargetMode="External"/><Relationship Id="rId7" Type="http://schemas.openxmlformats.org/officeDocument/2006/relationships/hyperlink" Target="https://learn.rundiffusion.com/flux-2-arrives-three-models-one-vision-for-ai-imagery/?utm_source=chatgpt.com" TargetMode="External"/><Relationship Id="rId8" Type="http://schemas.openxmlformats.org/officeDocument/2006/relationships/hyperlink" Target="https://learn.rundiffusion.com/flux-2-arrives-three-models-one-vision-for-ai-imagery/?utm_source=chatgpt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hyperlink" Target="https://venturebeat.com/ai/nvidias-new-ai-framework-trains-an-8b-model-to-manage-tools-like-a-pro?utm_source=chatgpt.com" TargetMode="External"/><Relationship Id="rId10" Type="http://schemas.openxmlformats.org/officeDocument/2006/relationships/hyperlink" Target="https://venturebeat.com/ai/nvidias-new-ai-framework-trains-an-8b-model-to-manage-tools-like-a-pro?utm_source=chatgpt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venturebeat.com/ai/nvidias-new-ai-framework-trains-an-8b-model-to-manage-tools-like-a-pro?utm_source=chatgpt.com" TargetMode="External"/><Relationship Id="rId4" Type="http://schemas.openxmlformats.org/officeDocument/2006/relationships/hyperlink" Target="https://venturebeat.com/ai/nvidias-new-ai-framework-trains-an-8b-model-to-manage-tools-like-a-pro?utm_source=chatgpt.com" TargetMode="External"/><Relationship Id="rId9" Type="http://schemas.openxmlformats.org/officeDocument/2006/relationships/hyperlink" Target="https://venturebeat.com/ai/nvidias-new-ai-framework-trains-an-8b-model-to-manage-tools-like-a-pro?utm_source=chatgpt.com" TargetMode="External"/><Relationship Id="rId5" Type="http://schemas.openxmlformats.org/officeDocument/2006/relationships/hyperlink" Target="https://venturebeat.com/ai/nvidias-new-ai-framework-trains-an-8b-model-to-manage-tools-like-a-pro?utm_source=chatgpt.com" TargetMode="External"/><Relationship Id="rId6" Type="http://schemas.openxmlformats.org/officeDocument/2006/relationships/hyperlink" Target="https://arxiv.org/abs/2511.21689?utm_source=chatgpt.com" TargetMode="External"/><Relationship Id="rId7" Type="http://schemas.openxmlformats.org/officeDocument/2006/relationships/hyperlink" Target="https://arxiv.org/abs/2511.21689?utm_source=chatgpt.com" TargetMode="External"/><Relationship Id="rId8" Type="http://schemas.openxmlformats.org/officeDocument/2006/relationships/hyperlink" Target="https://arxiv.org/abs/2511.21689?utm_source=chatgpt.com" TargetMode="Externa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10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12" Type="http://schemas.openxmlformats.org/officeDocument/2006/relationships/hyperlink" Target="https://economictimes.indiatimes.com/markets/digital-real-estate/realty-news/fractional-investing-is-turning-gen-z-into-early-real-estate-owners-says-sourish-pal-of-client-associates/articleshow/125829382.cms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4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9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5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6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7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Relationship Id="rId8" Type="http://schemas.openxmlformats.org/officeDocument/2006/relationships/hyperlink" Target="https://timesofindia.indiatimes.com/technology/tech-news/gemini-3-deep-think-google-ceo-sundar-pichai-says-it-brings-companys-strongest-reasoning-capabilities/articleshow/125791128.cms?utm_source=chatgpt.com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Collation of some of the latest </a:t>
            </a:r>
            <a:r>
              <a:rPr lang="en" sz="2600"/>
              <a:t>Advancements</a:t>
            </a:r>
            <a:r>
              <a:rPr lang="en" sz="2600"/>
              <a:t> in AI</a:t>
            </a:r>
            <a:endParaRPr sz="2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Non exhaustive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Week 1 — </a:t>
            </a:r>
            <a:r>
              <a:rPr b="1" lang="en" sz="1100"/>
              <a:t>Nov 5–11, 2025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The Convergence Epoch: AI’s Structural Phase Shift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63000"/>
            <a:ext cx="43878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shifted from bigger models to adaptive reasoning platforms</a:t>
            </a:r>
            <a:r>
              <a:rPr lang="en" sz="1100">
                <a:solidFill>
                  <a:schemeClr val="dk1"/>
                </a:solidFill>
              </a:rPr>
              <a:t>, where sparse / MoE architectures dynamically allocate compute only when needed, efficiency outperforms raw parameter scale, and models increasingly manage long, multi-step workflows by orchestrating tools and APIs rather than merely generating responses.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Infrastructure and orchestration became the true competitive moat</a:t>
            </a:r>
            <a:r>
              <a:rPr lang="en" sz="1100">
                <a:solidFill>
                  <a:schemeClr val="dk1"/>
                </a:solidFill>
              </a:rPr>
              <a:t>, with exascale TPUs/GPUs enabling sustained reasoning, cloud + private AI stacks becoming strategic necessities, and winning systems built as full ecosystems combining reasoning engines, tools, infrastructure, and governance rather than single, monolithic models.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Greater autonomy introduced new risk and governance demands</a:t>
            </a:r>
            <a:r>
              <a:rPr lang="en" sz="1100">
                <a:solidFill>
                  <a:schemeClr val="dk1"/>
                </a:solidFill>
              </a:rPr>
              <a:t>, as tool-orchestrated systems expanded the attack surface through misuse, hidden execution paths, and drift—making observability, control, safety, and regulation first-class requirements for deploying agentic AI at scale.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https://alecfurrier.medium.com/the-convergence-epoch-how-november-2025-rewrote-the-rules-of-ai-infrastructure-and-reasoning-at-10f7209c855d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Ironwood TPU: Google’s Codesigned AI Stack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 for the Inference Era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Purpose-built TPU v7 enabling real-time reasoning, large-scale inference, and sustained “thinking” workloads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Exascale by Design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Pods scale to </a:t>
            </a:r>
            <a:r>
              <a:rPr b="1" lang="en" sz="1100">
                <a:solidFill>
                  <a:schemeClr val="dk1"/>
                </a:solidFill>
              </a:rPr>
              <a:t>9,216 chips (~42 ExaFLOPS FP8)</a:t>
            </a:r>
            <a:r>
              <a:rPr lang="en" sz="1100">
                <a:solidFill>
                  <a:schemeClr val="dk1"/>
                </a:solidFill>
              </a:rPr>
              <a:t> with massive HBM + high-speed interconnects for MoE &amp; LLM serving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Hardware × Software Co-Design = Moat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Tight integration of silicon, compiler, runtime, and frameworks turns raw compute into reliable AI platforms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https://champaignmagazine.com/2025/11/09/ai-by-ai-weekly-top-5-november-3-9-2025/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https://cloud.google.com/blog/products/compute/inside-the-ironwood-tpu-codesigned-ai-stack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AI Companion Law — What Changed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 states regulate emotionally-responsive “AI companions”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Artificial Intelligence Companion Models Law took effect in New York on Nov 5, 2025, and California SB 243 will be enforced starting Jan 2026 — targeting chat-bots/emotional AI that simulate human-like relationships.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Mandatory disclosures &amp; safety-by-design requirements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Operators must clearly notify users they are chatting with AI (not human), implement crisis-response protocols (e.g. detect suicidal/self-harm messages), and add age-appropriate safeguards — especially when minors are involved.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Distinct enforcement regimes, civil liability &amp; reporting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New York: enforcements by state AG, fines up to US$15,000/day.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Morrison Foerster</a:t>
            </a:r>
            <a:br>
              <a:rPr lang="en" sz="1100" u="sng">
                <a:solidFill>
                  <a:schemeClr val="hlink"/>
                </a:solidFill>
                <a:hlinkClick r:id="rId11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California: private right of action allows affected individuals to sue for damages; annual reporting of safety-protocol activations starts in 2027.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3"/>
              </a:rPr>
              <a:t>Morrison Foerster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4"/>
              </a:rPr>
              <a:t>https://www.mofo.com/resources/insights/251120-new-york-and-california-enact-landmark-ai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Agentic-AI Security &amp; MITRE ATT&amp;CK v18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opens a new era in cyber — both offense and defense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Google predicts AI will dominate future cyber operations as tools become common for attackers and defenders alike.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Tenable®+1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MITRE ATT&amp;CK v18 expands to modern attack surfaces &amp; AI-era risks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update extends coverage to threats targeting Kubernetes, CI/CD pipelines, cloud databases, software supply chains, cloud identities, and virtualization/edge systems — reflecting the evolving landscape of cloud-native and AI-driven environments.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Tenable®+2CyberTech Nexus+2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Agentic AI tools must be treated as “privileged insiders” — call for a new security paradigm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Leading security advice recommends treating autonomous AI systems like internal privileged agents: adopt strict identity/access controls, continuous monitoring, risk assessment and lifecycle governance for AI deployments.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Tenable®+1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https://www.tenable.com/blog/cybersecurity-snapshot-agentic-ai-security-best-practices-mitre-attack-v18-11-07-2025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Week 2 — Nov 12–18, 2025</a:t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GPT-5.1 — What’s New &amp; Important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Dual-mode engine: Instant &amp; Thinking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GPT-5.1 offers two modes: “Instant” for fast, conversational replies; and “Thinking” for deeper reasoning and complex tasks — balancing speed and depth.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OpenAI+2OpenAI+2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Better reasoning, coding &amp; tone control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model shows improved instruction-following, stronger code generation &amp; debugging, more reliable problem solving, and allows users to shape tone/personality for different contexts.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OpenAI Platform+2Medium+2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More adaptive, user-friendly AI experience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With adaptive reasoning (spend more “thinking time” on hard questions, less on easy ones), larger context handling, and improved conversational tone — GPT-5.1 feels smarter and more natural than prior releases.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OpenAI+2cline.bot+2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https://openai.com/index/gpt-5-1/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BK-GA³™ — Global Adaptive AI Risk-Assessment Framework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563000"/>
            <a:ext cx="83940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Unified &amp; evolving standard for AI risk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BK-GA³™ brings together the best practices from 50+ existing risk frameworks into one global, adaptive lens — bridging the fragmentation that plagued earlier AI-risk assessments.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Black Kite+1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Continuously updated &amp; globally aligned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is maintained by a working committee, incorporating emerging threats and aligning with established standards (e.g. ISO, NIST), ensuring relevance and compliance worldwide.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Black Kite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Practical third-party AI risk tooling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BK-GA³™ is publicly available for community use — and built into Black Kite’s platform, enabling organizations to systematically assess vendor AI-risks and identify control gaps across supply-chains.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https://blackkite.com/press-releases/black-kite-releases-global-adaptive-ai-assessment-framework-bk-ga-developed-in-consultation-with-shared-assessments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Gemini 3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Next-gen intelligence + multimodal reasoning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Gemini 3 delivers state-of-the-art reasoning across text, images, video and code — significantly outperforming prior models in benchmarks for logic, science, multimodal understanding, and complex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blog.google+2Reuters+2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Agentic &amp; developer-ready: “build, plan, learn anything”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With powerful agentic coding, long-context handling (1M-token window), and support across tools (API, CLI, AI Studio, etc.), Gemini 3 enables developers and users to build apps, analyze long documents, plan complex workflows or learn in rich multimodal formats.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blog.google+2Google Cloud+2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Integrated across Google ecosystem + “Deep Think” mode advance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Gemini 3 is rolled out via Search (AI Mode), Gemini app, Vertex/AI Studio — and includes a new “Deep Think” reasoning mode for ultra-complex problems, showing Google’s push to make advanced AI available broadly.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blog.google+2blog.google+2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https://blog.google/products/gemini/gemini-3/#note-from-ceo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China’s Open-Source AI Surge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Chinese labs are reshaping the open-source AI leaderboard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Models from a handful of Chinese organizations (like DeepSeek, Moonshot’s Kimi K2, Alibaba’s Qwen, MiniMax) now outperform many Western models — often with open weights, full release, and public training logs.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Medium+1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Open-source AI just got cheaper and more accessible globally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These Chinese models are available under open licenses; startups and researchers worldwide can deploy frontier-level AI without paying high API fees or subscription costs — leveling the playing field across geographies.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Medium+2South China Morning Post+2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previous “open-source lag” narrative is dead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What was once considered a 12–18 month delay behind closed labs has reversed — Chinese open models are now ahead, being released every few weeks, aggressively iterated, and ready for real-world use.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Medium+1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https://medium.com/%40anyapi.ai/is-china-really-dominating-open-source-ai-right-now-cf48cf65abae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China’s Open-Source AI Surge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Chinese labs are reshaping the open-source AI leaderboard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Models from a handful of Chinese organizations (like DeepSeek, Moonshot’s Kimi K2, Alibaba’s Qwen, MiniMax) now outperform many Western models — often with open weights, full release, and public training logs.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Medium+1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Open-source AI just got cheaper and more accessible globally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These Chinese models are available under open licenses; startups and researchers worldwide can deploy frontier-level AI without paying high API fees or subscription costs — leveling the playing field across geographies.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Medium+2South China Morning Post+2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previous “open-source lag” narrative is dead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What was once considered a 12–18 month delay behind closed labs has reversed — Chinese open models are now ahead, being released every few weeks, aggressively iterated, and ready for real-world use.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Medium+1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https://medium.com/%40anyapi.ai/is-china-really-dominating-open-source-ai-right-now-cf48cf65abae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GPT-5.1-Codex-Max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 for long-horizon, agentic coding workflows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GPT-5.1-Codex-Max is optimized to handle sustained, complex software-engineering tasks — such as project-scale refactors, multi-file updates, debugging sessions, and test-driven loops — potentially running autonomously for 24+ hours.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eWeek+2OpenAI Developers+2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Maintains context over millions of tokens (compaction)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Through a “compaction” mechanism, it can compress old context while preserving relevant history — allowing the model to work coherently over very long tasks (multiple context windows) without losing track of earlier design decisions.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Simon Willison’s Weblog+2OpenAI+2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More efficient and capable than prior coding models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Compared to earlier Codex variants, Codex-Max delivers better reasoning and code quality, improved token-efficiency (fewer tokens for same or better output), and stronger performance on coding benchmarks — making it a more reliable coding partner for real-world projects.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platform.openai.com+2mint+2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https://openai.com/index/gpt-5-1-codex-max/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Week 3 — Nov 19–25, 2025</a:t>
            </a:r>
            <a:endParaRPr b="1" sz="1700"/>
          </a:p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November 2025 — AI’s “Model Wars Finale”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Frontier models raced — winners emerged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Gemini 3 Pro became the benchmark leader for text, image- and multimodal-generation.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scalac.io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Claude Opus 4.5 and GPT-5.1 claimed positions respectively as “efficiency champion” and “adaptive, all-rounder” in coding, reasoning, and versatile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scalac.io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Open-source &amp; niche models made serious waves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open-source model wave proved fierce: transparency-first families like OLMo 3 and domain-specialized models such as DeepSeek Math V2 achieved competitive — even top-tier — performance.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scalac.io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Agents, hardware and global adoption shaped the stack landscape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“Agentic AI” became mainstream: platforms from leading labs pushed agents + long-context workflows as standard.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scalac.io</a:t>
            </a:r>
            <a:br>
              <a:rPr lang="en" sz="1100" u="sng">
                <a:solidFill>
                  <a:schemeClr val="hlink"/>
                </a:solidFill>
                <a:hlinkClick r:id="rId12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China’s AI ecosystem saw explosive adoption, signaling a shift not just in R&amp;D but in deployment and user uptake.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4"/>
              </a:rPr>
              <a:t>scalac.io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https://scalac.io/blog/last-month-in-ai-november-2025/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Week 4 — Nov 26–Dec 2, 2025</a:t>
            </a:r>
            <a:endParaRPr b="1" sz="1700"/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FLUX.2 — Next-Gen Image AI for Production Use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Professional-grade, production-ready image generation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FLUX.2 delivers studio-quality, photorealistic outputs up to 4 MP, with reliable lighting, texture, and object detail — suitable for marketing, product visuals, UI mockups, and more.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NVIDIA Blog+1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Consistent, controllable visuals with multi-reference &amp; structured prompting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Supports up to 10 reference images for consistent characters/objects/styles, plus JSON-structured prompts (camera, layout, colors) — giving tight control over composition, style, and brand/color consistency.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RunDiffusion+1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Flexible model variants to suit different workflows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[pro]</a:t>
            </a:r>
            <a:r>
              <a:rPr lang="en" sz="1100">
                <a:solidFill>
                  <a:schemeClr val="dk1"/>
                </a:solidFill>
              </a:rPr>
              <a:t>: optimized for production pipelines with minimal config;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[flex]</a:t>
            </a:r>
            <a:r>
              <a:rPr lang="en" sz="1100">
                <a:solidFill>
                  <a:schemeClr val="dk1"/>
                </a:solidFill>
              </a:rPr>
              <a:t>: offers tunable control over fidelity vs speed;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FLUX.2 [dev]</a:t>
            </a:r>
            <a:r>
              <a:rPr lang="en" sz="1100">
                <a:solidFill>
                  <a:schemeClr val="dk1"/>
                </a:solidFill>
              </a:rPr>
              <a:t>: open-weight version ideal for experimentation, customization and cost-effective bulk generation.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https://www.rundiffusion.com/changelog/flux-2-arrives-three-models-one-vision-for-ai-imagery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Week 5 — Dec 3–9, 2025</a:t>
            </a:r>
            <a:endParaRPr b="1" sz="1700"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Orchestrator-8B via ToolOrchestra — What’s New &amp; Why It Matters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563000"/>
            <a:ext cx="85905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Lightweight orchestration over brute-force LLMs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Instead of one massive model doing everything, Orchestrator-8B (8B parameters) acts as a “manager” — dynamically picking and chaining specialized tools or models (e.g. search, code engine, math module) to solve complex tasks.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Venturebeat+1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Higher performance + fraction of cost &amp; latency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On benchmarks like HLE, FRAMES, and Tau2-Bench, Orchestrator-8B </a:t>
            </a:r>
            <a:r>
              <a:rPr b="1" lang="en" sz="1100">
                <a:solidFill>
                  <a:schemeClr val="dk1"/>
                </a:solidFill>
              </a:rPr>
              <a:t>outperforms much larger LLMs</a:t>
            </a:r>
            <a:r>
              <a:rPr lang="en" sz="1100">
                <a:solidFill>
                  <a:schemeClr val="dk1"/>
                </a:solidFill>
              </a:rPr>
              <a:t> while using significantly lower compute — delivering better cost-efficiency and faster results.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arXiv+2NVIDIA+2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Scalable, flexible, and realistic for enterprise AI agents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framework generalizes even to unseen tools or models, supports mixed-model &amp; mixed-tool ecosystems, and balances correctness, user preferences, cost, and latency — making it feasible for real-world multi-step “agentic” workflows.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Venturebeat+2GitHub+2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https://venturebeat.com/ai/nvidias-new-ai-framework-trains-an-8b-model-to-manage-tools-like-a-pro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13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Gemini 3 Deep Think — What’s New &amp; Why It Matters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563000"/>
            <a:ext cx="8435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Google’s strongest reasoning ever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Deep Think unlocks advanced math, science, logic and creative problem solving — tackling highly complex tasks by evaluating multiple hypotheses in parallel.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The Times of India</a:t>
            </a:r>
            <a:br>
              <a:rPr lang="en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Significant benchmark performance gains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mode delivers state-of-the-art results on challenging tests: e.g. ~41% on “Humanity’s Last Exam” (no tools) and ~45.1% on ARC-AGI-2 with code execution — underpinning its leap in reasoning power.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The Times of India</a:t>
            </a:r>
            <a:br>
              <a:rPr lang="en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Better output quality &amp; richer detail for complex workflows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By using iterative reasoning rounds, Deep Think yields more refined, nuanced output — useful for tasks like 3-D simulation, design, coding, research and complex analyses.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The Times of Indi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2"/>
              </a:rPr>
              <a:t>https://economictimes.indiatimes.com/markets/digital-real-estate/realty-news/fractional-investing-is-turning-gen-z-into-early-real-estate-owners-says-sourish-pal-of-client-associates/articleshow/125829382.cms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