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Lora"/>
      <p:regular r:id="rId31"/>
      <p:bold r:id="rId32"/>
      <p:italic r:id="rId33"/>
      <p:boldItalic r:id="rId34"/>
    </p:embeddedFont>
    <p:embeddedFont>
      <p:font typeface="Quattrocento Sans"/>
      <p:regular r:id="rId35"/>
      <p:bold r:id="rId36"/>
      <p:italic r:id="rId37"/>
      <p:boldItalic r:id="rId38"/>
    </p:embeddedFont>
    <p:embeddedFont>
      <p:font typeface="Oswald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swald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ora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33" Type="http://schemas.openxmlformats.org/officeDocument/2006/relationships/font" Target="fonts/Lora-italic.fntdata"/><Relationship Id="rId10" Type="http://schemas.openxmlformats.org/officeDocument/2006/relationships/slide" Target="slides/slide5.xml"/><Relationship Id="rId32" Type="http://schemas.openxmlformats.org/officeDocument/2006/relationships/font" Target="fonts/Lora-bold.fntdata"/><Relationship Id="rId13" Type="http://schemas.openxmlformats.org/officeDocument/2006/relationships/slide" Target="slides/slide8.xml"/><Relationship Id="rId35" Type="http://schemas.openxmlformats.org/officeDocument/2006/relationships/font" Target="fonts/QuattrocentoSans-regular.fntdata"/><Relationship Id="rId12" Type="http://schemas.openxmlformats.org/officeDocument/2006/relationships/slide" Target="slides/slide7.xml"/><Relationship Id="rId34" Type="http://schemas.openxmlformats.org/officeDocument/2006/relationships/font" Target="fonts/Lora-boldItalic.fntdata"/><Relationship Id="rId15" Type="http://schemas.openxmlformats.org/officeDocument/2006/relationships/slide" Target="slides/slide10.xml"/><Relationship Id="rId37" Type="http://schemas.openxmlformats.org/officeDocument/2006/relationships/font" Target="fonts/QuattrocentoSans-italic.fntdata"/><Relationship Id="rId14" Type="http://schemas.openxmlformats.org/officeDocument/2006/relationships/slide" Target="slides/slide9.xml"/><Relationship Id="rId36" Type="http://schemas.openxmlformats.org/officeDocument/2006/relationships/font" Target="fonts/QuattrocentoSans-bold.fntdata"/><Relationship Id="rId17" Type="http://schemas.openxmlformats.org/officeDocument/2006/relationships/slide" Target="slides/slide12.xml"/><Relationship Id="rId39" Type="http://schemas.openxmlformats.org/officeDocument/2006/relationships/font" Target="fonts/Oswald-regular.fntdata"/><Relationship Id="rId16" Type="http://schemas.openxmlformats.org/officeDocument/2006/relationships/slide" Target="slides/slide11.xml"/><Relationship Id="rId38" Type="http://schemas.openxmlformats.org/officeDocument/2006/relationships/font" Target="fonts/QuattrocentoSa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bdbb4ae5b8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g3bdbb4ae5b8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bdbb9480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g3bdbb9480f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bdbb9480f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g3bdbb9480fa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bdbb9480f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g3bdbb9480fa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bdbb9480fa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g3bdbb9480fa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bdbb9480fa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g3bdbb9480fa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bdbb9480fa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g3bdbb9480fa_0_2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bdbb9480fa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g3bdbb9480fa_0_2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bdbb9480fa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g3bdbb9480fa_0_3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bdbb9480fa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g3bdbb9480fa_0_3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bdbb9480fa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g3bdbb9480fa_0_3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Title &amp; Subtitle_01">
  <p:cSld name="Main Title &amp; Subtitle_0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" type="body"/>
          </p:nvPr>
        </p:nvSpPr>
        <p:spPr>
          <a:xfrm>
            <a:off x="387821" y="730531"/>
            <a:ext cx="8368363" cy="173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387821" y="282613"/>
            <a:ext cx="8368363" cy="409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None/>
              <a:defRPr b="0" i="0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Title &amp; Subtitle_02">
  <p:cSld name="Main Title &amp; Subtitle_0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87821" y="282613"/>
            <a:ext cx="8368363" cy="409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None/>
              <a:defRPr b="0" i="0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10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6" name="Google Shape;56;p10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8" name="Google Shape;68;p12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3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22225" y="4759745"/>
            <a:ext cx="38894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900"/>
              <a:buFont typeface="Roboto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BFBFBF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0" i="0" sz="900" u="none" cap="none" strike="noStrike">
              <a:solidFill>
                <a:srgbClr val="BFBFB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781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19.png"/><Relationship Id="rId8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Relationship Id="rId7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title"/>
          </p:nvPr>
        </p:nvSpPr>
        <p:spPr>
          <a:xfrm>
            <a:off x="387821" y="282613"/>
            <a:ext cx="8368363" cy="409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None/>
            </a:pPr>
            <a:r>
              <a:rPr b="1" lang="en-US"/>
              <a:t>Business Expansion</a:t>
            </a:r>
            <a:endParaRPr/>
          </a:p>
        </p:txBody>
      </p:sp>
      <p:grpSp>
        <p:nvGrpSpPr>
          <p:cNvPr id="96" name="Google Shape;96;p16"/>
          <p:cNvGrpSpPr/>
          <p:nvPr/>
        </p:nvGrpSpPr>
        <p:grpSpPr>
          <a:xfrm>
            <a:off x="843794" y="965069"/>
            <a:ext cx="7456417" cy="3865540"/>
            <a:chOff x="807253" y="965069"/>
            <a:chExt cx="7456417" cy="3865540"/>
          </a:xfrm>
        </p:grpSpPr>
        <p:cxnSp>
          <p:nvCxnSpPr>
            <p:cNvPr id="97" name="Google Shape;97;p16"/>
            <p:cNvCxnSpPr/>
            <p:nvPr/>
          </p:nvCxnSpPr>
          <p:spPr>
            <a:xfrm>
              <a:off x="2760398" y="1818523"/>
              <a:ext cx="0" cy="476950"/>
            </a:xfrm>
            <a:prstGeom prst="straightConnector1">
              <a:avLst/>
            </a:prstGeom>
            <a:noFill/>
            <a:ln cap="rnd" cmpd="sng" w="19050">
              <a:solidFill>
                <a:srgbClr val="7F7F7F"/>
              </a:solidFill>
              <a:prstDash val="dot"/>
              <a:round/>
              <a:headEnd len="sm" w="sm" type="none"/>
              <a:tailEnd len="med" w="med" type="stealth"/>
            </a:ln>
          </p:spPr>
        </p:cxnSp>
        <p:grpSp>
          <p:nvGrpSpPr>
            <p:cNvPr id="98" name="Google Shape;98;p16"/>
            <p:cNvGrpSpPr/>
            <p:nvPr/>
          </p:nvGrpSpPr>
          <p:grpSpPr>
            <a:xfrm>
              <a:off x="1110986" y="1998762"/>
              <a:ext cx="1395412" cy="1554163"/>
              <a:chOff x="1110986" y="1656851"/>
              <a:chExt cx="1395412" cy="1554163"/>
            </a:xfrm>
          </p:grpSpPr>
          <p:sp>
            <p:nvSpPr>
              <p:cNvPr id="99" name="Google Shape;99;p16"/>
              <p:cNvSpPr/>
              <p:nvPr/>
            </p:nvSpPr>
            <p:spPr>
              <a:xfrm>
                <a:off x="1110986" y="1656851"/>
                <a:ext cx="1395412" cy="1554163"/>
              </a:xfrm>
              <a:custGeom>
                <a:rect b="b" l="l" r="r" t="t"/>
                <a:pathLst>
                  <a:path extrusionOk="0" h="1554163" w="1395412">
                    <a:moveTo>
                      <a:pt x="92075" y="65088"/>
                    </a:moveTo>
                    <a:lnTo>
                      <a:pt x="965200" y="709613"/>
                    </a:lnTo>
                    <a:lnTo>
                      <a:pt x="1327150" y="977901"/>
                    </a:lnTo>
                    <a:lnTo>
                      <a:pt x="938213" y="1144588"/>
                    </a:lnTo>
                    <a:lnTo>
                      <a:pt x="0" y="1554163"/>
                    </a:lnTo>
                    <a:close/>
                    <a:moveTo>
                      <a:pt x="160336" y="0"/>
                    </a:moveTo>
                    <a:lnTo>
                      <a:pt x="1033462" y="647700"/>
                    </a:lnTo>
                    <a:lnTo>
                      <a:pt x="1395412" y="912813"/>
                    </a:lnTo>
                    <a:lnTo>
                      <a:pt x="1327150" y="977900"/>
                    </a:lnTo>
                    <a:lnTo>
                      <a:pt x="965200" y="709613"/>
                    </a:lnTo>
                    <a:lnTo>
                      <a:pt x="92074" y="6508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00" name="Google Shape;100;p16"/>
              <p:cNvSpPr/>
              <p:nvPr/>
            </p:nvSpPr>
            <p:spPr>
              <a:xfrm>
                <a:off x="1203060" y="1656851"/>
                <a:ext cx="1303338" cy="977900"/>
              </a:xfrm>
              <a:custGeom>
                <a:rect b="b" l="l" r="r" t="t"/>
                <a:pathLst>
                  <a:path extrusionOk="0" h="977900" w="1303338">
                    <a:moveTo>
                      <a:pt x="68262" y="0"/>
                    </a:moveTo>
                    <a:lnTo>
                      <a:pt x="941388" y="647700"/>
                    </a:lnTo>
                    <a:lnTo>
                      <a:pt x="941388" y="647700"/>
                    </a:lnTo>
                    <a:lnTo>
                      <a:pt x="1303338" y="912813"/>
                    </a:lnTo>
                    <a:lnTo>
                      <a:pt x="1235076" y="977900"/>
                    </a:lnTo>
                    <a:lnTo>
                      <a:pt x="873126" y="709613"/>
                    </a:lnTo>
                    <a:lnTo>
                      <a:pt x="873126" y="709613"/>
                    </a:lnTo>
                    <a:lnTo>
                      <a:pt x="0" y="65087"/>
                    </a:lnTo>
                    <a:close/>
                  </a:path>
                </a:pathLst>
              </a:custGeom>
              <a:solidFill>
                <a:schemeClr val="dk1">
                  <a:alpha val="14901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13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01" name="Google Shape;101;p16"/>
            <p:cNvGrpSpPr/>
            <p:nvPr/>
          </p:nvGrpSpPr>
          <p:grpSpPr>
            <a:xfrm>
              <a:off x="2017449" y="1997174"/>
              <a:ext cx="1395412" cy="1557338"/>
              <a:chOff x="2017449" y="1774326"/>
              <a:chExt cx="1395412" cy="1557338"/>
            </a:xfrm>
          </p:grpSpPr>
          <p:sp>
            <p:nvSpPr>
              <p:cNvPr id="102" name="Google Shape;102;p16"/>
              <p:cNvSpPr/>
              <p:nvPr/>
            </p:nvSpPr>
            <p:spPr>
              <a:xfrm>
                <a:off x="2017449" y="1774326"/>
                <a:ext cx="1395412" cy="1557338"/>
              </a:xfrm>
              <a:custGeom>
                <a:rect b="b" l="l" r="r" t="t"/>
                <a:pathLst>
                  <a:path extrusionOk="0" h="1557338" w="1395412">
                    <a:moveTo>
                      <a:pt x="158748" y="0"/>
                    </a:moveTo>
                    <a:lnTo>
                      <a:pt x="1033461" y="647701"/>
                    </a:lnTo>
                    <a:lnTo>
                      <a:pt x="1033462" y="647700"/>
                    </a:lnTo>
                    <a:lnTo>
                      <a:pt x="1395412" y="915988"/>
                    </a:lnTo>
                    <a:lnTo>
                      <a:pt x="1327150" y="981075"/>
                    </a:lnTo>
                    <a:lnTo>
                      <a:pt x="1181159" y="872863"/>
                    </a:lnTo>
                    <a:lnTo>
                      <a:pt x="1327150" y="981076"/>
                    </a:lnTo>
                    <a:lnTo>
                      <a:pt x="935038" y="1147763"/>
                    </a:lnTo>
                    <a:lnTo>
                      <a:pt x="0" y="1557338"/>
                    </a:lnTo>
                    <a:lnTo>
                      <a:pt x="31750" y="1027113"/>
                    </a:lnTo>
                    <a:lnTo>
                      <a:pt x="420688" y="860426"/>
                    </a:lnTo>
                    <a:lnTo>
                      <a:pt x="58738" y="592138"/>
                    </a:lnTo>
                    <a:lnTo>
                      <a:pt x="90488" y="65088"/>
                    </a:lnTo>
                    <a:lnTo>
                      <a:pt x="90486" y="650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03" name="Google Shape;103;p16"/>
              <p:cNvSpPr/>
              <p:nvPr/>
            </p:nvSpPr>
            <p:spPr>
              <a:xfrm>
                <a:off x="2107935" y="1774326"/>
                <a:ext cx="1304926" cy="981075"/>
              </a:xfrm>
              <a:custGeom>
                <a:rect b="b" l="l" r="r" t="t"/>
                <a:pathLst>
                  <a:path extrusionOk="0" h="981075" w="1304926">
                    <a:moveTo>
                      <a:pt x="68262" y="0"/>
                    </a:moveTo>
                    <a:lnTo>
                      <a:pt x="942975" y="647701"/>
                    </a:lnTo>
                    <a:lnTo>
                      <a:pt x="942976" y="647700"/>
                    </a:lnTo>
                    <a:lnTo>
                      <a:pt x="1304926" y="915988"/>
                    </a:lnTo>
                    <a:lnTo>
                      <a:pt x="1236664" y="981075"/>
                    </a:lnTo>
                    <a:lnTo>
                      <a:pt x="874713" y="712788"/>
                    </a:lnTo>
                    <a:lnTo>
                      <a:pt x="874712" y="712788"/>
                    </a:lnTo>
                    <a:lnTo>
                      <a:pt x="0" y="65087"/>
                    </a:lnTo>
                    <a:close/>
                  </a:path>
                </a:pathLst>
              </a:custGeom>
              <a:solidFill>
                <a:schemeClr val="dk1">
                  <a:alpha val="14901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13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04" name="Google Shape;104;p16"/>
            <p:cNvGrpSpPr/>
            <p:nvPr/>
          </p:nvGrpSpPr>
          <p:grpSpPr>
            <a:xfrm>
              <a:off x="2923911" y="1998762"/>
              <a:ext cx="1395412" cy="1554163"/>
              <a:chOff x="2923911" y="1894976"/>
              <a:chExt cx="1395412" cy="1554163"/>
            </a:xfrm>
          </p:grpSpPr>
          <p:sp>
            <p:nvSpPr>
              <p:cNvPr id="105" name="Google Shape;105;p16"/>
              <p:cNvSpPr/>
              <p:nvPr/>
            </p:nvSpPr>
            <p:spPr>
              <a:xfrm>
                <a:off x="2923911" y="1894976"/>
                <a:ext cx="1395412" cy="1554163"/>
              </a:xfrm>
              <a:custGeom>
                <a:rect b="b" l="l" r="r" t="t"/>
                <a:pathLst>
                  <a:path extrusionOk="0" h="1554163" w="1395412">
                    <a:moveTo>
                      <a:pt x="158749" y="0"/>
                    </a:moveTo>
                    <a:lnTo>
                      <a:pt x="1033462" y="647700"/>
                    </a:lnTo>
                    <a:lnTo>
                      <a:pt x="1395412" y="915988"/>
                    </a:lnTo>
                    <a:lnTo>
                      <a:pt x="1322388" y="977900"/>
                    </a:lnTo>
                    <a:lnTo>
                      <a:pt x="1322388" y="977900"/>
                    </a:lnTo>
                    <a:lnTo>
                      <a:pt x="935038" y="1149351"/>
                    </a:lnTo>
                    <a:lnTo>
                      <a:pt x="0" y="1554163"/>
                    </a:lnTo>
                    <a:lnTo>
                      <a:pt x="28575" y="1027113"/>
                    </a:lnTo>
                    <a:lnTo>
                      <a:pt x="420688" y="860425"/>
                    </a:lnTo>
                    <a:lnTo>
                      <a:pt x="58738" y="592138"/>
                    </a:lnTo>
                    <a:lnTo>
                      <a:pt x="87313" y="66675"/>
                    </a:lnTo>
                    <a:lnTo>
                      <a:pt x="87312" y="6667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06" name="Google Shape;106;p16"/>
              <p:cNvSpPr/>
              <p:nvPr/>
            </p:nvSpPr>
            <p:spPr>
              <a:xfrm>
                <a:off x="3011223" y="1894976"/>
                <a:ext cx="1308100" cy="977900"/>
              </a:xfrm>
              <a:custGeom>
                <a:rect b="b" l="l" r="r" t="t"/>
                <a:pathLst>
                  <a:path extrusionOk="0" h="977900" w="1308100">
                    <a:moveTo>
                      <a:pt x="71437" y="0"/>
                    </a:moveTo>
                    <a:lnTo>
                      <a:pt x="946150" y="647700"/>
                    </a:lnTo>
                    <a:lnTo>
                      <a:pt x="946150" y="647700"/>
                    </a:lnTo>
                    <a:lnTo>
                      <a:pt x="1308100" y="915988"/>
                    </a:lnTo>
                    <a:lnTo>
                      <a:pt x="1235075" y="977900"/>
                    </a:lnTo>
                    <a:lnTo>
                      <a:pt x="877888" y="709613"/>
                    </a:lnTo>
                    <a:lnTo>
                      <a:pt x="877888" y="709613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chemeClr val="dk1">
                  <a:alpha val="14901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13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07" name="Google Shape;107;p16"/>
            <p:cNvGrpSpPr/>
            <p:nvPr/>
          </p:nvGrpSpPr>
          <p:grpSpPr>
            <a:xfrm>
              <a:off x="3830374" y="1999555"/>
              <a:ext cx="1393825" cy="1552576"/>
              <a:chOff x="3830374" y="2017212"/>
              <a:chExt cx="1393825" cy="1552576"/>
            </a:xfrm>
          </p:grpSpPr>
          <p:sp>
            <p:nvSpPr>
              <p:cNvPr id="108" name="Google Shape;108;p16"/>
              <p:cNvSpPr/>
              <p:nvPr/>
            </p:nvSpPr>
            <p:spPr>
              <a:xfrm>
                <a:off x="3830374" y="2017212"/>
                <a:ext cx="1393825" cy="1552576"/>
              </a:xfrm>
              <a:custGeom>
                <a:rect b="b" l="l" r="r" t="t"/>
                <a:pathLst>
                  <a:path extrusionOk="0" h="1552576" w="1393825">
                    <a:moveTo>
                      <a:pt x="158749" y="0"/>
                    </a:moveTo>
                    <a:lnTo>
                      <a:pt x="1033462" y="642938"/>
                    </a:lnTo>
                    <a:lnTo>
                      <a:pt x="1033462" y="642937"/>
                    </a:lnTo>
                    <a:lnTo>
                      <a:pt x="1393825" y="911225"/>
                    </a:lnTo>
                    <a:lnTo>
                      <a:pt x="1322388" y="977900"/>
                    </a:lnTo>
                    <a:lnTo>
                      <a:pt x="960438" y="709613"/>
                    </a:lnTo>
                    <a:lnTo>
                      <a:pt x="960438" y="709613"/>
                    </a:lnTo>
                    <a:lnTo>
                      <a:pt x="960438" y="709613"/>
                    </a:lnTo>
                    <a:lnTo>
                      <a:pt x="1322388" y="977901"/>
                    </a:lnTo>
                    <a:lnTo>
                      <a:pt x="935038" y="1144589"/>
                    </a:lnTo>
                    <a:lnTo>
                      <a:pt x="0" y="1552576"/>
                    </a:lnTo>
                    <a:lnTo>
                      <a:pt x="28575" y="1027113"/>
                    </a:lnTo>
                    <a:lnTo>
                      <a:pt x="415925" y="855663"/>
                    </a:lnTo>
                    <a:lnTo>
                      <a:pt x="58738" y="587376"/>
                    </a:lnTo>
                    <a:lnTo>
                      <a:pt x="87313" y="61913"/>
                    </a:lnTo>
                    <a:lnTo>
                      <a:pt x="578922" y="426598"/>
                    </a:lnTo>
                    <a:lnTo>
                      <a:pt x="87312" y="6191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09" name="Google Shape;109;p16"/>
              <p:cNvSpPr/>
              <p:nvPr/>
            </p:nvSpPr>
            <p:spPr>
              <a:xfrm>
                <a:off x="3917686" y="2017213"/>
                <a:ext cx="1306513" cy="977900"/>
              </a:xfrm>
              <a:custGeom>
                <a:rect b="b" l="l" r="r" t="t"/>
                <a:pathLst>
                  <a:path extrusionOk="0" h="977900" w="1306513">
                    <a:moveTo>
                      <a:pt x="71437" y="0"/>
                    </a:moveTo>
                    <a:lnTo>
                      <a:pt x="946150" y="642938"/>
                    </a:lnTo>
                    <a:lnTo>
                      <a:pt x="946150" y="642937"/>
                    </a:lnTo>
                    <a:lnTo>
                      <a:pt x="1306513" y="911225"/>
                    </a:lnTo>
                    <a:lnTo>
                      <a:pt x="1235076" y="977900"/>
                    </a:lnTo>
                    <a:lnTo>
                      <a:pt x="873126" y="709613"/>
                    </a:lnTo>
                    <a:lnTo>
                      <a:pt x="873125" y="709613"/>
                    </a:lnTo>
                    <a:lnTo>
                      <a:pt x="0" y="61912"/>
                    </a:lnTo>
                    <a:close/>
                  </a:path>
                </a:pathLst>
              </a:custGeom>
              <a:solidFill>
                <a:schemeClr val="dk1">
                  <a:alpha val="14901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13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10" name="Google Shape;110;p16"/>
            <p:cNvGrpSpPr/>
            <p:nvPr/>
          </p:nvGrpSpPr>
          <p:grpSpPr>
            <a:xfrm>
              <a:off x="4732074" y="1999556"/>
              <a:ext cx="1398588" cy="1552575"/>
              <a:chOff x="4732074" y="2134689"/>
              <a:chExt cx="1398588" cy="1552575"/>
            </a:xfrm>
          </p:grpSpPr>
          <p:sp>
            <p:nvSpPr>
              <p:cNvPr id="111" name="Google Shape;111;p16"/>
              <p:cNvSpPr/>
              <p:nvPr/>
            </p:nvSpPr>
            <p:spPr>
              <a:xfrm>
                <a:off x="4732074" y="2134689"/>
                <a:ext cx="1398588" cy="1552575"/>
              </a:xfrm>
              <a:custGeom>
                <a:rect b="b" l="l" r="r" t="t"/>
                <a:pathLst>
                  <a:path extrusionOk="0" h="1552575" w="1398588">
                    <a:moveTo>
                      <a:pt x="963667" y="711650"/>
                    </a:moveTo>
                    <a:lnTo>
                      <a:pt x="965200" y="712787"/>
                    </a:lnTo>
                    <a:lnTo>
                      <a:pt x="965200" y="712788"/>
                    </a:lnTo>
                    <a:close/>
                    <a:moveTo>
                      <a:pt x="163513" y="0"/>
                    </a:moveTo>
                    <a:lnTo>
                      <a:pt x="1036638" y="647700"/>
                    </a:lnTo>
                    <a:lnTo>
                      <a:pt x="1398588" y="915988"/>
                    </a:lnTo>
                    <a:lnTo>
                      <a:pt x="1327151" y="977900"/>
                    </a:lnTo>
                    <a:lnTo>
                      <a:pt x="970874" y="716943"/>
                    </a:lnTo>
                    <a:lnTo>
                      <a:pt x="1327150" y="977900"/>
                    </a:lnTo>
                    <a:lnTo>
                      <a:pt x="939800" y="1147763"/>
                    </a:lnTo>
                    <a:lnTo>
                      <a:pt x="0" y="1552575"/>
                    </a:lnTo>
                    <a:lnTo>
                      <a:pt x="33338" y="1027112"/>
                    </a:lnTo>
                    <a:lnTo>
                      <a:pt x="420688" y="860425"/>
                    </a:lnTo>
                    <a:lnTo>
                      <a:pt x="58738" y="592137"/>
                    </a:lnTo>
                    <a:lnTo>
                      <a:pt x="92075" y="65087"/>
                    </a:lnTo>
                    <a:lnTo>
                      <a:pt x="92076" y="6508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2" name="Google Shape;112;p16"/>
              <p:cNvSpPr/>
              <p:nvPr/>
            </p:nvSpPr>
            <p:spPr>
              <a:xfrm>
                <a:off x="4824149" y="2134689"/>
                <a:ext cx="1306513" cy="977900"/>
              </a:xfrm>
              <a:custGeom>
                <a:rect b="b" l="l" r="r" t="t"/>
                <a:pathLst>
                  <a:path extrusionOk="0" h="977900" w="1306513">
                    <a:moveTo>
                      <a:pt x="71438" y="0"/>
                    </a:moveTo>
                    <a:lnTo>
                      <a:pt x="944563" y="647700"/>
                    </a:lnTo>
                    <a:lnTo>
                      <a:pt x="944563" y="647700"/>
                    </a:lnTo>
                    <a:lnTo>
                      <a:pt x="1306513" y="915988"/>
                    </a:lnTo>
                    <a:lnTo>
                      <a:pt x="1235076" y="977900"/>
                    </a:lnTo>
                    <a:lnTo>
                      <a:pt x="873126" y="712788"/>
                    </a:lnTo>
                    <a:lnTo>
                      <a:pt x="873126" y="712788"/>
                    </a:lnTo>
                    <a:lnTo>
                      <a:pt x="0" y="65088"/>
                    </a:lnTo>
                    <a:close/>
                  </a:path>
                </a:pathLst>
              </a:custGeom>
              <a:solidFill>
                <a:schemeClr val="dk1">
                  <a:alpha val="14901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13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13" name="Google Shape;113;p16"/>
            <p:cNvGrpSpPr/>
            <p:nvPr/>
          </p:nvGrpSpPr>
          <p:grpSpPr>
            <a:xfrm>
              <a:off x="5638536" y="1998762"/>
              <a:ext cx="1398588" cy="1554163"/>
              <a:chOff x="5638536" y="2255338"/>
              <a:chExt cx="1398588" cy="1554163"/>
            </a:xfrm>
          </p:grpSpPr>
          <p:sp>
            <p:nvSpPr>
              <p:cNvPr id="114" name="Google Shape;114;p16"/>
              <p:cNvSpPr/>
              <p:nvPr/>
            </p:nvSpPr>
            <p:spPr>
              <a:xfrm>
                <a:off x="5638536" y="2255338"/>
                <a:ext cx="1398588" cy="1554163"/>
              </a:xfrm>
              <a:custGeom>
                <a:rect b="b" l="l" r="r" t="t"/>
                <a:pathLst>
                  <a:path extrusionOk="0" h="1554163" w="1398588">
                    <a:moveTo>
                      <a:pt x="92075" y="61913"/>
                    </a:moveTo>
                    <a:lnTo>
                      <a:pt x="965200" y="709613"/>
                    </a:lnTo>
                    <a:lnTo>
                      <a:pt x="1327150" y="977901"/>
                    </a:lnTo>
                    <a:lnTo>
                      <a:pt x="939800" y="1144588"/>
                    </a:lnTo>
                    <a:lnTo>
                      <a:pt x="0" y="1554163"/>
                    </a:lnTo>
                    <a:lnTo>
                      <a:pt x="33338" y="1027113"/>
                    </a:lnTo>
                    <a:lnTo>
                      <a:pt x="420688" y="857251"/>
                    </a:lnTo>
                    <a:lnTo>
                      <a:pt x="58738" y="592138"/>
                    </a:lnTo>
                    <a:close/>
                    <a:moveTo>
                      <a:pt x="163513" y="0"/>
                    </a:moveTo>
                    <a:lnTo>
                      <a:pt x="1036638" y="647700"/>
                    </a:lnTo>
                    <a:lnTo>
                      <a:pt x="1398588" y="912813"/>
                    </a:lnTo>
                    <a:lnTo>
                      <a:pt x="1327151" y="977900"/>
                    </a:lnTo>
                    <a:lnTo>
                      <a:pt x="965201" y="709613"/>
                    </a:lnTo>
                    <a:lnTo>
                      <a:pt x="92075" y="61913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5" name="Google Shape;115;p16"/>
              <p:cNvSpPr/>
              <p:nvPr/>
            </p:nvSpPr>
            <p:spPr>
              <a:xfrm>
                <a:off x="5730611" y="2255338"/>
                <a:ext cx="1306513" cy="977900"/>
              </a:xfrm>
              <a:custGeom>
                <a:rect b="b" l="l" r="r" t="t"/>
                <a:pathLst>
                  <a:path extrusionOk="0" h="977900" w="1306513">
                    <a:moveTo>
                      <a:pt x="71438" y="0"/>
                    </a:moveTo>
                    <a:lnTo>
                      <a:pt x="944563" y="647700"/>
                    </a:lnTo>
                    <a:lnTo>
                      <a:pt x="944563" y="647700"/>
                    </a:lnTo>
                    <a:lnTo>
                      <a:pt x="1306513" y="912813"/>
                    </a:lnTo>
                    <a:lnTo>
                      <a:pt x="1235076" y="977900"/>
                    </a:lnTo>
                    <a:lnTo>
                      <a:pt x="873126" y="709613"/>
                    </a:lnTo>
                    <a:lnTo>
                      <a:pt x="873126" y="709613"/>
                    </a:lnTo>
                    <a:lnTo>
                      <a:pt x="0" y="61913"/>
                    </a:lnTo>
                    <a:close/>
                  </a:path>
                </a:pathLst>
              </a:custGeom>
              <a:solidFill>
                <a:schemeClr val="dk1">
                  <a:alpha val="14901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13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16" name="Google Shape;116;p16"/>
            <p:cNvGrpSpPr/>
            <p:nvPr/>
          </p:nvGrpSpPr>
          <p:grpSpPr>
            <a:xfrm>
              <a:off x="6544999" y="1997175"/>
              <a:ext cx="1395413" cy="1557337"/>
              <a:chOff x="6544999" y="2372814"/>
              <a:chExt cx="1395413" cy="1557337"/>
            </a:xfrm>
          </p:grpSpPr>
          <p:sp>
            <p:nvSpPr>
              <p:cNvPr id="117" name="Google Shape;117;p16"/>
              <p:cNvSpPr/>
              <p:nvPr/>
            </p:nvSpPr>
            <p:spPr>
              <a:xfrm>
                <a:off x="6544999" y="2372814"/>
                <a:ext cx="1395413" cy="1557337"/>
              </a:xfrm>
              <a:custGeom>
                <a:rect b="b" l="l" r="r" t="t"/>
                <a:pathLst>
                  <a:path extrusionOk="0" h="1557337" w="1395413">
                    <a:moveTo>
                      <a:pt x="160338" y="0"/>
                    </a:moveTo>
                    <a:lnTo>
                      <a:pt x="1395413" y="915988"/>
                    </a:lnTo>
                    <a:lnTo>
                      <a:pt x="1327151" y="981075"/>
                    </a:lnTo>
                    <a:lnTo>
                      <a:pt x="1327150" y="981075"/>
                    </a:lnTo>
                    <a:lnTo>
                      <a:pt x="0" y="1557337"/>
                    </a:lnTo>
                    <a:lnTo>
                      <a:pt x="33338" y="1027112"/>
                    </a:lnTo>
                    <a:lnTo>
                      <a:pt x="420688" y="860425"/>
                    </a:lnTo>
                    <a:lnTo>
                      <a:pt x="58738" y="592137"/>
                    </a:lnTo>
                    <a:lnTo>
                      <a:pt x="92075" y="65087"/>
                    </a:lnTo>
                    <a:lnTo>
                      <a:pt x="92076" y="6508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8" name="Google Shape;118;p16"/>
              <p:cNvSpPr/>
              <p:nvPr/>
            </p:nvSpPr>
            <p:spPr>
              <a:xfrm>
                <a:off x="6637074" y="2372814"/>
                <a:ext cx="1303338" cy="981075"/>
              </a:xfrm>
              <a:custGeom>
                <a:rect b="b" l="l" r="r" t="t"/>
                <a:pathLst>
                  <a:path extrusionOk="0" h="618" w="821">
                    <a:moveTo>
                      <a:pt x="0" y="41"/>
                    </a:moveTo>
                    <a:lnTo>
                      <a:pt x="43" y="0"/>
                    </a:lnTo>
                    <a:lnTo>
                      <a:pt x="821" y="577"/>
                    </a:lnTo>
                    <a:lnTo>
                      <a:pt x="778" y="618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chemeClr val="dk1">
                  <a:alpha val="14901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13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cxnSp>
          <p:nvCxnSpPr>
            <p:cNvPr id="119" name="Google Shape;119;p16"/>
            <p:cNvCxnSpPr>
              <a:stCxn id="120" idx="0"/>
            </p:cNvCxnSpPr>
            <p:nvPr/>
          </p:nvCxnSpPr>
          <p:spPr>
            <a:xfrm flipH="1" rot="10800000">
              <a:off x="1664132" y="3401918"/>
              <a:ext cx="16200" cy="667200"/>
            </a:xfrm>
            <a:prstGeom prst="straightConnector1">
              <a:avLst/>
            </a:prstGeom>
            <a:noFill/>
            <a:ln cap="rnd" cmpd="sng" w="19050">
              <a:solidFill>
                <a:srgbClr val="7F7F7F"/>
              </a:solidFill>
              <a:prstDash val="dot"/>
              <a:round/>
              <a:headEnd len="sm" w="sm" type="none"/>
              <a:tailEnd len="med" w="med" type="stealth"/>
            </a:ln>
          </p:spPr>
        </p:cxnSp>
        <p:cxnSp>
          <p:nvCxnSpPr>
            <p:cNvPr id="121" name="Google Shape;121;p16"/>
            <p:cNvCxnSpPr>
              <a:stCxn id="122" idx="0"/>
            </p:cNvCxnSpPr>
            <p:nvPr/>
          </p:nvCxnSpPr>
          <p:spPr>
            <a:xfrm rot="10800000">
              <a:off x="3524262" y="3401918"/>
              <a:ext cx="14700" cy="667200"/>
            </a:xfrm>
            <a:prstGeom prst="straightConnector1">
              <a:avLst/>
            </a:prstGeom>
            <a:noFill/>
            <a:ln cap="rnd" cmpd="sng" w="19050">
              <a:solidFill>
                <a:srgbClr val="7F7F7F"/>
              </a:solidFill>
              <a:prstDash val="dot"/>
              <a:round/>
              <a:headEnd len="sm" w="sm" type="none"/>
              <a:tailEnd len="med" w="med" type="stealth"/>
            </a:ln>
          </p:spPr>
        </p:cxnSp>
        <p:cxnSp>
          <p:nvCxnSpPr>
            <p:cNvPr id="123" name="Google Shape;123;p16"/>
            <p:cNvCxnSpPr/>
            <p:nvPr/>
          </p:nvCxnSpPr>
          <p:spPr>
            <a:xfrm rot="10800000">
              <a:off x="5382987" y="3401979"/>
              <a:ext cx="0" cy="550261"/>
            </a:xfrm>
            <a:prstGeom prst="straightConnector1">
              <a:avLst/>
            </a:prstGeom>
            <a:noFill/>
            <a:ln cap="rnd" cmpd="sng" w="19050">
              <a:solidFill>
                <a:srgbClr val="7F7F7F"/>
              </a:solidFill>
              <a:prstDash val="dot"/>
              <a:round/>
              <a:headEnd len="sm" w="sm" type="none"/>
              <a:tailEnd len="med" w="med" type="stealth"/>
            </a:ln>
          </p:spPr>
        </p:cxnSp>
        <p:cxnSp>
          <p:nvCxnSpPr>
            <p:cNvPr id="124" name="Google Shape;124;p16"/>
            <p:cNvCxnSpPr/>
            <p:nvPr/>
          </p:nvCxnSpPr>
          <p:spPr>
            <a:xfrm rot="10800000">
              <a:off x="7462157" y="3401979"/>
              <a:ext cx="0" cy="550261"/>
            </a:xfrm>
            <a:prstGeom prst="straightConnector1">
              <a:avLst/>
            </a:prstGeom>
            <a:noFill/>
            <a:ln cap="rnd" cmpd="sng" w="19050">
              <a:solidFill>
                <a:srgbClr val="7F7F7F"/>
              </a:solidFill>
              <a:prstDash val="dot"/>
              <a:round/>
              <a:headEnd len="sm" w="sm" type="none"/>
              <a:tailEnd len="med" w="med" type="stealth"/>
            </a:ln>
          </p:spPr>
        </p:cxnSp>
        <p:cxnSp>
          <p:nvCxnSpPr>
            <p:cNvPr id="125" name="Google Shape;125;p16"/>
            <p:cNvCxnSpPr/>
            <p:nvPr/>
          </p:nvCxnSpPr>
          <p:spPr>
            <a:xfrm>
              <a:off x="4527286" y="1821457"/>
              <a:ext cx="0" cy="471083"/>
            </a:xfrm>
            <a:prstGeom prst="straightConnector1">
              <a:avLst/>
            </a:prstGeom>
            <a:noFill/>
            <a:ln cap="rnd" cmpd="sng" w="19050">
              <a:solidFill>
                <a:srgbClr val="7F7F7F"/>
              </a:solidFill>
              <a:prstDash val="dot"/>
              <a:round/>
              <a:headEnd len="sm" w="sm" type="none"/>
              <a:tailEnd len="med" w="med" type="stealth"/>
            </a:ln>
          </p:spPr>
        </p:cxnSp>
        <p:sp>
          <p:nvSpPr>
            <p:cNvPr id="120" name="Google Shape;120;p16"/>
            <p:cNvSpPr/>
            <p:nvPr/>
          </p:nvSpPr>
          <p:spPr>
            <a:xfrm>
              <a:off x="807253" y="4069118"/>
              <a:ext cx="1713758" cy="761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Market Penetration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F3F3F"/>
                  </a:solidFill>
                  <a:latin typeface="Roboto"/>
                  <a:ea typeface="Roboto"/>
                  <a:cs typeface="Roboto"/>
                  <a:sym typeface="Roboto"/>
                </a:rPr>
                <a:t>Increase sales in existing markets through marketing and pricing.</a:t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1898602" y="965069"/>
              <a:ext cx="1707873" cy="761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Market Development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F3F3F"/>
                  </a:solidFill>
                  <a:latin typeface="Roboto"/>
                  <a:ea typeface="Roboto"/>
                  <a:cs typeface="Roboto"/>
                  <a:sym typeface="Roboto"/>
                </a:rPr>
                <a:t>Enter new markets with existing products, targeting new customers.</a:t>
              </a:r>
              <a:endParaRPr/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2731594" y="4069118"/>
              <a:ext cx="1614736" cy="761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Product Development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F3F3F"/>
                  </a:solidFill>
                  <a:latin typeface="Roboto"/>
                  <a:ea typeface="Roboto"/>
                  <a:cs typeface="Roboto"/>
                  <a:sym typeface="Roboto"/>
                </a:rPr>
                <a:t>Innovate products to meet needs and boost sales in current markets.</a:t>
              </a: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4575619" y="4069118"/>
              <a:ext cx="1614736" cy="761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Mergers/Acquisitions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F3F3F"/>
                  </a:solidFill>
                  <a:latin typeface="Roboto"/>
                  <a:ea typeface="Roboto"/>
                  <a:cs typeface="Roboto"/>
                  <a:sym typeface="Roboto"/>
                </a:rPr>
                <a:t>Grow by acquiring or merging with other companies.</a:t>
              </a: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3751786" y="965069"/>
              <a:ext cx="1638313" cy="761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accent4"/>
                  </a:solidFill>
                  <a:latin typeface="Roboto"/>
                  <a:ea typeface="Roboto"/>
                  <a:cs typeface="Roboto"/>
                  <a:sym typeface="Roboto"/>
                </a:rPr>
                <a:t>Diversification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F3F3F"/>
                  </a:solidFill>
                  <a:latin typeface="Roboto"/>
                  <a:ea typeface="Roboto"/>
                  <a:cs typeface="Roboto"/>
                  <a:sym typeface="Roboto"/>
                </a:rPr>
                <a:t>Expand into new markets with new, related or unrelated products.</a:t>
              </a: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5530462" y="965069"/>
              <a:ext cx="1614736" cy="761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Franchising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F3F3F"/>
                  </a:solidFill>
                  <a:latin typeface="Roboto"/>
                  <a:ea typeface="Roboto"/>
                  <a:cs typeface="Roboto"/>
                  <a:sym typeface="Roboto"/>
                </a:rPr>
                <a:t>License brand and business model to expand via franchisees.</a:t>
              </a:r>
              <a:endParaRPr/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6648934" y="4069118"/>
              <a:ext cx="1614736" cy="761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Strategic Alliances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F3F3F"/>
                  </a:solidFill>
                  <a:latin typeface="Roboto"/>
                  <a:ea typeface="Roboto"/>
                  <a:cs typeface="Roboto"/>
                  <a:sym typeface="Roboto"/>
                </a:rPr>
                <a:t>Partner with others to share resources and enter new markets.</a:t>
              </a: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1446940" y="2598427"/>
              <a:ext cx="355190" cy="354832"/>
            </a:xfrm>
            <a:custGeom>
              <a:rect b="b" l="l" r="r" t="t"/>
              <a:pathLst>
                <a:path extrusionOk="0" h="429878" w="430312">
                  <a:moveTo>
                    <a:pt x="15914" y="154565"/>
                  </a:moveTo>
                  <a:lnTo>
                    <a:pt x="82106" y="172301"/>
                  </a:lnTo>
                  <a:cubicBezTo>
                    <a:pt x="82689" y="172458"/>
                    <a:pt x="83276" y="172532"/>
                    <a:pt x="83855" y="172532"/>
                  </a:cubicBezTo>
                  <a:cubicBezTo>
                    <a:pt x="86612" y="172532"/>
                    <a:pt x="89173" y="170833"/>
                    <a:pt x="90177" y="168139"/>
                  </a:cubicBezTo>
                  <a:cubicBezTo>
                    <a:pt x="107924" y="120551"/>
                    <a:pt x="152012" y="86730"/>
                    <a:pt x="202497" y="81978"/>
                  </a:cubicBezTo>
                  <a:cubicBezTo>
                    <a:pt x="205964" y="81651"/>
                    <a:pt x="208615" y="78740"/>
                    <a:pt x="208615" y="75257"/>
                  </a:cubicBezTo>
                  <a:lnTo>
                    <a:pt x="208615" y="6750"/>
                  </a:lnTo>
                  <a:cubicBezTo>
                    <a:pt x="208615" y="4886"/>
                    <a:pt x="207844" y="3106"/>
                    <a:pt x="206486" y="1829"/>
                  </a:cubicBezTo>
                  <a:cubicBezTo>
                    <a:pt x="205127" y="554"/>
                    <a:pt x="203305" y="-104"/>
                    <a:pt x="201441" y="14"/>
                  </a:cubicBezTo>
                  <a:cubicBezTo>
                    <a:pt x="158315" y="2728"/>
                    <a:pt x="117467" y="18182"/>
                    <a:pt x="83314" y="44703"/>
                  </a:cubicBezTo>
                  <a:cubicBezTo>
                    <a:pt x="49717" y="70792"/>
                    <a:pt x="24802" y="105781"/>
                    <a:pt x="11265" y="145886"/>
                  </a:cubicBezTo>
                  <a:cubicBezTo>
                    <a:pt x="10668" y="147654"/>
                    <a:pt x="10830" y="149588"/>
                    <a:pt x="11710" y="151232"/>
                  </a:cubicBezTo>
                  <a:cubicBezTo>
                    <a:pt x="12591" y="152876"/>
                    <a:pt x="14113" y="154081"/>
                    <a:pt x="15914" y="154565"/>
                  </a:cubicBezTo>
                  <a:close/>
                  <a:moveTo>
                    <a:pt x="195116" y="14065"/>
                  </a:moveTo>
                  <a:lnTo>
                    <a:pt x="195116" y="69242"/>
                  </a:lnTo>
                  <a:cubicBezTo>
                    <a:pt x="169675" y="72719"/>
                    <a:pt x="145630" y="82812"/>
                    <a:pt x="125238" y="98628"/>
                  </a:cubicBezTo>
                  <a:cubicBezTo>
                    <a:pt x="105195" y="114171"/>
                    <a:pt x="89579" y="134503"/>
                    <a:pt x="79799" y="157706"/>
                  </a:cubicBezTo>
                  <a:lnTo>
                    <a:pt x="26479" y="143420"/>
                  </a:lnTo>
                  <a:cubicBezTo>
                    <a:pt x="53614" y="71449"/>
                    <a:pt x="118627" y="21579"/>
                    <a:pt x="195116" y="14065"/>
                  </a:cubicBezTo>
                  <a:close/>
                  <a:moveTo>
                    <a:pt x="371756" y="67190"/>
                  </a:moveTo>
                  <a:cubicBezTo>
                    <a:pt x="334160" y="27305"/>
                    <a:pt x="283416" y="3448"/>
                    <a:pt x="228871" y="14"/>
                  </a:cubicBezTo>
                  <a:cubicBezTo>
                    <a:pt x="227006" y="-105"/>
                    <a:pt x="225185" y="554"/>
                    <a:pt x="223827" y="1829"/>
                  </a:cubicBezTo>
                  <a:cubicBezTo>
                    <a:pt x="222468" y="3106"/>
                    <a:pt x="221698" y="4886"/>
                    <a:pt x="221698" y="6750"/>
                  </a:cubicBezTo>
                  <a:lnTo>
                    <a:pt x="221698" y="75257"/>
                  </a:lnTo>
                  <a:cubicBezTo>
                    <a:pt x="221698" y="78740"/>
                    <a:pt x="224348" y="81651"/>
                    <a:pt x="227815" y="81977"/>
                  </a:cubicBezTo>
                  <a:cubicBezTo>
                    <a:pt x="296619" y="88453"/>
                    <a:pt x="348505" y="145522"/>
                    <a:pt x="348505" y="214723"/>
                  </a:cubicBezTo>
                  <a:cubicBezTo>
                    <a:pt x="348505" y="222120"/>
                    <a:pt x="347886" y="229571"/>
                    <a:pt x="346663" y="236870"/>
                  </a:cubicBezTo>
                  <a:cubicBezTo>
                    <a:pt x="346089" y="240299"/>
                    <a:pt x="348215" y="243603"/>
                    <a:pt x="351574" y="244504"/>
                  </a:cubicBezTo>
                  <a:lnTo>
                    <a:pt x="417774" y="262243"/>
                  </a:lnTo>
                  <a:cubicBezTo>
                    <a:pt x="418349" y="262397"/>
                    <a:pt x="418935" y="262472"/>
                    <a:pt x="419520" y="262472"/>
                  </a:cubicBezTo>
                  <a:cubicBezTo>
                    <a:pt x="420768" y="262472"/>
                    <a:pt x="422003" y="262126"/>
                    <a:pt x="423083" y="261455"/>
                  </a:cubicBezTo>
                  <a:cubicBezTo>
                    <a:pt x="424669" y="260470"/>
                    <a:pt x="425774" y="258873"/>
                    <a:pt x="426140" y="257043"/>
                  </a:cubicBezTo>
                  <a:cubicBezTo>
                    <a:pt x="428909" y="243165"/>
                    <a:pt x="430313" y="228925"/>
                    <a:pt x="430313" y="214723"/>
                  </a:cubicBezTo>
                  <a:cubicBezTo>
                    <a:pt x="430313" y="159645"/>
                    <a:pt x="409517" y="107250"/>
                    <a:pt x="371756" y="67190"/>
                  </a:cubicBezTo>
                  <a:close/>
                  <a:moveTo>
                    <a:pt x="414184" y="247306"/>
                  </a:moveTo>
                  <a:lnTo>
                    <a:pt x="360865" y="233018"/>
                  </a:lnTo>
                  <a:cubicBezTo>
                    <a:pt x="361622" y="226950"/>
                    <a:pt x="362005" y="220820"/>
                    <a:pt x="362005" y="214723"/>
                  </a:cubicBezTo>
                  <a:cubicBezTo>
                    <a:pt x="362005" y="177930"/>
                    <a:pt x="348333" y="142730"/>
                    <a:pt x="323507" y="115609"/>
                  </a:cubicBezTo>
                  <a:cubicBezTo>
                    <a:pt x="300237" y="90186"/>
                    <a:pt x="269071" y="73869"/>
                    <a:pt x="235198" y="69242"/>
                  </a:cubicBezTo>
                  <a:lnTo>
                    <a:pt x="235198" y="14066"/>
                  </a:lnTo>
                  <a:cubicBezTo>
                    <a:pt x="337609" y="24174"/>
                    <a:pt x="416813" y="110956"/>
                    <a:pt x="416813" y="214723"/>
                  </a:cubicBezTo>
                  <a:cubicBezTo>
                    <a:pt x="416813" y="225630"/>
                    <a:pt x="415930" y="236559"/>
                    <a:pt x="414184" y="247306"/>
                  </a:cubicBezTo>
                  <a:close/>
                  <a:moveTo>
                    <a:pt x="168573" y="339702"/>
                  </a:moveTo>
                  <a:cubicBezTo>
                    <a:pt x="143543" y="330367"/>
                    <a:pt x="122081" y="313889"/>
                    <a:pt x="106508" y="292051"/>
                  </a:cubicBezTo>
                  <a:cubicBezTo>
                    <a:pt x="104487" y="289219"/>
                    <a:pt x="100650" y="288382"/>
                    <a:pt x="97637" y="290124"/>
                  </a:cubicBezTo>
                  <a:lnTo>
                    <a:pt x="38299" y="324384"/>
                  </a:lnTo>
                  <a:cubicBezTo>
                    <a:pt x="36683" y="325316"/>
                    <a:pt x="35525" y="326877"/>
                    <a:pt x="35101" y="328694"/>
                  </a:cubicBezTo>
                  <a:cubicBezTo>
                    <a:pt x="34676" y="330510"/>
                    <a:pt x="35023" y="332422"/>
                    <a:pt x="36059" y="333975"/>
                  </a:cubicBezTo>
                  <a:cubicBezTo>
                    <a:pt x="62394" y="373449"/>
                    <a:pt x="101550" y="403510"/>
                    <a:pt x="146316" y="418620"/>
                  </a:cubicBezTo>
                  <a:cubicBezTo>
                    <a:pt x="147019" y="418857"/>
                    <a:pt x="147748" y="418974"/>
                    <a:pt x="148476" y="418974"/>
                  </a:cubicBezTo>
                  <a:cubicBezTo>
                    <a:pt x="149577" y="418974"/>
                    <a:pt x="150673" y="418705"/>
                    <a:pt x="151662" y="418174"/>
                  </a:cubicBezTo>
                  <a:cubicBezTo>
                    <a:pt x="153306" y="417294"/>
                    <a:pt x="154513" y="415772"/>
                    <a:pt x="154995" y="413972"/>
                  </a:cubicBezTo>
                  <a:lnTo>
                    <a:pt x="172733" y="347774"/>
                  </a:lnTo>
                  <a:cubicBezTo>
                    <a:pt x="173634" y="344413"/>
                    <a:pt x="171832" y="340918"/>
                    <a:pt x="168573" y="339702"/>
                  </a:cubicBezTo>
                  <a:close/>
                  <a:moveTo>
                    <a:pt x="143852" y="403401"/>
                  </a:moveTo>
                  <a:cubicBezTo>
                    <a:pt x="106968" y="389431"/>
                    <a:pt x="74553" y="364541"/>
                    <a:pt x="51399" y="332409"/>
                  </a:cubicBezTo>
                  <a:lnTo>
                    <a:pt x="99187" y="304819"/>
                  </a:lnTo>
                  <a:cubicBezTo>
                    <a:pt x="114708" y="324795"/>
                    <a:pt x="134900" y="340299"/>
                    <a:pt x="158139" y="350083"/>
                  </a:cubicBezTo>
                  <a:close/>
                  <a:moveTo>
                    <a:pt x="414411" y="274885"/>
                  </a:moveTo>
                  <a:lnTo>
                    <a:pt x="348206" y="257146"/>
                  </a:lnTo>
                  <a:cubicBezTo>
                    <a:pt x="344846" y="256244"/>
                    <a:pt x="341350" y="258047"/>
                    <a:pt x="340134" y="261308"/>
                  </a:cubicBezTo>
                  <a:cubicBezTo>
                    <a:pt x="320783" y="313203"/>
                    <a:pt x="270558" y="348071"/>
                    <a:pt x="215156" y="348071"/>
                  </a:cubicBezTo>
                  <a:cubicBezTo>
                    <a:pt x="207759" y="348071"/>
                    <a:pt x="200307" y="347451"/>
                    <a:pt x="193009" y="346229"/>
                  </a:cubicBezTo>
                  <a:cubicBezTo>
                    <a:pt x="189584" y="345657"/>
                    <a:pt x="186276" y="347780"/>
                    <a:pt x="185374" y="351139"/>
                  </a:cubicBezTo>
                  <a:lnTo>
                    <a:pt x="167635" y="417342"/>
                  </a:lnTo>
                  <a:cubicBezTo>
                    <a:pt x="167153" y="419145"/>
                    <a:pt x="167438" y="421067"/>
                    <a:pt x="168423" y="422652"/>
                  </a:cubicBezTo>
                  <a:cubicBezTo>
                    <a:pt x="169407" y="424237"/>
                    <a:pt x="171005" y="425343"/>
                    <a:pt x="172835" y="425709"/>
                  </a:cubicBezTo>
                  <a:cubicBezTo>
                    <a:pt x="186698" y="428475"/>
                    <a:pt x="200937" y="429878"/>
                    <a:pt x="215156" y="429878"/>
                  </a:cubicBezTo>
                  <a:cubicBezTo>
                    <a:pt x="307583" y="429878"/>
                    <a:pt x="389526" y="371079"/>
                    <a:pt x="419060" y="283562"/>
                  </a:cubicBezTo>
                  <a:cubicBezTo>
                    <a:pt x="419657" y="281795"/>
                    <a:pt x="419496" y="279860"/>
                    <a:pt x="418615" y="278216"/>
                  </a:cubicBezTo>
                  <a:cubicBezTo>
                    <a:pt x="417735" y="276574"/>
                    <a:pt x="416213" y="275367"/>
                    <a:pt x="414411" y="274885"/>
                  </a:cubicBezTo>
                  <a:close/>
                  <a:moveTo>
                    <a:pt x="215156" y="416379"/>
                  </a:moveTo>
                  <a:cubicBezTo>
                    <a:pt x="204239" y="416379"/>
                    <a:pt x="193308" y="415497"/>
                    <a:pt x="182573" y="413754"/>
                  </a:cubicBezTo>
                  <a:lnTo>
                    <a:pt x="196861" y="360432"/>
                  </a:lnTo>
                  <a:cubicBezTo>
                    <a:pt x="202929" y="361188"/>
                    <a:pt x="209060" y="361571"/>
                    <a:pt x="215157" y="361571"/>
                  </a:cubicBezTo>
                  <a:cubicBezTo>
                    <a:pt x="245692" y="361571"/>
                    <a:pt x="274968" y="352286"/>
                    <a:pt x="299819" y="334720"/>
                  </a:cubicBezTo>
                  <a:cubicBezTo>
                    <a:pt x="322431" y="318736"/>
                    <a:pt x="339863" y="297052"/>
                    <a:pt x="350517" y="271741"/>
                  </a:cubicBezTo>
                  <a:lnTo>
                    <a:pt x="403847" y="286030"/>
                  </a:lnTo>
                  <a:cubicBezTo>
                    <a:pt x="374307" y="364292"/>
                    <a:pt x="299375" y="416379"/>
                    <a:pt x="215156" y="416379"/>
                  </a:cubicBezTo>
                  <a:close/>
                  <a:moveTo>
                    <a:pt x="93844" y="270150"/>
                  </a:moveTo>
                  <a:cubicBezTo>
                    <a:pt x="85858" y="252702"/>
                    <a:pt x="81809" y="234055"/>
                    <a:pt x="81809" y="214724"/>
                  </a:cubicBezTo>
                  <a:cubicBezTo>
                    <a:pt x="81809" y="207324"/>
                    <a:pt x="82428" y="199872"/>
                    <a:pt x="83650" y="192576"/>
                  </a:cubicBezTo>
                  <a:cubicBezTo>
                    <a:pt x="84224" y="189147"/>
                    <a:pt x="82099" y="185842"/>
                    <a:pt x="78740" y="184942"/>
                  </a:cubicBezTo>
                  <a:lnTo>
                    <a:pt x="12536" y="167203"/>
                  </a:lnTo>
                  <a:cubicBezTo>
                    <a:pt x="10734" y="166720"/>
                    <a:pt x="8811" y="167004"/>
                    <a:pt x="7226" y="167990"/>
                  </a:cubicBezTo>
                  <a:cubicBezTo>
                    <a:pt x="5640" y="168975"/>
                    <a:pt x="4535" y="170573"/>
                    <a:pt x="4169" y="172402"/>
                  </a:cubicBezTo>
                  <a:cubicBezTo>
                    <a:pt x="1402" y="186266"/>
                    <a:pt x="0" y="200505"/>
                    <a:pt x="0" y="214723"/>
                  </a:cubicBezTo>
                  <a:cubicBezTo>
                    <a:pt x="0" y="248246"/>
                    <a:pt x="7509" y="280376"/>
                    <a:pt x="22320" y="310220"/>
                  </a:cubicBezTo>
                  <a:cubicBezTo>
                    <a:pt x="23148" y="311890"/>
                    <a:pt x="24630" y="313142"/>
                    <a:pt x="26415" y="313681"/>
                  </a:cubicBezTo>
                  <a:cubicBezTo>
                    <a:pt x="27055" y="313874"/>
                    <a:pt x="27711" y="313970"/>
                    <a:pt x="28366" y="313970"/>
                  </a:cubicBezTo>
                  <a:cubicBezTo>
                    <a:pt x="29540" y="313970"/>
                    <a:pt x="30705" y="313663"/>
                    <a:pt x="31741" y="313065"/>
                  </a:cubicBezTo>
                  <a:lnTo>
                    <a:pt x="91080" y="278805"/>
                  </a:lnTo>
                  <a:cubicBezTo>
                    <a:pt x="94096" y="277064"/>
                    <a:pt x="95291" y="273316"/>
                    <a:pt x="93844" y="270150"/>
                  </a:cubicBezTo>
                  <a:close/>
                  <a:moveTo>
                    <a:pt x="31326" y="297716"/>
                  </a:moveTo>
                  <a:cubicBezTo>
                    <a:pt x="19494" y="271608"/>
                    <a:pt x="13500" y="243724"/>
                    <a:pt x="13500" y="214723"/>
                  </a:cubicBezTo>
                  <a:cubicBezTo>
                    <a:pt x="13500" y="203806"/>
                    <a:pt x="14382" y="192875"/>
                    <a:pt x="16124" y="182140"/>
                  </a:cubicBezTo>
                  <a:lnTo>
                    <a:pt x="69447" y="196428"/>
                  </a:lnTo>
                  <a:cubicBezTo>
                    <a:pt x="68691" y="202494"/>
                    <a:pt x="68308" y="208626"/>
                    <a:pt x="68308" y="214724"/>
                  </a:cubicBezTo>
                  <a:cubicBezTo>
                    <a:pt x="68308" y="233937"/>
                    <a:pt x="71943" y="252541"/>
                    <a:pt x="79122" y="270120"/>
                  </a:cubicBezTo>
                  <a:close/>
                  <a:moveTo>
                    <a:pt x="291111" y="139886"/>
                  </a:moveTo>
                  <a:cubicBezTo>
                    <a:pt x="288474" y="137250"/>
                    <a:pt x="284201" y="137252"/>
                    <a:pt x="281564" y="139886"/>
                  </a:cubicBezTo>
                  <a:lnTo>
                    <a:pt x="246561" y="174890"/>
                  </a:lnTo>
                  <a:lnTo>
                    <a:pt x="183754" y="174890"/>
                  </a:lnTo>
                  <a:lnTo>
                    <a:pt x="148750" y="139886"/>
                  </a:lnTo>
                  <a:cubicBezTo>
                    <a:pt x="146115" y="137252"/>
                    <a:pt x="141841" y="137250"/>
                    <a:pt x="139204" y="139886"/>
                  </a:cubicBezTo>
                  <a:cubicBezTo>
                    <a:pt x="136568" y="142523"/>
                    <a:pt x="136568" y="146796"/>
                    <a:pt x="139204" y="149432"/>
                  </a:cubicBezTo>
                  <a:lnTo>
                    <a:pt x="164661" y="174890"/>
                  </a:lnTo>
                  <a:lnTo>
                    <a:pt x="143773" y="174890"/>
                  </a:lnTo>
                  <a:cubicBezTo>
                    <a:pt x="137275" y="174890"/>
                    <a:pt x="131987" y="180178"/>
                    <a:pt x="131987" y="186676"/>
                  </a:cubicBezTo>
                  <a:lnTo>
                    <a:pt x="131987" y="199555"/>
                  </a:lnTo>
                  <a:cubicBezTo>
                    <a:pt x="131987" y="205275"/>
                    <a:pt x="136085" y="210052"/>
                    <a:pt x="141499" y="211116"/>
                  </a:cubicBezTo>
                  <a:lnTo>
                    <a:pt x="163904" y="283903"/>
                  </a:lnTo>
                  <a:cubicBezTo>
                    <a:pt x="165308" y="288469"/>
                    <a:pt x="169462" y="291537"/>
                    <a:pt x="174239" y="291537"/>
                  </a:cubicBezTo>
                  <a:lnTo>
                    <a:pt x="256075" y="291537"/>
                  </a:lnTo>
                  <a:cubicBezTo>
                    <a:pt x="260852" y="291537"/>
                    <a:pt x="265006" y="288469"/>
                    <a:pt x="266410" y="283904"/>
                  </a:cubicBezTo>
                  <a:lnTo>
                    <a:pt x="288815" y="211116"/>
                  </a:lnTo>
                  <a:cubicBezTo>
                    <a:pt x="294229" y="210052"/>
                    <a:pt x="298327" y="205275"/>
                    <a:pt x="298327" y="199555"/>
                  </a:cubicBezTo>
                  <a:lnTo>
                    <a:pt x="298327" y="186676"/>
                  </a:lnTo>
                  <a:cubicBezTo>
                    <a:pt x="298327" y="180178"/>
                    <a:pt x="293039" y="174890"/>
                    <a:pt x="286541" y="174890"/>
                  </a:cubicBezTo>
                  <a:lnTo>
                    <a:pt x="265653" y="174890"/>
                  </a:lnTo>
                  <a:lnTo>
                    <a:pt x="291111" y="149432"/>
                  </a:lnTo>
                  <a:cubicBezTo>
                    <a:pt x="293747" y="146797"/>
                    <a:pt x="293747" y="142523"/>
                    <a:pt x="291111" y="139886"/>
                  </a:cubicBezTo>
                  <a:close/>
                  <a:moveTo>
                    <a:pt x="254091" y="278037"/>
                  </a:moveTo>
                  <a:lnTo>
                    <a:pt x="176222" y="278037"/>
                  </a:lnTo>
                  <a:lnTo>
                    <a:pt x="155692" y="211340"/>
                  </a:lnTo>
                  <a:lnTo>
                    <a:pt x="274620" y="211340"/>
                  </a:lnTo>
                  <a:close/>
                  <a:moveTo>
                    <a:pt x="284826" y="197841"/>
                  </a:moveTo>
                  <a:lnTo>
                    <a:pt x="145486" y="197841"/>
                  </a:lnTo>
                  <a:lnTo>
                    <a:pt x="145486" y="188391"/>
                  </a:lnTo>
                  <a:lnTo>
                    <a:pt x="284827" y="188391"/>
                  </a:lnTo>
                  <a:lnTo>
                    <a:pt x="284827" y="197841"/>
                  </a:lnTo>
                  <a:close/>
                  <a:moveTo>
                    <a:pt x="221906" y="227368"/>
                  </a:moveTo>
                  <a:lnTo>
                    <a:pt x="221906" y="257502"/>
                  </a:lnTo>
                  <a:cubicBezTo>
                    <a:pt x="221906" y="261230"/>
                    <a:pt x="218884" y="264252"/>
                    <a:pt x="215156" y="264252"/>
                  </a:cubicBezTo>
                  <a:cubicBezTo>
                    <a:pt x="211429" y="264252"/>
                    <a:pt x="208406" y="261230"/>
                    <a:pt x="208406" y="257502"/>
                  </a:cubicBezTo>
                  <a:lnTo>
                    <a:pt x="208406" y="227368"/>
                  </a:lnTo>
                  <a:cubicBezTo>
                    <a:pt x="208406" y="223640"/>
                    <a:pt x="211429" y="220618"/>
                    <a:pt x="215156" y="220618"/>
                  </a:cubicBezTo>
                  <a:cubicBezTo>
                    <a:pt x="218884" y="220618"/>
                    <a:pt x="221906" y="223640"/>
                    <a:pt x="221906" y="227368"/>
                  </a:cubicBezTo>
                  <a:close/>
                  <a:moveTo>
                    <a:pt x="258492" y="229352"/>
                  </a:moveTo>
                  <a:lnTo>
                    <a:pt x="249220" y="259487"/>
                  </a:lnTo>
                  <a:cubicBezTo>
                    <a:pt x="248327" y="262389"/>
                    <a:pt x="245655" y="264253"/>
                    <a:pt x="242771" y="264253"/>
                  </a:cubicBezTo>
                  <a:cubicBezTo>
                    <a:pt x="242113" y="264253"/>
                    <a:pt x="241444" y="264157"/>
                    <a:pt x="240783" y="263954"/>
                  </a:cubicBezTo>
                  <a:cubicBezTo>
                    <a:pt x="237220" y="262857"/>
                    <a:pt x="235221" y="259080"/>
                    <a:pt x="236317" y="255517"/>
                  </a:cubicBezTo>
                  <a:lnTo>
                    <a:pt x="245589" y="225383"/>
                  </a:lnTo>
                  <a:cubicBezTo>
                    <a:pt x="246686" y="221819"/>
                    <a:pt x="250465" y="219820"/>
                    <a:pt x="254025" y="220916"/>
                  </a:cubicBezTo>
                  <a:cubicBezTo>
                    <a:pt x="257588" y="222013"/>
                    <a:pt x="259588" y="225790"/>
                    <a:pt x="258492" y="229352"/>
                  </a:cubicBezTo>
                  <a:close/>
                  <a:moveTo>
                    <a:pt x="193996" y="255517"/>
                  </a:moveTo>
                  <a:cubicBezTo>
                    <a:pt x="195092" y="259080"/>
                    <a:pt x="193092" y="262857"/>
                    <a:pt x="189529" y="263954"/>
                  </a:cubicBezTo>
                  <a:cubicBezTo>
                    <a:pt x="188868" y="264157"/>
                    <a:pt x="188199" y="264253"/>
                    <a:pt x="187542" y="264253"/>
                  </a:cubicBezTo>
                  <a:cubicBezTo>
                    <a:pt x="184656" y="264253"/>
                    <a:pt x="181986" y="262389"/>
                    <a:pt x="181092" y="259487"/>
                  </a:cubicBezTo>
                  <a:lnTo>
                    <a:pt x="171820" y="229352"/>
                  </a:lnTo>
                  <a:cubicBezTo>
                    <a:pt x="170724" y="225789"/>
                    <a:pt x="172724" y="222013"/>
                    <a:pt x="176287" y="220916"/>
                  </a:cubicBezTo>
                  <a:cubicBezTo>
                    <a:pt x="179847" y="219817"/>
                    <a:pt x="183627" y="221819"/>
                    <a:pt x="184724" y="22538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3447993" y="2608000"/>
              <a:ext cx="324858" cy="335686"/>
            </a:xfrm>
            <a:custGeom>
              <a:rect b="b" l="l" r="r" t="t"/>
              <a:pathLst>
                <a:path extrusionOk="0" h="418500" w="404999">
                  <a:moveTo>
                    <a:pt x="330749" y="320625"/>
                  </a:moveTo>
                  <a:cubicBezTo>
                    <a:pt x="317701" y="320625"/>
                    <a:pt x="307124" y="331202"/>
                    <a:pt x="307124" y="344250"/>
                  </a:cubicBezTo>
                  <a:cubicBezTo>
                    <a:pt x="307124" y="357298"/>
                    <a:pt x="317701" y="367875"/>
                    <a:pt x="330749" y="367875"/>
                  </a:cubicBezTo>
                  <a:cubicBezTo>
                    <a:pt x="343790" y="367859"/>
                    <a:pt x="354358" y="357291"/>
                    <a:pt x="354374" y="344250"/>
                  </a:cubicBezTo>
                  <a:cubicBezTo>
                    <a:pt x="354374" y="331202"/>
                    <a:pt x="343797" y="320625"/>
                    <a:pt x="330749" y="320625"/>
                  </a:cubicBezTo>
                  <a:close/>
                  <a:moveTo>
                    <a:pt x="330749" y="307125"/>
                  </a:moveTo>
                  <a:cubicBezTo>
                    <a:pt x="351243" y="307148"/>
                    <a:pt x="367851" y="323756"/>
                    <a:pt x="367874" y="344250"/>
                  </a:cubicBezTo>
                  <a:cubicBezTo>
                    <a:pt x="367874" y="364754"/>
                    <a:pt x="351253" y="381375"/>
                    <a:pt x="330749" y="381375"/>
                  </a:cubicBezTo>
                  <a:cubicBezTo>
                    <a:pt x="310245" y="381375"/>
                    <a:pt x="293624" y="364754"/>
                    <a:pt x="293624" y="344250"/>
                  </a:cubicBezTo>
                  <a:cubicBezTo>
                    <a:pt x="293624" y="323746"/>
                    <a:pt x="310245" y="307125"/>
                    <a:pt x="330749" y="307125"/>
                  </a:cubicBezTo>
                  <a:close/>
                  <a:moveTo>
                    <a:pt x="325225" y="283500"/>
                  </a:moveTo>
                  <a:lnTo>
                    <a:pt x="325225" y="285847"/>
                  </a:lnTo>
                  <a:cubicBezTo>
                    <a:pt x="325183" y="291483"/>
                    <a:pt x="321481" y="296438"/>
                    <a:pt x="316089" y="298078"/>
                  </a:cubicBezTo>
                  <a:cubicBezTo>
                    <a:pt x="313472" y="298912"/>
                    <a:pt x="310930" y="299967"/>
                    <a:pt x="308492" y="301232"/>
                  </a:cubicBezTo>
                  <a:cubicBezTo>
                    <a:pt x="303517" y="303902"/>
                    <a:pt x="297383" y="303018"/>
                    <a:pt x="293363" y="299053"/>
                  </a:cubicBezTo>
                  <a:lnTo>
                    <a:pt x="291696" y="297385"/>
                  </a:lnTo>
                  <a:lnTo>
                    <a:pt x="283884" y="305197"/>
                  </a:lnTo>
                  <a:lnTo>
                    <a:pt x="285552" y="306864"/>
                  </a:lnTo>
                  <a:cubicBezTo>
                    <a:pt x="289515" y="310887"/>
                    <a:pt x="290398" y="317020"/>
                    <a:pt x="287731" y="321996"/>
                  </a:cubicBezTo>
                  <a:cubicBezTo>
                    <a:pt x="286465" y="324433"/>
                    <a:pt x="285410" y="326973"/>
                    <a:pt x="284577" y="329590"/>
                  </a:cubicBezTo>
                  <a:cubicBezTo>
                    <a:pt x="282937" y="334983"/>
                    <a:pt x="277982" y="338684"/>
                    <a:pt x="272346" y="338726"/>
                  </a:cubicBezTo>
                  <a:lnTo>
                    <a:pt x="269999" y="338726"/>
                  </a:lnTo>
                  <a:lnTo>
                    <a:pt x="269999" y="349774"/>
                  </a:lnTo>
                  <a:lnTo>
                    <a:pt x="272346" y="349774"/>
                  </a:lnTo>
                  <a:cubicBezTo>
                    <a:pt x="277982" y="349816"/>
                    <a:pt x="282937" y="353518"/>
                    <a:pt x="284577" y="358910"/>
                  </a:cubicBezTo>
                  <a:cubicBezTo>
                    <a:pt x="285411" y="361527"/>
                    <a:pt x="286466" y="364069"/>
                    <a:pt x="287731" y="366507"/>
                  </a:cubicBezTo>
                  <a:cubicBezTo>
                    <a:pt x="290398" y="371483"/>
                    <a:pt x="289515" y="377615"/>
                    <a:pt x="285552" y="381636"/>
                  </a:cubicBezTo>
                  <a:lnTo>
                    <a:pt x="283884" y="383303"/>
                  </a:lnTo>
                  <a:lnTo>
                    <a:pt x="291696" y="391115"/>
                  </a:lnTo>
                  <a:lnTo>
                    <a:pt x="293363" y="389447"/>
                  </a:lnTo>
                  <a:cubicBezTo>
                    <a:pt x="297384" y="385482"/>
                    <a:pt x="303519" y="384599"/>
                    <a:pt x="308495" y="387268"/>
                  </a:cubicBezTo>
                  <a:cubicBezTo>
                    <a:pt x="310932" y="388534"/>
                    <a:pt x="313472" y="389589"/>
                    <a:pt x="316089" y="390422"/>
                  </a:cubicBezTo>
                  <a:cubicBezTo>
                    <a:pt x="321482" y="392062"/>
                    <a:pt x="325183" y="397017"/>
                    <a:pt x="325225" y="402653"/>
                  </a:cubicBezTo>
                  <a:lnTo>
                    <a:pt x="325225" y="405000"/>
                  </a:lnTo>
                  <a:lnTo>
                    <a:pt x="336273" y="405000"/>
                  </a:lnTo>
                  <a:lnTo>
                    <a:pt x="336273" y="402653"/>
                  </a:lnTo>
                  <a:cubicBezTo>
                    <a:pt x="336315" y="397017"/>
                    <a:pt x="340016" y="392062"/>
                    <a:pt x="345409" y="390422"/>
                  </a:cubicBezTo>
                  <a:cubicBezTo>
                    <a:pt x="348026" y="389588"/>
                    <a:pt x="350568" y="388533"/>
                    <a:pt x="353006" y="387268"/>
                  </a:cubicBezTo>
                  <a:cubicBezTo>
                    <a:pt x="357981" y="384597"/>
                    <a:pt x="364116" y="385480"/>
                    <a:pt x="368135" y="389447"/>
                  </a:cubicBezTo>
                  <a:lnTo>
                    <a:pt x="369802" y="391115"/>
                  </a:lnTo>
                  <a:lnTo>
                    <a:pt x="377614" y="383303"/>
                  </a:lnTo>
                  <a:lnTo>
                    <a:pt x="375946" y="381636"/>
                  </a:lnTo>
                  <a:cubicBezTo>
                    <a:pt x="371983" y="377613"/>
                    <a:pt x="371100" y="371480"/>
                    <a:pt x="373767" y="366504"/>
                  </a:cubicBezTo>
                  <a:cubicBezTo>
                    <a:pt x="375032" y="364067"/>
                    <a:pt x="376088" y="361527"/>
                    <a:pt x="376921" y="358910"/>
                  </a:cubicBezTo>
                  <a:cubicBezTo>
                    <a:pt x="378561" y="353517"/>
                    <a:pt x="383516" y="349816"/>
                    <a:pt x="389152" y="349774"/>
                  </a:cubicBezTo>
                  <a:lnTo>
                    <a:pt x="391499" y="349774"/>
                  </a:lnTo>
                  <a:lnTo>
                    <a:pt x="391499" y="338726"/>
                  </a:lnTo>
                  <a:lnTo>
                    <a:pt x="389152" y="338726"/>
                  </a:lnTo>
                  <a:cubicBezTo>
                    <a:pt x="383516" y="338684"/>
                    <a:pt x="378561" y="334982"/>
                    <a:pt x="376921" y="329590"/>
                  </a:cubicBezTo>
                  <a:cubicBezTo>
                    <a:pt x="376087" y="326973"/>
                    <a:pt x="375032" y="324431"/>
                    <a:pt x="373767" y="321993"/>
                  </a:cubicBezTo>
                  <a:cubicBezTo>
                    <a:pt x="371100" y="317017"/>
                    <a:pt x="371983" y="310885"/>
                    <a:pt x="375946" y="306864"/>
                  </a:cubicBezTo>
                  <a:lnTo>
                    <a:pt x="377614" y="305197"/>
                  </a:lnTo>
                  <a:lnTo>
                    <a:pt x="369802" y="297389"/>
                  </a:lnTo>
                  <a:lnTo>
                    <a:pt x="368135" y="299053"/>
                  </a:lnTo>
                  <a:cubicBezTo>
                    <a:pt x="364112" y="303014"/>
                    <a:pt x="357980" y="303897"/>
                    <a:pt x="353003" y="301232"/>
                  </a:cubicBezTo>
                  <a:cubicBezTo>
                    <a:pt x="350566" y="299966"/>
                    <a:pt x="348026" y="298911"/>
                    <a:pt x="345409" y="298078"/>
                  </a:cubicBezTo>
                  <a:cubicBezTo>
                    <a:pt x="340016" y="296438"/>
                    <a:pt x="336315" y="291483"/>
                    <a:pt x="336273" y="285847"/>
                  </a:cubicBezTo>
                  <a:lnTo>
                    <a:pt x="336273" y="283500"/>
                  </a:lnTo>
                  <a:close/>
                  <a:moveTo>
                    <a:pt x="318475" y="270000"/>
                  </a:moveTo>
                  <a:lnTo>
                    <a:pt x="343023" y="270000"/>
                  </a:lnTo>
                  <a:cubicBezTo>
                    <a:pt x="346751" y="270000"/>
                    <a:pt x="349773" y="273022"/>
                    <a:pt x="349773" y="276750"/>
                  </a:cubicBezTo>
                  <a:lnTo>
                    <a:pt x="349773" y="285300"/>
                  </a:lnTo>
                  <a:cubicBezTo>
                    <a:pt x="352938" y="286324"/>
                    <a:pt x="356016" y="287602"/>
                    <a:pt x="358975" y="289123"/>
                  </a:cubicBezTo>
                  <a:lnTo>
                    <a:pt x="365030" y="283069"/>
                  </a:lnTo>
                  <a:cubicBezTo>
                    <a:pt x="366295" y="281802"/>
                    <a:pt x="368012" y="281091"/>
                    <a:pt x="369802" y="281091"/>
                  </a:cubicBezTo>
                  <a:lnTo>
                    <a:pt x="369805" y="281091"/>
                  </a:lnTo>
                  <a:cubicBezTo>
                    <a:pt x="371598" y="281092"/>
                    <a:pt x="373316" y="281805"/>
                    <a:pt x="374581" y="283075"/>
                  </a:cubicBezTo>
                  <a:lnTo>
                    <a:pt x="391931" y="300424"/>
                  </a:lnTo>
                  <a:cubicBezTo>
                    <a:pt x="391932" y="300425"/>
                    <a:pt x="391932" y="300426"/>
                    <a:pt x="391934" y="300427"/>
                  </a:cubicBezTo>
                  <a:cubicBezTo>
                    <a:pt x="394568" y="303062"/>
                    <a:pt x="394567" y="307335"/>
                    <a:pt x="391931" y="309969"/>
                  </a:cubicBezTo>
                  <a:lnTo>
                    <a:pt x="385876" y="316024"/>
                  </a:lnTo>
                  <a:cubicBezTo>
                    <a:pt x="387398" y="318983"/>
                    <a:pt x="388676" y="322060"/>
                    <a:pt x="389699" y="325226"/>
                  </a:cubicBezTo>
                  <a:lnTo>
                    <a:pt x="398249" y="325226"/>
                  </a:lnTo>
                  <a:cubicBezTo>
                    <a:pt x="401977" y="325226"/>
                    <a:pt x="404999" y="328248"/>
                    <a:pt x="404999" y="331976"/>
                  </a:cubicBezTo>
                  <a:lnTo>
                    <a:pt x="404999" y="356524"/>
                  </a:lnTo>
                  <a:cubicBezTo>
                    <a:pt x="404999" y="360252"/>
                    <a:pt x="401977" y="363274"/>
                    <a:pt x="398249" y="363274"/>
                  </a:cubicBezTo>
                  <a:lnTo>
                    <a:pt x="389699" y="363274"/>
                  </a:lnTo>
                  <a:cubicBezTo>
                    <a:pt x="388676" y="366439"/>
                    <a:pt x="387397" y="369517"/>
                    <a:pt x="385876" y="372476"/>
                  </a:cubicBezTo>
                  <a:lnTo>
                    <a:pt x="391931" y="378531"/>
                  </a:lnTo>
                  <a:cubicBezTo>
                    <a:pt x="391932" y="378531"/>
                    <a:pt x="391932" y="378533"/>
                    <a:pt x="391934" y="378533"/>
                  </a:cubicBezTo>
                  <a:cubicBezTo>
                    <a:pt x="394568" y="381169"/>
                    <a:pt x="394567" y="385441"/>
                    <a:pt x="391931" y="388076"/>
                  </a:cubicBezTo>
                  <a:lnTo>
                    <a:pt x="374575" y="405432"/>
                  </a:lnTo>
                  <a:cubicBezTo>
                    <a:pt x="374574" y="405433"/>
                    <a:pt x="374573" y="405433"/>
                    <a:pt x="374573" y="405435"/>
                  </a:cubicBezTo>
                  <a:cubicBezTo>
                    <a:pt x="371937" y="408069"/>
                    <a:pt x="367665" y="408068"/>
                    <a:pt x="365030" y="405432"/>
                  </a:cubicBezTo>
                  <a:lnTo>
                    <a:pt x="358975" y="399377"/>
                  </a:lnTo>
                  <a:cubicBezTo>
                    <a:pt x="356016" y="400899"/>
                    <a:pt x="352939" y="402177"/>
                    <a:pt x="349773" y="403200"/>
                  </a:cubicBezTo>
                  <a:lnTo>
                    <a:pt x="349773" y="411750"/>
                  </a:lnTo>
                  <a:cubicBezTo>
                    <a:pt x="349773" y="415478"/>
                    <a:pt x="346751" y="418500"/>
                    <a:pt x="343023" y="418500"/>
                  </a:cubicBezTo>
                  <a:lnTo>
                    <a:pt x="318475" y="418500"/>
                  </a:lnTo>
                  <a:cubicBezTo>
                    <a:pt x="314747" y="418500"/>
                    <a:pt x="311725" y="415478"/>
                    <a:pt x="311725" y="411750"/>
                  </a:cubicBezTo>
                  <a:lnTo>
                    <a:pt x="311725" y="403200"/>
                  </a:lnTo>
                  <a:cubicBezTo>
                    <a:pt x="308560" y="402177"/>
                    <a:pt x="305482" y="400898"/>
                    <a:pt x="302523" y="399377"/>
                  </a:cubicBezTo>
                  <a:lnTo>
                    <a:pt x="296468" y="405432"/>
                  </a:lnTo>
                  <a:cubicBezTo>
                    <a:pt x="296468" y="405433"/>
                    <a:pt x="296466" y="405433"/>
                    <a:pt x="296466" y="405435"/>
                  </a:cubicBezTo>
                  <a:cubicBezTo>
                    <a:pt x="293830" y="408069"/>
                    <a:pt x="289558" y="408068"/>
                    <a:pt x="286923" y="405432"/>
                  </a:cubicBezTo>
                  <a:lnTo>
                    <a:pt x="269567" y="388076"/>
                  </a:lnTo>
                  <a:cubicBezTo>
                    <a:pt x="269566" y="388075"/>
                    <a:pt x="269566" y="388074"/>
                    <a:pt x="269564" y="388074"/>
                  </a:cubicBezTo>
                  <a:cubicBezTo>
                    <a:pt x="266930" y="385438"/>
                    <a:pt x="266931" y="381166"/>
                    <a:pt x="269567" y="378531"/>
                  </a:cubicBezTo>
                  <a:lnTo>
                    <a:pt x="275622" y="372476"/>
                  </a:lnTo>
                  <a:cubicBezTo>
                    <a:pt x="274100" y="369517"/>
                    <a:pt x="272822" y="366440"/>
                    <a:pt x="271799" y="363274"/>
                  </a:cubicBezTo>
                  <a:lnTo>
                    <a:pt x="263249" y="363274"/>
                  </a:lnTo>
                  <a:cubicBezTo>
                    <a:pt x="259521" y="363274"/>
                    <a:pt x="256499" y="360252"/>
                    <a:pt x="256499" y="356524"/>
                  </a:cubicBezTo>
                  <a:lnTo>
                    <a:pt x="256499" y="331976"/>
                  </a:lnTo>
                  <a:cubicBezTo>
                    <a:pt x="256499" y="328248"/>
                    <a:pt x="259521" y="325226"/>
                    <a:pt x="263249" y="325226"/>
                  </a:cubicBezTo>
                  <a:lnTo>
                    <a:pt x="271799" y="325226"/>
                  </a:lnTo>
                  <a:cubicBezTo>
                    <a:pt x="272822" y="322061"/>
                    <a:pt x="274101" y="318983"/>
                    <a:pt x="275622" y="316024"/>
                  </a:cubicBezTo>
                  <a:lnTo>
                    <a:pt x="269567" y="309969"/>
                  </a:lnTo>
                  <a:cubicBezTo>
                    <a:pt x="269566" y="309969"/>
                    <a:pt x="269566" y="309967"/>
                    <a:pt x="269564" y="309967"/>
                  </a:cubicBezTo>
                  <a:cubicBezTo>
                    <a:pt x="266930" y="307331"/>
                    <a:pt x="266931" y="303059"/>
                    <a:pt x="269567" y="300424"/>
                  </a:cubicBezTo>
                  <a:lnTo>
                    <a:pt x="286923" y="283068"/>
                  </a:lnTo>
                  <a:cubicBezTo>
                    <a:pt x="286924" y="283067"/>
                    <a:pt x="286925" y="283067"/>
                    <a:pt x="286926" y="283065"/>
                  </a:cubicBezTo>
                  <a:cubicBezTo>
                    <a:pt x="289561" y="280431"/>
                    <a:pt x="293834" y="280432"/>
                    <a:pt x="296468" y="283068"/>
                  </a:cubicBezTo>
                  <a:lnTo>
                    <a:pt x="302523" y="289123"/>
                  </a:lnTo>
                  <a:cubicBezTo>
                    <a:pt x="305482" y="287601"/>
                    <a:pt x="308559" y="286323"/>
                    <a:pt x="311725" y="285300"/>
                  </a:cubicBezTo>
                  <a:lnTo>
                    <a:pt x="311725" y="276750"/>
                  </a:lnTo>
                  <a:cubicBezTo>
                    <a:pt x="311725" y="273022"/>
                    <a:pt x="314747" y="270000"/>
                    <a:pt x="318475" y="270000"/>
                  </a:cubicBezTo>
                  <a:close/>
                  <a:moveTo>
                    <a:pt x="195749" y="227498"/>
                  </a:moveTo>
                  <a:lnTo>
                    <a:pt x="167124" y="260893"/>
                  </a:lnTo>
                  <a:cubicBezTo>
                    <a:pt x="165841" y="262388"/>
                    <a:pt x="163969" y="263250"/>
                    <a:pt x="161999" y="263250"/>
                  </a:cubicBezTo>
                  <a:cubicBezTo>
                    <a:pt x="161517" y="263250"/>
                    <a:pt x="161036" y="263198"/>
                    <a:pt x="160565" y="263095"/>
                  </a:cubicBezTo>
                  <a:lnTo>
                    <a:pt x="47249" y="238461"/>
                  </a:lnTo>
                  <a:lnTo>
                    <a:pt x="47249" y="352479"/>
                  </a:lnTo>
                  <a:lnTo>
                    <a:pt x="195749" y="389604"/>
                  </a:lnTo>
                  <a:close/>
                  <a:moveTo>
                    <a:pt x="355455" y="189500"/>
                  </a:moveTo>
                  <a:lnTo>
                    <a:pt x="215346" y="213867"/>
                  </a:lnTo>
                  <a:lnTo>
                    <a:pt x="245500" y="249048"/>
                  </a:lnTo>
                  <a:lnTo>
                    <a:pt x="384732" y="218781"/>
                  </a:lnTo>
                  <a:close/>
                  <a:moveTo>
                    <a:pt x="49543" y="189500"/>
                  </a:moveTo>
                  <a:lnTo>
                    <a:pt x="20265" y="218781"/>
                  </a:lnTo>
                  <a:lnTo>
                    <a:pt x="159497" y="249048"/>
                  </a:lnTo>
                  <a:lnTo>
                    <a:pt x="189651" y="213867"/>
                  </a:lnTo>
                  <a:close/>
                  <a:moveTo>
                    <a:pt x="184126" y="168749"/>
                  </a:moveTo>
                  <a:cubicBezTo>
                    <a:pt x="186518" y="172912"/>
                    <a:pt x="190947" y="175485"/>
                    <a:pt x="195749" y="175499"/>
                  </a:cubicBezTo>
                  <a:lnTo>
                    <a:pt x="209249" y="175499"/>
                  </a:lnTo>
                  <a:cubicBezTo>
                    <a:pt x="214050" y="175485"/>
                    <a:pt x="218479" y="172912"/>
                    <a:pt x="220872" y="168749"/>
                  </a:cubicBezTo>
                  <a:close/>
                  <a:moveTo>
                    <a:pt x="250991" y="155365"/>
                  </a:moveTo>
                  <a:lnTo>
                    <a:pt x="358991" y="175615"/>
                  </a:lnTo>
                  <a:lnTo>
                    <a:pt x="358982" y="175662"/>
                  </a:lnTo>
                  <a:cubicBezTo>
                    <a:pt x="360318" y="175896"/>
                    <a:pt x="361552" y="176529"/>
                    <a:pt x="362521" y="177477"/>
                  </a:cubicBezTo>
                  <a:lnTo>
                    <a:pt x="403021" y="217977"/>
                  </a:lnTo>
                  <a:cubicBezTo>
                    <a:pt x="403936" y="218893"/>
                    <a:pt x="404569" y="220052"/>
                    <a:pt x="404844" y="221317"/>
                  </a:cubicBezTo>
                  <a:cubicBezTo>
                    <a:pt x="405636" y="224960"/>
                    <a:pt x="403325" y="228553"/>
                    <a:pt x="399682" y="229345"/>
                  </a:cubicBezTo>
                  <a:lnTo>
                    <a:pt x="371249" y="235526"/>
                  </a:lnTo>
                  <a:lnTo>
                    <a:pt x="371249" y="270000"/>
                  </a:lnTo>
                  <a:lnTo>
                    <a:pt x="357749" y="270000"/>
                  </a:lnTo>
                  <a:lnTo>
                    <a:pt x="357749" y="238461"/>
                  </a:lnTo>
                  <a:lnTo>
                    <a:pt x="244432" y="263094"/>
                  </a:lnTo>
                  <a:cubicBezTo>
                    <a:pt x="243961" y="263198"/>
                    <a:pt x="243481" y="263250"/>
                    <a:pt x="242999" y="263250"/>
                  </a:cubicBezTo>
                  <a:cubicBezTo>
                    <a:pt x="241028" y="263250"/>
                    <a:pt x="239157" y="262388"/>
                    <a:pt x="237873" y="260893"/>
                  </a:cubicBezTo>
                  <a:lnTo>
                    <a:pt x="209249" y="227498"/>
                  </a:lnTo>
                  <a:lnTo>
                    <a:pt x="209249" y="389604"/>
                  </a:lnTo>
                  <a:lnTo>
                    <a:pt x="254860" y="378201"/>
                  </a:lnTo>
                  <a:lnTo>
                    <a:pt x="258137" y="391298"/>
                  </a:lnTo>
                  <a:lnTo>
                    <a:pt x="204137" y="404798"/>
                  </a:lnTo>
                  <a:lnTo>
                    <a:pt x="204119" y="404730"/>
                  </a:lnTo>
                  <a:cubicBezTo>
                    <a:pt x="203062" y="405066"/>
                    <a:pt x="201931" y="405090"/>
                    <a:pt x="200860" y="404798"/>
                  </a:cubicBezTo>
                  <a:lnTo>
                    <a:pt x="38861" y="364298"/>
                  </a:lnTo>
                  <a:cubicBezTo>
                    <a:pt x="35856" y="363546"/>
                    <a:pt x="33749" y="360846"/>
                    <a:pt x="33749" y="357750"/>
                  </a:cubicBezTo>
                  <a:lnTo>
                    <a:pt x="33749" y="235526"/>
                  </a:lnTo>
                  <a:lnTo>
                    <a:pt x="5315" y="229345"/>
                  </a:lnTo>
                  <a:cubicBezTo>
                    <a:pt x="4050" y="229070"/>
                    <a:pt x="2890" y="228437"/>
                    <a:pt x="1975" y="227521"/>
                  </a:cubicBezTo>
                  <a:cubicBezTo>
                    <a:pt x="-660" y="224885"/>
                    <a:pt x="-659" y="220613"/>
                    <a:pt x="1976" y="217977"/>
                  </a:cubicBezTo>
                  <a:lnTo>
                    <a:pt x="42476" y="177477"/>
                  </a:lnTo>
                  <a:cubicBezTo>
                    <a:pt x="43446" y="176529"/>
                    <a:pt x="44679" y="175896"/>
                    <a:pt x="46015" y="175663"/>
                  </a:cubicBezTo>
                  <a:lnTo>
                    <a:pt x="46006" y="175616"/>
                  </a:lnTo>
                  <a:lnTo>
                    <a:pt x="154007" y="155366"/>
                  </a:lnTo>
                  <a:lnTo>
                    <a:pt x="156491" y="168635"/>
                  </a:lnTo>
                  <a:lnTo>
                    <a:pt x="85211" y="182000"/>
                  </a:lnTo>
                  <a:lnTo>
                    <a:pt x="202499" y="202398"/>
                  </a:lnTo>
                  <a:lnTo>
                    <a:pt x="319787" y="182000"/>
                  </a:lnTo>
                  <a:lnTo>
                    <a:pt x="248506" y="168635"/>
                  </a:lnTo>
                  <a:close/>
                  <a:moveTo>
                    <a:pt x="182249" y="148499"/>
                  </a:moveTo>
                  <a:lnTo>
                    <a:pt x="182249" y="155249"/>
                  </a:lnTo>
                  <a:lnTo>
                    <a:pt x="222749" y="155249"/>
                  </a:lnTo>
                  <a:lnTo>
                    <a:pt x="222749" y="148499"/>
                  </a:lnTo>
                  <a:close/>
                  <a:moveTo>
                    <a:pt x="269999" y="81000"/>
                  </a:moveTo>
                  <a:lnTo>
                    <a:pt x="290249" y="81000"/>
                  </a:lnTo>
                  <a:lnTo>
                    <a:pt x="290249" y="94500"/>
                  </a:lnTo>
                  <a:lnTo>
                    <a:pt x="269999" y="94500"/>
                  </a:lnTo>
                  <a:close/>
                  <a:moveTo>
                    <a:pt x="114749" y="81000"/>
                  </a:moveTo>
                  <a:lnTo>
                    <a:pt x="134999" y="81000"/>
                  </a:lnTo>
                  <a:lnTo>
                    <a:pt x="134999" y="94500"/>
                  </a:lnTo>
                  <a:lnTo>
                    <a:pt x="114749" y="94500"/>
                  </a:lnTo>
                  <a:close/>
                  <a:moveTo>
                    <a:pt x="202532" y="40496"/>
                  </a:moveTo>
                  <a:cubicBezTo>
                    <a:pt x="200717" y="40496"/>
                    <a:pt x="198903" y="40600"/>
                    <a:pt x="197100" y="40806"/>
                  </a:cubicBezTo>
                  <a:cubicBezTo>
                    <a:pt x="174872" y="43904"/>
                    <a:pt x="157664" y="61836"/>
                    <a:pt x="155486" y="84173"/>
                  </a:cubicBezTo>
                  <a:cubicBezTo>
                    <a:pt x="153899" y="100092"/>
                    <a:pt x="160122" y="115793"/>
                    <a:pt x="172183" y="126301"/>
                  </a:cubicBezTo>
                  <a:cubicBezTo>
                    <a:pt x="174961" y="128742"/>
                    <a:pt x="177244" y="131695"/>
                    <a:pt x="178904" y="134999"/>
                  </a:cubicBezTo>
                  <a:lnTo>
                    <a:pt x="195749" y="134999"/>
                  </a:lnTo>
                  <a:lnTo>
                    <a:pt x="195749" y="124874"/>
                  </a:lnTo>
                  <a:lnTo>
                    <a:pt x="175268" y="109512"/>
                  </a:lnTo>
                  <a:cubicBezTo>
                    <a:pt x="171173" y="106428"/>
                    <a:pt x="168760" y="101603"/>
                    <a:pt x="168749" y="96477"/>
                  </a:cubicBezTo>
                  <a:lnTo>
                    <a:pt x="168749" y="90545"/>
                  </a:lnTo>
                  <a:cubicBezTo>
                    <a:pt x="168749" y="86223"/>
                    <a:pt x="170465" y="82078"/>
                    <a:pt x="173522" y="79022"/>
                  </a:cubicBezTo>
                  <a:cubicBezTo>
                    <a:pt x="179885" y="72658"/>
                    <a:pt x="190203" y="72658"/>
                    <a:pt x="196566" y="79022"/>
                  </a:cubicBezTo>
                  <a:lnTo>
                    <a:pt x="200522" y="82977"/>
                  </a:lnTo>
                  <a:cubicBezTo>
                    <a:pt x="201615" y="84065"/>
                    <a:pt x="203382" y="84065"/>
                    <a:pt x="204476" y="82977"/>
                  </a:cubicBezTo>
                  <a:lnTo>
                    <a:pt x="208431" y="79022"/>
                  </a:lnTo>
                  <a:cubicBezTo>
                    <a:pt x="211487" y="75967"/>
                    <a:pt x="215631" y="74250"/>
                    <a:pt x="219953" y="74250"/>
                  </a:cubicBezTo>
                  <a:cubicBezTo>
                    <a:pt x="228953" y="74249"/>
                    <a:pt x="236249" y="81545"/>
                    <a:pt x="236249" y="90545"/>
                  </a:cubicBezTo>
                  <a:lnTo>
                    <a:pt x="236249" y="96477"/>
                  </a:lnTo>
                  <a:cubicBezTo>
                    <a:pt x="236237" y="101605"/>
                    <a:pt x="233822" y="106431"/>
                    <a:pt x="229726" y="109515"/>
                  </a:cubicBezTo>
                  <a:lnTo>
                    <a:pt x="220049" y="116773"/>
                  </a:lnTo>
                  <a:lnTo>
                    <a:pt x="211948" y="105976"/>
                  </a:lnTo>
                  <a:lnTo>
                    <a:pt x="221628" y="98715"/>
                  </a:lnTo>
                  <a:cubicBezTo>
                    <a:pt x="222331" y="98186"/>
                    <a:pt x="222745" y="97357"/>
                    <a:pt x="222748" y="96477"/>
                  </a:cubicBezTo>
                  <a:lnTo>
                    <a:pt x="222748" y="90545"/>
                  </a:lnTo>
                  <a:cubicBezTo>
                    <a:pt x="222699" y="89940"/>
                    <a:pt x="222461" y="89367"/>
                    <a:pt x="222069" y="88904"/>
                  </a:cubicBezTo>
                  <a:cubicBezTo>
                    <a:pt x="221032" y="87681"/>
                    <a:pt x="219200" y="87529"/>
                    <a:pt x="217976" y="88567"/>
                  </a:cubicBezTo>
                  <a:lnTo>
                    <a:pt x="214021" y="92522"/>
                  </a:lnTo>
                  <a:cubicBezTo>
                    <a:pt x="207573" y="98678"/>
                    <a:pt x="197424" y="98678"/>
                    <a:pt x="190976" y="92522"/>
                  </a:cubicBezTo>
                  <a:lnTo>
                    <a:pt x="187021" y="88567"/>
                  </a:lnTo>
                  <a:cubicBezTo>
                    <a:pt x="186559" y="88175"/>
                    <a:pt x="185984" y="87937"/>
                    <a:pt x="185379" y="87887"/>
                  </a:cubicBezTo>
                  <a:cubicBezTo>
                    <a:pt x="183782" y="87756"/>
                    <a:pt x="182380" y="88946"/>
                    <a:pt x="182249" y="90545"/>
                  </a:cubicBezTo>
                  <a:lnTo>
                    <a:pt x="182249" y="96477"/>
                  </a:lnTo>
                  <a:cubicBezTo>
                    <a:pt x="182251" y="97355"/>
                    <a:pt x="182664" y="98182"/>
                    <a:pt x="183366" y="98711"/>
                  </a:cubicBezTo>
                  <a:lnTo>
                    <a:pt x="206549" y="116101"/>
                  </a:lnTo>
                  <a:cubicBezTo>
                    <a:pt x="208250" y="117375"/>
                    <a:pt x="209250" y="119375"/>
                    <a:pt x="209249" y="121499"/>
                  </a:cubicBezTo>
                  <a:lnTo>
                    <a:pt x="209249" y="134999"/>
                  </a:lnTo>
                  <a:lnTo>
                    <a:pt x="226055" y="134999"/>
                  </a:lnTo>
                  <a:cubicBezTo>
                    <a:pt x="227684" y="131730"/>
                    <a:pt x="229937" y="128811"/>
                    <a:pt x="232686" y="126407"/>
                  </a:cubicBezTo>
                  <a:cubicBezTo>
                    <a:pt x="234208" y="125088"/>
                    <a:pt x="235648" y="123678"/>
                    <a:pt x="236998" y="122184"/>
                  </a:cubicBezTo>
                  <a:cubicBezTo>
                    <a:pt x="255296" y="101932"/>
                    <a:pt x="253712" y="70682"/>
                    <a:pt x="233460" y="52384"/>
                  </a:cubicBezTo>
                  <a:cubicBezTo>
                    <a:pt x="224983" y="44722"/>
                    <a:pt x="213959" y="40484"/>
                    <a:pt x="202532" y="40496"/>
                  </a:cubicBezTo>
                  <a:close/>
                  <a:moveTo>
                    <a:pt x="195577" y="27391"/>
                  </a:moveTo>
                  <a:cubicBezTo>
                    <a:pt x="212626" y="25355"/>
                    <a:pt x="229721" y="30798"/>
                    <a:pt x="242455" y="42315"/>
                  </a:cubicBezTo>
                  <a:cubicBezTo>
                    <a:pt x="244399" y="44067"/>
                    <a:pt x="246231" y="45939"/>
                    <a:pt x="247942" y="47920"/>
                  </a:cubicBezTo>
                  <a:cubicBezTo>
                    <a:pt x="270660" y="74218"/>
                    <a:pt x="267758" y="113953"/>
                    <a:pt x="241460" y="136671"/>
                  </a:cubicBezTo>
                  <a:cubicBezTo>
                    <a:pt x="238100" y="139607"/>
                    <a:pt x="236195" y="143869"/>
                    <a:pt x="236249" y="148331"/>
                  </a:cubicBezTo>
                  <a:lnTo>
                    <a:pt x="236249" y="161999"/>
                  </a:lnTo>
                  <a:cubicBezTo>
                    <a:pt x="236232" y="176904"/>
                    <a:pt x="224153" y="188983"/>
                    <a:pt x="209249" y="188999"/>
                  </a:cubicBezTo>
                  <a:lnTo>
                    <a:pt x="195749" y="188999"/>
                  </a:lnTo>
                  <a:cubicBezTo>
                    <a:pt x="180844" y="188983"/>
                    <a:pt x="168766" y="176904"/>
                    <a:pt x="168749" y="161999"/>
                  </a:cubicBezTo>
                  <a:lnTo>
                    <a:pt x="168749" y="148335"/>
                  </a:lnTo>
                  <a:cubicBezTo>
                    <a:pt x="168764" y="143805"/>
                    <a:pt x="166802" y="139495"/>
                    <a:pt x="163376" y="136532"/>
                  </a:cubicBezTo>
                  <a:cubicBezTo>
                    <a:pt x="147994" y="123165"/>
                    <a:pt x="140044" y="103172"/>
                    <a:pt x="142046" y="82891"/>
                  </a:cubicBezTo>
                  <a:cubicBezTo>
                    <a:pt x="144635" y="54112"/>
                    <a:pt x="166911" y="31018"/>
                    <a:pt x="195577" y="27391"/>
                  </a:cubicBezTo>
                  <a:close/>
                  <a:moveTo>
                    <a:pt x="145222" y="20928"/>
                  </a:moveTo>
                  <a:lnTo>
                    <a:pt x="159540" y="35246"/>
                  </a:lnTo>
                  <a:lnTo>
                    <a:pt x="149995" y="44791"/>
                  </a:lnTo>
                  <a:lnTo>
                    <a:pt x="135677" y="30473"/>
                  </a:lnTo>
                  <a:close/>
                  <a:moveTo>
                    <a:pt x="259776" y="20928"/>
                  </a:moveTo>
                  <a:lnTo>
                    <a:pt x="269321" y="30473"/>
                  </a:lnTo>
                  <a:lnTo>
                    <a:pt x="255003" y="44790"/>
                  </a:lnTo>
                  <a:lnTo>
                    <a:pt x="245458" y="35245"/>
                  </a:lnTo>
                  <a:close/>
                  <a:moveTo>
                    <a:pt x="195749" y="0"/>
                  </a:moveTo>
                  <a:lnTo>
                    <a:pt x="209249" y="0"/>
                  </a:lnTo>
                  <a:lnTo>
                    <a:pt x="209249" y="20250"/>
                  </a:lnTo>
                  <a:lnTo>
                    <a:pt x="195749" y="20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4307735" y="2602586"/>
              <a:ext cx="346516" cy="346514"/>
            </a:xfrm>
            <a:custGeom>
              <a:rect b="b" l="l" r="r" t="t"/>
              <a:pathLst>
                <a:path extrusionOk="0" h="431999" w="432000">
                  <a:moveTo>
                    <a:pt x="216000" y="381374"/>
                  </a:moveTo>
                  <a:cubicBezTo>
                    <a:pt x="205532" y="381374"/>
                    <a:pt x="197016" y="389891"/>
                    <a:pt x="197016" y="400359"/>
                  </a:cubicBezTo>
                  <a:cubicBezTo>
                    <a:pt x="197016" y="410826"/>
                    <a:pt x="205532" y="419343"/>
                    <a:pt x="216000" y="419343"/>
                  </a:cubicBezTo>
                  <a:cubicBezTo>
                    <a:pt x="226468" y="419343"/>
                    <a:pt x="234984" y="410826"/>
                    <a:pt x="234984" y="400359"/>
                  </a:cubicBezTo>
                  <a:cubicBezTo>
                    <a:pt x="234984" y="389891"/>
                    <a:pt x="226468" y="381374"/>
                    <a:pt x="216000" y="381374"/>
                  </a:cubicBezTo>
                  <a:close/>
                  <a:moveTo>
                    <a:pt x="346362" y="327458"/>
                  </a:moveTo>
                  <a:cubicBezTo>
                    <a:pt x="341477" y="327458"/>
                    <a:pt x="336592" y="329285"/>
                    <a:pt x="332938" y="332939"/>
                  </a:cubicBezTo>
                  <a:cubicBezTo>
                    <a:pt x="325620" y="340256"/>
                    <a:pt x="325620" y="352468"/>
                    <a:pt x="332938" y="359785"/>
                  </a:cubicBezTo>
                  <a:cubicBezTo>
                    <a:pt x="340340" y="367188"/>
                    <a:pt x="352385" y="367187"/>
                    <a:pt x="359786" y="359785"/>
                  </a:cubicBezTo>
                  <a:cubicBezTo>
                    <a:pt x="367104" y="352468"/>
                    <a:pt x="367104" y="340256"/>
                    <a:pt x="359786" y="332939"/>
                  </a:cubicBezTo>
                  <a:cubicBezTo>
                    <a:pt x="356133" y="329285"/>
                    <a:pt x="351247" y="327458"/>
                    <a:pt x="346362" y="327458"/>
                  </a:cubicBezTo>
                  <a:close/>
                  <a:moveTo>
                    <a:pt x="85638" y="327457"/>
                  </a:moveTo>
                  <a:cubicBezTo>
                    <a:pt x="80753" y="327458"/>
                    <a:pt x="75868" y="329285"/>
                    <a:pt x="72214" y="332938"/>
                  </a:cubicBezTo>
                  <a:cubicBezTo>
                    <a:pt x="64895" y="340255"/>
                    <a:pt x="64897" y="352467"/>
                    <a:pt x="72214" y="359785"/>
                  </a:cubicBezTo>
                  <a:cubicBezTo>
                    <a:pt x="79616" y="367186"/>
                    <a:pt x="91660" y="367187"/>
                    <a:pt x="99062" y="359784"/>
                  </a:cubicBezTo>
                  <a:cubicBezTo>
                    <a:pt x="106380" y="352467"/>
                    <a:pt x="106380" y="340255"/>
                    <a:pt x="99062" y="332938"/>
                  </a:cubicBezTo>
                  <a:cubicBezTo>
                    <a:pt x="95409" y="329284"/>
                    <a:pt x="90523" y="327457"/>
                    <a:pt x="85638" y="327457"/>
                  </a:cubicBezTo>
                  <a:close/>
                  <a:moveTo>
                    <a:pt x="400359" y="197016"/>
                  </a:moveTo>
                  <a:cubicBezTo>
                    <a:pt x="389891" y="197016"/>
                    <a:pt x="381375" y="205532"/>
                    <a:pt x="381375" y="216000"/>
                  </a:cubicBezTo>
                  <a:cubicBezTo>
                    <a:pt x="381375" y="226468"/>
                    <a:pt x="389891" y="234984"/>
                    <a:pt x="400359" y="234984"/>
                  </a:cubicBezTo>
                  <a:cubicBezTo>
                    <a:pt x="410828" y="234984"/>
                    <a:pt x="419344" y="226468"/>
                    <a:pt x="419344" y="216000"/>
                  </a:cubicBezTo>
                  <a:cubicBezTo>
                    <a:pt x="419344" y="205532"/>
                    <a:pt x="410828" y="197016"/>
                    <a:pt x="400359" y="197016"/>
                  </a:cubicBezTo>
                  <a:close/>
                  <a:moveTo>
                    <a:pt x="31641" y="197015"/>
                  </a:moveTo>
                  <a:cubicBezTo>
                    <a:pt x="21172" y="197015"/>
                    <a:pt x="12656" y="205532"/>
                    <a:pt x="12656" y="215999"/>
                  </a:cubicBezTo>
                  <a:cubicBezTo>
                    <a:pt x="12656" y="226467"/>
                    <a:pt x="21172" y="234984"/>
                    <a:pt x="31641" y="234984"/>
                  </a:cubicBezTo>
                  <a:cubicBezTo>
                    <a:pt x="42109" y="234984"/>
                    <a:pt x="50625" y="226467"/>
                    <a:pt x="50625" y="215999"/>
                  </a:cubicBezTo>
                  <a:cubicBezTo>
                    <a:pt x="50625" y="205532"/>
                    <a:pt x="42109" y="197015"/>
                    <a:pt x="31641" y="197015"/>
                  </a:cubicBezTo>
                  <a:close/>
                  <a:moveTo>
                    <a:pt x="216000" y="154828"/>
                  </a:moveTo>
                  <a:cubicBezTo>
                    <a:pt x="219496" y="154828"/>
                    <a:pt x="222328" y="157661"/>
                    <a:pt x="222328" y="161156"/>
                  </a:cubicBezTo>
                  <a:lnTo>
                    <a:pt x="222328" y="168222"/>
                  </a:lnTo>
                  <a:cubicBezTo>
                    <a:pt x="234408" y="171086"/>
                    <a:pt x="243422" y="181963"/>
                    <a:pt x="243422" y="194906"/>
                  </a:cubicBezTo>
                  <a:cubicBezTo>
                    <a:pt x="243422" y="198401"/>
                    <a:pt x="240589" y="201234"/>
                    <a:pt x="237094" y="201234"/>
                  </a:cubicBezTo>
                  <a:cubicBezTo>
                    <a:pt x="233598" y="201234"/>
                    <a:pt x="230766" y="198401"/>
                    <a:pt x="230766" y="194906"/>
                  </a:cubicBezTo>
                  <a:cubicBezTo>
                    <a:pt x="230766" y="186765"/>
                    <a:pt x="224141" y="180141"/>
                    <a:pt x="216000" y="180141"/>
                  </a:cubicBezTo>
                  <a:cubicBezTo>
                    <a:pt x="207859" y="180141"/>
                    <a:pt x="201234" y="186765"/>
                    <a:pt x="201234" y="194906"/>
                  </a:cubicBezTo>
                  <a:cubicBezTo>
                    <a:pt x="201234" y="203047"/>
                    <a:pt x="207859" y="209672"/>
                    <a:pt x="216000" y="209672"/>
                  </a:cubicBezTo>
                  <a:cubicBezTo>
                    <a:pt x="231121" y="209672"/>
                    <a:pt x="243422" y="221974"/>
                    <a:pt x="243422" y="237094"/>
                  </a:cubicBezTo>
                  <a:cubicBezTo>
                    <a:pt x="243422" y="250037"/>
                    <a:pt x="234408" y="260914"/>
                    <a:pt x="222328" y="263778"/>
                  </a:cubicBezTo>
                  <a:lnTo>
                    <a:pt x="222328" y="270844"/>
                  </a:lnTo>
                  <a:cubicBezTo>
                    <a:pt x="222328" y="274338"/>
                    <a:pt x="219496" y="277172"/>
                    <a:pt x="216000" y="277172"/>
                  </a:cubicBezTo>
                  <a:cubicBezTo>
                    <a:pt x="212504" y="277172"/>
                    <a:pt x="209672" y="274338"/>
                    <a:pt x="209672" y="270844"/>
                  </a:cubicBezTo>
                  <a:lnTo>
                    <a:pt x="209672" y="263778"/>
                  </a:lnTo>
                  <a:cubicBezTo>
                    <a:pt x="197592" y="260914"/>
                    <a:pt x="188578" y="250037"/>
                    <a:pt x="188578" y="237094"/>
                  </a:cubicBezTo>
                  <a:cubicBezTo>
                    <a:pt x="188578" y="233599"/>
                    <a:pt x="191410" y="230766"/>
                    <a:pt x="194906" y="230766"/>
                  </a:cubicBezTo>
                  <a:cubicBezTo>
                    <a:pt x="198402" y="230766"/>
                    <a:pt x="201234" y="233599"/>
                    <a:pt x="201234" y="237094"/>
                  </a:cubicBezTo>
                  <a:cubicBezTo>
                    <a:pt x="201234" y="245235"/>
                    <a:pt x="207859" y="251859"/>
                    <a:pt x="216000" y="251859"/>
                  </a:cubicBezTo>
                  <a:cubicBezTo>
                    <a:pt x="224141" y="251859"/>
                    <a:pt x="230766" y="245235"/>
                    <a:pt x="230766" y="237094"/>
                  </a:cubicBezTo>
                  <a:cubicBezTo>
                    <a:pt x="230766" y="228952"/>
                    <a:pt x="224141" y="222328"/>
                    <a:pt x="216000" y="222328"/>
                  </a:cubicBezTo>
                  <a:cubicBezTo>
                    <a:pt x="200879" y="222328"/>
                    <a:pt x="188578" y="210026"/>
                    <a:pt x="188578" y="194906"/>
                  </a:cubicBezTo>
                  <a:cubicBezTo>
                    <a:pt x="188578" y="181963"/>
                    <a:pt x="197592" y="171086"/>
                    <a:pt x="209672" y="168222"/>
                  </a:cubicBezTo>
                  <a:lnTo>
                    <a:pt x="209672" y="161156"/>
                  </a:lnTo>
                  <a:cubicBezTo>
                    <a:pt x="209672" y="157661"/>
                    <a:pt x="212504" y="154828"/>
                    <a:pt x="216000" y="154828"/>
                  </a:cubicBezTo>
                  <a:close/>
                  <a:moveTo>
                    <a:pt x="215999" y="142171"/>
                  </a:moveTo>
                  <a:cubicBezTo>
                    <a:pt x="175290" y="142171"/>
                    <a:pt x="142171" y="175290"/>
                    <a:pt x="142171" y="215999"/>
                  </a:cubicBezTo>
                  <a:cubicBezTo>
                    <a:pt x="142171" y="256709"/>
                    <a:pt x="175290" y="289828"/>
                    <a:pt x="215999" y="289828"/>
                  </a:cubicBezTo>
                  <a:cubicBezTo>
                    <a:pt x="256709" y="289828"/>
                    <a:pt x="289828" y="256709"/>
                    <a:pt x="289828" y="215999"/>
                  </a:cubicBezTo>
                  <a:cubicBezTo>
                    <a:pt x="289828" y="175290"/>
                    <a:pt x="256709" y="142171"/>
                    <a:pt x="215999" y="142171"/>
                  </a:cubicBezTo>
                  <a:close/>
                  <a:moveTo>
                    <a:pt x="215999" y="129515"/>
                  </a:moveTo>
                  <a:cubicBezTo>
                    <a:pt x="263687" y="129515"/>
                    <a:pt x="302484" y="168311"/>
                    <a:pt x="302484" y="215999"/>
                  </a:cubicBezTo>
                  <a:cubicBezTo>
                    <a:pt x="302484" y="263687"/>
                    <a:pt x="263687" y="302484"/>
                    <a:pt x="215999" y="302484"/>
                  </a:cubicBezTo>
                  <a:cubicBezTo>
                    <a:pt x="168311" y="302484"/>
                    <a:pt x="129515" y="263687"/>
                    <a:pt x="129515" y="215999"/>
                  </a:cubicBezTo>
                  <a:cubicBezTo>
                    <a:pt x="129515" y="168311"/>
                    <a:pt x="168311" y="129515"/>
                    <a:pt x="215999" y="129515"/>
                  </a:cubicBezTo>
                  <a:close/>
                  <a:moveTo>
                    <a:pt x="346362" y="66734"/>
                  </a:moveTo>
                  <a:cubicBezTo>
                    <a:pt x="341477" y="66734"/>
                    <a:pt x="336592" y="68561"/>
                    <a:pt x="332938" y="72215"/>
                  </a:cubicBezTo>
                  <a:cubicBezTo>
                    <a:pt x="325620" y="79532"/>
                    <a:pt x="325620" y="91744"/>
                    <a:pt x="332938" y="99061"/>
                  </a:cubicBezTo>
                  <a:cubicBezTo>
                    <a:pt x="340340" y="106464"/>
                    <a:pt x="352385" y="106464"/>
                    <a:pt x="359786" y="99061"/>
                  </a:cubicBezTo>
                  <a:cubicBezTo>
                    <a:pt x="367104" y="91744"/>
                    <a:pt x="367104" y="79532"/>
                    <a:pt x="359786" y="72215"/>
                  </a:cubicBezTo>
                  <a:cubicBezTo>
                    <a:pt x="356133" y="68561"/>
                    <a:pt x="351247" y="66734"/>
                    <a:pt x="346362" y="66734"/>
                  </a:cubicBezTo>
                  <a:close/>
                  <a:moveTo>
                    <a:pt x="85638" y="66733"/>
                  </a:moveTo>
                  <a:cubicBezTo>
                    <a:pt x="80753" y="66733"/>
                    <a:pt x="75868" y="68560"/>
                    <a:pt x="72214" y="72214"/>
                  </a:cubicBezTo>
                  <a:cubicBezTo>
                    <a:pt x="64896" y="79531"/>
                    <a:pt x="64896" y="91744"/>
                    <a:pt x="72214" y="99060"/>
                  </a:cubicBezTo>
                  <a:cubicBezTo>
                    <a:pt x="79616" y="106463"/>
                    <a:pt x="91660" y="106463"/>
                    <a:pt x="99062" y="99060"/>
                  </a:cubicBezTo>
                  <a:cubicBezTo>
                    <a:pt x="106381" y="91744"/>
                    <a:pt x="106379" y="79531"/>
                    <a:pt x="99062" y="72213"/>
                  </a:cubicBezTo>
                  <a:cubicBezTo>
                    <a:pt x="95409" y="68560"/>
                    <a:pt x="90523" y="66733"/>
                    <a:pt x="85638" y="66733"/>
                  </a:cubicBezTo>
                  <a:close/>
                  <a:moveTo>
                    <a:pt x="85638" y="54011"/>
                  </a:moveTo>
                  <a:cubicBezTo>
                    <a:pt x="93741" y="54011"/>
                    <a:pt x="101843" y="57096"/>
                    <a:pt x="108011" y="63264"/>
                  </a:cubicBezTo>
                  <a:cubicBezTo>
                    <a:pt x="118500" y="73752"/>
                    <a:pt x="120265" y="90704"/>
                    <a:pt x="112041" y="103090"/>
                  </a:cubicBezTo>
                  <a:lnTo>
                    <a:pt x="141552" y="132601"/>
                  </a:lnTo>
                  <a:cubicBezTo>
                    <a:pt x="146977" y="127754"/>
                    <a:pt x="152877" y="123427"/>
                    <a:pt x="159167" y="119707"/>
                  </a:cubicBezTo>
                  <a:cubicBezTo>
                    <a:pt x="162176" y="117928"/>
                    <a:pt x="166056" y="118925"/>
                    <a:pt x="167835" y="121932"/>
                  </a:cubicBezTo>
                  <a:cubicBezTo>
                    <a:pt x="169613" y="124940"/>
                    <a:pt x="168617" y="128821"/>
                    <a:pt x="165609" y="130600"/>
                  </a:cubicBezTo>
                  <a:cubicBezTo>
                    <a:pt x="151030" y="139222"/>
                    <a:pt x="138815" y="151513"/>
                    <a:pt x="130286" y="166145"/>
                  </a:cubicBezTo>
                  <a:cubicBezTo>
                    <a:pt x="121502" y="181212"/>
                    <a:pt x="116859" y="198452"/>
                    <a:pt x="116859" y="215999"/>
                  </a:cubicBezTo>
                  <a:cubicBezTo>
                    <a:pt x="116859" y="270666"/>
                    <a:pt x="161333" y="315140"/>
                    <a:pt x="215999" y="315140"/>
                  </a:cubicBezTo>
                  <a:cubicBezTo>
                    <a:pt x="224387" y="315140"/>
                    <a:pt x="232716" y="314092"/>
                    <a:pt x="240756" y="312026"/>
                  </a:cubicBezTo>
                  <a:cubicBezTo>
                    <a:pt x="244138" y="311151"/>
                    <a:pt x="247590" y="313192"/>
                    <a:pt x="248460" y="316578"/>
                  </a:cubicBezTo>
                  <a:cubicBezTo>
                    <a:pt x="249331" y="319964"/>
                    <a:pt x="247292" y="323413"/>
                    <a:pt x="243907" y="324283"/>
                  </a:cubicBezTo>
                  <a:cubicBezTo>
                    <a:pt x="236867" y="326093"/>
                    <a:pt x="229633" y="327209"/>
                    <a:pt x="222327" y="327619"/>
                  </a:cubicBezTo>
                  <a:lnTo>
                    <a:pt x="222327" y="369354"/>
                  </a:lnTo>
                  <a:cubicBezTo>
                    <a:pt x="236752" y="372294"/>
                    <a:pt x="247640" y="385078"/>
                    <a:pt x="247640" y="400359"/>
                  </a:cubicBezTo>
                  <a:cubicBezTo>
                    <a:pt x="247640" y="417806"/>
                    <a:pt x="233446" y="431999"/>
                    <a:pt x="215999" y="431999"/>
                  </a:cubicBezTo>
                  <a:cubicBezTo>
                    <a:pt x="198552" y="431999"/>
                    <a:pt x="184359" y="417806"/>
                    <a:pt x="184359" y="400359"/>
                  </a:cubicBezTo>
                  <a:cubicBezTo>
                    <a:pt x="184359" y="385078"/>
                    <a:pt x="195246" y="372294"/>
                    <a:pt x="209671" y="369354"/>
                  </a:cubicBezTo>
                  <a:lnTo>
                    <a:pt x="209671" y="327619"/>
                  </a:lnTo>
                  <a:cubicBezTo>
                    <a:pt x="183603" y="326158"/>
                    <a:pt x="159893" y="315724"/>
                    <a:pt x="141585" y="299363"/>
                  </a:cubicBezTo>
                  <a:lnTo>
                    <a:pt x="112041" y="328908"/>
                  </a:lnTo>
                  <a:cubicBezTo>
                    <a:pt x="120264" y="341294"/>
                    <a:pt x="118500" y="358246"/>
                    <a:pt x="108011" y="368734"/>
                  </a:cubicBezTo>
                  <a:cubicBezTo>
                    <a:pt x="95829" y="380906"/>
                    <a:pt x="75446" y="380917"/>
                    <a:pt x="63264" y="368735"/>
                  </a:cubicBezTo>
                  <a:cubicBezTo>
                    <a:pt x="51069" y="356538"/>
                    <a:pt x="51069" y="336185"/>
                    <a:pt x="63264" y="323988"/>
                  </a:cubicBezTo>
                  <a:cubicBezTo>
                    <a:pt x="74069" y="313184"/>
                    <a:pt x="90808" y="311842"/>
                    <a:pt x="103087" y="319963"/>
                  </a:cubicBezTo>
                  <a:lnTo>
                    <a:pt x="132636" y="290414"/>
                  </a:lnTo>
                  <a:cubicBezTo>
                    <a:pt x="116276" y="272105"/>
                    <a:pt x="105842" y="248395"/>
                    <a:pt x="104380" y="222327"/>
                  </a:cubicBezTo>
                  <a:lnTo>
                    <a:pt x="62645" y="222327"/>
                  </a:lnTo>
                  <a:cubicBezTo>
                    <a:pt x="59705" y="236752"/>
                    <a:pt x="46921" y="247640"/>
                    <a:pt x="31641" y="247640"/>
                  </a:cubicBezTo>
                  <a:cubicBezTo>
                    <a:pt x="14194" y="247640"/>
                    <a:pt x="0" y="233446"/>
                    <a:pt x="0" y="215999"/>
                  </a:cubicBezTo>
                  <a:cubicBezTo>
                    <a:pt x="0" y="198552"/>
                    <a:pt x="14194" y="184359"/>
                    <a:pt x="31641" y="184358"/>
                  </a:cubicBezTo>
                  <a:cubicBezTo>
                    <a:pt x="46921" y="184358"/>
                    <a:pt x="59705" y="195245"/>
                    <a:pt x="62645" y="209670"/>
                  </a:cubicBezTo>
                  <a:lnTo>
                    <a:pt x="104382" y="209670"/>
                  </a:lnTo>
                  <a:cubicBezTo>
                    <a:pt x="105376" y="192086"/>
                    <a:pt x="110501" y="174952"/>
                    <a:pt x="119353" y="159769"/>
                  </a:cubicBezTo>
                  <a:cubicBezTo>
                    <a:pt x="123151" y="153254"/>
                    <a:pt x="127599" y="147150"/>
                    <a:pt x="132602" y="141550"/>
                  </a:cubicBezTo>
                  <a:lnTo>
                    <a:pt x="103087" y="112035"/>
                  </a:lnTo>
                  <a:cubicBezTo>
                    <a:pt x="90704" y="120223"/>
                    <a:pt x="73751" y="118496"/>
                    <a:pt x="63264" y="108010"/>
                  </a:cubicBezTo>
                  <a:cubicBezTo>
                    <a:pt x="51069" y="95815"/>
                    <a:pt x="51068" y="75460"/>
                    <a:pt x="63264" y="63264"/>
                  </a:cubicBezTo>
                  <a:cubicBezTo>
                    <a:pt x="69433" y="57095"/>
                    <a:pt x="77535" y="54011"/>
                    <a:pt x="85638" y="54011"/>
                  </a:cubicBezTo>
                  <a:close/>
                  <a:moveTo>
                    <a:pt x="216000" y="12656"/>
                  </a:moveTo>
                  <a:cubicBezTo>
                    <a:pt x="205532" y="12656"/>
                    <a:pt x="197016" y="21173"/>
                    <a:pt x="197016" y="31641"/>
                  </a:cubicBezTo>
                  <a:cubicBezTo>
                    <a:pt x="197016" y="42108"/>
                    <a:pt x="205532" y="50625"/>
                    <a:pt x="216000" y="50625"/>
                  </a:cubicBezTo>
                  <a:cubicBezTo>
                    <a:pt x="226468" y="50625"/>
                    <a:pt x="234984" y="42108"/>
                    <a:pt x="234984" y="31641"/>
                  </a:cubicBezTo>
                  <a:cubicBezTo>
                    <a:pt x="234984" y="21173"/>
                    <a:pt x="226468" y="12656"/>
                    <a:pt x="216000" y="12656"/>
                  </a:cubicBezTo>
                  <a:close/>
                  <a:moveTo>
                    <a:pt x="216000" y="0"/>
                  </a:moveTo>
                  <a:cubicBezTo>
                    <a:pt x="233447" y="0"/>
                    <a:pt x="247641" y="14194"/>
                    <a:pt x="247641" y="31641"/>
                  </a:cubicBezTo>
                  <a:cubicBezTo>
                    <a:pt x="247641" y="46921"/>
                    <a:pt x="236753" y="59705"/>
                    <a:pt x="222328" y="62645"/>
                  </a:cubicBezTo>
                  <a:lnTo>
                    <a:pt x="222328" y="104380"/>
                  </a:lnTo>
                  <a:cubicBezTo>
                    <a:pt x="248396" y="105842"/>
                    <a:pt x="272106" y="116276"/>
                    <a:pt x="290414" y="132636"/>
                  </a:cubicBezTo>
                  <a:lnTo>
                    <a:pt x="319958" y="103091"/>
                  </a:lnTo>
                  <a:cubicBezTo>
                    <a:pt x="311734" y="90706"/>
                    <a:pt x="313499" y="73753"/>
                    <a:pt x="323988" y="63264"/>
                  </a:cubicBezTo>
                  <a:cubicBezTo>
                    <a:pt x="336325" y="50927"/>
                    <a:pt x="356398" y="50927"/>
                    <a:pt x="368735" y="63264"/>
                  </a:cubicBezTo>
                  <a:cubicBezTo>
                    <a:pt x="380931" y="75461"/>
                    <a:pt x="380931" y="95815"/>
                    <a:pt x="368735" y="108011"/>
                  </a:cubicBezTo>
                  <a:cubicBezTo>
                    <a:pt x="358249" y="118496"/>
                    <a:pt x="341294" y="120226"/>
                    <a:pt x="328913" y="112037"/>
                  </a:cubicBezTo>
                  <a:lnTo>
                    <a:pt x="299364" y="141585"/>
                  </a:lnTo>
                  <a:cubicBezTo>
                    <a:pt x="315724" y="159894"/>
                    <a:pt x="326158" y="183604"/>
                    <a:pt x="327620" y="209672"/>
                  </a:cubicBezTo>
                  <a:lnTo>
                    <a:pt x="369355" y="209672"/>
                  </a:lnTo>
                  <a:cubicBezTo>
                    <a:pt x="372295" y="195247"/>
                    <a:pt x="385079" y="184359"/>
                    <a:pt x="400359" y="184359"/>
                  </a:cubicBezTo>
                  <a:cubicBezTo>
                    <a:pt x="417806" y="184359"/>
                    <a:pt x="432000" y="198553"/>
                    <a:pt x="432000" y="216000"/>
                  </a:cubicBezTo>
                  <a:cubicBezTo>
                    <a:pt x="432000" y="233447"/>
                    <a:pt x="417806" y="247641"/>
                    <a:pt x="400359" y="247641"/>
                  </a:cubicBezTo>
                  <a:cubicBezTo>
                    <a:pt x="385079" y="247641"/>
                    <a:pt x="372295" y="236753"/>
                    <a:pt x="369355" y="222328"/>
                  </a:cubicBezTo>
                  <a:lnTo>
                    <a:pt x="327618" y="222328"/>
                  </a:lnTo>
                  <a:cubicBezTo>
                    <a:pt x="326624" y="239913"/>
                    <a:pt x="321499" y="257046"/>
                    <a:pt x="312647" y="272229"/>
                  </a:cubicBezTo>
                  <a:cubicBezTo>
                    <a:pt x="308849" y="278745"/>
                    <a:pt x="304401" y="284848"/>
                    <a:pt x="299398" y="290448"/>
                  </a:cubicBezTo>
                  <a:lnTo>
                    <a:pt x="328913" y="319964"/>
                  </a:lnTo>
                  <a:cubicBezTo>
                    <a:pt x="341191" y="311842"/>
                    <a:pt x="357930" y="313184"/>
                    <a:pt x="368735" y="323989"/>
                  </a:cubicBezTo>
                  <a:cubicBezTo>
                    <a:pt x="380931" y="336185"/>
                    <a:pt x="380931" y="356539"/>
                    <a:pt x="368735" y="368736"/>
                  </a:cubicBezTo>
                  <a:cubicBezTo>
                    <a:pt x="356557" y="380913"/>
                    <a:pt x="336166" y="380913"/>
                    <a:pt x="323988" y="368736"/>
                  </a:cubicBezTo>
                  <a:cubicBezTo>
                    <a:pt x="313499" y="358247"/>
                    <a:pt x="311734" y="341294"/>
                    <a:pt x="319958" y="328909"/>
                  </a:cubicBezTo>
                  <a:lnTo>
                    <a:pt x="290448" y="299398"/>
                  </a:lnTo>
                  <a:cubicBezTo>
                    <a:pt x="285023" y="304245"/>
                    <a:pt x="279123" y="308572"/>
                    <a:pt x="272833" y="312292"/>
                  </a:cubicBezTo>
                  <a:cubicBezTo>
                    <a:pt x="269864" y="314050"/>
                    <a:pt x="265920" y="313033"/>
                    <a:pt x="264165" y="310067"/>
                  </a:cubicBezTo>
                  <a:cubicBezTo>
                    <a:pt x="262387" y="307059"/>
                    <a:pt x="263383" y="303178"/>
                    <a:pt x="266391" y="301399"/>
                  </a:cubicBezTo>
                  <a:cubicBezTo>
                    <a:pt x="280970" y="292777"/>
                    <a:pt x="293185" y="280486"/>
                    <a:pt x="301714" y="265855"/>
                  </a:cubicBezTo>
                  <a:cubicBezTo>
                    <a:pt x="310498" y="250787"/>
                    <a:pt x="315141" y="233547"/>
                    <a:pt x="315141" y="216000"/>
                  </a:cubicBezTo>
                  <a:cubicBezTo>
                    <a:pt x="315141" y="161333"/>
                    <a:pt x="270667" y="116859"/>
                    <a:pt x="216001" y="116859"/>
                  </a:cubicBezTo>
                  <a:cubicBezTo>
                    <a:pt x="207613" y="116859"/>
                    <a:pt x="199284" y="117907"/>
                    <a:pt x="191244" y="119974"/>
                  </a:cubicBezTo>
                  <a:cubicBezTo>
                    <a:pt x="187860" y="120844"/>
                    <a:pt x="184410" y="118806"/>
                    <a:pt x="183540" y="115421"/>
                  </a:cubicBezTo>
                  <a:cubicBezTo>
                    <a:pt x="182669" y="112036"/>
                    <a:pt x="184708" y="108586"/>
                    <a:pt x="188093" y="107717"/>
                  </a:cubicBezTo>
                  <a:cubicBezTo>
                    <a:pt x="195133" y="105907"/>
                    <a:pt x="202367" y="104790"/>
                    <a:pt x="209672" y="104380"/>
                  </a:cubicBezTo>
                  <a:lnTo>
                    <a:pt x="209672" y="62645"/>
                  </a:lnTo>
                  <a:cubicBezTo>
                    <a:pt x="195247" y="59705"/>
                    <a:pt x="184359" y="46921"/>
                    <a:pt x="184359" y="31641"/>
                  </a:cubicBezTo>
                  <a:cubicBezTo>
                    <a:pt x="184359" y="14194"/>
                    <a:pt x="198553" y="0"/>
                    <a:pt x="2160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5278819" y="2607995"/>
              <a:ext cx="290024" cy="335696"/>
            </a:xfrm>
            <a:custGeom>
              <a:rect b="b" l="l" r="r" t="t"/>
              <a:pathLst>
                <a:path extrusionOk="0" h="418510" w="361572">
                  <a:moveTo>
                    <a:pt x="113248" y="151512"/>
                  </a:moveTo>
                  <a:lnTo>
                    <a:pt x="113248" y="127627"/>
                  </a:lnTo>
                  <a:cubicBezTo>
                    <a:pt x="113248" y="123900"/>
                    <a:pt x="110225" y="120877"/>
                    <a:pt x="106498" y="120877"/>
                  </a:cubicBezTo>
                  <a:lnTo>
                    <a:pt x="41444" y="120877"/>
                  </a:lnTo>
                  <a:cubicBezTo>
                    <a:pt x="37716" y="120877"/>
                    <a:pt x="34694" y="123900"/>
                    <a:pt x="34694" y="127627"/>
                  </a:cubicBezTo>
                  <a:lnTo>
                    <a:pt x="34694" y="151512"/>
                  </a:lnTo>
                  <a:cubicBezTo>
                    <a:pt x="34694" y="155240"/>
                    <a:pt x="37716" y="158262"/>
                    <a:pt x="41444" y="158262"/>
                  </a:cubicBezTo>
                  <a:lnTo>
                    <a:pt x="106498" y="158262"/>
                  </a:lnTo>
                  <a:cubicBezTo>
                    <a:pt x="110225" y="158262"/>
                    <a:pt x="113248" y="155240"/>
                    <a:pt x="113248" y="151512"/>
                  </a:cubicBezTo>
                  <a:close/>
                  <a:moveTo>
                    <a:pt x="99748" y="144762"/>
                  </a:moveTo>
                  <a:lnTo>
                    <a:pt x="48194" y="144762"/>
                  </a:lnTo>
                  <a:lnTo>
                    <a:pt x="48194" y="134377"/>
                  </a:lnTo>
                  <a:lnTo>
                    <a:pt x="99748" y="134377"/>
                  </a:lnTo>
                  <a:close/>
                  <a:moveTo>
                    <a:pt x="251993" y="159393"/>
                  </a:moveTo>
                  <a:lnTo>
                    <a:pt x="323204" y="159393"/>
                  </a:lnTo>
                  <a:cubicBezTo>
                    <a:pt x="326932" y="159393"/>
                    <a:pt x="329954" y="156371"/>
                    <a:pt x="329954" y="152643"/>
                  </a:cubicBezTo>
                  <a:lnTo>
                    <a:pt x="329954" y="126498"/>
                  </a:lnTo>
                  <a:cubicBezTo>
                    <a:pt x="329954" y="122770"/>
                    <a:pt x="326932" y="119748"/>
                    <a:pt x="323204" y="119748"/>
                  </a:cubicBezTo>
                  <a:lnTo>
                    <a:pt x="251993" y="119748"/>
                  </a:lnTo>
                  <a:cubicBezTo>
                    <a:pt x="248266" y="119748"/>
                    <a:pt x="245243" y="122770"/>
                    <a:pt x="245243" y="126498"/>
                  </a:cubicBezTo>
                  <a:lnTo>
                    <a:pt x="245243" y="152643"/>
                  </a:lnTo>
                  <a:cubicBezTo>
                    <a:pt x="245243" y="156371"/>
                    <a:pt x="248266" y="159393"/>
                    <a:pt x="251993" y="159393"/>
                  </a:cubicBezTo>
                  <a:close/>
                  <a:moveTo>
                    <a:pt x="258743" y="133248"/>
                  </a:moveTo>
                  <a:lnTo>
                    <a:pt x="316454" y="133248"/>
                  </a:lnTo>
                  <a:lnTo>
                    <a:pt x="316454" y="145893"/>
                  </a:lnTo>
                  <a:lnTo>
                    <a:pt x="258743" y="145893"/>
                  </a:lnTo>
                  <a:close/>
                  <a:moveTo>
                    <a:pt x="148258" y="102748"/>
                  </a:moveTo>
                  <a:lnTo>
                    <a:pt x="213311" y="102748"/>
                  </a:lnTo>
                  <a:cubicBezTo>
                    <a:pt x="217039" y="102748"/>
                    <a:pt x="220061" y="99725"/>
                    <a:pt x="220061" y="95998"/>
                  </a:cubicBezTo>
                  <a:lnTo>
                    <a:pt x="220061" y="72114"/>
                  </a:lnTo>
                  <a:cubicBezTo>
                    <a:pt x="220061" y="68386"/>
                    <a:pt x="217039" y="65364"/>
                    <a:pt x="213311" y="65364"/>
                  </a:cubicBezTo>
                  <a:lnTo>
                    <a:pt x="148258" y="65364"/>
                  </a:lnTo>
                  <a:cubicBezTo>
                    <a:pt x="144530" y="65364"/>
                    <a:pt x="141508" y="68386"/>
                    <a:pt x="141508" y="72114"/>
                  </a:cubicBezTo>
                  <a:lnTo>
                    <a:pt x="141508" y="95999"/>
                  </a:lnTo>
                  <a:cubicBezTo>
                    <a:pt x="141508" y="99725"/>
                    <a:pt x="144530" y="102748"/>
                    <a:pt x="148258" y="102748"/>
                  </a:cubicBezTo>
                  <a:close/>
                  <a:moveTo>
                    <a:pt x="155008" y="78864"/>
                  </a:moveTo>
                  <a:lnTo>
                    <a:pt x="206561" y="78864"/>
                  </a:lnTo>
                  <a:lnTo>
                    <a:pt x="206561" y="89249"/>
                  </a:lnTo>
                  <a:lnTo>
                    <a:pt x="155008" y="89249"/>
                  </a:lnTo>
                  <a:close/>
                  <a:moveTo>
                    <a:pt x="148258" y="198673"/>
                  </a:moveTo>
                  <a:lnTo>
                    <a:pt x="213312" y="198673"/>
                  </a:lnTo>
                  <a:cubicBezTo>
                    <a:pt x="217040" y="198673"/>
                    <a:pt x="220062" y="195650"/>
                    <a:pt x="220062" y="191923"/>
                  </a:cubicBezTo>
                  <a:lnTo>
                    <a:pt x="220062" y="126869"/>
                  </a:lnTo>
                  <a:cubicBezTo>
                    <a:pt x="220062" y="123141"/>
                    <a:pt x="217040" y="120119"/>
                    <a:pt x="213312" y="120119"/>
                  </a:cubicBezTo>
                  <a:lnTo>
                    <a:pt x="148258" y="120119"/>
                  </a:lnTo>
                  <a:cubicBezTo>
                    <a:pt x="144530" y="120119"/>
                    <a:pt x="141508" y="123141"/>
                    <a:pt x="141508" y="126869"/>
                  </a:cubicBezTo>
                  <a:lnTo>
                    <a:pt x="141508" y="191923"/>
                  </a:lnTo>
                  <a:cubicBezTo>
                    <a:pt x="141508" y="195650"/>
                    <a:pt x="144530" y="198673"/>
                    <a:pt x="148258" y="198673"/>
                  </a:cubicBezTo>
                  <a:close/>
                  <a:moveTo>
                    <a:pt x="155008" y="166145"/>
                  </a:moveTo>
                  <a:lnTo>
                    <a:pt x="174035" y="166145"/>
                  </a:lnTo>
                  <a:lnTo>
                    <a:pt x="174035" y="185173"/>
                  </a:lnTo>
                  <a:lnTo>
                    <a:pt x="155008" y="185173"/>
                  </a:lnTo>
                  <a:close/>
                  <a:moveTo>
                    <a:pt x="187535" y="185173"/>
                  </a:moveTo>
                  <a:lnTo>
                    <a:pt x="187535" y="166145"/>
                  </a:lnTo>
                  <a:lnTo>
                    <a:pt x="206562" y="166145"/>
                  </a:lnTo>
                  <a:lnTo>
                    <a:pt x="206562" y="185173"/>
                  </a:lnTo>
                  <a:close/>
                  <a:moveTo>
                    <a:pt x="206562" y="152645"/>
                  </a:moveTo>
                  <a:lnTo>
                    <a:pt x="187535" y="152645"/>
                  </a:lnTo>
                  <a:lnTo>
                    <a:pt x="187535" y="133619"/>
                  </a:lnTo>
                  <a:lnTo>
                    <a:pt x="206562" y="133619"/>
                  </a:lnTo>
                  <a:close/>
                  <a:moveTo>
                    <a:pt x="174035" y="133619"/>
                  </a:moveTo>
                  <a:lnTo>
                    <a:pt x="174035" y="152645"/>
                  </a:lnTo>
                  <a:lnTo>
                    <a:pt x="155008" y="152645"/>
                  </a:lnTo>
                  <a:lnTo>
                    <a:pt x="155008" y="133619"/>
                  </a:lnTo>
                  <a:close/>
                  <a:moveTo>
                    <a:pt x="75979" y="200959"/>
                  </a:moveTo>
                  <a:cubicBezTo>
                    <a:pt x="75804" y="204754"/>
                    <a:pt x="72585" y="207687"/>
                    <a:pt x="68791" y="207511"/>
                  </a:cubicBezTo>
                  <a:cubicBezTo>
                    <a:pt x="64996" y="207335"/>
                    <a:pt x="62063" y="204117"/>
                    <a:pt x="62239" y="200322"/>
                  </a:cubicBezTo>
                  <a:cubicBezTo>
                    <a:pt x="62415" y="196528"/>
                    <a:pt x="65633" y="193594"/>
                    <a:pt x="69428" y="193771"/>
                  </a:cubicBezTo>
                  <a:cubicBezTo>
                    <a:pt x="73222" y="193946"/>
                    <a:pt x="76156" y="197165"/>
                    <a:pt x="75979" y="200959"/>
                  </a:cubicBezTo>
                  <a:close/>
                  <a:moveTo>
                    <a:pt x="360429" y="294463"/>
                  </a:moveTo>
                  <a:lnTo>
                    <a:pt x="347755" y="261772"/>
                  </a:lnTo>
                  <a:lnTo>
                    <a:pt x="347755" y="102748"/>
                  </a:lnTo>
                  <a:lnTo>
                    <a:pt x="353973" y="102748"/>
                  </a:lnTo>
                  <a:cubicBezTo>
                    <a:pt x="357701" y="102748"/>
                    <a:pt x="360723" y="99725"/>
                    <a:pt x="360723" y="95998"/>
                  </a:cubicBezTo>
                  <a:lnTo>
                    <a:pt x="360723" y="72114"/>
                  </a:lnTo>
                  <a:cubicBezTo>
                    <a:pt x="360723" y="68386"/>
                    <a:pt x="357701" y="65364"/>
                    <a:pt x="353973" y="65364"/>
                  </a:cubicBezTo>
                  <a:lnTo>
                    <a:pt x="240942" y="65364"/>
                  </a:lnTo>
                  <a:lnTo>
                    <a:pt x="240942" y="47183"/>
                  </a:lnTo>
                  <a:cubicBezTo>
                    <a:pt x="240942" y="43456"/>
                    <a:pt x="237919" y="40433"/>
                    <a:pt x="234192" y="40433"/>
                  </a:cubicBezTo>
                  <a:lnTo>
                    <a:pt x="219802" y="40433"/>
                  </a:lnTo>
                  <a:lnTo>
                    <a:pt x="219802" y="23936"/>
                  </a:lnTo>
                  <a:cubicBezTo>
                    <a:pt x="219802" y="20208"/>
                    <a:pt x="216780" y="17186"/>
                    <a:pt x="213052" y="17186"/>
                  </a:cubicBezTo>
                  <a:lnTo>
                    <a:pt x="187535" y="17186"/>
                  </a:lnTo>
                  <a:lnTo>
                    <a:pt x="187535" y="6750"/>
                  </a:lnTo>
                  <a:cubicBezTo>
                    <a:pt x="187535" y="3022"/>
                    <a:pt x="184513" y="0"/>
                    <a:pt x="180785" y="0"/>
                  </a:cubicBezTo>
                  <a:cubicBezTo>
                    <a:pt x="177057" y="0"/>
                    <a:pt x="174035" y="3022"/>
                    <a:pt x="174035" y="6750"/>
                  </a:cubicBezTo>
                  <a:lnTo>
                    <a:pt x="174035" y="17186"/>
                  </a:lnTo>
                  <a:lnTo>
                    <a:pt x="148517" y="17186"/>
                  </a:lnTo>
                  <a:cubicBezTo>
                    <a:pt x="144790" y="17186"/>
                    <a:pt x="141767" y="20208"/>
                    <a:pt x="141767" y="23936"/>
                  </a:cubicBezTo>
                  <a:lnTo>
                    <a:pt x="141767" y="40433"/>
                  </a:lnTo>
                  <a:lnTo>
                    <a:pt x="127378" y="40433"/>
                  </a:lnTo>
                  <a:cubicBezTo>
                    <a:pt x="123650" y="40433"/>
                    <a:pt x="120628" y="43456"/>
                    <a:pt x="120628" y="47183"/>
                  </a:cubicBezTo>
                  <a:lnTo>
                    <a:pt x="120628" y="65364"/>
                  </a:lnTo>
                  <a:lnTo>
                    <a:pt x="7596" y="65364"/>
                  </a:lnTo>
                  <a:cubicBezTo>
                    <a:pt x="3868" y="65364"/>
                    <a:pt x="846" y="68386"/>
                    <a:pt x="846" y="72114"/>
                  </a:cubicBezTo>
                  <a:lnTo>
                    <a:pt x="846" y="95999"/>
                  </a:lnTo>
                  <a:cubicBezTo>
                    <a:pt x="846" y="99726"/>
                    <a:pt x="3868" y="102749"/>
                    <a:pt x="7596" y="102749"/>
                  </a:cubicBezTo>
                  <a:lnTo>
                    <a:pt x="13814" y="102749"/>
                  </a:lnTo>
                  <a:lnTo>
                    <a:pt x="13814" y="256666"/>
                  </a:lnTo>
                  <a:lnTo>
                    <a:pt x="1438" y="284668"/>
                  </a:lnTo>
                  <a:cubicBezTo>
                    <a:pt x="-2319" y="293170"/>
                    <a:pt x="1540" y="303144"/>
                    <a:pt x="10043" y="306904"/>
                  </a:cubicBezTo>
                  <a:lnTo>
                    <a:pt x="30288" y="315851"/>
                  </a:lnTo>
                  <a:cubicBezTo>
                    <a:pt x="32460" y="316812"/>
                    <a:pt x="34763" y="317293"/>
                    <a:pt x="37074" y="317293"/>
                  </a:cubicBezTo>
                  <a:cubicBezTo>
                    <a:pt x="39134" y="317293"/>
                    <a:pt x="41201" y="316911"/>
                    <a:pt x="43183" y="316144"/>
                  </a:cubicBezTo>
                  <a:cubicBezTo>
                    <a:pt x="47390" y="314515"/>
                    <a:pt x="50707" y="311356"/>
                    <a:pt x="52522" y="307248"/>
                  </a:cubicBezTo>
                  <a:lnTo>
                    <a:pt x="54369" y="303069"/>
                  </a:lnTo>
                  <a:cubicBezTo>
                    <a:pt x="62349" y="306620"/>
                    <a:pt x="64592" y="307553"/>
                    <a:pt x="65555" y="307927"/>
                  </a:cubicBezTo>
                  <a:cubicBezTo>
                    <a:pt x="67619" y="308728"/>
                    <a:pt x="68413" y="312223"/>
                    <a:pt x="69387" y="317463"/>
                  </a:cubicBezTo>
                  <a:cubicBezTo>
                    <a:pt x="69957" y="320521"/>
                    <a:pt x="70553" y="323646"/>
                    <a:pt x="71714" y="326562"/>
                  </a:cubicBezTo>
                  <a:lnTo>
                    <a:pt x="66368" y="336559"/>
                  </a:lnTo>
                  <a:cubicBezTo>
                    <a:pt x="63467" y="341983"/>
                    <a:pt x="62858" y="348227"/>
                    <a:pt x="64650" y="354143"/>
                  </a:cubicBezTo>
                  <a:cubicBezTo>
                    <a:pt x="66443" y="360059"/>
                    <a:pt x="70417" y="364914"/>
                    <a:pt x="75841" y="367814"/>
                  </a:cubicBezTo>
                  <a:cubicBezTo>
                    <a:pt x="79075" y="369545"/>
                    <a:pt x="82599" y="370434"/>
                    <a:pt x="86125" y="370521"/>
                  </a:cubicBezTo>
                  <a:cubicBezTo>
                    <a:pt x="85811" y="373543"/>
                    <a:pt x="86102" y="376631"/>
                    <a:pt x="87011" y="379635"/>
                  </a:cubicBezTo>
                  <a:cubicBezTo>
                    <a:pt x="88804" y="385552"/>
                    <a:pt x="92778" y="390407"/>
                    <a:pt x="98203" y="393307"/>
                  </a:cubicBezTo>
                  <a:cubicBezTo>
                    <a:pt x="104977" y="396931"/>
                    <a:pt x="112777" y="396808"/>
                    <a:pt x="119221" y="393665"/>
                  </a:cubicBezTo>
                  <a:cubicBezTo>
                    <a:pt x="121320" y="397717"/>
                    <a:pt x="124611" y="401150"/>
                    <a:pt x="128805" y="403394"/>
                  </a:cubicBezTo>
                  <a:cubicBezTo>
                    <a:pt x="134856" y="406629"/>
                    <a:pt x="141813" y="406893"/>
                    <a:pt x="147874" y="404605"/>
                  </a:cubicBezTo>
                  <a:cubicBezTo>
                    <a:pt x="149895" y="409276"/>
                    <a:pt x="153452" y="413259"/>
                    <a:pt x="158174" y="415785"/>
                  </a:cubicBezTo>
                  <a:cubicBezTo>
                    <a:pt x="161557" y="417594"/>
                    <a:pt x="165258" y="418511"/>
                    <a:pt x="169000" y="418511"/>
                  </a:cubicBezTo>
                  <a:cubicBezTo>
                    <a:pt x="171259" y="418511"/>
                    <a:pt x="173532" y="418177"/>
                    <a:pt x="175759" y="417503"/>
                  </a:cubicBezTo>
                  <a:cubicBezTo>
                    <a:pt x="180441" y="416084"/>
                    <a:pt x="184454" y="413295"/>
                    <a:pt x="187364" y="409506"/>
                  </a:cubicBezTo>
                  <a:lnTo>
                    <a:pt x="192321" y="412352"/>
                  </a:lnTo>
                  <a:cubicBezTo>
                    <a:pt x="195687" y="414286"/>
                    <a:pt x="199430" y="415272"/>
                    <a:pt x="203238" y="415272"/>
                  </a:cubicBezTo>
                  <a:cubicBezTo>
                    <a:pt x="205271" y="415272"/>
                    <a:pt x="207323" y="414991"/>
                    <a:pt x="209346" y="414423"/>
                  </a:cubicBezTo>
                  <a:cubicBezTo>
                    <a:pt x="215201" y="412782"/>
                    <a:pt x="220232" y="408799"/>
                    <a:pt x="223150" y="403495"/>
                  </a:cubicBezTo>
                  <a:cubicBezTo>
                    <a:pt x="224951" y="400218"/>
                    <a:pt x="225848" y="396676"/>
                    <a:pt x="225925" y="393160"/>
                  </a:cubicBezTo>
                  <a:cubicBezTo>
                    <a:pt x="229166" y="393687"/>
                    <a:pt x="232520" y="393491"/>
                    <a:pt x="235786" y="392550"/>
                  </a:cubicBezTo>
                  <a:cubicBezTo>
                    <a:pt x="241633" y="390867"/>
                    <a:pt x="246459" y="387020"/>
                    <a:pt x="249377" y="381715"/>
                  </a:cubicBezTo>
                  <a:cubicBezTo>
                    <a:pt x="251313" y="378195"/>
                    <a:pt x="252199" y="374363"/>
                    <a:pt x="252139" y="370585"/>
                  </a:cubicBezTo>
                  <a:cubicBezTo>
                    <a:pt x="260768" y="371295"/>
                    <a:pt x="269412" y="367000"/>
                    <a:pt x="273842" y="358946"/>
                  </a:cubicBezTo>
                  <a:cubicBezTo>
                    <a:pt x="276803" y="353563"/>
                    <a:pt x="277307" y="347453"/>
                    <a:pt x="275734" y="341919"/>
                  </a:cubicBezTo>
                  <a:cubicBezTo>
                    <a:pt x="281499" y="340204"/>
                    <a:pt x="286253" y="336382"/>
                    <a:pt x="289140" y="331133"/>
                  </a:cubicBezTo>
                  <a:cubicBezTo>
                    <a:pt x="291478" y="326881"/>
                    <a:pt x="292329" y="322018"/>
                    <a:pt x="291681" y="317269"/>
                  </a:cubicBezTo>
                  <a:lnTo>
                    <a:pt x="306904" y="310917"/>
                  </a:lnTo>
                  <a:lnTo>
                    <a:pt x="308352" y="314653"/>
                  </a:lnTo>
                  <a:cubicBezTo>
                    <a:pt x="310938" y="321324"/>
                    <a:pt x="317331" y="325418"/>
                    <a:pt x="324090" y="325418"/>
                  </a:cubicBezTo>
                  <a:cubicBezTo>
                    <a:pt x="326112" y="325418"/>
                    <a:pt x="328169" y="325051"/>
                    <a:pt x="330164" y="324278"/>
                  </a:cubicBezTo>
                  <a:lnTo>
                    <a:pt x="350802" y="316277"/>
                  </a:lnTo>
                  <a:cubicBezTo>
                    <a:pt x="354991" y="314653"/>
                    <a:pt x="358300" y="311486"/>
                    <a:pt x="360121" y="307360"/>
                  </a:cubicBezTo>
                  <a:cubicBezTo>
                    <a:pt x="361944" y="303230"/>
                    <a:pt x="362053" y="298651"/>
                    <a:pt x="360429" y="294463"/>
                  </a:cubicBezTo>
                  <a:close/>
                  <a:moveTo>
                    <a:pt x="334255" y="226949"/>
                  </a:moveTo>
                  <a:lnTo>
                    <a:pt x="318867" y="187254"/>
                  </a:lnTo>
                  <a:cubicBezTo>
                    <a:pt x="317243" y="183066"/>
                    <a:pt x="314076" y="179757"/>
                    <a:pt x="309950" y="177936"/>
                  </a:cubicBezTo>
                  <a:cubicBezTo>
                    <a:pt x="305824" y="176115"/>
                    <a:pt x="301245" y="176005"/>
                    <a:pt x="297055" y="177630"/>
                  </a:cubicBezTo>
                  <a:lnTo>
                    <a:pt x="276417" y="185630"/>
                  </a:lnTo>
                  <a:cubicBezTo>
                    <a:pt x="272229" y="187254"/>
                    <a:pt x="268920" y="190421"/>
                    <a:pt x="267099" y="194548"/>
                  </a:cubicBezTo>
                  <a:cubicBezTo>
                    <a:pt x="265277" y="198675"/>
                    <a:pt x="265168" y="203253"/>
                    <a:pt x="266793" y="207442"/>
                  </a:cubicBezTo>
                  <a:lnTo>
                    <a:pt x="269651" y="214816"/>
                  </a:lnTo>
                  <a:lnTo>
                    <a:pt x="258911" y="220565"/>
                  </a:lnTo>
                  <a:cubicBezTo>
                    <a:pt x="253854" y="223196"/>
                    <a:pt x="248687" y="221968"/>
                    <a:pt x="240943" y="218962"/>
                  </a:cubicBezTo>
                  <a:lnTo>
                    <a:pt x="240943" y="102748"/>
                  </a:lnTo>
                  <a:lnTo>
                    <a:pt x="334256" y="102748"/>
                  </a:lnTo>
                  <a:lnTo>
                    <a:pt x="334256" y="226949"/>
                  </a:lnTo>
                  <a:close/>
                  <a:moveTo>
                    <a:pt x="347224" y="78864"/>
                  </a:moveTo>
                  <a:lnTo>
                    <a:pt x="347224" y="89249"/>
                  </a:lnTo>
                  <a:lnTo>
                    <a:pt x="240942" y="89249"/>
                  </a:lnTo>
                  <a:lnTo>
                    <a:pt x="240942" y="78864"/>
                  </a:lnTo>
                  <a:close/>
                  <a:moveTo>
                    <a:pt x="155267" y="30686"/>
                  </a:moveTo>
                  <a:lnTo>
                    <a:pt x="206302" y="30686"/>
                  </a:lnTo>
                  <a:lnTo>
                    <a:pt x="206302" y="40433"/>
                  </a:lnTo>
                  <a:lnTo>
                    <a:pt x="155267" y="40433"/>
                  </a:lnTo>
                  <a:close/>
                  <a:moveTo>
                    <a:pt x="147832" y="53933"/>
                  </a:moveTo>
                  <a:cubicBezTo>
                    <a:pt x="148058" y="53956"/>
                    <a:pt x="148286" y="53968"/>
                    <a:pt x="148517" y="53968"/>
                  </a:cubicBezTo>
                  <a:cubicBezTo>
                    <a:pt x="148749" y="53968"/>
                    <a:pt x="148977" y="53956"/>
                    <a:pt x="149203" y="53933"/>
                  </a:cubicBezTo>
                  <a:lnTo>
                    <a:pt x="212367" y="53933"/>
                  </a:lnTo>
                  <a:cubicBezTo>
                    <a:pt x="212593" y="53956"/>
                    <a:pt x="212821" y="53968"/>
                    <a:pt x="213052" y="53968"/>
                  </a:cubicBezTo>
                  <a:cubicBezTo>
                    <a:pt x="213284" y="53968"/>
                    <a:pt x="213512" y="53956"/>
                    <a:pt x="213738" y="53933"/>
                  </a:cubicBezTo>
                  <a:lnTo>
                    <a:pt x="227442" y="53933"/>
                  </a:lnTo>
                  <a:lnTo>
                    <a:pt x="227442" y="213696"/>
                  </a:lnTo>
                  <a:cubicBezTo>
                    <a:pt x="214516" y="209246"/>
                    <a:pt x="198316" y="206747"/>
                    <a:pt x="178434" y="218844"/>
                  </a:cubicBezTo>
                  <a:cubicBezTo>
                    <a:pt x="161203" y="208923"/>
                    <a:pt x="146362" y="211766"/>
                    <a:pt x="134128" y="214607"/>
                  </a:cubicBezTo>
                  <a:lnTo>
                    <a:pt x="134128" y="53933"/>
                  </a:lnTo>
                  <a:close/>
                  <a:moveTo>
                    <a:pt x="14346" y="78864"/>
                  </a:moveTo>
                  <a:lnTo>
                    <a:pt x="120628" y="78864"/>
                  </a:lnTo>
                  <a:lnTo>
                    <a:pt x="120628" y="89249"/>
                  </a:lnTo>
                  <a:lnTo>
                    <a:pt x="14346" y="89249"/>
                  </a:lnTo>
                  <a:close/>
                  <a:moveTo>
                    <a:pt x="27314" y="102748"/>
                  </a:moveTo>
                  <a:lnTo>
                    <a:pt x="120628" y="102748"/>
                  </a:lnTo>
                  <a:lnTo>
                    <a:pt x="120628" y="217232"/>
                  </a:lnTo>
                  <a:cubicBezTo>
                    <a:pt x="116357" y="217606"/>
                    <a:pt x="112461" y="217157"/>
                    <a:pt x="108709" y="215046"/>
                  </a:cubicBezTo>
                  <a:cubicBezTo>
                    <a:pt x="108551" y="214957"/>
                    <a:pt x="108391" y="214874"/>
                    <a:pt x="108227" y="214798"/>
                  </a:cubicBezTo>
                  <a:lnTo>
                    <a:pt x="95898" y="209111"/>
                  </a:lnTo>
                  <a:lnTo>
                    <a:pt x="99006" y="202077"/>
                  </a:lnTo>
                  <a:cubicBezTo>
                    <a:pt x="102763" y="193575"/>
                    <a:pt x="98904" y="183601"/>
                    <a:pt x="90402" y="179841"/>
                  </a:cubicBezTo>
                  <a:lnTo>
                    <a:pt x="70157" y="170894"/>
                  </a:lnTo>
                  <a:cubicBezTo>
                    <a:pt x="66048" y="169077"/>
                    <a:pt x="61469" y="168974"/>
                    <a:pt x="57262" y="170602"/>
                  </a:cubicBezTo>
                  <a:cubicBezTo>
                    <a:pt x="53056" y="172230"/>
                    <a:pt x="49739" y="175389"/>
                    <a:pt x="47923" y="179497"/>
                  </a:cubicBezTo>
                  <a:cubicBezTo>
                    <a:pt x="47922" y="179497"/>
                    <a:pt x="47922" y="179497"/>
                    <a:pt x="47922" y="179497"/>
                  </a:cubicBezTo>
                  <a:lnTo>
                    <a:pt x="27315" y="226120"/>
                  </a:lnTo>
                  <a:lnTo>
                    <a:pt x="27315" y="102748"/>
                  </a:lnTo>
                  <a:close/>
                  <a:moveTo>
                    <a:pt x="40176" y="301789"/>
                  </a:moveTo>
                  <a:cubicBezTo>
                    <a:pt x="39693" y="302882"/>
                    <a:pt x="38800" y="303362"/>
                    <a:pt x="38312" y="303552"/>
                  </a:cubicBezTo>
                  <a:cubicBezTo>
                    <a:pt x="37822" y="303741"/>
                    <a:pt x="36839" y="303986"/>
                    <a:pt x="35746" y="303502"/>
                  </a:cubicBezTo>
                  <a:lnTo>
                    <a:pt x="15501" y="294555"/>
                  </a:lnTo>
                  <a:cubicBezTo>
                    <a:pt x="13835" y="293818"/>
                    <a:pt x="13051" y="291790"/>
                    <a:pt x="13787" y="290124"/>
                  </a:cubicBezTo>
                  <a:lnTo>
                    <a:pt x="60270" y="184955"/>
                  </a:lnTo>
                  <a:cubicBezTo>
                    <a:pt x="60753" y="183862"/>
                    <a:pt x="61646" y="183381"/>
                    <a:pt x="62134" y="183192"/>
                  </a:cubicBezTo>
                  <a:cubicBezTo>
                    <a:pt x="62623" y="183002"/>
                    <a:pt x="63605" y="182756"/>
                    <a:pt x="64700" y="183241"/>
                  </a:cubicBezTo>
                  <a:lnTo>
                    <a:pt x="84945" y="192189"/>
                  </a:lnTo>
                  <a:cubicBezTo>
                    <a:pt x="86611" y="192925"/>
                    <a:pt x="87395" y="194954"/>
                    <a:pt x="86659" y="196619"/>
                  </a:cubicBezTo>
                  <a:close/>
                  <a:moveTo>
                    <a:pt x="82209" y="355907"/>
                  </a:moveTo>
                  <a:cubicBezTo>
                    <a:pt x="77545" y="353412"/>
                    <a:pt x="75779" y="347588"/>
                    <a:pt x="78274" y="342922"/>
                  </a:cubicBezTo>
                  <a:lnTo>
                    <a:pt x="88350" y="324081"/>
                  </a:lnTo>
                  <a:cubicBezTo>
                    <a:pt x="90845" y="319420"/>
                    <a:pt x="96671" y="317657"/>
                    <a:pt x="101341" y="320148"/>
                  </a:cubicBezTo>
                  <a:cubicBezTo>
                    <a:pt x="105727" y="322490"/>
                    <a:pt x="107574" y="327829"/>
                    <a:pt x="105619" y="332385"/>
                  </a:cubicBezTo>
                  <a:lnTo>
                    <a:pt x="92492" y="355105"/>
                  </a:lnTo>
                  <a:cubicBezTo>
                    <a:pt x="89524" y="357324"/>
                    <a:pt x="85502" y="357668"/>
                    <a:pt x="82209" y="355907"/>
                  </a:cubicBezTo>
                  <a:close/>
                  <a:moveTo>
                    <a:pt x="104569" y="381399"/>
                  </a:moveTo>
                  <a:cubicBezTo>
                    <a:pt x="102325" y="380200"/>
                    <a:pt x="100679" y="378181"/>
                    <a:pt x="99932" y="375717"/>
                  </a:cubicBezTo>
                  <a:cubicBezTo>
                    <a:pt x="99184" y="373251"/>
                    <a:pt x="99434" y="370659"/>
                    <a:pt x="100635" y="368416"/>
                  </a:cubicBezTo>
                  <a:lnTo>
                    <a:pt x="116930" y="339795"/>
                  </a:lnTo>
                  <a:cubicBezTo>
                    <a:pt x="119903" y="337537"/>
                    <a:pt x="123952" y="337175"/>
                    <a:pt x="127279" y="338951"/>
                  </a:cubicBezTo>
                  <a:cubicBezTo>
                    <a:pt x="130920" y="340894"/>
                    <a:pt x="132903" y="345109"/>
                    <a:pt x="132171" y="349161"/>
                  </a:cubicBezTo>
                  <a:lnTo>
                    <a:pt x="117585" y="377406"/>
                  </a:lnTo>
                  <a:cubicBezTo>
                    <a:pt x="115062" y="382099"/>
                    <a:pt x="109227" y="383891"/>
                    <a:pt x="104569" y="381399"/>
                  </a:cubicBezTo>
                  <a:close/>
                  <a:moveTo>
                    <a:pt x="135172" y="391486"/>
                  </a:moveTo>
                  <a:cubicBezTo>
                    <a:pt x="131894" y="389733"/>
                    <a:pt x="129953" y="386219"/>
                    <a:pt x="130130" y="382533"/>
                  </a:cubicBezTo>
                  <a:lnTo>
                    <a:pt x="144121" y="355443"/>
                  </a:lnTo>
                  <a:cubicBezTo>
                    <a:pt x="147078" y="352647"/>
                    <a:pt x="151647" y="351988"/>
                    <a:pt x="155269" y="353921"/>
                  </a:cubicBezTo>
                  <a:cubicBezTo>
                    <a:pt x="158908" y="355863"/>
                    <a:pt x="160891" y="360072"/>
                    <a:pt x="160161" y="364121"/>
                  </a:cubicBezTo>
                  <a:lnTo>
                    <a:pt x="147270" y="388899"/>
                  </a:lnTo>
                  <a:cubicBezTo>
                    <a:pt x="144424" y="392565"/>
                    <a:pt x="139293" y="393690"/>
                    <a:pt x="135172" y="391486"/>
                  </a:cubicBezTo>
                  <a:close/>
                  <a:moveTo>
                    <a:pt x="171843" y="404580"/>
                  </a:moveTo>
                  <a:cubicBezTo>
                    <a:pt x="169378" y="405326"/>
                    <a:pt x="166785" y="405078"/>
                    <a:pt x="164542" y="403877"/>
                  </a:cubicBezTo>
                  <a:cubicBezTo>
                    <a:pt x="161197" y="402088"/>
                    <a:pt x="159221" y="398366"/>
                    <a:pt x="159520" y="394603"/>
                  </a:cubicBezTo>
                  <a:lnTo>
                    <a:pt x="172101" y="370421"/>
                  </a:lnTo>
                  <a:cubicBezTo>
                    <a:pt x="175060" y="367616"/>
                    <a:pt x="179632" y="366954"/>
                    <a:pt x="183255" y="368890"/>
                  </a:cubicBezTo>
                  <a:cubicBezTo>
                    <a:pt x="184518" y="369565"/>
                    <a:pt x="185583" y="370485"/>
                    <a:pt x="186421" y="371624"/>
                  </a:cubicBezTo>
                  <a:cubicBezTo>
                    <a:pt x="188618" y="374613"/>
                    <a:pt x="188920" y="378636"/>
                    <a:pt x="187189" y="381873"/>
                  </a:cubicBezTo>
                  <a:lnTo>
                    <a:pt x="177526" y="399942"/>
                  </a:lnTo>
                  <a:cubicBezTo>
                    <a:pt x="176327" y="402186"/>
                    <a:pt x="174307" y="403832"/>
                    <a:pt x="171843" y="404580"/>
                  </a:cubicBezTo>
                  <a:close/>
                  <a:moveTo>
                    <a:pt x="211321" y="396986"/>
                  </a:moveTo>
                  <a:cubicBezTo>
                    <a:pt x="210139" y="399135"/>
                    <a:pt x="208091" y="400753"/>
                    <a:pt x="205703" y="401422"/>
                  </a:cubicBezTo>
                  <a:cubicBezTo>
                    <a:pt x="203401" y="402067"/>
                    <a:pt x="201040" y="401790"/>
                    <a:pt x="199043" y="400643"/>
                  </a:cubicBezTo>
                  <a:lnTo>
                    <a:pt x="194007" y="397751"/>
                  </a:lnTo>
                  <a:lnTo>
                    <a:pt x="199093" y="388240"/>
                  </a:lnTo>
                  <a:cubicBezTo>
                    <a:pt x="200329" y="385929"/>
                    <a:pt x="201125" y="383453"/>
                    <a:pt x="201513" y="380929"/>
                  </a:cubicBezTo>
                  <a:cubicBezTo>
                    <a:pt x="201513" y="380929"/>
                    <a:pt x="207368" y="384353"/>
                    <a:pt x="207701" y="384540"/>
                  </a:cubicBezTo>
                  <a:cubicBezTo>
                    <a:pt x="212112" y="387013"/>
                    <a:pt x="213736" y="392596"/>
                    <a:pt x="211321" y="396986"/>
                  </a:cubicBezTo>
                  <a:close/>
                  <a:moveTo>
                    <a:pt x="277312" y="324624"/>
                  </a:moveTo>
                  <a:cubicBezTo>
                    <a:pt x="276133" y="326768"/>
                    <a:pt x="274170" y="328324"/>
                    <a:pt x="271785" y="329006"/>
                  </a:cubicBezTo>
                  <a:cubicBezTo>
                    <a:pt x="269452" y="329674"/>
                    <a:pt x="267036" y="329403"/>
                    <a:pt x="264970" y="328246"/>
                  </a:cubicBezTo>
                  <a:cubicBezTo>
                    <a:pt x="250960" y="320399"/>
                    <a:pt x="239286" y="313850"/>
                    <a:pt x="227246" y="306957"/>
                  </a:cubicBezTo>
                  <a:cubicBezTo>
                    <a:pt x="224009" y="305104"/>
                    <a:pt x="219886" y="306226"/>
                    <a:pt x="218035" y="309461"/>
                  </a:cubicBezTo>
                  <a:cubicBezTo>
                    <a:pt x="216183" y="312696"/>
                    <a:pt x="217304" y="316821"/>
                    <a:pt x="220539" y="318673"/>
                  </a:cubicBezTo>
                  <a:cubicBezTo>
                    <a:pt x="232625" y="325592"/>
                    <a:pt x="244323" y="332155"/>
                    <a:pt x="258357" y="340014"/>
                  </a:cubicBezTo>
                  <a:cubicBezTo>
                    <a:pt x="258358" y="340015"/>
                    <a:pt x="258359" y="340016"/>
                    <a:pt x="258361" y="340017"/>
                  </a:cubicBezTo>
                  <a:cubicBezTo>
                    <a:pt x="262775" y="342501"/>
                    <a:pt x="264414" y="348073"/>
                    <a:pt x="262014" y="352437"/>
                  </a:cubicBezTo>
                  <a:cubicBezTo>
                    <a:pt x="259590" y="356845"/>
                    <a:pt x="254032" y="358457"/>
                    <a:pt x="249626" y="356033"/>
                  </a:cubicBezTo>
                  <a:lnTo>
                    <a:pt x="249615" y="356027"/>
                  </a:lnTo>
                  <a:lnTo>
                    <a:pt x="199964" y="328089"/>
                  </a:lnTo>
                  <a:cubicBezTo>
                    <a:pt x="196714" y="326260"/>
                    <a:pt x="192600" y="327412"/>
                    <a:pt x="190772" y="330661"/>
                  </a:cubicBezTo>
                  <a:cubicBezTo>
                    <a:pt x="188943" y="333911"/>
                    <a:pt x="190095" y="338027"/>
                    <a:pt x="193344" y="339854"/>
                  </a:cubicBezTo>
                  <a:cubicBezTo>
                    <a:pt x="193344" y="339854"/>
                    <a:pt x="233558" y="362599"/>
                    <a:pt x="233894" y="362788"/>
                  </a:cubicBezTo>
                  <a:cubicBezTo>
                    <a:pt x="238308" y="365272"/>
                    <a:pt x="239948" y="370844"/>
                    <a:pt x="237547" y="375208"/>
                  </a:cubicBezTo>
                  <a:cubicBezTo>
                    <a:pt x="236373" y="377342"/>
                    <a:pt x="234422" y="378894"/>
                    <a:pt x="232052" y="379576"/>
                  </a:cubicBezTo>
                  <a:cubicBezTo>
                    <a:pt x="229715" y="380247"/>
                    <a:pt x="227281" y="379981"/>
                    <a:pt x="225193" y="378823"/>
                  </a:cubicBezTo>
                  <a:lnTo>
                    <a:pt x="196453" y="362554"/>
                  </a:lnTo>
                  <a:cubicBezTo>
                    <a:pt x="194558" y="360271"/>
                    <a:pt x="192265" y="358401"/>
                    <a:pt x="189616" y="356985"/>
                  </a:cubicBezTo>
                  <a:cubicBezTo>
                    <a:pt x="184254" y="354119"/>
                    <a:pt x="178193" y="353552"/>
                    <a:pt x="172649" y="355065"/>
                  </a:cubicBezTo>
                  <a:cubicBezTo>
                    <a:pt x="170833" y="349606"/>
                    <a:pt x="166990" y="344877"/>
                    <a:pt x="161625" y="342013"/>
                  </a:cubicBezTo>
                  <a:cubicBezTo>
                    <a:pt x="156262" y="339150"/>
                    <a:pt x="150201" y="338583"/>
                    <a:pt x="144661" y="340097"/>
                  </a:cubicBezTo>
                  <a:cubicBezTo>
                    <a:pt x="142844" y="334638"/>
                    <a:pt x="139002" y="329907"/>
                    <a:pt x="133635" y="327043"/>
                  </a:cubicBezTo>
                  <a:cubicBezTo>
                    <a:pt x="129222" y="324686"/>
                    <a:pt x="124280" y="323891"/>
                    <a:pt x="119536" y="324559"/>
                  </a:cubicBezTo>
                  <a:cubicBezTo>
                    <a:pt x="118326" y="317812"/>
                    <a:pt x="114147" y="311683"/>
                    <a:pt x="107698" y="308240"/>
                  </a:cubicBezTo>
                  <a:cubicBezTo>
                    <a:pt x="99106" y="303653"/>
                    <a:pt x="88884" y="305070"/>
                    <a:pt x="81865" y="311013"/>
                  </a:cubicBezTo>
                  <a:cubicBezTo>
                    <a:pt x="80499" y="304962"/>
                    <a:pt x="77960" y="298261"/>
                    <a:pt x="70442" y="295341"/>
                  </a:cubicBezTo>
                  <a:cubicBezTo>
                    <a:pt x="69557" y="294998"/>
                    <a:pt x="66928" y="293881"/>
                    <a:pt x="59827" y="290721"/>
                  </a:cubicBezTo>
                  <a:lnTo>
                    <a:pt x="90439" y="221462"/>
                  </a:lnTo>
                  <a:lnTo>
                    <a:pt x="102339" y="226951"/>
                  </a:lnTo>
                  <a:cubicBezTo>
                    <a:pt x="113752" y="233247"/>
                    <a:pt x="124800" y="230658"/>
                    <a:pt x="135487" y="228153"/>
                  </a:cubicBezTo>
                  <a:cubicBezTo>
                    <a:pt x="145531" y="225799"/>
                    <a:pt x="155130" y="223557"/>
                    <a:pt x="166150" y="227868"/>
                  </a:cubicBezTo>
                  <a:cubicBezTo>
                    <a:pt x="163818" y="229881"/>
                    <a:pt x="161491" y="232049"/>
                    <a:pt x="159182" y="234382"/>
                  </a:cubicBezTo>
                  <a:cubicBezTo>
                    <a:pt x="148933" y="244739"/>
                    <a:pt x="135925" y="254548"/>
                    <a:pt x="120518" y="263540"/>
                  </a:cubicBezTo>
                  <a:cubicBezTo>
                    <a:pt x="118362" y="264800"/>
                    <a:pt x="116856" y="266927"/>
                    <a:pt x="116385" y="269375"/>
                  </a:cubicBezTo>
                  <a:cubicBezTo>
                    <a:pt x="115914" y="271822"/>
                    <a:pt x="116525" y="274354"/>
                    <a:pt x="118053" y="276314"/>
                  </a:cubicBezTo>
                  <a:cubicBezTo>
                    <a:pt x="139721" y="304193"/>
                    <a:pt x="164890" y="294006"/>
                    <a:pt x="185114" y="285819"/>
                  </a:cubicBezTo>
                  <a:cubicBezTo>
                    <a:pt x="198368" y="280453"/>
                    <a:pt x="209812" y="275818"/>
                    <a:pt x="218738" y="280905"/>
                  </a:cubicBezTo>
                  <a:lnTo>
                    <a:pt x="273626" y="312188"/>
                  </a:lnTo>
                  <a:cubicBezTo>
                    <a:pt x="275307" y="313146"/>
                    <a:pt x="276639" y="314565"/>
                    <a:pt x="277477" y="316292"/>
                  </a:cubicBezTo>
                  <a:cubicBezTo>
                    <a:pt x="277477" y="316293"/>
                    <a:pt x="277478" y="316294"/>
                    <a:pt x="277478" y="316294"/>
                  </a:cubicBezTo>
                  <a:cubicBezTo>
                    <a:pt x="278793" y="319006"/>
                    <a:pt x="278732" y="322042"/>
                    <a:pt x="277312" y="324624"/>
                  </a:cubicBezTo>
                  <a:close/>
                  <a:moveTo>
                    <a:pt x="285991" y="305013"/>
                  </a:moveTo>
                  <a:cubicBezTo>
                    <a:pt x="284366" y="303218"/>
                    <a:pt x="282456" y="301681"/>
                    <a:pt x="280311" y="300459"/>
                  </a:cubicBezTo>
                  <a:lnTo>
                    <a:pt x="225421" y="269174"/>
                  </a:lnTo>
                  <a:cubicBezTo>
                    <a:pt x="210815" y="260850"/>
                    <a:pt x="195174" y="267180"/>
                    <a:pt x="180049" y="273303"/>
                  </a:cubicBezTo>
                  <a:cubicBezTo>
                    <a:pt x="162275" y="280499"/>
                    <a:pt x="146736" y="286790"/>
                    <a:pt x="132341" y="272195"/>
                  </a:cubicBezTo>
                  <a:cubicBezTo>
                    <a:pt x="146605" y="263426"/>
                    <a:pt x="158843" y="253917"/>
                    <a:pt x="168779" y="243877"/>
                  </a:cubicBezTo>
                  <a:cubicBezTo>
                    <a:pt x="173307" y="239301"/>
                    <a:pt x="177865" y="235435"/>
                    <a:pt x="182333" y="232381"/>
                  </a:cubicBezTo>
                  <a:cubicBezTo>
                    <a:pt x="203120" y="218123"/>
                    <a:pt x="217589" y="224038"/>
                    <a:pt x="231584" y="229759"/>
                  </a:cubicBezTo>
                  <a:cubicBezTo>
                    <a:pt x="242296" y="234136"/>
                    <a:pt x="253371" y="238666"/>
                    <a:pt x="265211" y="232507"/>
                  </a:cubicBezTo>
                  <a:lnTo>
                    <a:pt x="274567" y="227499"/>
                  </a:lnTo>
                  <a:lnTo>
                    <a:pt x="302024" y="298326"/>
                  </a:lnTo>
                  <a:close/>
                  <a:moveTo>
                    <a:pt x="347771" y="301907"/>
                  </a:moveTo>
                  <a:cubicBezTo>
                    <a:pt x="347560" y="302387"/>
                    <a:pt x="347038" y="303256"/>
                    <a:pt x="345925" y="303688"/>
                  </a:cubicBezTo>
                  <a:lnTo>
                    <a:pt x="325286" y="311688"/>
                  </a:lnTo>
                  <a:cubicBezTo>
                    <a:pt x="324171" y="312119"/>
                    <a:pt x="323201" y="311830"/>
                    <a:pt x="322721" y="311618"/>
                  </a:cubicBezTo>
                  <a:cubicBezTo>
                    <a:pt x="322242" y="311406"/>
                    <a:pt x="321372" y="310885"/>
                    <a:pt x="320941" y="309771"/>
                  </a:cubicBezTo>
                  <a:lnTo>
                    <a:pt x="279379" y="202562"/>
                  </a:lnTo>
                  <a:cubicBezTo>
                    <a:pt x="278721" y="200865"/>
                    <a:pt x="279599" y="198875"/>
                    <a:pt x="281296" y="198217"/>
                  </a:cubicBezTo>
                  <a:lnTo>
                    <a:pt x="301934" y="190217"/>
                  </a:lnTo>
                  <a:cubicBezTo>
                    <a:pt x="302356" y="190054"/>
                    <a:pt x="302757" y="189993"/>
                    <a:pt x="303119" y="189993"/>
                  </a:cubicBezTo>
                  <a:cubicBezTo>
                    <a:pt x="303713" y="189993"/>
                    <a:pt x="304200" y="190154"/>
                    <a:pt x="304499" y="190287"/>
                  </a:cubicBezTo>
                  <a:cubicBezTo>
                    <a:pt x="304978" y="190499"/>
                    <a:pt x="305847" y="191020"/>
                    <a:pt x="306279" y="192134"/>
                  </a:cubicBezTo>
                  <a:lnTo>
                    <a:pt x="347842" y="299342"/>
                  </a:lnTo>
                  <a:cubicBezTo>
                    <a:pt x="348274" y="300458"/>
                    <a:pt x="347983" y="301428"/>
                    <a:pt x="347771" y="301907"/>
                  </a:cubicBezTo>
                  <a:close/>
                  <a:moveTo>
                    <a:pt x="303600" y="207393"/>
                  </a:moveTo>
                  <a:cubicBezTo>
                    <a:pt x="303600" y="211181"/>
                    <a:pt x="300511" y="214270"/>
                    <a:pt x="296723" y="214270"/>
                  </a:cubicBezTo>
                  <a:cubicBezTo>
                    <a:pt x="292935" y="214270"/>
                    <a:pt x="289846" y="211181"/>
                    <a:pt x="289846" y="207393"/>
                  </a:cubicBezTo>
                  <a:cubicBezTo>
                    <a:pt x="289846" y="203605"/>
                    <a:pt x="292935" y="200516"/>
                    <a:pt x="296723" y="200516"/>
                  </a:cubicBezTo>
                  <a:cubicBezTo>
                    <a:pt x="300511" y="200515"/>
                    <a:pt x="303600" y="203604"/>
                    <a:pt x="303600" y="20739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6160854" y="2606646"/>
              <a:ext cx="329680" cy="338394"/>
            </a:xfrm>
            <a:custGeom>
              <a:rect b="b" l="l" r="r" t="t"/>
              <a:pathLst>
                <a:path extrusionOk="0" h="421875" w="411009">
                  <a:moveTo>
                    <a:pt x="400066" y="311812"/>
                  </a:moveTo>
                  <a:cubicBezTo>
                    <a:pt x="407430" y="306582"/>
                    <a:pt x="411009" y="299994"/>
                    <a:pt x="411009" y="291672"/>
                  </a:cubicBezTo>
                  <a:cubicBezTo>
                    <a:pt x="411009" y="283349"/>
                    <a:pt x="407430" y="276762"/>
                    <a:pt x="400066" y="271531"/>
                  </a:cubicBezTo>
                  <a:cubicBezTo>
                    <a:pt x="395093" y="267998"/>
                    <a:pt x="392733" y="262301"/>
                    <a:pt x="393752" y="256286"/>
                  </a:cubicBezTo>
                  <a:cubicBezTo>
                    <a:pt x="395259" y="247381"/>
                    <a:pt x="393132" y="240192"/>
                    <a:pt x="387248" y="234307"/>
                  </a:cubicBezTo>
                  <a:cubicBezTo>
                    <a:pt x="381362" y="228421"/>
                    <a:pt x="374172" y="226294"/>
                    <a:pt x="365270" y="227804"/>
                  </a:cubicBezTo>
                  <a:cubicBezTo>
                    <a:pt x="359257" y="228823"/>
                    <a:pt x="353557" y="226462"/>
                    <a:pt x="350025" y="221489"/>
                  </a:cubicBezTo>
                  <a:cubicBezTo>
                    <a:pt x="349023" y="220077"/>
                    <a:pt x="347969" y="218807"/>
                    <a:pt x="346864" y="217672"/>
                  </a:cubicBezTo>
                  <a:lnTo>
                    <a:pt x="346864" y="73804"/>
                  </a:lnTo>
                  <a:cubicBezTo>
                    <a:pt x="346864" y="64311"/>
                    <a:pt x="341050" y="56219"/>
                    <a:pt x="332053" y="53188"/>
                  </a:cubicBezTo>
                  <a:lnTo>
                    <a:pt x="174778" y="221"/>
                  </a:lnTo>
                  <a:cubicBezTo>
                    <a:pt x="173904" y="-74"/>
                    <a:pt x="172959" y="-74"/>
                    <a:pt x="172085" y="221"/>
                  </a:cubicBezTo>
                  <a:lnTo>
                    <a:pt x="14811" y="53188"/>
                  </a:lnTo>
                  <a:cubicBezTo>
                    <a:pt x="5814" y="56219"/>
                    <a:pt x="0" y="64311"/>
                    <a:pt x="0" y="73804"/>
                  </a:cubicBezTo>
                  <a:lnTo>
                    <a:pt x="0" y="218722"/>
                  </a:lnTo>
                  <a:cubicBezTo>
                    <a:pt x="0" y="254953"/>
                    <a:pt x="14059" y="286502"/>
                    <a:pt x="42979" y="315170"/>
                  </a:cubicBezTo>
                  <a:cubicBezTo>
                    <a:pt x="68178" y="340148"/>
                    <a:pt x="101198" y="359860"/>
                    <a:pt x="133130" y="378923"/>
                  </a:cubicBezTo>
                  <a:cubicBezTo>
                    <a:pt x="146473" y="386889"/>
                    <a:pt x="159077" y="394412"/>
                    <a:pt x="171123" y="402287"/>
                  </a:cubicBezTo>
                  <a:cubicBezTo>
                    <a:pt x="171824" y="402745"/>
                    <a:pt x="172628" y="402975"/>
                    <a:pt x="173431" y="402975"/>
                  </a:cubicBezTo>
                  <a:cubicBezTo>
                    <a:pt x="174234" y="402975"/>
                    <a:pt x="175038" y="402745"/>
                    <a:pt x="175740" y="402287"/>
                  </a:cubicBezTo>
                  <a:cubicBezTo>
                    <a:pt x="187784" y="394412"/>
                    <a:pt x="200388" y="386889"/>
                    <a:pt x="213730" y="378924"/>
                  </a:cubicBezTo>
                  <a:cubicBezTo>
                    <a:pt x="232151" y="367927"/>
                    <a:pt x="251132" y="356569"/>
                    <a:pt x="268683" y="344148"/>
                  </a:cubicBezTo>
                  <a:cubicBezTo>
                    <a:pt x="269710" y="345870"/>
                    <a:pt x="270984" y="347498"/>
                    <a:pt x="272520" y="349036"/>
                  </a:cubicBezTo>
                  <a:cubicBezTo>
                    <a:pt x="274644" y="351159"/>
                    <a:pt x="276941" y="352786"/>
                    <a:pt x="279423" y="353937"/>
                  </a:cubicBezTo>
                  <a:lnTo>
                    <a:pt x="257826" y="399693"/>
                  </a:lnTo>
                  <a:cubicBezTo>
                    <a:pt x="257110" y="401207"/>
                    <a:pt x="257359" y="403001"/>
                    <a:pt x="258459" y="404263"/>
                  </a:cubicBezTo>
                  <a:cubicBezTo>
                    <a:pt x="259558" y="405525"/>
                    <a:pt x="261300" y="406020"/>
                    <a:pt x="262899" y="405520"/>
                  </a:cubicBezTo>
                  <a:lnTo>
                    <a:pt x="285829" y="398353"/>
                  </a:lnTo>
                  <a:lnTo>
                    <a:pt x="297002" y="419619"/>
                  </a:lnTo>
                  <a:cubicBezTo>
                    <a:pt x="297733" y="421012"/>
                    <a:pt x="299176" y="421876"/>
                    <a:pt x="300735" y="421876"/>
                  </a:cubicBezTo>
                  <a:cubicBezTo>
                    <a:pt x="300833" y="421876"/>
                    <a:pt x="300933" y="421872"/>
                    <a:pt x="301033" y="421865"/>
                  </a:cubicBezTo>
                  <a:cubicBezTo>
                    <a:pt x="302703" y="421747"/>
                    <a:pt x="304146" y="420652"/>
                    <a:pt x="304709" y="419075"/>
                  </a:cubicBezTo>
                  <a:lnTo>
                    <a:pt x="321722" y="371445"/>
                  </a:lnTo>
                  <a:cubicBezTo>
                    <a:pt x="324240" y="372342"/>
                    <a:pt x="326952" y="372796"/>
                    <a:pt x="329884" y="372796"/>
                  </a:cubicBezTo>
                  <a:cubicBezTo>
                    <a:pt x="332887" y="372796"/>
                    <a:pt x="335661" y="372323"/>
                    <a:pt x="338231" y="371381"/>
                  </a:cubicBezTo>
                  <a:lnTo>
                    <a:pt x="355313" y="419006"/>
                  </a:lnTo>
                  <a:cubicBezTo>
                    <a:pt x="355879" y="420582"/>
                    <a:pt x="357322" y="421675"/>
                    <a:pt x="358993" y="421790"/>
                  </a:cubicBezTo>
                  <a:cubicBezTo>
                    <a:pt x="359091" y="421797"/>
                    <a:pt x="359188" y="421801"/>
                    <a:pt x="359285" y="421801"/>
                  </a:cubicBezTo>
                  <a:cubicBezTo>
                    <a:pt x="360846" y="421801"/>
                    <a:pt x="362290" y="420936"/>
                    <a:pt x="363022" y="419539"/>
                  </a:cubicBezTo>
                  <a:lnTo>
                    <a:pt x="374166" y="398258"/>
                  </a:lnTo>
                  <a:lnTo>
                    <a:pt x="397105" y="405395"/>
                  </a:lnTo>
                  <a:cubicBezTo>
                    <a:pt x="398706" y="405893"/>
                    <a:pt x="400445" y="405397"/>
                    <a:pt x="401544" y="404132"/>
                  </a:cubicBezTo>
                  <a:cubicBezTo>
                    <a:pt x="402642" y="402868"/>
                    <a:pt x="402888" y="401074"/>
                    <a:pt x="402171" y="399561"/>
                  </a:cubicBezTo>
                  <a:lnTo>
                    <a:pt x="380521" y="353851"/>
                  </a:lnTo>
                  <a:cubicBezTo>
                    <a:pt x="382937" y="352705"/>
                    <a:pt x="385175" y="351108"/>
                    <a:pt x="387248" y="349035"/>
                  </a:cubicBezTo>
                  <a:cubicBezTo>
                    <a:pt x="393134" y="343149"/>
                    <a:pt x="395261" y="335960"/>
                    <a:pt x="393752" y="327056"/>
                  </a:cubicBezTo>
                  <a:cubicBezTo>
                    <a:pt x="392733" y="321043"/>
                    <a:pt x="395094" y="315345"/>
                    <a:pt x="400066" y="311812"/>
                  </a:cubicBezTo>
                  <a:close/>
                  <a:moveTo>
                    <a:pt x="209406" y="371679"/>
                  </a:moveTo>
                  <a:cubicBezTo>
                    <a:pt x="197384" y="378856"/>
                    <a:pt x="184977" y="386263"/>
                    <a:pt x="173431" y="393725"/>
                  </a:cubicBezTo>
                  <a:cubicBezTo>
                    <a:pt x="161885" y="386263"/>
                    <a:pt x="149477" y="378855"/>
                    <a:pt x="137454" y="371678"/>
                  </a:cubicBezTo>
                  <a:cubicBezTo>
                    <a:pt x="74026" y="333813"/>
                    <a:pt x="8437" y="294658"/>
                    <a:pt x="8437" y="218722"/>
                  </a:cubicBezTo>
                  <a:lnTo>
                    <a:pt x="8437" y="73804"/>
                  </a:lnTo>
                  <a:cubicBezTo>
                    <a:pt x="8437" y="67993"/>
                    <a:pt x="11996" y="63040"/>
                    <a:pt x="17504" y="61184"/>
                  </a:cubicBezTo>
                  <a:lnTo>
                    <a:pt x="173432" y="8670"/>
                  </a:lnTo>
                  <a:lnTo>
                    <a:pt x="329360" y="61184"/>
                  </a:lnTo>
                  <a:cubicBezTo>
                    <a:pt x="334868" y="63040"/>
                    <a:pt x="338426" y="67993"/>
                    <a:pt x="338426" y="73804"/>
                  </a:cubicBezTo>
                  <a:lnTo>
                    <a:pt x="338426" y="212030"/>
                  </a:lnTo>
                  <a:cubicBezTo>
                    <a:pt x="335803" y="211040"/>
                    <a:pt x="332964" y="210547"/>
                    <a:pt x="329885" y="210547"/>
                  </a:cubicBezTo>
                  <a:cubicBezTo>
                    <a:pt x="326806" y="210547"/>
                    <a:pt x="323967" y="211039"/>
                    <a:pt x="321344" y="212029"/>
                  </a:cubicBezTo>
                  <a:lnTo>
                    <a:pt x="321344" y="79541"/>
                  </a:lnTo>
                  <a:cubicBezTo>
                    <a:pt x="321344" y="77730"/>
                    <a:pt x="320188" y="76121"/>
                    <a:pt x="318472" y="75543"/>
                  </a:cubicBezTo>
                  <a:lnTo>
                    <a:pt x="174778" y="27149"/>
                  </a:lnTo>
                  <a:cubicBezTo>
                    <a:pt x="173904" y="26855"/>
                    <a:pt x="172959" y="26855"/>
                    <a:pt x="172085" y="27149"/>
                  </a:cubicBezTo>
                  <a:lnTo>
                    <a:pt x="28393" y="75543"/>
                  </a:lnTo>
                  <a:cubicBezTo>
                    <a:pt x="26677" y="76121"/>
                    <a:pt x="25521" y="77730"/>
                    <a:pt x="25521" y="79541"/>
                  </a:cubicBezTo>
                  <a:lnTo>
                    <a:pt x="25521" y="218722"/>
                  </a:lnTo>
                  <a:cubicBezTo>
                    <a:pt x="25521" y="237494"/>
                    <a:pt x="30093" y="254319"/>
                    <a:pt x="39499" y="270158"/>
                  </a:cubicBezTo>
                  <a:cubicBezTo>
                    <a:pt x="61276" y="306824"/>
                    <a:pt x="108765" y="335008"/>
                    <a:pt x="150664" y="359875"/>
                  </a:cubicBezTo>
                  <a:cubicBezTo>
                    <a:pt x="157847" y="364138"/>
                    <a:pt x="164631" y="368164"/>
                    <a:pt x="171168" y="372162"/>
                  </a:cubicBezTo>
                  <a:cubicBezTo>
                    <a:pt x="171844" y="372575"/>
                    <a:pt x="172607" y="372781"/>
                    <a:pt x="173369" y="372781"/>
                  </a:cubicBezTo>
                  <a:cubicBezTo>
                    <a:pt x="174140" y="372781"/>
                    <a:pt x="174910" y="372570"/>
                    <a:pt x="175591" y="372148"/>
                  </a:cubicBezTo>
                  <a:cubicBezTo>
                    <a:pt x="183933" y="366979"/>
                    <a:pt x="192520" y="361855"/>
                    <a:pt x="200825" y="356900"/>
                  </a:cubicBezTo>
                  <a:cubicBezTo>
                    <a:pt x="207745" y="352773"/>
                    <a:pt x="214900" y="348504"/>
                    <a:pt x="221894" y="344220"/>
                  </a:cubicBezTo>
                  <a:cubicBezTo>
                    <a:pt x="235001" y="336191"/>
                    <a:pt x="249985" y="326823"/>
                    <a:pt x="263904" y="316212"/>
                  </a:cubicBezTo>
                  <a:cubicBezTo>
                    <a:pt x="265900" y="319352"/>
                    <a:pt x="266681" y="323135"/>
                    <a:pt x="266017" y="327056"/>
                  </a:cubicBezTo>
                  <a:cubicBezTo>
                    <a:pt x="265485" y="330195"/>
                    <a:pt x="265416" y="333118"/>
                    <a:pt x="265793" y="335849"/>
                  </a:cubicBezTo>
                  <a:cubicBezTo>
                    <a:pt x="247970" y="348635"/>
                    <a:pt x="228387" y="360348"/>
                    <a:pt x="209406" y="371678"/>
                  </a:cubicBezTo>
                  <a:close/>
                  <a:moveTo>
                    <a:pt x="266018" y="256287"/>
                  </a:moveTo>
                  <a:cubicBezTo>
                    <a:pt x="267037" y="262300"/>
                    <a:pt x="264676" y="267998"/>
                    <a:pt x="259703" y="271530"/>
                  </a:cubicBezTo>
                  <a:cubicBezTo>
                    <a:pt x="252339" y="276760"/>
                    <a:pt x="248760" y="283348"/>
                    <a:pt x="248760" y="291671"/>
                  </a:cubicBezTo>
                  <a:cubicBezTo>
                    <a:pt x="248760" y="299211"/>
                    <a:pt x="251709" y="305324"/>
                    <a:pt x="257738" y="310296"/>
                  </a:cubicBezTo>
                  <a:cubicBezTo>
                    <a:pt x="244423" y="320346"/>
                    <a:pt x="230081" y="329310"/>
                    <a:pt x="217487" y="337025"/>
                  </a:cubicBezTo>
                  <a:cubicBezTo>
                    <a:pt x="210534" y="341283"/>
                    <a:pt x="203401" y="345539"/>
                    <a:pt x="196503" y="349654"/>
                  </a:cubicBezTo>
                  <a:cubicBezTo>
                    <a:pt x="188896" y="354192"/>
                    <a:pt x="181053" y="358871"/>
                    <a:pt x="173354" y="363612"/>
                  </a:cubicBezTo>
                  <a:cubicBezTo>
                    <a:pt x="167459" y="360030"/>
                    <a:pt x="161371" y="356418"/>
                    <a:pt x="154970" y="352619"/>
                  </a:cubicBezTo>
                  <a:cubicBezTo>
                    <a:pt x="113937" y="328267"/>
                    <a:pt x="67431" y="300665"/>
                    <a:pt x="46753" y="265849"/>
                  </a:cubicBezTo>
                  <a:cubicBezTo>
                    <a:pt x="38143" y="251350"/>
                    <a:pt x="33958" y="235935"/>
                    <a:pt x="33958" y="218722"/>
                  </a:cubicBezTo>
                  <a:lnTo>
                    <a:pt x="33958" y="82572"/>
                  </a:lnTo>
                  <a:lnTo>
                    <a:pt x="173432" y="35598"/>
                  </a:lnTo>
                  <a:lnTo>
                    <a:pt x="312906" y="82572"/>
                  </a:lnTo>
                  <a:lnTo>
                    <a:pt x="312906" y="217673"/>
                  </a:lnTo>
                  <a:cubicBezTo>
                    <a:pt x="311801" y="218808"/>
                    <a:pt x="310747" y="220078"/>
                    <a:pt x="309745" y="221490"/>
                  </a:cubicBezTo>
                  <a:cubicBezTo>
                    <a:pt x="306212" y="226463"/>
                    <a:pt x="300513" y="228821"/>
                    <a:pt x="294500" y="227804"/>
                  </a:cubicBezTo>
                  <a:cubicBezTo>
                    <a:pt x="285598" y="226296"/>
                    <a:pt x="278405" y="228424"/>
                    <a:pt x="272522" y="234307"/>
                  </a:cubicBezTo>
                  <a:cubicBezTo>
                    <a:pt x="266635" y="240193"/>
                    <a:pt x="264508" y="247383"/>
                    <a:pt x="266018" y="256286"/>
                  </a:cubicBezTo>
                  <a:close/>
                  <a:moveTo>
                    <a:pt x="299998" y="407180"/>
                  </a:moveTo>
                  <a:lnTo>
                    <a:pt x="291662" y="391313"/>
                  </a:lnTo>
                  <a:cubicBezTo>
                    <a:pt x="290715" y="389510"/>
                    <a:pt x="288617" y="388638"/>
                    <a:pt x="286668" y="389249"/>
                  </a:cubicBezTo>
                  <a:lnTo>
                    <a:pt x="269561" y="394596"/>
                  </a:lnTo>
                  <a:lnTo>
                    <a:pt x="287797" y="355963"/>
                  </a:lnTo>
                  <a:cubicBezTo>
                    <a:pt x="289918" y="356074"/>
                    <a:pt x="292148" y="355937"/>
                    <a:pt x="294500" y="355537"/>
                  </a:cubicBezTo>
                  <a:cubicBezTo>
                    <a:pt x="300513" y="354522"/>
                    <a:pt x="306212" y="356879"/>
                    <a:pt x="309744" y="361852"/>
                  </a:cubicBezTo>
                  <a:cubicBezTo>
                    <a:pt x="311171" y="363861"/>
                    <a:pt x="312703" y="365578"/>
                    <a:pt x="314339" y="367029"/>
                  </a:cubicBezTo>
                  <a:close/>
                  <a:moveTo>
                    <a:pt x="390429" y="394481"/>
                  </a:moveTo>
                  <a:lnTo>
                    <a:pt x="373315" y="389156"/>
                  </a:lnTo>
                  <a:cubicBezTo>
                    <a:pt x="371366" y="388551"/>
                    <a:pt x="369269" y="389422"/>
                    <a:pt x="368324" y="391227"/>
                  </a:cubicBezTo>
                  <a:lnTo>
                    <a:pt x="360010" y="407106"/>
                  </a:lnTo>
                  <a:lnTo>
                    <a:pt x="345586" y="366894"/>
                  </a:lnTo>
                  <a:cubicBezTo>
                    <a:pt x="347164" y="365473"/>
                    <a:pt x="348643" y="363799"/>
                    <a:pt x="350025" y="361853"/>
                  </a:cubicBezTo>
                  <a:cubicBezTo>
                    <a:pt x="353558" y="356881"/>
                    <a:pt x="359253" y="354522"/>
                    <a:pt x="365270" y="355539"/>
                  </a:cubicBezTo>
                  <a:cubicBezTo>
                    <a:pt x="367700" y="355951"/>
                    <a:pt x="369997" y="356082"/>
                    <a:pt x="372179" y="355949"/>
                  </a:cubicBezTo>
                  <a:lnTo>
                    <a:pt x="390429" y="394482"/>
                  </a:lnTo>
                  <a:close/>
                  <a:moveTo>
                    <a:pt x="385433" y="328465"/>
                  </a:moveTo>
                  <a:cubicBezTo>
                    <a:pt x="386495" y="334729"/>
                    <a:pt x="385253" y="339096"/>
                    <a:pt x="381282" y="343068"/>
                  </a:cubicBezTo>
                  <a:cubicBezTo>
                    <a:pt x="377312" y="347038"/>
                    <a:pt x="372945" y="348282"/>
                    <a:pt x="366678" y="347219"/>
                  </a:cubicBezTo>
                  <a:cubicBezTo>
                    <a:pt x="357388" y="345644"/>
                    <a:pt x="348597" y="349290"/>
                    <a:pt x="343146" y="356966"/>
                  </a:cubicBezTo>
                  <a:cubicBezTo>
                    <a:pt x="339466" y="362147"/>
                    <a:pt x="335499" y="364357"/>
                    <a:pt x="329883" y="364357"/>
                  </a:cubicBezTo>
                  <a:cubicBezTo>
                    <a:pt x="324267" y="364357"/>
                    <a:pt x="320301" y="362147"/>
                    <a:pt x="316621" y="356967"/>
                  </a:cubicBezTo>
                  <a:cubicBezTo>
                    <a:pt x="312006" y="350467"/>
                    <a:pt x="304994" y="346860"/>
                    <a:pt x="297316" y="346860"/>
                  </a:cubicBezTo>
                  <a:cubicBezTo>
                    <a:pt x="295926" y="346860"/>
                    <a:pt x="294513" y="346978"/>
                    <a:pt x="293088" y="347219"/>
                  </a:cubicBezTo>
                  <a:cubicBezTo>
                    <a:pt x="286824" y="348284"/>
                    <a:pt x="282457" y="347040"/>
                    <a:pt x="278485" y="343069"/>
                  </a:cubicBezTo>
                  <a:cubicBezTo>
                    <a:pt x="274515" y="339098"/>
                    <a:pt x="273273" y="334731"/>
                    <a:pt x="274334" y="328465"/>
                  </a:cubicBezTo>
                  <a:cubicBezTo>
                    <a:pt x="275906" y="319182"/>
                    <a:pt x="272263" y="310384"/>
                    <a:pt x="264587" y="304932"/>
                  </a:cubicBezTo>
                  <a:cubicBezTo>
                    <a:pt x="259405" y="301253"/>
                    <a:pt x="257195" y="297287"/>
                    <a:pt x="257195" y="291671"/>
                  </a:cubicBezTo>
                  <a:cubicBezTo>
                    <a:pt x="257195" y="286055"/>
                    <a:pt x="259405" y="282089"/>
                    <a:pt x="264587" y="278409"/>
                  </a:cubicBezTo>
                  <a:cubicBezTo>
                    <a:pt x="272263" y="272957"/>
                    <a:pt x="275907" y="264160"/>
                    <a:pt x="274334" y="254876"/>
                  </a:cubicBezTo>
                  <a:cubicBezTo>
                    <a:pt x="273271" y="248612"/>
                    <a:pt x="274513" y="244245"/>
                    <a:pt x="278485" y="240274"/>
                  </a:cubicBezTo>
                  <a:cubicBezTo>
                    <a:pt x="282455" y="236304"/>
                    <a:pt x="286817" y="235060"/>
                    <a:pt x="293089" y="236122"/>
                  </a:cubicBezTo>
                  <a:cubicBezTo>
                    <a:pt x="302368" y="237696"/>
                    <a:pt x="311170" y="234052"/>
                    <a:pt x="316621" y="226375"/>
                  </a:cubicBezTo>
                  <a:cubicBezTo>
                    <a:pt x="320301" y="221194"/>
                    <a:pt x="324267" y="218983"/>
                    <a:pt x="329883" y="218983"/>
                  </a:cubicBezTo>
                  <a:cubicBezTo>
                    <a:pt x="335499" y="218983"/>
                    <a:pt x="339465" y="221194"/>
                    <a:pt x="343146" y="226375"/>
                  </a:cubicBezTo>
                  <a:cubicBezTo>
                    <a:pt x="348597" y="234050"/>
                    <a:pt x="357396" y="237694"/>
                    <a:pt x="366679" y="236122"/>
                  </a:cubicBezTo>
                  <a:cubicBezTo>
                    <a:pt x="372941" y="235058"/>
                    <a:pt x="377309" y="236301"/>
                    <a:pt x="381281" y="240273"/>
                  </a:cubicBezTo>
                  <a:cubicBezTo>
                    <a:pt x="385251" y="244243"/>
                    <a:pt x="386493" y="248611"/>
                    <a:pt x="385433" y="254876"/>
                  </a:cubicBezTo>
                  <a:cubicBezTo>
                    <a:pt x="383860" y="264159"/>
                    <a:pt x="387503" y="272956"/>
                    <a:pt x="395180" y="278409"/>
                  </a:cubicBezTo>
                  <a:cubicBezTo>
                    <a:pt x="400361" y="282088"/>
                    <a:pt x="402572" y="286055"/>
                    <a:pt x="402572" y="291670"/>
                  </a:cubicBezTo>
                  <a:cubicBezTo>
                    <a:pt x="402572" y="297285"/>
                    <a:pt x="400361" y="301251"/>
                    <a:pt x="395180" y="304932"/>
                  </a:cubicBezTo>
                  <a:cubicBezTo>
                    <a:pt x="387503" y="310384"/>
                    <a:pt x="383860" y="319181"/>
                    <a:pt x="385433" y="328464"/>
                  </a:cubicBezTo>
                  <a:close/>
                  <a:moveTo>
                    <a:pt x="329884" y="250424"/>
                  </a:moveTo>
                  <a:cubicBezTo>
                    <a:pt x="307140" y="250424"/>
                    <a:pt x="288637" y="268927"/>
                    <a:pt x="288637" y="291671"/>
                  </a:cubicBezTo>
                  <a:cubicBezTo>
                    <a:pt x="288637" y="314414"/>
                    <a:pt x="307140" y="332917"/>
                    <a:pt x="329884" y="332917"/>
                  </a:cubicBezTo>
                  <a:cubicBezTo>
                    <a:pt x="352628" y="332917"/>
                    <a:pt x="371131" y="314414"/>
                    <a:pt x="371131" y="291671"/>
                  </a:cubicBezTo>
                  <a:cubicBezTo>
                    <a:pt x="371131" y="268927"/>
                    <a:pt x="352628" y="250424"/>
                    <a:pt x="329884" y="250424"/>
                  </a:cubicBezTo>
                  <a:close/>
                  <a:moveTo>
                    <a:pt x="329884" y="324480"/>
                  </a:moveTo>
                  <a:cubicBezTo>
                    <a:pt x="311793" y="324480"/>
                    <a:pt x="297074" y="309762"/>
                    <a:pt x="297074" y="291671"/>
                  </a:cubicBezTo>
                  <a:cubicBezTo>
                    <a:pt x="297074" y="273580"/>
                    <a:pt x="311793" y="258861"/>
                    <a:pt x="329884" y="258861"/>
                  </a:cubicBezTo>
                  <a:cubicBezTo>
                    <a:pt x="347976" y="258861"/>
                    <a:pt x="362694" y="273579"/>
                    <a:pt x="362694" y="291671"/>
                  </a:cubicBezTo>
                  <a:cubicBezTo>
                    <a:pt x="362694" y="309762"/>
                    <a:pt x="347976" y="324480"/>
                    <a:pt x="329884" y="324480"/>
                  </a:cubicBezTo>
                  <a:close/>
                  <a:moveTo>
                    <a:pt x="231053" y="97282"/>
                  </a:moveTo>
                  <a:cubicBezTo>
                    <a:pt x="229324" y="95720"/>
                    <a:pt x="229190" y="93053"/>
                    <a:pt x="230753" y="91324"/>
                  </a:cubicBezTo>
                  <a:lnTo>
                    <a:pt x="239526" y="81616"/>
                  </a:lnTo>
                  <a:cubicBezTo>
                    <a:pt x="241087" y="79889"/>
                    <a:pt x="243754" y="79751"/>
                    <a:pt x="245485" y="81315"/>
                  </a:cubicBezTo>
                  <a:cubicBezTo>
                    <a:pt x="247214" y="82877"/>
                    <a:pt x="247348" y="85544"/>
                    <a:pt x="245785" y="87273"/>
                  </a:cubicBezTo>
                  <a:lnTo>
                    <a:pt x="237012" y="96981"/>
                  </a:lnTo>
                  <a:cubicBezTo>
                    <a:pt x="236180" y="97903"/>
                    <a:pt x="235032" y="98371"/>
                    <a:pt x="233881" y="98371"/>
                  </a:cubicBezTo>
                  <a:cubicBezTo>
                    <a:pt x="232873" y="98371"/>
                    <a:pt x="231861" y="98011"/>
                    <a:pt x="231053" y="97282"/>
                  </a:cubicBezTo>
                  <a:close/>
                  <a:moveTo>
                    <a:pt x="169214" y="74945"/>
                  </a:moveTo>
                  <a:lnTo>
                    <a:pt x="169214" y="61956"/>
                  </a:lnTo>
                  <a:cubicBezTo>
                    <a:pt x="169214" y="59626"/>
                    <a:pt x="171102" y="57737"/>
                    <a:pt x="173433" y="57737"/>
                  </a:cubicBezTo>
                  <a:cubicBezTo>
                    <a:pt x="175763" y="57737"/>
                    <a:pt x="177652" y="59626"/>
                    <a:pt x="177652" y="61956"/>
                  </a:cubicBezTo>
                  <a:lnTo>
                    <a:pt x="177652" y="74945"/>
                  </a:lnTo>
                  <a:cubicBezTo>
                    <a:pt x="177652" y="77275"/>
                    <a:pt x="175763" y="79164"/>
                    <a:pt x="173433" y="79164"/>
                  </a:cubicBezTo>
                  <a:cubicBezTo>
                    <a:pt x="171102" y="79164"/>
                    <a:pt x="169214" y="77275"/>
                    <a:pt x="169214" y="74945"/>
                  </a:cubicBezTo>
                  <a:close/>
                  <a:moveTo>
                    <a:pt x="279536" y="156056"/>
                  </a:moveTo>
                  <a:lnTo>
                    <a:pt x="264678" y="156031"/>
                  </a:lnTo>
                  <a:cubicBezTo>
                    <a:pt x="262349" y="156027"/>
                    <a:pt x="260463" y="154135"/>
                    <a:pt x="260467" y="151806"/>
                  </a:cubicBezTo>
                  <a:cubicBezTo>
                    <a:pt x="260472" y="149479"/>
                    <a:pt x="262359" y="147594"/>
                    <a:pt x="264686" y="147594"/>
                  </a:cubicBezTo>
                  <a:lnTo>
                    <a:pt x="264694" y="147594"/>
                  </a:lnTo>
                  <a:lnTo>
                    <a:pt x="279551" y="147618"/>
                  </a:lnTo>
                  <a:cubicBezTo>
                    <a:pt x="281881" y="147622"/>
                    <a:pt x="283767" y="149514"/>
                    <a:pt x="283762" y="151844"/>
                  </a:cubicBezTo>
                  <a:cubicBezTo>
                    <a:pt x="283758" y="154171"/>
                    <a:pt x="281871" y="156056"/>
                    <a:pt x="279544" y="156056"/>
                  </a:cubicBezTo>
                  <a:close/>
                  <a:moveTo>
                    <a:pt x="86398" y="151805"/>
                  </a:moveTo>
                  <a:cubicBezTo>
                    <a:pt x="86403" y="154134"/>
                    <a:pt x="84517" y="156026"/>
                    <a:pt x="82187" y="156030"/>
                  </a:cubicBezTo>
                  <a:lnTo>
                    <a:pt x="67329" y="156055"/>
                  </a:lnTo>
                  <a:lnTo>
                    <a:pt x="67321" y="156055"/>
                  </a:lnTo>
                  <a:cubicBezTo>
                    <a:pt x="64994" y="156055"/>
                    <a:pt x="63107" y="154171"/>
                    <a:pt x="63102" y="151843"/>
                  </a:cubicBezTo>
                  <a:cubicBezTo>
                    <a:pt x="63098" y="149513"/>
                    <a:pt x="64984" y="147621"/>
                    <a:pt x="67314" y="147617"/>
                  </a:cubicBezTo>
                  <a:lnTo>
                    <a:pt x="82172" y="147593"/>
                  </a:lnTo>
                  <a:lnTo>
                    <a:pt x="82180" y="147593"/>
                  </a:lnTo>
                  <a:cubicBezTo>
                    <a:pt x="84507" y="147593"/>
                    <a:pt x="86394" y="149477"/>
                    <a:pt x="86398" y="151805"/>
                  </a:cubicBezTo>
                  <a:close/>
                  <a:moveTo>
                    <a:pt x="101079" y="87272"/>
                  </a:moveTo>
                  <a:cubicBezTo>
                    <a:pt x="99517" y="85543"/>
                    <a:pt x="99652" y="82876"/>
                    <a:pt x="101380" y="81314"/>
                  </a:cubicBezTo>
                  <a:cubicBezTo>
                    <a:pt x="103110" y="79751"/>
                    <a:pt x="105778" y="79887"/>
                    <a:pt x="107339" y="81615"/>
                  </a:cubicBezTo>
                  <a:lnTo>
                    <a:pt x="116113" y="91323"/>
                  </a:lnTo>
                  <a:cubicBezTo>
                    <a:pt x="117674" y="93052"/>
                    <a:pt x="117539" y="95719"/>
                    <a:pt x="115811" y="97282"/>
                  </a:cubicBezTo>
                  <a:cubicBezTo>
                    <a:pt x="115004" y="98011"/>
                    <a:pt x="113992" y="98371"/>
                    <a:pt x="112984" y="98371"/>
                  </a:cubicBezTo>
                  <a:cubicBezTo>
                    <a:pt x="111832" y="98371"/>
                    <a:pt x="110685" y="97903"/>
                    <a:pt x="109853" y="96981"/>
                  </a:cubicBezTo>
                  <a:lnTo>
                    <a:pt x="101079" y="87273"/>
                  </a:lnTo>
                  <a:close/>
                  <a:moveTo>
                    <a:pt x="227049" y="107497"/>
                  </a:moveTo>
                  <a:cubicBezTo>
                    <a:pt x="212890" y="96223"/>
                    <a:pt x="193897" y="90013"/>
                    <a:pt x="173569" y="90013"/>
                  </a:cubicBezTo>
                  <a:cubicBezTo>
                    <a:pt x="153240" y="90013"/>
                    <a:pt x="134247" y="96222"/>
                    <a:pt x="120088" y="107497"/>
                  </a:cubicBezTo>
                  <a:cubicBezTo>
                    <a:pt x="103926" y="120367"/>
                    <a:pt x="95383" y="138693"/>
                    <a:pt x="95383" y="160494"/>
                  </a:cubicBezTo>
                  <a:cubicBezTo>
                    <a:pt x="95383" y="187699"/>
                    <a:pt x="106712" y="203503"/>
                    <a:pt x="116706" y="217447"/>
                  </a:cubicBezTo>
                  <a:cubicBezTo>
                    <a:pt x="125109" y="229170"/>
                    <a:pt x="132366" y="239293"/>
                    <a:pt x="132366" y="254530"/>
                  </a:cubicBezTo>
                  <a:lnTo>
                    <a:pt x="132366" y="280159"/>
                  </a:lnTo>
                  <a:cubicBezTo>
                    <a:pt x="132366" y="289651"/>
                    <a:pt x="140079" y="297374"/>
                    <a:pt x="149567" y="297393"/>
                  </a:cubicBezTo>
                  <a:lnTo>
                    <a:pt x="149567" y="300414"/>
                  </a:lnTo>
                  <a:cubicBezTo>
                    <a:pt x="149567" y="308233"/>
                    <a:pt x="155929" y="314595"/>
                    <a:pt x="163750" y="314595"/>
                  </a:cubicBezTo>
                  <a:lnTo>
                    <a:pt x="183388" y="314595"/>
                  </a:lnTo>
                  <a:cubicBezTo>
                    <a:pt x="191208" y="314595"/>
                    <a:pt x="197570" y="308233"/>
                    <a:pt x="197570" y="300414"/>
                  </a:cubicBezTo>
                  <a:lnTo>
                    <a:pt x="197570" y="297393"/>
                  </a:lnTo>
                  <a:cubicBezTo>
                    <a:pt x="207058" y="297374"/>
                    <a:pt x="214772" y="289651"/>
                    <a:pt x="214772" y="280159"/>
                  </a:cubicBezTo>
                  <a:lnTo>
                    <a:pt x="214772" y="254530"/>
                  </a:lnTo>
                  <a:cubicBezTo>
                    <a:pt x="214772" y="239294"/>
                    <a:pt x="222029" y="229170"/>
                    <a:pt x="230432" y="217447"/>
                  </a:cubicBezTo>
                  <a:cubicBezTo>
                    <a:pt x="240427" y="203503"/>
                    <a:pt x="251755" y="187698"/>
                    <a:pt x="251755" y="160494"/>
                  </a:cubicBezTo>
                  <a:cubicBezTo>
                    <a:pt x="251755" y="138693"/>
                    <a:pt x="243212" y="120367"/>
                    <a:pt x="227050" y="107497"/>
                  </a:cubicBezTo>
                  <a:close/>
                  <a:moveTo>
                    <a:pt x="140803" y="259952"/>
                  </a:moveTo>
                  <a:lnTo>
                    <a:pt x="206333" y="259952"/>
                  </a:lnTo>
                  <a:lnTo>
                    <a:pt x="206333" y="270236"/>
                  </a:lnTo>
                  <a:lnTo>
                    <a:pt x="140803" y="270236"/>
                  </a:lnTo>
                  <a:close/>
                  <a:moveTo>
                    <a:pt x="165711" y="204476"/>
                  </a:moveTo>
                  <a:cubicBezTo>
                    <a:pt x="170814" y="205280"/>
                    <a:pt x="176324" y="205280"/>
                    <a:pt x="181427" y="204476"/>
                  </a:cubicBezTo>
                  <a:cubicBezTo>
                    <a:pt x="181425" y="204794"/>
                    <a:pt x="181424" y="205115"/>
                    <a:pt x="181424" y="205436"/>
                  </a:cubicBezTo>
                  <a:lnTo>
                    <a:pt x="181424" y="251515"/>
                  </a:lnTo>
                  <a:lnTo>
                    <a:pt x="165713" y="251515"/>
                  </a:lnTo>
                  <a:lnTo>
                    <a:pt x="165713" y="205436"/>
                  </a:lnTo>
                  <a:cubicBezTo>
                    <a:pt x="165713" y="205115"/>
                    <a:pt x="165713" y="204794"/>
                    <a:pt x="165711" y="204476"/>
                  </a:cubicBezTo>
                  <a:close/>
                  <a:moveTo>
                    <a:pt x="183388" y="306158"/>
                  </a:moveTo>
                  <a:lnTo>
                    <a:pt x="163750" y="306158"/>
                  </a:lnTo>
                  <a:cubicBezTo>
                    <a:pt x="160583" y="306158"/>
                    <a:pt x="158005" y="303581"/>
                    <a:pt x="158005" y="300414"/>
                  </a:cubicBezTo>
                  <a:lnTo>
                    <a:pt x="158005" y="297395"/>
                  </a:lnTo>
                  <a:lnTo>
                    <a:pt x="189132" y="297395"/>
                  </a:lnTo>
                  <a:lnTo>
                    <a:pt x="189132" y="300414"/>
                  </a:lnTo>
                  <a:cubicBezTo>
                    <a:pt x="189132" y="303581"/>
                    <a:pt x="186556" y="306158"/>
                    <a:pt x="183388" y="306158"/>
                  </a:cubicBezTo>
                  <a:close/>
                  <a:moveTo>
                    <a:pt x="197535" y="288957"/>
                  </a:moveTo>
                  <a:lnTo>
                    <a:pt x="149603" y="288957"/>
                  </a:lnTo>
                  <a:cubicBezTo>
                    <a:pt x="144751" y="288957"/>
                    <a:pt x="140803" y="285010"/>
                    <a:pt x="140803" y="280159"/>
                  </a:cubicBezTo>
                  <a:lnTo>
                    <a:pt x="140803" y="278674"/>
                  </a:lnTo>
                  <a:lnTo>
                    <a:pt x="206333" y="278674"/>
                  </a:lnTo>
                  <a:lnTo>
                    <a:pt x="206333" y="280159"/>
                  </a:lnTo>
                  <a:cubicBezTo>
                    <a:pt x="206333" y="285010"/>
                    <a:pt x="202386" y="288957"/>
                    <a:pt x="197535" y="288957"/>
                  </a:cubicBezTo>
                  <a:close/>
                  <a:moveTo>
                    <a:pt x="223573" y="212531"/>
                  </a:moveTo>
                  <a:cubicBezTo>
                    <a:pt x="215214" y="224193"/>
                    <a:pt x="207296" y="235247"/>
                    <a:pt x="206418" y="251514"/>
                  </a:cubicBezTo>
                  <a:lnTo>
                    <a:pt x="189861" y="251514"/>
                  </a:lnTo>
                  <a:lnTo>
                    <a:pt x="189861" y="205435"/>
                  </a:lnTo>
                  <a:cubicBezTo>
                    <a:pt x="189861" y="204381"/>
                    <a:pt x="189872" y="203348"/>
                    <a:pt x="189893" y="202336"/>
                  </a:cubicBezTo>
                  <a:cubicBezTo>
                    <a:pt x="200686" y="198511"/>
                    <a:pt x="209440" y="190878"/>
                    <a:pt x="214237" y="180592"/>
                  </a:cubicBezTo>
                  <a:cubicBezTo>
                    <a:pt x="219594" y="169107"/>
                    <a:pt x="219690" y="158960"/>
                    <a:pt x="214491" y="153450"/>
                  </a:cubicBezTo>
                  <a:cubicBezTo>
                    <a:pt x="211280" y="150046"/>
                    <a:pt x="206556" y="149130"/>
                    <a:pt x="201849" y="150999"/>
                  </a:cubicBezTo>
                  <a:cubicBezTo>
                    <a:pt x="192949" y="154534"/>
                    <a:pt x="183498" y="168178"/>
                    <a:pt x="181722" y="195850"/>
                  </a:cubicBezTo>
                  <a:cubicBezTo>
                    <a:pt x="176484" y="196900"/>
                    <a:pt x="170658" y="196900"/>
                    <a:pt x="165418" y="195850"/>
                  </a:cubicBezTo>
                  <a:cubicBezTo>
                    <a:pt x="163642" y="168179"/>
                    <a:pt x="154190" y="154535"/>
                    <a:pt x="145290" y="150999"/>
                  </a:cubicBezTo>
                  <a:cubicBezTo>
                    <a:pt x="140586" y="149131"/>
                    <a:pt x="135860" y="150046"/>
                    <a:pt x="132648" y="153450"/>
                  </a:cubicBezTo>
                  <a:cubicBezTo>
                    <a:pt x="127450" y="158961"/>
                    <a:pt x="127545" y="169108"/>
                    <a:pt x="132902" y="180592"/>
                  </a:cubicBezTo>
                  <a:cubicBezTo>
                    <a:pt x="137700" y="190878"/>
                    <a:pt x="146454" y="198511"/>
                    <a:pt x="157247" y="202336"/>
                  </a:cubicBezTo>
                  <a:cubicBezTo>
                    <a:pt x="157267" y="203349"/>
                    <a:pt x="157278" y="204381"/>
                    <a:pt x="157278" y="205435"/>
                  </a:cubicBezTo>
                  <a:lnTo>
                    <a:pt x="157278" y="251514"/>
                  </a:lnTo>
                  <a:lnTo>
                    <a:pt x="140722" y="251514"/>
                  </a:lnTo>
                  <a:cubicBezTo>
                    <a:pt x="139844" y="235247"/>
                    <a:pt x="131925" y="224193"/>
                    <a:pt x="123567" y="212531"/>
                  </a:cubicBezTo>
                  <a:cubicBezTo>
                    <a:pt x="113860" y="198989"/>
                    <a:pt x="103823" y="184986"/>
                    <a:pt x="103823" y="160493"/>
                  </a:cubicBezTo>
                  <a:cubicBezTo>
                    <a:pt x="103823" y="117865"/>
                    <a:pt x="139979" y="98449"/>
                    <a:pt x="173572" y="98449"/>
                  </a:cubicBezTo>
                  <a:cubicBezTo>
                    <a:pt x="207165" y="98449"/>
                    <a:pt x="243320" y="117865"/>
                    <a:pt x="243320" y="160493"/>
                  </a:cubicBezTo>
                  <a:cubicBezTo>
                    <a:pt x="243320" y="184986"/>
                    <a:pt x="233283" y="198989"/>
                    <a:pt x="223576" y="212531"/>
                  </a:cubicBezTo>
                  <a:close/>
                  <a:moveTo>
                    <a:pt x="190409" y="193004"/>
                  </a:moveTo>
                  <a:cubicBezTo>
                    <a:pt x="192553" y="170030"/>
                    <a:pt x="200476" y="160623"/>
                    <a:pt x="204963" y="158840"/>
                  </a:cubicBezTo>
                  <a:cubicBezTo>
                    <a:pt x="205618" y="158580"/>
                    <a:pt x="206158" y="158483"/>
                    <a:pt x="206600" y="158483"/>
                  </a:cubicBezTo>
                  <a:cubicBezTo>
                    <a:pt x="207639" y="158483"/>
                    <a:pt x="208145" y="159019"/>
                    <a:pt x="208352" y="159239"/>
                  </a:cubicBezTo>
                  <a:cubicBezTo>
                    <a:pt x="210458" y="161472"/>
                    <a:pt x="210804" y="167989"/>
                    <a:pt x="206590" y="177025"/>
                  </a:cubicBezTo>
                  <a:cubicBezTo>
                    <a:pt x="203277" y="184128"/>
                    <a:pt x="197551" y="189652"/>
                    <a:pt x="190408" y="193004"/>
                  </a:cubicBezTo>
                  <a:close/>
                  <a:moveTo>
                    <a:pt x="156727" y="193004"/>
                  </a:moveTo>
                  <a:cubicBezTo>
                    <a:pt x="149585" y="189652"/>
                    <a:pt x="143859" y="184128"/>
                    <a:pt x="140546" y="177025"/>
                  </a:cubicBezTo>
                  <a:cubicBezTo>
                    <a:pt x="136331" y="167990"/>
                    <a:pt x="136677" y="161472"/>
                    <a:pt x="138783" y="159239"/>
                  </a:cubicBezTo>
                  <a:cubicBezTo>
                    <a:pt x="138991" y="159019"/>
                    <a:pt x="139496" y="158483"/>
                    <a:pt x="140536" y="158483"/>
                  </a:cubicBezTo>
                  <a:cubicBezTo>
                    <a:pt x="140978" y="158483"/>
                    <a:pt x="141518" y="158580"/>
                    <a:pt x="142173" y="158840"/>
                  </a:cubicBezTo>
                  <a:cubicBezTo>
                    <a:pt x="146660" y="160623"/>
                    <a:pt x="154583" y="170029"/>
                    <a:pt x="156727" y="1930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7036390" y="2603263"/>
              <a:ext cx="327696" cy="345160"/>
            </a:xfrm>
            <a:custGeom>
              <a:rect b="b" l="l" r="r" t="t"/>
              <a:pathLst>
                <a:path extrusionOk="0" h="430311" w="408538">
                  <a:moveTo>
                    <a:pt x="209646" y="66761"/>
                  </a:moveTo>
                  <a:cubicBezTo>
                    <a:pt x="209646" y="57023"/>
                    <a:pt x="201724" y="49100"/>
                    <a:pt x="191985" y="49100"/>
                  </a:cubicBezTo>
                  <a:cubicBezTo>
                    <a:pt x="182247" y="49100"/>
                    <a:pt x="174324" y="57023"/>
                    <a:pt x="174324" y="66761"/>
                  </a:cubicBezTo>
                  <a:cubicBezTo>
                    <a:pt x="174324" y="76500"/>
                    <a:pt x="182247" y="84423"/>
                    <a:pt x="191985" y="84423"/>
                  </a:cubicBezTo>
                  <a:cubicBezTo>
                    <a:pt x="201724" y="84422"/>
                    <a:pt x="209646" y="76499"/>
                    <a:pt x="209646" y="66761"/>
                  </a:cubicBezTo>
                  <a:close/>
                  <a:moveTo>
                    <a:pt x="191985" y="70922"/>
                  </a:moveTo>
                  <a:cubicBezTo>
                    <a:pt x="189691" y="70922"/>
                    <a:pt x="187824" y="69055"/>
                    <a:pt x="187824" y="66760"/>
                  </a:cubicBezTo>
                  <a:cubicBezTo>
                    <a:pt x="187824" y="64465"/>
                    <a:pt x="189691" y="62599"/>
                    <a:pt x="191985" y="62599"/>
                  </a:cubicBezTo>
                  <a:cubicBezTo>
                    <a:pt x="194280" y="62599"/>
                    <a:pt x="196146" y="64465"/>
                    <a:pt x="196146" y="66760"/>
                  </a:cubicBezTo>
                  <a:cubicBezTo>
                    <a:pt x="196146" y="69055"/>
                    <a:pt x="194280" y="70922"/>
                    <a:pt x="191985" y="70922"/>
                  </a:cubicBezTo>
                  <a:close/>
                  <a:moveTo>
                    <a:pt x="408266" y="323976"/>
                  </a:moveTo>
                  <a:lnTo>
                    <a:pt x="380002" y="182099"/>
                  </a:lnTo>
                  <a:cubicBezTo>
                    <a:pt x="378495" y="174534"/>
                    <a:pt x="371117" y="169609"/>
                    <a:pt x="363549" y="171113"/>
                  </a:cubicBezTo>
                  <a:lnTo>
                    <a:pt x="327180" y="178359"/>
                  </a:lnTo>
                  <a:cubicBezTo>
                    <a:pt x="323522" y="179087"/>
                    <a:pt x="320364" y="181202"/>
                    <a:pt x="318286" y="184315"/>
                  </a:cubicBezTo>
                  <a:cubicBezTo>
                    <a:pt x="316208" y="187427"/>
                    <a:pt x="315464" y="191155"/>
                    <a:pt x="316193" y="194811"/>
                  </a:cubicBezTo>
                  <a:lnTo>
                    <a:pt x="316481" y="196258"/>
                  </a:lnTo>
                  <a:cubicBezTo>
                    <a:pt x="304166" y="200308"/>
                    <a:pt x="290347" y="202672"/>
                    <a:pt x="274706" y="199000"/>
                  </a:cubicBezTo>
                  <a:lnTo>
                    <a:pt x="281856" y="189712"/>
                  </a:lnTo>
                  <a:cubicBezTo>
                    <a:pt x="282765" y="188531"/>
                    <a:pt x="283258" y="187083"/>
                    <a:pt x="283258" y="185594"/>
                  </a:cubicBezTo>
                  <a:lnTo>
                    <a:pt x="283258" y="107681"/>
                  </a:lnTo>
                  <a:cubicBezTo>
                    <a:pt x="283258" y="79254"/>
                    <a:pt x="270790" y="54130"/>
                    <a:pt x="248151" y="36936"/>
                  </a:cubicBezTo>
                  <a:lnTo>
                    <a:pt x="201327" y="1375"/>
                  </a:lnTo>
                  <a:cubicBezTo>
                    <a:pt x="199499" y="-14"/>
                    <a:pt x="197090" y="-378"/>
                    <a:pt x="194931" y="409"/>
                  </a:cubicBezTo>
                  <a:cubicBezTo>
                    <a:pt x="192773" y="1196"/>
                    <a:pt x="191164" y="3026"/>
                    <a:pt x="190659" y="5266"/>
                  </a:cubicBezTo>
                  <a:lnTo>
                    <a:pt x="186374" y="24285"/>
                  </a:lnTo>
                  <a:lnTo>
                    <a:pt x="175602" y="24285"/>
                  </a:lnTo>
                  <a:cubicBezTo>
                    <a:pt x="173563" y="24285"/>
                    <a:pt x="171633" y="25207"/>
                    <a:pt x="170351" y="26794"/>
                  </a:cubicBezTo>
                  <a:lnTo>
                    <a:pt x="121723" y="86990"/>
                  </a:lnTo>
                  <a:cubicBezTo>
                    <a:pt x="120524" y="88475"/>
                    <a:pt x="120009" y="90397"/>
                    <a:pt x="120306" y="92282"/>
                  </a:cubicBezTo>
                  <a:lnTo>
                    <a:pt x="122939" y="108996"/>
                  </a:lnTo>
                  <a:cubicBezTo>
                    <a:pt x="123239" y="110900"/>
                    <a:pt x="124339" y="112585"/>
                    <a:pt x="125962" y="113627"/>
                  </a:cubicBezTo>
                  <a:lnTo>
                    <a:pt x="143645" y="124971"/>
                  </a:lnTo>
                  <a:cubicBezTo>
                    <a:pt x="146342" y="126702"/>
                    <a:pt x="149887" y="126296"/>
                    <a:pt x="152124" y="124000"/>
                  </a:cubicBezTo>
                  <a:cubicBezTo>
                    <a:pt x="161866" y="114005"/>
                    <a:pt x="174149" y="109428"/>
                    <a:pt x="185711" y="111100"/>
                  </a:cubicBezTo>
                  <a:lnTo>
                    <a:pt x="137803" y="181807"/>
                  </a:lnTo>
                  <a:cubicBezTo>
                    <a:pt x="136211" y="184157"/>
                    <a:pt x="136275" y="187239"/>
                    <a:pt x="137925" y="189530"/>
                  </a:cubicBezTo>
                  <a:lnTo>
                    <a:pt x="92379" y="189530"/>
                  </a:lnTo>
                  <a:cubicBezTo>
                    <a:pt x="92036" y="187691"/>
                    <a:pt x="91326" y="185920"/>
                    <a:pt x="90254" y="184314"/>
                  </a:cubicBezTo>
                  <a:cubicBezTo>
                    <a:pt x="88175" y="181202"/>
                    <a:pt x="85017" y="179087"/>
                    <a:pt x="81360" y="178359"/>
                  </a:cubicBezTo>
                  <a:lnTo>
                    <a:pt x="81361" y="178359"/>
                  </a:lnTo>
                  <a:lnTo>
                    <a:pt x="44989" y="171113"/>
                  </a:lnTo>
                  <a:cubicBezTo>
                    <a:pt x="37425" y="169606"/>
                    <a:pt x="30044" y="174534"/>
                    <a:pt x="28537" y="182099"/>
                  </a:cubicBezTo>
                  <a:lnTo>
                    <a:pt x="272" y="323975"/>
                  </a:lnTo>
                  <a:cubicBezTo>
                    <a:pt x="-456" y="327632"/>
                    <a:pt x="288" y="331360"/>
                    <a:pt x="2365" y="334471"/>
                  </a:cubicBezTo>
                  <a:cubicBezTo>
                    <a:pt x="4442" y="337583"/>
                    <a:pt x="7601" y="339698"/>
                    <a:pt x="11259" y="340427"/>
                  </a:cubicBezTo>
                  <a:lnTo>
                    <a:pt x="47630" y="347673"/>
                  </a:lnTo>
                  <a:cubicBezTo>
                    <a:pt x="48548" y="347856"/>
                    <a:pt x="49464" y="347944"/>
                    <a:pt x="50367" y="347944"/>
                  </a:cubicBezTo>
                  <a:cubicBezTo>
                    <a:pt x="56898" y="347944"/>
                    <a:pt x="62757" y="343332"/>
                    <a:pt x="64082" y="336687"/>
                  </a:cubicBezTo>
                  <a:lnTo>
                    <a:pt x="64125" y="336470"/>
                  </a:lnTo>
                  <a:lnTo>
                    <a:pt x="149929" y="422274"/>
                  </a:lnTo>
                  <a:cubicBezTo>
                    <a:pt x="155113" y="427458"/>
                    <a:pt x="162027" y="430311"/>
                    <a:pt x="169396" y="430311"/>
                  </a:cubicBezTo>
                  <a:lnTo>
                    <a:pt x="169397" y="430311"/>
                  </a:lnTo>
                  <a:cubicBezTo>
                    <a:pt x="176766" y="430311"/>
                    <a:pt x="183681" y="427456"/>
                    <a:pt x="188863" y="422274"/>
                  </a:cubicBezTo>
                  <a:cubicBezTo>
                    <a:pt x="192407" y="418731"/>
                    <a:pt x="194861" y="414380"/>
                    <a:pt x="196061" y="409628"/>
                  </a:cubicBezTo>
                  <a:lnTo>
                    <a:pt x="207609" y="421175"/>
                  </a:lnTo>
                  <a:cubicBezTo>
                    <a:pt x="218344" y="431908"/>
                    <a:pt x="235809" y="431909"/>
                    <a:pt x="246544" y="421173"/>
                  </a:cubicBezTo>
                  <a:cubicBezTo>
                    <a:pt x="250170" y="417547"/>
                    <a:pt x="252571" y="413152"/>
                    <a:pt x="253748" y="408509"/>
                  </a:cubicBezTo>
                  <a:cubicBezTo>
                    <a:pt x="264526" y="418543"/>
                    <a:pt x="281464" y="418311"/>
                    <a:pt x="291964" y="407815"/>
                  </a:cubicBezTo>
                  <a:cubicBezTo>
                    <a:pt x="297823" y="401955"/>
                    <a:pt x="300485" y="394090"/>
                    <a:pt x="299947" y="386408"/>
                  </a:cubicBezTo>
                  <a:cubicBezTo>
                    <a:pt x="307634" y="386946"/>
                    <a:pt x="315494" y="384284"/>
                    <a:pt x="321353" y="378425"/>
                  </a:cubicBezTo>
                  <a:cubicBezTo>
                    <a:pt x="328565" y="371215"/>
                    <a:pt x="331059" y="360467"/>
                    <a:pt x="328165" y="350885"/>
                  </a:cubicBezTo>
                  <a:lnTo>
                    <a:pt x="344108" y="334942"/>
                  </a:lnTo>
                  <a:lnTo>
                    <a:pt x="344456" y="336686"/>
                  </a:lnTo>
                  <a:cubicBezTo>
                    <a:pt x="345780" y="343332"/>
                    <a:pt x="351637" y="347944"/>
                    <a:pt x="358171" y="347944"/>
                  </a:cubicBezTo>
                  <a:cubicBezTo>
                    <a:pt x="359074" y="347944"/>
                    <a:pt x="359990" y="347856"/>
                    <a:pt x="360908" y="347673"/>
                  </a:cubicBezTo>
                  <a:lnTo>
                    <a:pt x="397279" y="340427"/>
                  </a:lnTo>
                  <a:cubicBezTo>
                    <a:pt x="400935" y="339699"/>
                    <a:pt x="404094" y="337584"/>
                    <a:pt x="406173" y="334471"/>
                  </a:cubicBezTo>
                  <a:cubicBezTo>
                    <a:pt x="408252" y="331360"/>
                    <a:pt x="408995" y="327632"/>
                    <a:pt x="408266" y="323976"/>
                  </a:cubicBezTo>
                  <a:close/>
                  <a:moveTo>
                    <a:pt x="151715" y="185342"/>
                  </a:moveTo>
                  <a:lnTo>
                    <a:pt x="202102" y="110977"/>
                  </a:lnTo>
                  <a:cubicBezTo>
                    <a:pt x="203231" y="109309"/>
                    <a:pt x="203558" y="107224"/>
                    <a:pt x="202991" y="105291"/>
                  </a:cubicBezTo>
                  <a:cubicBezTo>
                    <a:pt x="202424" y="103358"/>
                    <a:pt x="201023" y="101779"/>
                    <a:pt x="199172" y="100986"/>
                  </a:cubicBezTo>
                  <a:cubicBezTo>
                    <a:pt x="181799" y="93544"/>
                    <a:pt x="162054" y="97330"/>
                    <a:pt x="146503" y="110765"/>
                  </a:cubicBezTo>
                  <a:lnTo>
                    <a:pt x="135804" y="103901"/>
                  </a:lnTo>
                  <a:lnTo>
                    <a:pt x="134108" y="93142"/>
                  </a:lnTo>
                  <a:lnTo>
                    <a:pt x="178826" y="37786"/>
                  </a:lnTo>
                  <a:lnTo>
                    <a:pt x="191772" y="37786"/>
                  </a:lnTo>
                  <a:cubicBezTo>
                    <a:pt x="194927" y="37786"/>
                    <a:pt x="197662" y="35599"/>
                    <a:pt x="198356" y="32520"/>
                  </a:cubicBezTo>
                  <a:lnTo>
                    <a:pt x="201522" y="18475"/>
                  </a:lnTo>
                  <a:lnTo>
                    <a:pt x="239985" y="47687"/>
                  </a:lnTo>
                  <a:cubicBezTo>
                    <a:pt x="259463" y="62478"/>
                    <a:pt x="269758" y="83225"/>
                    <a:pt x="269758" y="107681"/>
                  </a:cubicBezTo>
                  <a:lnTo>
                    <a:pt x="269758" y="183297"/>
                  </a:lnTo>
                  <a:lnTo>
                    <a:pt x="261191" y="194426"/>
                  </a:lnTo>
                  <a:cubicBezTo>
                    <a:pt x="253197" y="190889"/>
                    <a:pt x="244764" y="185688"/>
                    <a:pt x="235857" y="178339"/>
                  </a:cubicBezTo>
                  <a:cubicBezTo>
                    <a:pt x="220707" y="165839"/>
                    <a:pt x="200957" y="165430"/>
                    <a:pt x="186713" y="177324"/>
                  </a:cubicBezTo>
                  <a:lnTo>
                    <a:pt x="172094" y="189530"/>
                  </a:lnTo>
                  <a:lnTo>
                    <a:pt x="154941" y="189530"/>
                  </a:lnTo>
                  <a:close/>
                  <a:moveTo>
                    <a:pt x="50267" y="334433"/>
                  </a:moveTo>
                  <a:lnTo>
                    <a:pt x="13896" y="327188"/>
                  </a:lnTo>
                  <a:cubicBezTo>
                    <a:pt x="13773" y="327164"/>
                    <a:pt x="13670" y="327092"/>
                    <a:pt x="13593" y="326975"/>
                  </a:cubicBezTo>
                  <a:cubicBezTo>
                    <a:pt x="13515" y="326858"/>
                    <a:pt x="13488" y="326738"/>
                    <a:pt x="13512" y="326614"/>
                  </a:cubicBezTo>
                  <a:lnTo>
                    <a:pt x="41776" y="184737"/>
                  </a:lnTo>
                  <a:cubicBezTo>
                    <a:pt x="41821" y="184514"/>
                    <a:pt x="42042" y="184345"/>
                    <a:pt x="42267" y="184345"/>
                  </a:cubicBezTo>
                  <a:cubicBezTo>
                    <a:pt x="42295" y="184345"/>
                    <a:pt x="42323" y="184347"/>
                    <a:pt x="42352" y="184353"/>
                  </a:cubicBezTo>
                  <a:lnTo>
                    <a:pt x="78723" y="191599"/>
                  </a:lnTo>
                  <a:lnTo>
                    <a:pt x="78723" y="191599"/>
                  </a:lnTo>
                  <a:cubicBezTo>
                    <a:pt x="78847" y="191624"/>
                    <a:pt x="78950" y="191695"/>
                    <a:pt x="79027" y="191812"/>
                  </a:cubicBezTo>
                  <a:cubicBezTo>
                    <a:pt x="79105" y="191928"/>
                    <a:pt x="79132" y="192050"/>
                    <a:pt x="79107" y="192174"/>
                  </a:cubicBezTo>
                  <a:lnTo>
                    <a:pt x="50843" y="334049"/>
                  </a:lnTo>
                  <a:cubicBezTo>
                    <a:pt x="50793" y="334300"/>
                    <a:pt x="50523" y="334485"/>
                    <a:pt x="50267" y="334433"/>
                  </a:cubicBezTo>
                  <a:close/>
                  <a:moveTo>
                    <a:pt x="311808" y="368879"/>
                  </a:moveTo>
                  <a:cubicBezTo>
                    <a:pt x="309173" y="371514"/>
                    <a:pt x="305649" y="372966"/>
                    <a:pt x="301885" y="372966"/>
                  </a:cubicBezTo>
                  <a:cubicBezTo>
                    <a:pt x="298124" y="372966"/>
                    <a:pt x="294603" y="371517"/>
                    <a:pt x="291969" y="368885"/>
                  </a:cubicBezTo>
                  <a:cubicBezTo>
                    <a:pt x="291967" y="368883"/>
                    <a:pt x="291966" y="368881"/>
                    <a:pt x="291964" y="368880"/>
                  </a:cubicBezTo>
                  <a:lnTo>
                    <a:pt x="230088" y="307002"/>
                  </a:lnTo>
                  <a:cubicBezTo>
                    <a:pt x="227450" y="304366"/>
                    <a:pt x="223178" y="304368"/>
                    <a:pt x="220542" y="307002"/>
                  </a:cubicBezTo>
                  <a:cubicBezTo>
                    <a:pt x="217906" y="309639"/>
                    <a:pt x="217906" y="313912"/>
                    <a:pt x="220542" y="316548"/>
                  </a:cubicBezTo>
                  <a:lnTo>
                    <a:pt x="282411" y="378418"/>
                  </a:lnTo>
                  <a:cubicBezTo>
                    <a:pt x="282414" y="378421"/>
                    <a:pt x="282416" y="378424"/>
                    <a:pt x="282419" y="378427"/>
                  </a:cubicBezTo>
                  <a:cubicBezTo>
                    <a:pt x="287890" y="383897"/>
                    <a:pt x="287890" y="392798"/>
                    <a:pt x="282420" y="398269"/>
                  </a:cubicBezTo>
                  <a:cubicBezTo>
                    <a:pt x="276947" y="403740"/>
                    <a:pt x="268046" y="403740"/>
                    <a:pt x="262576" y="398271"/>
                  </a:cubicBezTo>
                  <a:lnTo>
                    <a:pt x="197192" y="332887"/>
                  </a:lnTo>
                  <a:cubicBezTo>
                    <a:pt x="194557" y="330252"/>
                    <a:pt x="190283" y="330251"/>
                    <a:pt x="187646" y="332888"/>
                  </a:cubicBezTo>
                  <a:cubicBezTo>
                    <a:pt x="185011" y="335524"/>
                    <a:pt x="185011" y="339797"/>
                    <a:pt x="187647" y="342433"/>
                  </a:cubicBezTo>
                  <a:lnTo>
                    <a:pt x="236999" y="391784"/>
                  </a:lnTo>
                  <a:lnTo>
                    <a:pt x="236999" y="391785"/>
                  </a:lnTo>
                  <a:cubicBezTo>
                    <a:pt x="242469" y="397255"/>
                    <a:pt x="242469" y="406156"/>
                    <a:pt x="236999" y="411628"/>
                  </a:cubicBezTo>
                  <a:cubicBezTo>
                    <a:pt x="231529" y="417098"/>
                    <a:pt x="222627" y="417101"/>
                    <a:pt x="217156" y="411629"/>
                  </a:cubicBezTo>
                  <a:lnTo>
                    <a:pt x="164298" y="358771"/>
                  </a:lnTo>
                  <a:cubicBezTo>
                    <a:pt x="161662" y="356135"/>
                    <a:pt x="157389" y="356135"/>
                    <a:pt x="154753" y="358771"/>
                  </a:cubicBezTo>
                  <a:cubicBezTo>
                    <a:pt x="152116" y="361406"/>
                    <a:pt x="152116" y="365680"/>
                    <a:pt x="154752" y="368316"/>
                  </a:cubicBezTo>
                  <a:lnTo>
                    <a:pt x="179319" y="392884"/>
                  </a:lnTo>
                  <a:cubicBezTo>
                    <a:pt x="184790" y="398355"/>
                    <a:pt x="184790" y="407257"/>
                    <a:pt x="179319" y="412728"/>
                  </a:cubicBezTo>
                  <a:cubicBezTo>
                    <a:pt x="176685" y="415362"/>
                    <a:pt x="173162" y="416812"/>
                    <a:pt x="169398" y="416812"/>
                  </a:cubicBezTo>
                  <a:cubicBezTo>
                    <a:pt x="165633" y="416812"/>
                    <a:pt x="162110" y="415362"/>
                    <a:pt x="159476" y="412727"/>
                  </a:cubicBezTo>
                  <a:lnTo>
                    <a:pt x="67297" y="320550"/>
                  </a:lnTo>
                  <a:lnTo>
                    <a:pt x="90710" y="203031"/>
                  </a:lnTo>
                  <a:lnTo>
                    <a:pt x="155924" y="203031"/>
                  </a:lnTo>
                  <a:lnTo>
                    <a:pt x="137943" y="218043"/>
                  </a:lnTo>
                  <a:cubicBezTo>
                    <a:pt x="129731" y="224899"/>
                    <a:pt x="126205" y="234256"/>
                    <a:pt x="128269" y="243715"/>
                  </a:cubicBezTo>
                  <a:lnTo>
                    <a:pt x="143064" y="311507"/>
                  </a:lnTo>
                  <a:cubicBezTo>
                    <a:pt x="143453" y="313286"/>
                    <a:pt x="144543" y="314833"/>
                    <a:pt x="146089" y="315797"/>
                  </a:cubicBezTo>
                  <a:cubicBezTo>
                    <a:pt x="147636" y="316761"/>
                    <a:pt x="149506" y="317056"/>
                    <a:pt x="151274" y="316622"/>
                  </a:cubicBezTo>
                  <a:cubicBezTo>
                    <a:pt x="169146" y="312217"/>
                    <a:pt x="181101" y="303596"/>
                    <a:pt x="187821" y="290261"/>
                  </a:cubicBezTo>
                  <a:cubicBezTo>
                    <a:pt x="193618" y="278762"/>
                    <a:pt x="194819" y="265106"/>
                    <a:pt x="195982" y="251899"/>
                  </a:cubicBezTo>
                  <a:cubicBezTo>
                    <a:pt x="196135" y="250150"/>
                    <a:pt x="196290" y="248391"/>
                    <a:pt x="196456" y="246627"/>
                  </a:cubicBezTo>
                  <a:cubicBezTo>
                    <a:pt x="196461" y="246595"/>
                    <a:pt x="196465" y="246565"/>
                    <a:pt x="196470" y="246538"/>
                  </a:cubicBezTo>
                  <a:cubicBezTo>
                    <a:pt x="199019" y="245818"/>
                    <a:pt x="209527" y="248227"/>
                    <a:pt x="225620" y="262850"/>
                  </a:cubicBezTo>
                  <a:lnTo>
                    <a:pt x="314662" y="353190"/>
                  </a:lnTo>
                  <a:cubicBezTo>
                    <a:pt x="317013" y="358452"/>
                    <a:pt x="315901" y="364787"/>
                    <a:pt x="311808" y="368879"/>
                  </a:cubicBezTo>
                  <a:close/>
                  <a:moveTo>
                    <a:pt x="320291" y="339669"/>
                  </a:moveTo>
                  <a:lnTo>
                    <a:pt x="235105" y="253241"/>
                  </a:lnTo>
                  <a:cubicBezTo>
                    <a:pt x="235020" y="253155"/>
                    <a:pt x="234934" y="253071"/>
                    <a:pt x="234843" y="252990"/>
                  </a:cubicBezTo>
                  <a:cubicBezTo>
                    <a:pt x="217689" y="237362"/>
                    <a:pt x="201497" y="230253"/>
                    <a:pt x="191522" y="233972"/>
                  </a:cubicBezTo>
                  <a:cubicBezTo>
                    <a:pt x="186758" y="235749"/>
                    <a:pt x="183667" y="239804"/>
                    <a:pt x="183041" y="245098"/>
                  </a:cubicBezTo>
                  <a:cubicBezTo>
                    <a:pt x="183035" y="245150"/>
                    <a:pt x="183029" y="245204"/>
                    <a:pt x="183024" y="245257"/>
                  </a:cubicBezTo>
                  <a:cubicBezTo>
                    <a:pt x="182851" y="247083"/>
                    <a:pt x="182691" y="248903"/>
                    <a:pt x="182532" y="250713"/>
                  </a:cubicBezTo>
                  <a:cubicBezTo>
                    <a:pt x="180400" y="274940"/>
                    <a:pt x="178816" y="292971"/>
                    <a:pt x="154705" y="301533"/>
                  </a:cubicBezTo>
                  <a:lnTo>
                    <a:pt x="141459" y="240835"/>
                  </a:lnTo>
                  <a:cubicBezTo>
                    <a:pt x="140150" y="234842"/>
                    <a:pt x="144114" y="230476"/>
                    <a:pt x="146594" y="228406"/>
                  </a:cubicBezTo>
                  <a:lnTo>
                    <a:pt x="195363" y="187687"/>
                  </a:lnTo>
                  <a:cubicBezTo>
                    <a:pt x="204463" y="180090"/>
                    <a:pt x="217283" y="180517"/>
                    <a:pt x="227265" y="188752"/>
                  </a:cubicBezTo>
                  <a:cubicBezTo>
                    <a:pt x="264261" y="219274"/>
                    <a:pt x="295266" y="217112"/>
                    <a:pt x="319136" y="209585"/>
                  </a:cubicBezTo>
                  <a:lnTo>
                    <a:pt x="340938" y="319023"/>
                  </a:lnTo>
                  <a:close/>
                  <a:moveTo>
                    <a:pt x="394947" y="326975"/>
                  </a:moveTo>
                  <a:cubicBezTo>
                    <a:pt x="394868" y="327092"/>
                    <a:pt x="394766" y="327164"/>
                    <a:pt x="394644" y="327188"/>
                  </a:cubicBezTo>
                  <a:lnTo>
                    <a:pt x="358273" y="334433"/>
                  </a:lnTo>
                  <a:cubicBezTo>
                    <a:pt x="358019" y="334485"/>
                    <a:pt x="357746" y="334301"/>
                    <a:pt x="357697" y="334049"/>
                  </a:cubicBezTo>
                  <a:lnTo>
                    <a:pt x="329433" y="192174"/>
                  </a:lnTo>
                  <a:cubicBezTo>
                    <a:pt x="329408" y="192051"/>
                    <a:pt x="329435" y="191928"/>
                    <a:pt x="329513" y="191812"/>
                  </a:cubicBezTo>
                  <a:cubicBezTo>
                    <a:pt x="329591" y="191695"/>
                    <a:pt x="329693" y="191624"/>
                    <a:pt x="329817" y="191599"/>
                  </a:cubicBezTo>
                  <a:lnTo>
                    <a:pt x="329818" y="191599"/>
                  </a:lnTo>
                  <a:lnTo>
                    <a:pt x="366187" y="184353"/>
                  </a:lnTo>
                  <a:cubicBezTo>
                    <a:pt x="366214" y="184348"/>
                    <a:pt x="366243" y="184345"/>
                    <a:pt x="366272" y="184345"/>
                  </a:cubicBezTo>
                  <a:cubicBezTo>
                    <a:pt x="366497" y="184345"/>
                    <a:pt x="366718" y="184514"/>
                    <a:pt x="366763" y="184737"/>
                  </a:cubicBezTo>
                  <a:lnTo>
                    <a:pt x="395027" y="326614"/>
                  </a:lnTo>
                  <a:cubicBezTo>
                    <a:pt x="395051" y="326738"/>
                    <a:pt x="395024" y="326858"/>
                    <a:pt x="394947" y="326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2526866" y="2605293"/>
              <a:ext cx="341100" cy="341100"/>
            </a:xfrm>
            <a:custGeom>
              <a:rect b="b" l="l" r="r" t="t"/>
              <a:pathLst>
                <a:path extrusionOk="0" h="425249" w="425248">
                  <a:moveTo>
                    <a:pt x="412574" y="170853"/>
                  </a:moveTo>
                  <a:lnTo>
                    <a:pt x="387232" y="165856"/>
                  </a:lnTo>
                  <a:lnTo>
                    <a:pt x="369159" y="122232"/>
                  </a:lnTo>
                  <a:lnTo>
                    <a:pt x="383549" y="100777"/>
                  </a:lnTo>
                  <a:cubicBezTo>
                    <a:pt x="387785" y="94459"/>
                    <a:pt x="386986" y="86289"/>
                    <a:pt x="381607" y="80911"/>
                  </a:cubicBezTo>
                  <a:lnTo>
                    <a:pt x="344338" y="43642"/>
                  </a:lnTo>
                  <a:cubicBezTo>
                    <a:pt x="338961" y="38263"/>
                    <a:pt x="330791" y="37465"/>
                    <a:pt x="324472" y="41702"/>
                  </a:cubicBezTo>
                  <a:lnTo>
                    <a:pt x="303016" y="56090"/>
                  </a:lnTo>
                  <a:lnTo>
                    <a:pt x="259393" y="38017"/>
                  </a:lnTo>
                  <a:lnTo>
                    <a:pt x="254397" y="12676"/>
                  </a:lnTo>
                  <a:cubicBezTo>
                    <a:pt x="252926" y="5212"/>
                    <a:pt x="246585" y="0"/>
                    <a:pt x="238978" y="0"/>
                  </a:cubicBezTo>
                  <a:lnTo>
                    <a:pt x="186270" y="0"/>
                  </a:lnTo>
                  <a:cubicBezTo>
                    <a:pt x="178662" y="0"/>
                    <a:pt x="172322" y="5213"/>
                    <a:pt x="170852" y="12676"/>
                  </a:cubicBezTo>
                  <a:lnTo>
                    <a:pt x="165854" y="38017"/>
                  </a:lnTo>
                  <a:lnTo>
                    <a:pt x="122232" y="56090"/>
                  </a:lnTo>
                  <a:lnTo>
                    <a:pt x="100776" y="41702"/>
                  </a:lnTo>
                  <a:cubicBezTo>
                    <a:pt x="94458" y="37465"/>
                    <a:pt x="86288" y="38264"/>
                    <a:pt x="80911" y="43642"/>
                  </a:cubicBezTo>
                  <a:lnTo>
                    <a:pt x="43641" y="80911"/>
                  </a:lnTo>
                  <a:cubicBezTo>
                    <a:pt x="38262" y="86289"/>
                    <a:pt x="37464" y="94459"/>
                    <a:pt x="41701" y="100776"/>
                  </a:cubicBezTo>
                  <a:lnTo>
                    <a:pt x="56089" y="122232"/>
                  </a:lnTo>
                  <a:lnTo>
                    <a:pt x="38016" y="165855"/>
                  </a:lnTo>
                  <a:lnTo>
                    <a:pt x="12677" y="170852"/>
                  </a:lnTo>
                  <a:cubicBezTo>
                    <a:pt x="5213" y="172322"/>
                    <a:pt x="0" y="178663"/>
                    <a:pt x="0" y="186270"/>
                  </a:cubicBezTo>
                  <a:lnTo>
                    <a:pt x="0" y="238978"/>
                  </a:lnTo>
                  <a:cubicBezTo>
                    <a:pt x="0" y="246586"/>
                    <a:pt x="5213" y="252927"/>
                    <a:pt x="12676" y="254397"/>
                  </a:cubicBezTo>
                  <a:lnTo>
                    <a:pt x="38016" y="259393"/>
                  </a:lnTo>
                  <a:lnTo>
                    <a:pt x="56089" y="303017"/>
                  </a:lnTo>
                  <a:lnTo>
                    <a:pt x="41700" y="324473"/>
                  </a:lnTo>
                  <a:cubicBezTo>
                    <a:pt x="37463" y="330791"/>
                    <a:pt x="38262" y="338960"/>
                    <a:pt x="43641" y="344338"/>
                  </a:cubicBezTo>
                  <a:lnTo>
                    <a:pt x="80911" y="381607"/>
                  </a:lnTo>
                  <a:cubicBezTo>
                    <a:pt x="86289" y="386986"/>
                    <a:pt x="94458" y="387782"/>
                    <a:pt x="100776" y="383546"/>
                  </a:cubicBezTo>
                  <a:lnTo>
                    <a:pt x="122232" y="369158"/>
                  </a:lnTo>
                  <a:lnTo>
                    <a:pt x="165854" y="387231"/>
                  </a:lnTo>
                  <a:lnTo>
                    <a:pt x="170852" y="412573"/>
                  </a:lnTo>
                  <a:cubicBezTo>
                    <a:pt x="172322" y="420036"/>
                    <a:pt x="178663" y="425249"/>
                    <a:pt x="186270" y="425249"/>
                  </a:cubicBezTo>
                  <a:lnTo>
                    <a:pt x="238978" y="425249"/>
                  </a:lnTo>
                  <a:cubicBezTo>
                    <a:pt x="246586" y="425249"/>
                    <a:pt x="252926" y="420036"/>
                    <a:pt x="254397" y="412573"/>
                  </a:cubicBezTo>
                  <a:lnTo>
                    <a:pt x="259393" y="387231"/>
                  </a:lnTo>
                  <a:lnTo>
                    <a:pt x="303016" y="369158"/>
                  </a:lnTo>
                  <a:lnTo>
                    <a:pt x="324471" y="383546"/>
                  </a:lnTo>
                  <a:cubicBezTo>
                    <a:pt x="330789" y="387782"/>
                    <a:pt x="338959" y="386986"/>
                    <a:pt x="344338" y="381607"/>
                  </a:cubicBezTo>
                  <a:lnTo>
                    <a:pt x="381607" y="344338"/>
                  </a:lnTo>
                  <a:cubicBezTo>
                    <a:pt x="386987" y="338959"/>
                    <a:pt x="387785" y="330789"/>
                    <a:pt x="383548" y="324472"/>
                  </a:cubicBezTo>
                  <a:lnTo>
                    <a:pt x="369159" y="303017"/>
                  </a:lnTo>
                  <a:lnTo>
                    <a:pt x="387232" y="259393"/>
                  </a:lnTo>
                  <a:lnTo>
                    <a:pt x="412573" y="254397"/>
                  </a:lnTo>
                  <a:cubicBezTo>
                    <a:pt x="420036" y="252926"/>
                    <a:pt x="425248" y="246585"/>
                    <a:pt x="425248" y="238978"/>
                  </a:cubicBezTo>
                  <a:lnTo>
                    <a:pt x="425248" y="186270"/>
                  </a:lnTo>
                  <a:cubicBezTo>
                    <a:pt x="425248" y="178663"/>
                    <a:pt x="420036" y="172323"/>
                    <a:pt x="412574" y="170852"/>
                  </a:cubicBezTo>
                  <a:close/>
                  <a:moveTo>
                    <a:pt x="413436" y="238979"/>
                  </a:moveTo>
                  <a:cubicBezTo>
                    <a:pt x="413436" y="240898"/>
                    <a:pt x="412171" y="242438"/>
                    <a:pt x="410289" y="242809"/>
                  </a:cubicBezTo>
                  <a:lnTo>
                    <a:pt x="381844" y="248417"/>
                  </a:lnTo>
                  <a:cubicBezTo>
                    <a:pt x="379905" y="248799"/>
                    <a:pt x="378286" y="250125"/>
                    <a:pt x="377530" y="251951"/>
                  </a:cubicBezTo>
                  <a:lnTo>
                    <a:pt x="357035" y="301419"/>
                  </a:lnTo>
                  <a:cubicBezTo>
                    <a:pt x="356279" y="303245"/>
                    <a:pt x="356486" y="305328"/>
                    <a:pt x="357586" y="306969"/>
                  </a:cubicBezTo>
                  <a:lnTo>
                    <a:pt x="373737" y="331051"/>
                  </a:lnTo>
                  <a:cubicBezTo>
                    <a:pt x="374807" y="332645"/>
                    <a:pt x="374612" y="334628"/>
                    <a:pt x="373256" y="335985"/>
                  </a:cubicBezTo>
                  <a:lnTo>
                    <a:pt x="335986" y="373255"/>
                  </a:lnTo>
                  <a:cubicBezTo>
                    <a:pt x="334628" y="374612"/>
                    <a:pt x="332645" y="374806"/>
                    <a:pt x="331050" y="373736"/>
                  </a:cubicBezTo>
                  <a:lnTo>
                    <a:pt x="306967" y="357585"/>
                  </a:lnTo>
                  <a:cubicBezTo>
                    <a:pt x="305327" y="356484"/>
                    <a:pt x="303243" y="356279"/>
                    <a:pt x="301417" y="357035"/>
                  </a:cubicBezTo>
                  <a:lnTo>
                    <a:pt x="251950" y="377529"/>
                  </a:lnTo>
                  <a:cubicBezTo>
                    <a:pt x="250125" y="378285"/>
                    <a:pt x="248798" y="379904"/>
                    <a:pt x="248416" y="381843"/>
                  </a:cubicBezTo>
                  <a:lnTo>
                    <a:pt x="242808" y="410288"/>
                  </a:lnTo>
                  <a:cubicBezTo>
                    <a:pt x="242438" y="412171"/>
                    <a:pt x="240898" y="413436"/>
                    <a:pt x="238979" y="413436"/>
                  </a:cubicBezTo>
                  <a:lnTo>
                    <a:pt x="186270" y="413436"/>
                  </a:lnTo>
                  <a:cubicBezTo>
                    <a:pt x="184352" y="413436"/>
                    <a:pt x="182812" y="412170"/>
                    <a:pt x="182441" y="410287"/>
                  </a:cubicBezTo>
                  <a:lnTo>
                    <a:pt x="176832" y="381842"/>
                  </a:lnTo>
                  <a:cubicBezTo>
                    <a:pt x="176451" y="379903"/>
                    <a:pt x="175125" y="378284"/>
                    <a:pt x="173299" y="377528"/>
                  </a:cubicBezTo>
                  <a:lnTo>
                    <a:pt x="123831" y="357034"/>
                  </a:lnTo>
                  <a:cubicBezTo>
                    <a:pt x="123105" y="356732"/>
                    <a:pt x="122337" y="356584"/>
                    <a:pt x="121572" y="356584"/>
                  </a:cubicBezTo>
                  <a:cubicBezTo>
                    <a:pt x="120417" y="356584"/>
                    <a:pt x="119269" y="356922"/>
                    <a:pt x="118282" y="357585"/>
                  </a:cubicBezTo>
                  <a:lnTo>
                    <a:pt x="94198" y="373736"/>
                  </a:lnTo>
                  <a:cubicBezTo>
                    <a:pt x="92603" y="374806"/>
                    <a:pt x="90621" y="374612"/>
                    <a:pt x="89264" y="373255"/>
                  </a:cubicBezTo>
                  <a:lnTo>
                    <a:pt x="51994" y="335985"/>
                  </a:lnTo>
                  <a:cubicBezTo>
                    <a:pt x="50638" y="334628"/>
                    <a:pt x="50444" y="332645"/>
                    <a:pt x="51513" y="331050"/>
                  </a:cubicBezTo>
                  <a:lnTo>
                    <a:pt x="67663" y="306968"/>
                  </a:lnTo>
                  <a:cubicBezTo>
                    <a:pt x="68764" y="305327"/>
                    <a:pt x="68971" y="303244"/>
                    <a:pt x="68214" y="301418"/>
                  </a:cubicBezTo>
                  <a:lnTo>
                    <a:pt x="47720" y="251950"/>
                  </a:lnTo>
                  <a:cubicBezTo>
                    <a:pt x="46964" y="250124"/>
                    <a:pt x="45345" y="248798"/>
                    <a:pt x="43406" y="248416"/>
                  </a:cubicBezTo>
                  <a:lnTo>
                    <a:pt x="14961" y="242808"/>
                  </a:lnTo>
                  <a:cubicBezTo>
                    <a:pt x="13079" y="242437"/>
                    <a:pt x="11814" y="240897"/>
                    <a:pt x="11814" y="238978"/>
                  </a:cubicBezTo>
                  <a:lnTo>
                    <a:pt x="11814" y="186270"/>
                  </a:lnTo>
                  <a:cubicBezTo>
                    <a:pt x="11814" y="184351"/>
                    <a:pt x="13080" y="182812"/>
                    <a:pt x="14963" y="182441"/>
                  </a:cubicBezTo>
                  <a:lnTo>
                    <a:pt x="43407" y="176832"/>
                  </a:lnTo>
                  <a:cubicBezTo>
                    <a:pt x="45345" y="176450"/>
                    <a:pt x="46964" y="175124"/>
                    <a:pt x="47720" y="173299"/>
                  </a:cubicBezTo>
                  <a:lnTo>
                    <a:pt x="68214" y="123830"/>
                  </a:lnTo>
                  <a:cubicBezTo>
                    <a:pt x="68970" y="122005"/>
                    <a:pt x="68763" y="119921"/>
                    <a:pt x="67663" y="118280"/>
                  </a:cubicBezTo>
                  <a:lnTo>
                    <a:pt x="51513" y="94197"/>
                  </a:lnTo>
                  <a:cubicBezTo>
                    <a:pt x="50444" y="92603"/>
                    <a:pt x="50638" y="90620"/>
                    <a:pt x="51994" y="89263"/>
                  </a:cubicBezTo>
                  <a:lnTo>
                    <a:pt x="89264" y="51994"/>
                  </a:lnTo>
                  <a:cubicBezTo>
                    <a:pt x="90622" y="50638"/>
                    <a:pt x="92604" y="50444"/>
                    <a:pt x="94199" y="51512"/>
                  </a:cubicBezTo>
                  <a:lnTo>
                    <a:pt x="118281" y="67662"/>
                  </a:lnTo>
                  <a:cubicBezTo>
                    <a:pt x="119921" y="68764"/>
                    <a:pt x="122006" y="68970"/>
                    <a:pt x="123830" y="68213"/>
                  </a:cubicBezTo>
                  <a:lnTo>
                    <a:pt x="173299" y="47718"/>
                  </a:lnTo>
                  <a:cubicBezTo>
                    <a:pt x="175125" y="46962"/>
                    <a:pt x="176451" y="45343"/>
                    <a:pt x="176832" y="43404"/>
                  </a:cubicBezTo>
                  <a:lnTo>
                    <a:pt x="182442" y="14960"/>
                  </a:lnTo>
                  <a:cubicBezTo>
                    <a:pt x="182812" y="13076"/>
                    <a:pt x="184352" y="11812"/>
                    <a:pt x="186270" y="11812"/>
                  </a:cubicBezTo>
                  <a:lnTo>
                    <a:pt x="238979" y="11812"/>
                  </a:lnTo>
                  <a:cubicBezTo>
                    <a:pt x="240898" y="11812"/>
                    <a:pt x="242438" y="13076"/>
                    <a:pt x="242808" y="14960"/>
                  </a:cubicBezTo>
                  <a:lnTo>
                    <a:pt x="248416" y="43404"/>
                  </a:lnTo>
                  <a:cubicBezTo>
                    <a:pt x="248798" y="45343"/>
                    <a:pt x="250125" y="46961"/>
                    <a:pt x="251951" y="47718"/>
                  </a:cubicBezTo>
                  <a:lnTo>
                    <a:pt x="301419" y="68213"/>
                  </a:lnTo>
                  <a:cubicBezTo>
                    <a:pt x="303243" y="68969"/>
                    <a:pt x="305328" y="68762"/>
                    <a:pt x="306968" y="67662"/>
                  </a:cubicBezTo>
                  <a:lnTo>
                    <a:pt x="331050" y="51513"/>
                  </a:lnTo>
                  <a:cubicBezTo>
                    <a:pt x="332643" y="50442"/>
                    <a:pt x="334627" y="50637"/>
                    <a:pt x="335986" y="51994"/>
                  </a:cubicBezTo>
                  <a:lnTo>
                    <a:pt x="373256" y="89263"/>
                  </a:lnTo>
                  <a:cubicBezTo>
                    <a:pt x="374612" y="90620"/>
                    <a:pt x="374806" y="92603"/>
                    <a:pt x="373737" y="94198"/>
                  </a:cubicBezTo>
                  <a:lnTo>
                    <a:pt x="357586" y="118280"/>
                  </a:lnTo>
                  <a:cubicBezTo>
                    <a:pt x="356485" y="119921"/>
                    <a:pt x="356279" y="122005"/>
                    <a:pt x="357035" y="123830"/>
                  </a:cubicBezTo>
                  <a:lnTo>
                    <a:pt x="377530" y="173299"/>
                  </a:lnTo>
                  <a:cubicBezTo>
                    <a:pt x="378286" y="175125"/>
                    <a:pt x="379905" y="176450"/>
                    <a:pt x="381843" y="176832"/>
                  </a:cubicBezTo>
                  <a:lnTo>
                    <a:pt x="410288" y="182441"/>
                  </a:lnTo>
                  <a:cubicBezTo>
                    <a:pt x="412171" y="182812"/>
                    <a:pt x="413436" y="184351"/>
                    <a:pt x="413436" y="186270"/>
                  </a:cubicBezTo>
                  <a:lnTo>
                    <a:pt x="413436" y="238978"/>
                  </a:lnTo>
                  <a:close/>
                  <a:moveTo>
                    <a:pt x="212624" y="68646"/>
                  </a:moveTo>
                  <a:cubicBezTo>
                    <a:pt x="133233" y="68646"/>
                    <a:pt x="68644" y="133235"/>
                    <a:pt x="68644" y="212626"/>
                  </a:cubicBezTo>
                  <a:cubicBezTo>
                    <a:pt x="68644" y="292017"/>
                    <a:pt x="133233" y="356606"/>
                    <a:pt x="212624" y="356606"/>
                  </a:cubicBezTo>
                  <a:cubicBezTo>
                    <a:pt x="292015" y="356606"/>
                    <a:pt x="356604" y="292017"/>
                    <a:pt x="356604" y="212626"/>
                  </a:cubicBezTo>
                  <a:cubicBezTo>
                    <a:pt x="356604" y="133235"/>
                    <a:pt x="292015" y="68646"/>
                    <a:pt x="212624" y="68646"/>
                  </a:cubicBezTo>
                  <a:close/>
                  <a:moveTo>
                    <a:pt x="212624" y="344793"/>
                  </a:moveTo>
                  <a:cubicBezTo>
                    <a:pt x="139747" y="344793"/>
                    <a:pt x="80457" y="285502"/>
                    <a:pt x="80457" y="212625"/>
                  </a:cubicBezTo>
                  <a:cubicBezTo>
                    <a:pt x="80457" y="139748"/>
                    <a:pt x="139747" y="80457"/>
                    <a:pt x="212624" y="80457"/>
                  </a:cubicBezTo>
                  <a:cubicBezTo>
                    <a:pt x="285501" y="80457"/>
                    <a:pt x="344792" y="139748"/>
                    <a:pt x="344792" y="212625"/>
                  </a:cubicBezTo>
                  <a:cubicBezTo>
                    <a:pt x="344792" y="285502"/>
                    <a:pt x="285501" y="344793"/>
                    <a:pt x="212624" y="344793"/>
                  </a:cubicBezTo>
                  <a:close/>
                  <a:moveTo>
                    <a:pt x="262757" y="108876"/>
                  </a:moveTo>
                  <a:lnTo>
                    <a:pt x="162490" y="108876"/>
                  </a:lnTo>
                  <a:cubicBezTo>
                    <a:pt x="155021" y="108876"/>
                    <a:pt x="148596" y="112585"/>
                    <a:pt x="144863" y="119053"/>
                  </a:cubicBezTo>
                  <a:lnTo>
                    <a:pt x="114985" y="170800"/>
                  </a:lnTo>
                  <a:cubicBezTo>
                    <a:pt x="114466" y="171698"/>
                    <a:pt x="114194" y="172716"/>
                    <a:pt x="114194" y="173753"/>
                  </a:cubicBezTo>
                  <a:lnTo>
                    <a:pt x="114194" y="184117"/>
                  </a:lnTo>
                  <a:cubicBezTo>
                    <a:pt x="114194" y="193541"/>
                    <a:pt x="118584" y="201876"/>
                    <a:pt x="125666" y="207083"/>
                  </a:cubicBezTo>
                  <a:lnTo>
                    <a:pt x="125666" y="286875"/>
                  </a:lnTo>
                  <a:cubicBezTo>
                    <a:pt x="125666" y="296421"/>
                    <a:pt x="133433" y="304188"/>
                    <a:pt x="142979" y="304188"/>
                  </a:cubicBezTo>
                  <a:lnTo>
                    <a:pt x="282270" y="304188"/>
                  </a:lnTo>
                  <a:cubicBezTo>
                    <a:pt x="291815" y="304188"/>
                    <a:pt x="299583" y="296421"/>
                    <a:pt x="299583" y="286875"/>
                  </a:cubicBezTo>
                  <a:lnTo>
                    <a:pt x="299583" y="207083"/>
                  </a:lnTo>
                  <a:cubicBezTo>
                    <a:pt x="306664" y="201876"/>
                    <a:pt x="311055" y="193541"/>
                    <a:pt x="311055" y="184117"/>
                  </a:cubicBezTo>
                  <a:lnTo>
                    <a:pt x="311055" y="173753"/>
                  </a:lnTo>
                  <a:cubicBezTo>
                    <a:pt x="311055" y="172716"/>
                    <a:pt x="310783" y="171698"/>
                    <a:pt x="310264" y="170800"/>
                  </a:cubicBezTo>
                  <a:lnTo>
                    <a:pt x="280387" y="119052"/>
                  </a:lnTo>
                  <a:cubicBezTo>
                    <a:pt x="276652" y="112585"/>
                    <a:pt x="270227" y="108875"/>
                    <a:pt x="262758" y="108875"/>
                  </a:cubicBezTo>
                  <a:close/>
                  <a:moveTo>
                    <a:pt x="270156" y="124959"/>
                  </a:moveTo>
                  <a:lnTo>
                    <a:pt x="294918" y="167847"/>
                  </a:lnTo>
                  <a:lnTo>
                    <a:pt x="263037" y="167847"/>
                  </a:lnTo>
                  <a:lnTo>
                    <a:pt x="246066" y="120688"/>
                  </a:lnTo>
                  <a:lnTo>
                    <a:pt x="262756" y="120688"/>
                  </a:lnTo>
                  <a:cubicBezTo>
                    <a:pt x="265937" y="120688"/>
                    <a:pt x="268565" y="122205"/>
                    <a:pt x="270155" y="124959"/>
                  </a:cubicBezTo>
                  <a:close/>
                  <a:moveTo>
                    <a:pt x="285668" y="200558"/>
                  </a:moveTo>
                  <a:cubicBezTo>
                    <a:pt x="284469" y="200789"/>
                    <a:pt x="283240" y="200906"/>
                    <a:pt x="282017" y="200906"/>
                  </a:cubicBezTo>
                  <a:cubicBezTo>
                    <a:pt x="274681" y="200906"/>
                    <a:pt x="268043" y="196758"/>
                    <a:pt x="264792" y="190255"/>
                  </a:cubicBezTo>
                  <a:lnTo>
                    <a:pt x="264792" y="179660"/>
                  </a:lnTo>
                  <a:lnTo>
                    <a:pt x="299242" y="179660"/>
                  </a:lnTo>
                  <a:lnTo>
                    <a:pt x="299242" y="184117"/>
                  </a:lnTo>
                  <a:cubicBezTo>
                    <a:pt x="299242" y="192257"/>
                    <a:pt x="293660" y="199018"/>
                    <a:pt x="285668" y="200558"/>
                  </a:cubicBezTo>
                  <a:close/>
                  <a:moveTo>
                    <a:pt x="126006" y="184117"/>
                  </a:moveTo>
                  <a:lnTo>
                    <a:pt x="126006" y="179660"/>
                  </a:lnTo>
                  <a:lnTo>
                    <a:pt x="160456" y="179660"/>
                  </a:lnTo>
                  <a:lnTo>
                    <a:pt x="160456" y="190255"/>
                  </a:lnTo>
                  <a:cubicBezTo>
                    <a:pt x="157206" y="196757"/>
                    <a:pt x="150567" y="200906"/>
                    <a:pt x="143232" y="200906"/>
                  </a:cubicBezTo>
                  <a:cubicBezTo>
                    <a:pt x="142008" y="200906"/>
                    <a:pt x="140780" y="200789"/>
                    <a:pt x="139581" y="200558"/>
                  </a:cubicBezTo>
                  <a:cubicBezTo>
                    <a:pt x="131588" y="199018"/>
                    <a:pt x="126006" y="192257"/>
                    <a:pt x="126006" y="184117"/>
                  </a:cubicBezTo>
                  <a:close/>
                  <a:moveTo>
                    <a:pt x="172268" y="179660"/>
                  </a:moveTo>
                  <a:lnTo>
                    <a:pt x="206717" y="179660"/>
                  </a:lnTo>
                  <a:lnTo>
                    <a:pt x="206717" y="190255"/>
                  </a:lnTo>
                  <a:cubicBezTo>
                    <a:pt x="203468" y="196757"/>
                    <a:pt x="196829" y="200905"/>
                    <a:pt x="189493" y="200905"/>
                  </a:cubicBezTo>
                  <a:cubicBezTo>
                    <a:pt x="182156" y="200905"/>
                    <a:pt x="175519" y="196757"/>
                    <a:pt x="172268" y="190254"/>
                  </a:cubicBezTo>
                  <a:lnTo>
                    <a:pt x="172268" y="179659"/>
                  </a:lnTo>
                  <a:close/>
                  <a:moveTo>
                    <a:pt x="206717" y="167847"/>
                  </a:moveTo>
                  <a:lnTo>
                    <a:pt x="174764" y="167847"/>
                  </a:lnTo>
                  <a:lnTo>
                    <a:pt x="191733" y="120688"/>
                  </a:lnTo>
                  <a:lnTo>
                    <a:pt x="206717" y="120688"/>
                  </a:lnTo>
                  <a:close/>
                  <a:moveTo>
                    <a:pt x="218530" y="120688"/>
                  </a:moveTo>
                  <a:lnTo>
                    <a:pt x="233514" y="120688"/>
                  </a:lnTo>
                  <a:lnTo>
                    <a:pt x="250483" y="167847"/>
                  </a:lnTo>
                  <a:lnTo>
                    <a:pt x="218530" y="167847"/>
                  </a:lnTo>
                  <a:close/>
                  <a:moveTo>
                    <a:pt x="218530" y="179660"/>
                  </a:moveTo>
                  <a:lnTo>
                    <a:pt x="252979" y="179660"/>
                  </a:lnTo>
                  <a:lnTo>
                    <a:pt x="252979" y="190255"/>
                  </a:lnTo>
                  <a:cubicBezTo>
                    <a:pt x="249729" y="196757"/>
                    <a:pt x="243090" y="200906"/>
                    <a:pt x="235755" y="200906"/>
                  </a:cubicBezTo>
                  <a:cubicBezTo>
                    <a:pt x="228419" y="200906"/>
                    <a:pt x="221780" y="196758"/>
                    <a:pt x="218530" y="190255"/>
                  </a:cubicBezTo>
                  <a:close/>
                  <a:moveTo>
                    <a:pt x="155092" y="124959"/>
                  </a:moveTo>
                  <a:cubicBezTo>
                    <a:pt x="156682" y="122205"/>
                    <a:pt x="159309" y="120687"/>
                    <a:pt x="162490" y="120687"/>
                  </a:cubicBezTo>
                  <a:lnTo>
                    <a:pt x="179180" y="120687"/>
                  </a:lnTo>
                  <a:lnTo>
                    <a:pt x="162210" y="167846"/>
                  </a:lnTo>
                  <a:lnTo>
                    <a:pt x="130331" y="167846"/>
                  </a:lnTo>
                  <a:lnTo>
                    <a:pt x="155093" y="124958"/>
                  </a:lnTo>
                  <a:close/>
                  <a:moveTo>
                    <a:pt x="202184" y="292375"/>
                  </a:moveTo>
                  <a:lnTo>
                    <a:pt x="168972" y="292375"/>
                  </a:lnTo>
                  <a:lnTo>
                    <a:pt x="168972" y="241923"/>
                  </a:lnTo>
                  <a:lnTo>
                    <a:pt x="202184" y="241923"/>
                  </a:lnTo>
                  <a:close/>
                  <a:moveTo>
                    <a:pt x="282269" y="292375"/>
                  </a:moveTo>
                  <a:lnTo>
                    <a:pt x="213996" y="292375"/>
                  </a:lnTo>
                  <a:lnTo>
                    <a:pt x="213996" y="236017"/>
                  </a:lnTo>
                  <a:cubicBezTo>
                    <a:pt x="213996" y="232755"/>
                    <a:pt x="211352" y="230111"/>
                    <a:pt x="208090" y="230111"/>
                  </a:cubicBezTo>
                  <a:lnTo>
                    <a:pt x="163066" y="230111"/>
                  </a:lnTo>
                  <a:cubicBezTo>
                    <a:pt x="159804" y="230111"/>
                    <a:pt x="157159" y="232755"/>
                    <a:pt x="157159" y="236017"/>
                  </a:cubicBezTo>
                  <a:lnTo>
                    <a:pt x="157159" y="292375"/>
                  </a:lnTo>
                  <a:lnTo>
                    <a:pt x="142979" y="292375"/>
                  </a:lnTo>
                  <a:cubicBezTo>
                    <a:pt x="139945" y="292375"/>
                    <a:pt x="137478" y="289907"/>
                    <a:pt x="137478" y="286874"/>
                  </a:cubicBezTo>
                  <a:lnTo>
                    <a:pt x="137478" y="212178"/>
                  </a:lnTo>
                  <a:cubicBezTo>
                    <a:pt x="139370" y="212534"/>
                    <a:pt x="141305" y="212717"/>
                    <a:pt x="143231" y="212717"/>
                  </a:cubicBezTo>
                  <a:cubicBezTo>
                    <a:pt x="152221" y="212717"/>
                    <a:pt x="160570" y="208859"/>
                    <a:pt x="166361" y="202404"/>
                  </a:cubicBezTo>
                  <a:cubicBezTo>
                    <a:pt x="172153" y="208859"/>
                    <a:pt x="180502" y="212717"/>
                    <a:pt x="189492" y="212717"/>
                  </a:cubicBezTo>
                  <a:cubicBezTo>
                    <a:pt x="198482" y="212717"/>
                    <a:pt x="206832" y="208859"/>
                    <a:pt x="212622" y="202404"/>
                  </a:cubicBezTo>
                  <a:cubicBezTo>
                    <a:pt x="218414" y="208859"/>
                    <a:pt x="226764" y="212717"/>
                    <a:pt x="235754" y="212717"/>
                  </a:cubicBezTo>
                  <a:cubicBezTo>
                    <a:pt x="244744" y="212717"/>
                    <a:pt x="253093" y="208859"/>
                    <a:pt x="258884" y="202404"/>
                  </a:cubicBezTo>
                  <a:cubicBezTo>
                    <a:pt x="264676" y="208859"/>
                    <a:pt x="273025" y="212717"/>
                    <a:pt x="282015" y="212717"/>
                  </a:cubicBezTo>
                  <a:cubicBezTo>
                    <a:pt x="283942" y="212717"/>
                    <a:pt x="285876" y="212534"/>
                    <a:pt x="287768" y="212178"/>
                  </a:cubicBezTo>
                  <a:lnTo>
                    <a:pt x="287768" y="286874"/>
                  </a:lnTo>
                  <a:cubicBezTo>
                    <a:pt x="287768" y="289907"/>
                    <a:pt x="285301" y="292375"/>
                    <a:pt x="282267" y="292375"/>
                  </a:cubicBezTo>
                  <a:close/>
                  <a:moveTo>
                    <a:pt x="233152" y="230112"/>
                  </a:moveTo>
                  <a:lnTo>
                    <a:pt x="268613" y="230112"/>
                  </a:lnTo>
                  <a:lnTo>
                    <a:pt x="268613" y="241924"/>
                  </a:lnTo>
                  <a:lnTo>
                    <a:pt x="233152" y="2419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38" name="Google Shape;138;p16"/>
            <p:cNvCxnSpPr/>
            <p:nvPr/>
          </p:nvCxnSpPr>
          <p:spPr>
            <a:xfrm>
              <a:off x="6325694" y="1821457"/>
              <a:ext cx="0" cy="471083"/>
            </a:xfrm>
            <a:prstGeom prst="straightConnector1">
              <a:avLst/>
            </a:prstGeom>
            <a:noFill/>
            <a:ln cap="rnd" cmpd="sng" w="19050">
              <a:solidFill>
                <a:srgbClr val="7F7F7F"/>
              </a:solidFill>
              <a:prstDash val="dot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7"/>
          <p:cNvGrpSpPr/>
          <p:nvPr/>
        </p:nvGrpSpPr>
        <p:grpSpPr>
          <a:xfrm>
            <a:off x="6140757" y="1793673"/>
            <a:ext cx="932866" cy="1582727"/>
            <a:chOff x="7433685" y="1793673"/>
            <a:chExt cx="932866" cy="1582727"/>
          </a:xfrm>
        </p:grpSpPr>
        <p:sp>
          <p:nvSpPr>
            <p:cNvPr id="144" name="Google Shape;144;p17"/>
            <p:cNvSpPr/>
            <p:nvPr/>
          </p:nvSpPr>
          <p:spPr>
            <a:xfrm>
              <a:off x="7433685" y="1793673"/>
              <a:ext cx="932866" cy="1582726"/>
            </a:xfrm>
            <a:custGeom>
              <a:rect b="b" l="l" r="r" t="t"/>
              <a:pathLst>
                <a:path extrusionOk="0" h="1582726" w="932866">
                  <a:moveTo>
                    <a:pt x="530072" y="59895"/>
                  </a:moveTo>
                  <a:lnTo>
                    <a:pt x="932866" y="714248"/>
                  </a:lnTo>
                  <a:lnTo>
                    <a:pt x="546543" y="1509355"/>
                  </a:lnTo>
                  <a:lnTo>
                    <a:pt x="152733" y="1582726"/>
                  </a:lnTo>
                  <a:lnTo>
                    <a:pt x="539056" y="783128"/>
                  </a:lnTo>
                  <a:lnTo>
                    <a:pt x="539055" y="783128"/>
                  </a:lnTo>
                  <a:lnTo>
                    <a:pt x="152732" y="1582726"/>
                  </a:lnTo>
                  <a:lnTo>
                    <a:pt x="20963" y="1522831"/>
                  </a:lnTo>
                  <a:lnTo>
                    <a:pt x="402794" y="727724"/>
                  </a:lnTo>
                  <a:lnTo>
                    <a:pt x="0" y="71874"/>
                  </a:lnTo>
                  <a:lnTo>
                    <a:pt x="131769" y="131769"/>
                  </a:lnTo>
                  <a:lnTo>
                    <a:pt x="260834" y="338178"/>
                  </a:lnTo>
                  <a:lnTo>
                    <a:pt x="131769" y="131769"/>
                  </a:lnTo>
                  <a:close/>
                  <a:moveTo>
                    <a:pt x="395307" y="0"/>
                  </a:moveTo>
                  <a:lnTo>
                    <a:pt x="530071" y="59895"/>
                  </a:lnTo>
                  <a:lnTo>
                    <a:pt x="131769" y="131769"/>
                  </a:lnTo>
                  <a:lnTo>
                    <a:pt x="0" y="71874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7454649" y="2521398"/>
              <a:ext cx="518092" cy="855002"/>
            </a:xfrm>
            <a:custGeom>
              <a:rect b="b" l="l" r="r" t="t"/>
              <a:pathLst>
                <a:path extrusionOk="0" h="571" w="346">
                  <a:moveTo>
                    <a:pt x="88" y="571"/>
                  </a:moveTo>
                  <a:lnTo>
                    <a:pt x="0" y="531"/>
                  </a:lnTo>
                  <a:lnTo>
                    <a:pt x="255" y="0"/>
                  </a:lnTo>
                  <a:lnTo>
                    <a:pt x="346" y="37"/>
                  </a:lnTo>
                  <a:lnTo>
                    <a:pt x="88" y="571"/>
                  </a:lnTo>
                  <a:close/>
                </a:path>
              </a:pathLst>
            </a:custGeom>
            <a:solidFill>
              <a:schemeClr val="dk1">
                <a:alpha val="14901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7433686" y="1865548"/>
              <a:ext cx="539056" cy="711254"/>
            </a:xfrm>
            <a:custGeom>
              <a:rect b="b" l="l" r="r" t="t"/>
              <a:pathLst>
                <a:path extrusionOk="0" h="475" w="360">
                  <a:moveTo>
                    <a:pt x="360" y="475"/>
                  </a:moveTo>
                  <a:lnTo>
                    <a:pt x="269" y="438"/>
                  </a:lnTo>
                  <a:lnTo>
                    <a:pt x="0" y="0"/>
                  </a:lnTo>
                  <a:lnTo>
                    <a:pt x="88" y="40"/>
                  </a:lnTo>
                  <a:lnTo>
                    <a:pt x="360" y="475"/>
                  </a:lnTo>
                  <a:close/>
                </a:path>
              </a:pathLst>
            </a:custGeom>
            <a:solidFill>
              <a:schemeClr val="dk1">
                <a:alpha val="2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7433686" y="1793674"/>
              <a:ext cx="530071" cy="131769"/>
            </a:xfrm>
            <a:custGeom>
              <a:rect b="b" l="l" r="r" t="t"/>
              <a:pathLst>
                <a:path extrusionOk="0" h="88" w="354">
                  <a:moveTo>
                    <a:pt x="88" y="88"/>
                  </a:moveTo>
                  <a:lnTo>
                    <a:pt x="0" y="48"/>
                  </a:lnTo>
                  <a:lnTo>
                    <a:pt x="264" y="0"/>
                  </a:lnTo>
                  <a:lnTo>
                    <a:pt x="354" y="40"/>
                  </a:lnTo>
                  <a:lnTo>
                    <a:pt x="88" y="88"/>
                  </a:lnTo>
                  <a:close/>
                </a:path>
              </a:pathLst>
            </a:custGeom>
            <a:solidFill>
              <a:schemeClr val="dk1">
                <a:alpha val="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8" name="Google Shape;148;p17"/>
          <p:cNvGrpSpPr/>
          <p:nvPr/>
        </p:nvGrpSpPr>
        <p:grpSpPr>
          <a:xfrm>
            <a:off x="5531322" y="2103630"/>
            <a:ext cx="1026019" cy="1092118"/>
            <a:chOff x="5531322" y="2103630"/>
            <a:chExt cx="1026019" cy="1092118"/>
          </a:xfrm>
        </p:grpSpPr>
        <p:sp>
          <p:nvSpPr>
            <p:cNvPr id="149" name="Google Shape;149;p17"/>
            <p:cNvSpPr/>
            <p:nvPr/>
          </p:nvSpPr>
          <p:spPr>
            <a:xfrm>
              <a:off x="5531322" y="2110526"/>
              <a:ext cx="1026019" cy="1085222"/>
            </a:xfrm>
            <a:custGeom>
              <a:rect b="b" l="l" r="r" t="t"/>
              <a:pathLst>
                <a:path extrusionOk="0" h="1085222" w="1026019">
                  <a:moveTo>
                    <a:pt x="762700" y="77357"/>
                  </a:moveTo>
                  <a:lnTo>
                    <a:pt x="764795" y="78274"/>
                  </a:lnTo>
                  <a:lnTo>
                    <a:pt x="773605" y="80054"/>
                  </a:lnTo>
                  <a:close/>
                  <a:moveTo>
                    <a:pt x="496533" y="213"/>
                  </a:moveTo>
                  <a:cubicBezTo>
                    <a:pt x="551895" y="-1581"/>
                    <a:pt x="604279" y="7987"/>
                    <a:pt x="651902" y="27123"/>
                  </a:cubicBezTo>
                  <a:lnTo>
                    <a:pt x="783128" y="82407"/>
                  </a:lnTo>
                  <a:lnTo>
                    <a:pt x="781612" y="82032"/>
                  </a:lnTo>
                  <a:lnTo>
                    <a:pt x="796880" y="92327"/>
                  </a:lnTo>
                  <a:lnTo>
                    <a:pt x="824456" y="104404"/>
                  </a:lnTo>
                  <a:cubicBezTo>
                    <a:pt x="944392" y="174847"/>
                    <a:pt x="1023299" y="315567"/>
                    <a:pt x="1025952" y="491216"/>
                  </a:cubicBezTo>
                  <a:cubicBezTo>
                    <a:pt x="1030196" y="767996"/>
                    <a:pt x="834984" y="1032001"/>
                    <a:pt x="588846" y="1078841"/>
                  </a:cubicBezTo>
                  <a:cubicBezTo>
                    <a:pt x="503970" y="1093745"/>
                    <a:pt x="425462" y="1082036"/>
                    <a:pt x="358091" y="1049034"/>
                  </a:cubicBezTo>
                  <a:lnTo>
                    <a:pt x="351594" y="1045185"/>
                  </a:lnTo>
                  <a:lnTo>
                    <a:pt x="343677" y="1041704"/>
                  </a:lnTo>
                  <a:cubicBezTo>
                    <a:pt x="323834" y="1032984"/>
                    <a:pt x="292086" y="1019029"/>
                    <a:pt x="241288" y="996704"/>
                  </a:cubicBezTo>
                  <a:cubicBezTo>
                    <a:pt x="169325" y="966937"/>
                    <a:pt x="105828" y="907401"/>
                    <a:pt x="63497" y="830854"/>
                  </a:cubicBezTo>
                  <a:cubicBezTo>
                    <a:pt x="25398" y="767067"/>
                    <a:pt x="4233" y="682016"/>
                    <a:pt x="0" y="592713"/>
                  </a:cubicBezTo>
                  <a:cubicBezTo>
                    <a:pt x="0" y="503409"/>
                    <a:pt x="21165" y="414105"/>
                    <a:pt x="55030" y="333307"/>
                  </a:cubicBezTo>
                  <a:cubicBezTo>
                    <a:pt x="131227" y="167457"/>
                    <a:pt x="270920" y="35630"/>
                    <a:pt x="440245" y="5862"/>
                  </a:cubicBezTo>
                  <a:cubicBezTo>
                    <a:pt x="459294" y="2671"/>
                    <a:pt x="478080" y="811"/>
                    <a:pt x="496533" y="21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5531324" y="2103630"/>
              <a:ext cx="783128" cy="1063136"/>
            </a:xfrm>
            <a:custGeom>
              <a:rect b="b" l="l" r="r" t="t"/>
              <a:pathLst>
                <a:path extrusionOk="0" h="250" w="185">
                  <a:moveTo>
                    <a:pt x="154" y="8"/>
                  </a:moveTo>
                  <a:cubicBezTo>
                    <a:pt x="139" y="2"/>
                    <a:pt x="122" y="0"/>
                    <a:pt x="104" y="3"/>
                  </a:cubicBezTo>
                  <a:cubicBezTo>
                    <a:pt x="64" y="10"/>
                    <a:pt x="31" y="41"/>
                    <a:pt x="13" y="80"/>
                  </a:cubicBezTo>
                  <a:cubicBezTo>
                    <a:pt x="5" y="99"/>
                    <a:pt x="0" y="120"/>
                    <a:pt x="0" y="141"/>
                  </a:cubicBezTo>
                  <a:cubicBezTo>
                    <a:pt x="1" y="162"/>
                    <a:pt x="6" y="182"/>
                    <a:pt x="15" y="197"/>
                  </a:cubicBezTo>
                  <a:cubicBezTo>
                    <a:pt x="25" y="215"/>
                    <a:pt x="40" y="229"/>
                    <a:pt x="57" y="236"/>
                  </a:cubicBezTo>
                  <a:cubicBezTo>
                    <a:pt x="89" y="250"/>
                    <a:pt x="89" y="250"/>
                    <a:pt x="89" y="250"/>
                  </a:cubicBezTo>
                  <a:cubicBezTo>
                    <a:pt x="71" y="242"/>
                    <a:pt x="56" y="229"/>
                    <a:pt x="46" y="211"/>
                  </a:cubicBezTo>
                  <a:cubicBezTo>
                    <a:pt x="37" y="195"/>
                    <a:pt x="32" y="176"/>
                    <a:pt x="32" y="155"/>
                  </a:cubicBezTo>
                  <a:cubicBezTo>
                    <a:pt x="32" y="133"/>
                    <a:pt x="36" y="112"/>
                    <a:pt x="45" y="94"/>
                  </a:cubicBezTo>
                  <a:cubicBezTo>
                    <a:pt x="62" y="54"/>
                    <a:pt x="96" y="23"/>
                    <a:pt x="135" y="16"/>
                  </a:cubicBezTo>
                  <a:cubicBezTo>
                    <a:pt x="153" y="13"/>
                    <a:pt x="170" y="15"/>
                    <a:pt x="185" y="21"/>
                  </a:cubicBezTo>
                  <a:lnTo>
                    <a:pt x="154" y="8"/>
                  </a:lnTo>
                  <a:close/>
                </a:path>
              </a:pathLst>
            </a:custGeom>
            <a:solidFill>
              <a:schemeClr val="dk1">
                <a:alpha val="14901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51" name="Google Shape;151;p17"/>
          <p:cNvCxnSpPr/>
          <p:nvPr/>
        </p:nvCxnSpPr>
        <p:spPr>
          <a:xfrm>
            <a:off x="5968746" y="1657350"/>
            <a:ext cx="0" cy="413770"/>
          </a:xfrm>
          <a:prstGeom prst="straightConnector1">
            <a:avLst/>
          </a:prstGeom>
          <a:noFill/>
          <a:ln cap="rnd" cmpd="sng" w="19050">
            <a:solidFill>
              <a:srgbClr val="7F7F7F"/>
            </a:solidFill>
            <a:prstDash val="dot"/>
            <a:round/>
            <a:headEnd len="sm" w="sm" type="none"/>
            <a:tailEnd len="med" w="med" type="stealth"/>
          </a:ln>
        </p:spPr>
      </p:cxnSp>
      <p:cxnSp>
        <p:nvCxnSpPr>
          <p:cNvPr id="152" name="Google Shape;152;p17"/>
          <p:cNvCxnSpPr/>
          <p:nvPr/>
        </p:nvCxnSpPr>
        <p:spPr>
          <a:xfrm>
            <a:off x="4412089" y="1929493"/>
            <a:ext cx="0" cy="413770"/>
          </a:xfrm>
          <a:prstGeom prst="straightConnector1">
            <a:avLst/>
          </a:prstGeom>
          <a:noFill/>
          <a:ln cap="rnd" cmpd="sng" w="19050">
            <a:solidFill>
              <a:srgbClr val="7F7F7F"/>
            </a:solidFill>
            <a:prstDash val="dot"/>
            <a:round/>
            <a:headEnd len="sm" w="sm" type="none"/>
            <a:tailEnd len="med" w="med" type="stealth"/>
          </a:ln>
        </p:spPr>
      </p:cxnSp>
      <p:cxnSp>
        <p:nvCxnSpPr>
          <p:cNvPr id="153" name="Google Shape;153;p17"/>
          <p:cNvCxnSpPr/>
          <p:nvPr/>
        </p:nvCxnSpPr>
        <p:spPr>
          <a:xfrm>
            <a:off x="2833661" y="2190750"/>
            <a:ext cx="0" cy="413770"/>
          </a:xfrm>
          <a:prstGeom prst="straightConnector1">
            <a:avLst/>
          </a:prstGeom>
          <a:noFill/>
          <a:ln cap="rnd" cmpd="sng" w="19050">
            <a:solidFill>
              <a:srgbClr val="7F7F7F"/>
            </a:solidFill>
            <a:prstDash val="dot"/>
            <a:round/>
            <a:headEnd len="sm" w="sm" type="none"/>
            <a:tailEnd len="med" w="med" type="stealth"/>
          </a:ln>
        </p:spPr>
      </p:cxnSp>
      <p:cxnSp>
        <p:nvCxnSpPr>
          <p:cNvPr id="154" name="Google Shape;154;p17"/>
          <p:cNvCxnSpPr/>
          <p:nvPr/>
        </p:nvCxnSpPr>
        <p:spPr>
          <a:xfrm rot="10800000">
            <a:off x="5373662" y="3359248"/>
            <a:ext cx="0" cy="413770"/>
          </a:xfrm>
          <a:prstGeom prst="straightConnector1">
            <a:avLst/>
          </a:prstGeom>
          <a:noFill/>
          <a:ln cap="rnd" cmpd="sng" w="19050">
            <a:solidFill>
              <a:srgbClr val="7F7F7F"/>
            </a:solidFill>
            <a:prstDash val="dot"/>
            <a:round/>
            <a:headEnd len="sm" w="sm" type="none"/>
            <a:tailEnd len="med" w="med" type="stealth"/>
          </a:ln>
        </p:spPr>
      </p:cxnSp>
      <p:grpSp>
        <p:nvGrpSpPr>
          <p:cNvPr id="155" name="Google Shape;155;p17"/>
          <p:cNvGrpSpPr/>
          <p:nvPr/>
        </p:nvGrpSpPr>
        <p:grpSpPr>
          <a:xfrm>
            <a:off x="4751103" y="2242753"/>
            <a:ext cx="970300" cy="1092138"/>
            <a:chOff x="4751103" y="2242753"/>
            <a:chExt cx="970300" cy="1092138"/>
          </a:xfrm>
        </p:grpSpPr>
        <p:sp>
          <p:nvSpPr>
            <p:cNvPr id="156" name="Google Shape;156;p17"/>
            <p:cNvSpPr/>
            <p:nvPr/>
          </p:nvSpPr>
          <p:spPr>
            <a:xfrm>
              <a:off x="4751103" y="2249769"/>
              <a:ext cx="970300" cy="1085122"/>
            </a:xfrm>
            <a:custGeom>
              <a:rect b="b" l="l" r="r" t="t"/>
              <a:pathLst>
                <a:path extrusionOk="0" h="1085122" w="970300">
                  <a:moveTo>
                    <a:pt x="272114" y="989168"/>
                  </a:moveTo>
                  <a:lnTo>
                    <a:pt x="273559" y="990736"/>
                  </a:lnTo>
                  <a:cubicBezTo>
                    <a:pt x="288933" y="1004823"/>
                    <a:pt x="305368" y="1017448"/>
                    <a:pt x="322730" y="1028411"/>
                  </a:cubicBezTo>
                  <a:lnTo>
                    <a:pt x="340122" y="1037215"/>
                  </a:lnTo>
                  <a:close/>
                  <a:moveTo>
                    <a:pt x="200514" y="898479"/>
                  </a:moveTo>
                  <a:lnTo>
                    <a:pt x="230749" y="944290"/>
                  </a:lnTo>
                  <a:lnTo>
                    <a:pt x="254167" y="969698"/>
                  </a:lnTo>
                  <a:close/>
                  <a:moveTo>
                    <a:pt x="585230" y="64851"/>
                  </a:moveTo>
                  <a:lnTo>
                    <a:pt x="572564" y="65276"/>
                  </a:lnTo>
                  <a:cubicBezTo>
                    <a:pt x="407157" y="95044"/>
                    <a:pt x="262956" y="226873"/>
                    <a:pt x="186614" y="392722"/>
                  </a:cubicBezTo>
                  <a:cubicBezTo>
                    <a:pt x="152684" y="473521"/>
                    <a:pt x="131477" y="562824"/>
                    <a:pt x="135719" y="652127"/>
                  </a:cubicBezTo>
                  <a:cubicBezTo>
                    <a:pt x="135719" y="696779"/>
                    <a:pt x="141021" y="739305"/>
                    <a:pt x="151094" y="779172"/>
                  </a:cubicBezTo>
                  <a:lnTo>
                    <a:pt x="151158" y="779335"/>
                  </a:lnTo>
                  <a:lnTo>
                    <a:pt x="139908" y="718647"/>
                  </a:lnTo>
                  <a:cubicBezTo>
                    <a:pt x="137328" y="697441"/>
                    <a:pt x="136004" y="675637"/>
                    <a:pt x="136004" y="653301"/>
                  </a:cubicBezTo>
                  <a:cubicBezTo>
                    <a:pt x="131769" y="563958"/>
                    <a:pt x="152944" y="474614"/>
                    <a:pt x="186824" y="393780"/>
                  </a:cubicBezTo>
                  <a:cubicBezTo>
                    <a:pt x="263054" y="227856"/>
                    <a:pt x="407045" y="95968"/>
                    <a:pt x="572210" y="66187"/>
                  </a:cubicBezTo>
                  <a:close/>
                  <a:moveTo>
                    <a:pt x="683366" y="61555"/>
                  </a:moveTo>
                  <a:lnTo>
                    <a:pt x="670906" y="61974"/>
                  </a:lnTo>
                  <a:lnTo>
                    <a:pt x="689075" y="62964"/>
                  </a:lnTo>
                  <a:close/>
                  <a:moveTo>
                    <a:pt x="547647" y="2551"/>
                  </a:moveTo>
                  <a:cubicBezTo>
                    <a:pt x="583167" y="6804"/>
                    <a:pt x="617097" y="16372"/>
                    <a:pt x="648906" y="31256"/>
                  </a:cubicBezTo>
                  <a:cubicBezTo>
                    <a:pt x="648906" y="31256"/>
                    <a:pt x="648906" y="31256"/>
                    <a:pt x="784625" y="86539"/>
                  </a:cubicBezTo>
                  <a:lnTo>
                    <a:pt x="763616" y="81356"/>
                  </a:lnTo>
                  <a:lnTo>
                    <a:pt x="800900" y="95968"/>
                  </a:lnTo>
                  <a:cubicBezTo>
                    <a:pt x="868660" y="128940"/>
                    <a:pt x="925833" y="183185"/>
                    <a:pt x="966065" y="253383"/>
                  </a:cubicBezTo>
                  <a:cubicBezTo>
                    <a:pt x="927950" y="334218"/>
                    <a:pt x="911010" y="423561"/>
                    <a:pt x="911010" y="512904"/>
                  </a:cubicBezTo>
                  <a:cubicBezTo>
                    <a:pt x="911010" y="602248"/>
                    <a:pt x="932185" y="683082"/>
                    <a:pt x="970300" y="751153"/>
                  </a:cubicBezTo>
                  <a:cubicBezTo>
                    <a:pt x="898305" y="921331"/>
                    <a:pt x="754315" y="1048965"/>
                    <a:pt x="584915" y="1078746"/>
                  </a:cubicBezTo>
                  <a:cubicBezTo>
                    <a:pt x="502332" y="1093637"/>
                    <a:pt x="423985" y="1081937"/>
                    <a:pt x="356754" y="1048965"/>
                  </a:cubicBezTo>
                  <a:lnTo>
                    <a:pt x="351559" y="1045295"/>
                  </a:lnTo>
                  <a:lnTo>
                    <a:pt x="275679" y="1013594"/>
                  </a:lnTo>
                  <a:cubicBezTo>
                    <a:pt x="262956" y="1009341"/>
                    <a:pt x="254473" y="1005089"/>
                    <a:pt x="241750" y="1000836"/>
                  </a:cubicBezTo>
                  <a:cubicBezTo>
                    <a:pt x="165408" y="966816"/>
                    <a:pt x="101789" y="911533"/>
                    <a:pt x="59377" y="834987"/>
                  </a:cubicBezTo>
                  <a:cubicBezTo>
                    <a:pt x="21206" y="766946"/>
                    <a:pt x="0" y="686148"/>
                    <a:pt x="0" y="596844"/>
                  </a:cubicBezTo>
                  <a:cubicBezTo>
                    <a:pt x="0" y="503288"/>
                    <a:pt x="16965" y="418238"/>
                    <a:pt x="55136" y="337439"/>
                  </a:cubicBezTo>
                  <a:cubicBezTo>
                    <a:pt x="127236" y="167337"/>
                    <a:pt x="271438" y="39761"/>
                    <a:pt x="436846" y="5741"/>
                  </a:cubicBezTo>
                  <a:cubicBezTo>
                    <a:pt x="475017" y="-638"/>
                    <a:pt x="512127" y="-1701"/>
                    <a:pt x="547647" y="25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4751104" y="2242753"/>
              <a:ext cx="784625" cy="1063136"/>
            </a:xfrm>
            <a:custGeom>
              <a:rect b="b" l="l" r="r" t="t"/>
              <a:pathLst>
                <a:path extrusionOk="0" h="250" w="185">
                  <a:moveTo>
                    <a:pt x="135" y="17"/>
                  </a:moveTo>
                  <a:cubicBezTo>
                    <a:pt x="153" y="14"/>
                    <a:pt x="170" y="16"/>
                    <a:pt x="185" y="22"/>
                  </a:cubicBezTo>
                  <a:cubicBezTo>
                    <a:pt x="153" y="9"/>
                    <a:pt x="153" y="9"/>
                    <a:pt x="153" y="9"/>
                  </a:cubicBezTo>
                  <a:cubicBezTo>
                    <a:pt x="138" y="2"/>
                    <a:pt x="121" y="0"/>
                    <a:pt x="103" y="3"/>
                  </a:cubicBezTo>
                  <a:cubicBezTo>
                    <a:pt x="64" y="11"/>
                    <a:pt x="30" y="41"/>
                    <a:pt x="13" y="81"/>
                  </a:cubicBezTo>
                  <a:cubicBezTo>
                    <a:pt x="4" y="100"/>
                    <a:pt x="0" y="120"/>
                    <a:pt x="0" y="142"/>
                  </a:cubicBezTo>
                  <a:cubicBezTo>
                    <a:pt x="0" y="163"/>
                    <a:pt x="5" y="182"/>
                    <a:pt x="14" y="198"/>
                  </a:cubicBezTo>
                  <a:cubicBezTo>
                    <a:pt x="24" y="216"/>
                    <a:pt x="39" y="229"/>
                    <a:pt x="57" y="237"/>
                  </a:cubicBezTo>
                  <a:cubicBezTo>
                    <a:pt x="60" y="238"/>
                    <a:pt x="62" y="239"/>
                    <a:pt x="65" y="240"/>
                  </a:cubicBezTo>
                  <a:cubicBezTo>
                    <a:pt x="73" y="244"/>
                    <a:pt x="81" y="247"/>
                    <a:pt x="89" y="250"/>
                  </a:cubicBezTo>
                  <a:cubicBezTo>
                    <a:pt x="71" y="243"/>
                    <a:pt x="56" y="229"/>
                    <a:pt x="46" y="211"/>
                  </a:cubicBezTo>
                  <a:cubicBezTo>
                    <a:pt x="37" y="195"/>
                    <a:pt x="32" y="176"/>
                    <a:pt x="32" y="155"/>
                  </a:cubicBezTo>
                  <a:cubicBezTo>
                    <a:pt x="31" y="134"/>
                    <a:pt x="36" y="113"/>
                    <a:pt x="44" y="94"/>
                  </a:cubicBezTo>
                  <a:cubicBezTo>
                    <a:pt x="62" y="55"/>
                    <a:pt x="96" y="24"/>
                    <a:pt x="135" y="17"/>
                  </a:cubicBezTo>
                  <a:close/>
                </a:path>
              </a:pathLst>
            </a:custGeom>
            <a:solidFill>
              <a:schemeClr val="dk1">
                <a:alpha val="14901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8" name="Google Shape;158;p17"/>
          <p:cNvGrpSpPr/>
          <p:nvPr/>
        </p:nvGrpSpPr>
        <p:grpSpPr>
          <a:xfrm>
            <a:off x="3970969" y="2380508"/>
            <a:ext cx="970300" cy="1092141"/>
            <a:chOff x="3970969" y="2380508"/>
            <a:chExt cx="970300" cy="1092141"/>
          </a:xfrm>
        </p:grpSpPr>
        <p:sp>
          <p:nvSpPr>
            <p:cNvPr id="159" name="Google Shape;159;p17"/>
            <p:cNvSpPr/>
            <p:nvPr/>
          </p:nvSpPr>
          <p:spPr>
            <a:xfrm>
              <a:off x="3970969" y="2387525"/>
              <a:ext cx="970300" cy="1085124"/>
            </a:xfrm>
            <a:custGeom>
              <a:rect b="b" l="l" r="r" t="t"/>
              <a:pathLst>
                <a:path extrusionOk="0" h="1085124" w="970300">
                  <a:moveTo>
                    <a:pt x="272119" y="989174"/>
                  </a:moveTo>
                  <a:lnTo>
                    <a:pt x="273559" y="990736"/>
                  </a:lnTo>
                  <a:cubicBezTo>
                    <a:pt x="288933" y="1004823"/>
                    <a:pt x="305368" y="1017448"/>
                    <a:pt x="322730" y="1028411"/>
                  </a:cubicBezTo>
                  <a:lnTo>
                    <a:pt x="340112" y="1037210"/>
                  </a:lnTo>
                  <a:close/>
                  <a:moveTo>
                    <a:pt x="200525" y="898495"/>
                  </a:moveTo>
                  <a:lnTo>
                    <a:pt x="230749" y="944290"/>
                  </a:lnTo>
                  <a:lnTo>
                    <a:pt x="254159" y="969689"/>
                  </a:lnTo>
                  <a:close/>
                  <a:moveTo>
                    <a:pt x="585244" y="64851"/>
                  </a:moveTo>
                  <a:lnTo>
                    <a:pt x="572564" y="65276"/>
                  </a:lnTo>
                  <a:cubicBezTo>
                    <a:pt x="407157" y="95044"/>
                    <a:pt x="262956" y="226873"/>
                    <a:pt x="186614" y="392722"/>
                  </a:cubicBezTo>
                  <a:cubicBezTo>
                    <a:pt x="152684" y="473521"/>
                    <a:pt x="131478" y="562824"/>
                    <a:pt x="135719" y="652127"/>
                  </a:cubicBezTo>
                  <a:cubicBezTo>
                    <a:pt x="135719" y="696779"/>
                    <a:pt x="141021" y="739305"/>
                    <a:pt x="151094" y="779172"/>
                  </a:cubicBezTo>
                  <a:lnTo>
                    <a:pt x="151158" y="779334"/>
                  </a:lnTo>
                  <a:lnTo>
                    <a:pt x="139908" y="718648"/>
                  </a:lnTo>
                  <a:cubicBezTo>
                    <a:pt x="137328" y="697443"/>
                    <a:pt x="136004" y="675638"/>
                    <a:pt x="136004" y="653303"/>
                  </a:cubicBezTo>
                  <a:cubicBezTo>
                    <a:pt x="131769" y="563959"/>
                    <a:pt x="152944" y="474616"/>
                    <a:pt x="186824" y="393781"/>
                  </a:cubicBezTo>
                  <a:cubicBezTo>
                    <a:pt x="263054" y="227857"/>
                    <a:pt x="407045" y="95969"/>
                    <a:pt x="572210" y="66188"/>
                  </a:cubicBezTo>
                  <a:close/>
                  <a:moveTo>
                    <a:pt x="683366" y="61555"/>
                  </a:moveTo>
                  <a:lnTo>
                    <a:pt x="670895" y="61974"/>
                  </a:lnTo>
                  <a:lnTo>
                    <a:pt x="689080" y="62965"/>
                  </a:lnTo>
                  <a:close/>
                  <a:moveTo>
                    <a:pt x="547647" y="2551"/>
                  </a:moveTo>
                  <a:cubicBezTo>
                    <a:pt x="583167" y="6804"/>
                    <a:pt x="617097" y="16372"/>
                    <a:pt x="648906" y="31256"/>
                  </a:cubicBezTo>
                  <a:cubicBezTo>
                    <a:pt x="648906" y="31256"/>
                    <a:pt x="648906" y="31256"/>
                    <a:pt x="784625" y="86539"/>
                  </a:cubicBezTo>
                  <a:lnTo>
                    <a:pt x="763609" y="81354"/>
                  </a:lnTo>
                  <a:lnTo>
                    <a:pt x="800900" y="95970"/>
                  </a:lnTo>
                  <a:cubicBezTo>
                    <a:pt x="868660" y="128942"/>
                    <a:pt x="925833" y="183186"/>
                    <a:pt x="966065" y="253384"/>
                  </a:cubicBezTo>
                  <a:cubicBezTo>
                    <a:pt x="927950" y="334219"/>
                    <a:pt x="911010" y="423562"/>
                    <a:pt x="911010" y="512906"/>
                  </a:cubicBezTo>
                  <a:cubicBezTo>
                    <a:pt x="911010" y="602249"/>
                    <a:pt x="932185" y="683084"/>
                    <a:pt x="970300" y="751155"/>
                  </a:cubicBezTo>
                  <a:cubicBezTo>
                    <a:pt x="898305" y="921333"/>
                    <a:pt x="754315" y="1048967"/>
                    <a:pt x="584915" y="1078748"/>
                  </a:cubicBezTo>
                  <a:cubicBezTo>
                    <a:pt x="502332" y="1093639"/>
                    <a:pt x="423985" y="1081939"/>
                    <a:pt x="356754" y="1048967"/>
                  </a:cubicBezTo>
                  <a:lnTo>
                    <a:pt x="351552" y="1045292"/>
                  </a:lnTo>
                  <a:lnTo>
                    <a:pt x="275679" y="1013594"/>
                  </a:lnTo>
                  <a:cubicBezTo>
                    <a:pt x="262956" y="1009341"/>
                    <a:pt x="254473" y="1005089"/>
                    <a:pt x="241750" y="1000836"/>
                  </a:cubicBezTo>
                  <a:cubicBezTo>
                    <a:pt x="165408" y="966816"/>
                    <a:pt x="101789" y="911533"/>
                    <a:pt x="59377" y="834987"/>
                  </a:cubicBezTo>
                  <a:cubicBezTo>
                    <a:pt x="21206" y="766946"/>
                    <a:pt x="0" y="686148"/>
                    <a:pt x="0" y="596844"/>
                  </a:cubicBezTo>
                  <a:cubicBezTo>
                    <a:pt x="0" y="503288"/>
                    <a:pt x="16965" y="418238"/>
                    <a:pt x="55136" y="337439"/>
                  </a:cubicBezTo>
                  <a:cubicBezTo>
                    <a:pt x="127236" y="167337"/>
                    <a:pt x="271438" y="39761"/>
                    <a:pt x="436846" y="5741"/>
                  </a:cubicBezTo>
                  <a:cubicBezTo>
                    <a:pt x="475017" y="-638"/>
                    <a:pt x="512127" y="-1701"/>
                    <a:pt x="547647" y="255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3970970" y="2380508"/>
              <a:ext cx="784625" cy="1063136"/>
            </a:xfrm>
            <a:custGeom>
              <a:rect b="b" l="l" r="r" t="t"/>
              <a:pathLst>
                <a:path extrusionOk="0" h="250" w="185">
                  <a:moveTo>
                    <a:pt x="135" y="17"/>
                  </a:moveTo>
                  <a:cubicBezTo>
                    <a:pt x="153" y="14"/>
                    <a:pt x="170" y="16"/>
                    <a:pt x="185" y="22"/>
                  </a:cubicBezTo>
                  <a:cubicBezTo>
                    <a:pt x="153" y="9"/>
                    <a:pt x="153" y="9"/>
                    <a:pt x="153" y="9"/>
                  </a:cubicBezTo>
                  <a:cubicBezTo>
                    <a:pt x="138" y="2"/>
                    <a:pt x="121" y="0"/>
                    <a:pt x="103" y="3"/>
                  </a:cubicBezTo>
                  <a:cubicBezTo>
                    <a:pt x="64" y="11"/>
                    <a:pt x="30" y="41"/>
                    <a:pt x="13" y="81"/>
                  </a:cubicBezTo>
                  <a:cubicBezTo>
                    <a:pt x="4" y="100"/>
                    <a:pt x="0" y="120"/>
                    <a:pt x="0" y="142"/>
                  </a:cubicBezTo>
                  <a:cubicBezTo>
                    <a:pt x="0" y="163"/>
                    <a:pt x="5" y="182"/>
                    <a:pt x="14" y="198"/>
                  </a:cubicBezTo>
                  <a:cubicBezTo>
                    <a:pt x="24" y="216"/>
                    <a:pt x="39" y="229"/>
                    <a:pt x="57" y="237"/>
                  </a:cubicBezTo>
                  <a:cubicBezTo>
                    <a:pt x="60" y="238"/>
                    <a:pt x="62" y="239"/>
                    <a:pt x="65" y="240"/>
                  </a:cubicBezTo>
                  <a:cubicBezTo>
                    <a:pt x="73" y="244"/>
                    <a:pt x="81" y="247"/>
                    <a:pt x="89" y="250"/>
                  </a:cubicBezTo>
                  <a:cubicBezTo>
                    <a:pt x="71" y="243"/>
                    <a:pt x="56" y="229"/>
                    <a:pt x="46" y="211"/>
                  </a:cubicBezTo>
                  <a:cubicBezTo>
                    <a:pt x="37" y="195"/>
                    <a:pt x="32" y="176"/>
                    <a:pt x="32" y="155"/>
                  </a:cubicBezTo>
                  <a:cubicBezTo>
                    <a:pt x="31" y="134"/>
                    <a:pt x="36" y="113"/>
                    <a:pt x="44" y="94"/>
                  </a:cubicBezTo>
                  <a:cubicBezTo>
                    <a:pt x="62" y="55"/>
                    <a:pt x="96" y="24"/>
                    <a:pt x="135" y="17"/>
                  </a:cubicBezTo>
                  <a:close/>
                </a:path>
              </a:pathLst>
            </a:custGeom>
            <a:solidFill>
              <a:schemeClr val="dk1">
                <a:alpha val="14901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1" name="Google Shape;161;p17"/>
          <p:cNvGrpSpPr/>
          <p:nvPr/>
        </p:nvGrpSpPr>
        <p:grpSpPr>
          <a:xfrm>
            <a:off x="3190837" y="2521262"/>
            <a:ext cx="974792" cy="1094907"/>
            <a:chOff x="3190837" y="2521262"/>
            <a:chExt cx="974792" cy="1094907"/>
          </a:xfrm>
        </p:grpSpPr>
        <p:sp>
          <p:nvSpPr>
            <p:cNvPr id="162" name="Google Shape;162;p17"/>
            <p:cNvSpPr/>
            <p:nvPr/>
          </p:nvSpPr>
          <p:spPr>
            <a:xfrm>
              <a:off x="3194541" y="2529601"/>
              <a:ext cx="971088" cy="1086568"/>
            </a:xfrm>
            <a:custGeom>
              <a:rect b="b" l="l" r="r" t="t"/>
              <a:pathLst>
                <a:path extrusionOk="0" h="1086568" w="971088">
                  <a:moveTo>
                    <a:pt x="312584" y="1020248"/>
                  </a:moveTo>
                  <a:lnTo>
                    <a:pt x="321478" y="1027155"/>
                  </a:lnTo>
                  <a:lnTo>
                    <a:pt x="341958" y="1037982"/>
                  </a:lnTo>
                  <a:lnTo>
                    <a:pt x="330925" y="1030162"/>
                  </a:lnTo>
                  <a:close/>
                  <a:moveTo>
                    <a:pt x="493778" y="629"/>
                  </a:moveTo>
                  <a:cubicBezTo>
                    <a:pt x="549245" y="-2760"/>
                    <a:pt x="601730" y="7606"/>
                    <a:pt x="649443" y="29932"/>
                  </a:cubicBezTo>
                  <a:lnTo>
                    <a:pt x="779641" y="84677"/>
                  </a:lnTo>
                  <a:lnTo>
                    <a:pt x="801159" y="93162"/>
                  </a:lnTo>
                  <a:cubicBezTo>
                    <a:pt x="868389" y="126141"/>
                    <a:pt x="924503" y="180397"/>
                    <a:pt x="962618" y="250611"/>
                  </a:cubicBezTo>
                  <a:cubicBezTo>
                    <a:pt x="928738" y="331463"/>
                    <a:pt x="907563" y="420826"/>
                    <a:pt x="911798" y="510190"/>
                  </a:cubicBezTo>
                  <a:cubicBezTo>
                    <a:pt x="911798" y="599553"/>
                    <a:pt x="932973" y="680405"/>
                    <a:pt x="971088" y="748491"/>
                  </a:cubicBezTo>
                  <a:cubicBezTo>
                    <a:pt x="894858" y="918707"/>
                    <a:pt x="750868" y="1046368"/>
                    <a:pt x="585703" y="1080411"/>
                  </a:cubicBezTo>
                  <a:cubicBezTo>
                    <a:pt x="503121" y="1095305"/>
                    <a:pt x="424773" y="1082539"/>
                    <a:pt x="357543" y="1049028"/>
                  </a:cubicBezTo>
                  <a:lnTo>
                    <a:pt x="353892" y="1046440"/>
                  </a:lnTo>
                  <a:lnTo>
                    <a:pt x="341665" y="1041299"/>
                  </a:lnTo>
                  <a:cubicBezTo>
                    <a:pt x="322406" y="1033201"/>
                    <a:pt x="291591" y="1020244"/>
                    <a:pt x="242287" y="999513"/>
                  </a:cubicBezTo>
                  <a:cubicBezTo>
                    <a:pt x="165945" y="969745"/>
                    <a:pt x="102326" y="910210"/>
                    <a:pt x="59914" y="833664"/>
                  </a:cubicBezTo>
                  <a:cubicBezTo>
                    <a:pt x="21743" y="765623"/>
                    <a:pt x="537" y="684824"/>
                    <a:pt x="537" y="595521"/>
                  </a:cubicBezTo>
                  <a:cubicBezTo>
                    <a:pt x="-3704" y="506217"/>
                    <a:pt x="17502" y="416914"/>
                    <a:pt x="51432" y="336116"/>
                  </a:cubicBezTo>
                  <a:cubicBezTo>
                    <a:pt x="127774" y="166014"/>
                    <a:pt x="271975" y="38437"/>
                    <a:pt x="437383" y="8669"/>
                  </a:cubicBezTo>
                  <a:cubicBezTo>
                    <a:pt x="456468" y="4417"/>
                    <a:pt x="475289" y="1759"/>
                    <a:pt x="493778" y="6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3190837" y="2521262"/>
              <a:ext cx="784625" cy="1063137"/>
            </a:xfrm>
            <a:custGeom>
              <a:rect b="b" l="l" r="r" t="t"/>
              <a:pathLst>
                <a:path extrusionOk="0" h="250" w="185">
                  <a:moveTo>
                    <a:pt x="154" y="9"/>
                  </a:moveTo>
                  <a:cubicBezTo>
                    <a:pt x="139" y="2"/>
                    <a:pt x="122" y="0"/>
                    <a:pt x="104" y="4"/>
                  </a:cubicBezTo>
                  <a:cubicBezTo>
                    <a:pt x="65" y="11"/>
                    <a:pt x="31" y="41"/>
                    <a:pt x="13" y="81"/>
                  </a:cubicBezTo>
                  <a:cubicBezTo>
                    <a:pt x="5" y="100"/>
                    <a:pt x="0" y="121"/>
                    <a:pt x="1" y="142"/>
                  </a:cubicBezTo>
                  <a:cubicBezTo>
                    <a:pt x="1" y="163"/>
                    <a:pt x="6" y="182"/>
                    <a:pt x="15" y="198"/>
                  </a:cubicBezTo>
                  <a:cubicBezTo>
                    <a:pt x="25" y="216"/>
                    <a:pt x="40" y="230"/>
                    <a:pt x="58" y="237"/>
                  </a:cubicBezTo>
                  <a:cubicBezTo>
                    <a:pt x="89" y="250"/>
                    <a:pt x="89" y="250"/>
                    <a:pt x="89" y="250"/>
                  </a:cubicBezTo>
                  <a:cubicBezTo>
                    <a:pt x="72" y="243"/>
                    <a:pt x="57" y="229"/>
                    <a:pt x="47" y="212"/>
                  </a:cubicBezTo>
                  <a:cubicBezTo>
                    <a:pt x="38" y="196"/>
                    <a:pt x="33" y="177"/>
                    <a:pt x="32" y="155"/>
                  </a:cubicBezTo>
                  <a:cubicBezTo>
                    <a:pt x="32" y="134"/>
                    <a:pt x="37" y="113"/>
                    <a:pt x="45" y="94"/>
                  </a:cubicBezTo>
                  <a:cubicBezTo>
                    <a:pt x="63" y="55"/>
                    <a:pt x="96" y="24"/>
                    <a:pt x="136" y="17"/>
                  </a:cubicBezTo>
                  <a:cubicBezTo>
                    <a:pt x="154" y="14"/>
                    <a:pt x="171" y="16"/>
                    <a:pt x="185" y="22"/>
                  </a:cubicBezTo>
                  <a:lnTo>
                    <a:pt x="154" y="9"/>
                  </a:lnTo>
                  <a:close/>
                </a:path>
              </a:pathLst>
            </a:custGeom>
            <a:solidFill>
              <a:schemeClr val="dk1">
                <a:alpha val="14901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4" name="Google Shape;164;p17"/>
          <p:cNvGrpSpPr/>
          <p:nvPr/>
        </p:nvGrpSpPr>
        <p:grpSpPr>
          <a:xfrm>
            <a:off x="2410704" y="2662015"/>
            <a:ext cx="979281" cy="1093909"/>
            <a:chOff x="2410704" y="2662015"/>
            <a:chExt cx="979281" cy="1093909"/>
          </a:xfrm>
        </p:grpSpPr>
        <p:sp>
          <p:nvSpPr>
            <p:cNvPr id="165" name="Google Shape;165;p17"/>
            <p:cNvSpPr/>
            <p:nvPr/>
          </p:nvSpPr>
          <p:spPr>
            <a:xfrm>
              <a:off x="2414877" y="2670359"/>
              <a:ext cx="975108" cy="1085565"/>
            </a:xfrm>
            <a:custGeom>
              <a:rect b="b" l="l" r="r" t="t"/>
              <a:pathLst>
                <a:path extrusionOk="0" h="1085565" w="975108">
                  <a:moveTo>
                    <a:pt x="350021" y="1041140"/>
                  </a:moveTo>
                  <a:lnTo>
                    <a:pt x="372635" y="1055989"/>
                  </a:lnTo>
                  <a:lnTo>
                    <a:pt x="355636" y="1043603"/>
                  </a:lnTo>
                  <a:close/>
                  <a:moveTo>
                    <a:pt x="312714" y="1016643"/>
                  </a:moveTo>
                  <a:lnTo>
                    <a:pt x="314971" y="1018125"/>
                  </a:lnTo>
                  <a:lnTo>
                    <a:pt x="313241" y="1016823"/>
                  </a:lnTo>
                  <a:close/>
                  <a:moveTo>
                    <a:pt x="497707" y="629"/>
                  </a:moveTo>
                  <a:cubicBezTo>
                    <a:pt x="553192" y="-2760"/>
                    <a:pt x="605694" y="7608"/>
                    <a:pt x="653422" y="29938"/>
                  </a:cubicBezTo>
                  <a:cubicBezTo>
                    <a:pt x="653422" y="29938"/>
                    <a:pt x="653422" y="29938"/>
                    <a:pt x="784942" y="85234"/>
                  </a:cubicBezTo>
                  <a:lnTo>
                    <a:pt x="779700" y="83941"/>
                  </a:lnTo>
                  <a:lnTo>
                    <a:pt x="803009" y="93116"/>
                  </a:lnTo>
                  <a:cubicBezTo>
                    <a:pt x="870260" y="126072"/>
                    <a:pt x="926391" y="180289"/>
                    <a:pt x="966636" y="250452"/>
                  </a:cubicBezTo>
                  <a:cubicBezTo>
                    <a:pt x="932745" y="331246"/>
                    <a:pt x="911564" y="420545"/>
                    <a:pt x="911564" y="509843"/>
                  </a:cubicBezTo>
                  <a:cubicBezTo>
                    <a:pt x="915800" y="603394"/>
                    <a:pt x="936981" y="684188"/>
                    <a:pt x="975108" y="752225"/>
                  </a:cubicBezTo>
                  <a:cubicBezTo>
                    <a:pt x="898855" y="918065"/>
                    <a:pt x="754821" y="1049887"/>
                    <a:pt x="589605" y="1079653"/>
                  </a:cubicBezTo>
                  <a:cubicBezTo>
                    <a:pt x="528179" y="1090284"/>
                    <a:pt x="469400" y="1086297"/>
                    <a:pt x="415718" y="1069952"/>
                  </a:cubicBezTo>
                  <a:lnTo>
                    <a:pt x="399304" y="1062753"/>
                  </a:lnTo>
                  <a:lnTo>
                    <a:pt x="374789" y="1057404"/>
                  </a:lnTo>
                  <a:lnTo>
                    <a:pt x="377655" y="1059286"/>
                  </a:lnTo>
                  <a:cubicBezTo>
                    <a:pt x="377655" y="1059286"/>
                    <a:pt x="377655" y="1059286"/>
                    <a:pt x="241893" y="999737"/>
                  </a:cubicBezTo>
                  <a:cubicBezTo>
                    <a:pt x="101888" y="940188"/>
                    <a:pt x="4309" y="791316"/>
                    <a:pt x="66" y="595654"/>
                  </a:cubicBezTo>
                  <a:cubicBezTo>
                    <a:pt x="-4176" y="314923"/>
                    <a:pt x="195225" y="51206"/>
                    <a:pt x="441294" y="8671"/>
                  </a:cubicBezTo>
                  <a:cubicBezTo>
                    <a:pt x="460385" y="4417"/>
                    <a:pt x="479212" y="1759"/>
                    <a:pt x="497707" y="6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2410704" y="2662015"/>
              <a:ext cx="789118" cy="1067629"/>
            </a:xfrm>
            <a:custGeom>
              <a:rect b="b" l="l" r="r" t="t"/>
              <a:pathLst>
                <a:path extrusionOk="0" h="251" w="186">
                  <a:moveTo>
                    <a:pt x="105" y="4"/>
                  </a:moveTo>
                  <a:cubicBezTo>
                    <a:pt x="47" y="14"/>
                    <a:pt x="0" y="76"/>
                    <a:pt x="1" y="142"/>
                  </a:cubicBezTo>
                  <a:cubicBezTo>
                    <a:pt x="2" y="188"/>
                    <a:pt x="25" y="223"/>
                    <a:pt x="58" y="237"/>
                  </a:cubicBezTo>
                  <a:cubicBezTo>
                    <a:pt x="90" y="251"/>
                    <a:pt x="90" y="251"/>
                    <a:pt x="90" y="251"/>
                  </a:cubicBezTo>
                  <a:cubicBezTo>
                    <a:pt x="57" y="236"/>
                    <a:pt x="34" y="201"/>
                    <a:pt x="33" y="155"/>
                  </a:cubicBezTo>
                  <a:cubicBezTo>
                    <a:pt x="32" y="90"/>
                    <a:pt x="78" y="28"/>
                    <a:pt x="136" y="17"/>
                  </a:cubicBezTo>
                  <a:cubicBezTo>
                    <a:pt x="154" y="14"/>
                    <a:pt x="171" y="16"/>
                    <a:pt x="186" y="22"/>
                  </a:cubicBezTo>
                  <a:cubicBezTo>
                    <a:pt x="155" y="9"/>
                    <a:pt x="155" y="9"/>
                    <a:pt x="155" y="9"/>
                  </a:cubicBezTo>
                  <a:cubicBezTo>
                    <a:pt x="140" y="2"/>
                    <a:pt x="123" y="0"/>
                    <a:pt x="105" y="4"/>
                  </a:cubicBezTo>
                </a:path>
              </a:pathLst>
            </a:custGeom>
            <a:solidFill>
              <a:schemeClr val="dk1">
                <a:alpha val="14901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67" name="Google Shape;167;p17"/>
          <p:cNvCxnSpPr/>
          <p:nvPr/>
        </p:nvCxnSpPr>
        <p:spPr>
          <a:xfrm rot="10800000">
            <a:off x="3824262" y="3613248"/>
            <a:ext cx="0" cy="413770"/>
          </a:xfrm>
          <a:prstGeom prst="straightConnector1">
            <a:avLst/>
          </a:prstGeom>
          <a:noFill/>
          <a:ln cap="rnd" cmpd="sng" w="19050">
            <a:solidFill>
              <a:srgbClr val="7F7F7F"/>
            </a:solidFill>
            <a:prstDash val="dot"/>
            <a:round/>
            <a:headEnd len="sm" w="sm" type="none"/>
            <a:tailEnd len="med" w="med" type="stealth"/>
          </a:ln>
        </p:spPr>
      </p:cxnSp>
      <p:sp>
        <p:nvSpPr>
          <p:cNvPr id="168" name="Google Shape;168;p17"/>
          <p:cNvSpPr/>
          <p:nvPr/>
        </p:nvSpPr>
        <p:spPr>
          <a:xfrm>
            <a:off x="4566294" y="3821649"/>
            <a:ext cx="1614736" cy="761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Diversification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Expanding into new markets with new products, either related or unrelated.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971374" y="1059933"/>
            <a:ext cx="2116336" cy="5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Strategic Alliances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Partnering with others to share resources and enter new markets.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3605751" y="1102744"/>
            <a:ext cx="1614736" cy="761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Product Development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Expand into new markets with new, related or unrelated products.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1447801" y="4006315"/>
            <a:ext cx="2376461" cy="5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Market Development</a:t>
            </a:r>
            <a:endParaRPr/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Expand into new markets with new, related or unrelated products.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990601" y="1424111"/>
            <a:ext cx="1836822" cy="761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Market Penetration</a:t>
            </a:r>
            <a:endParaRPr/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Expand into new markets with new, related or unrelated products.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2781764" y="3061070"/>
            <a:ext cx="372916" cy="372540"/>
          </a:xfrm>
          <a:custGeom>
            <a:rect b="b" l="l" r="r" t="t"/>
            <a:pathLst>
              <a:path extrusionOk="0" h="429878" w="430312">
                <a:moveTo>
                  <a:pt x="15914" y="154565"/>
                </a:moveTo>
                <a:lnTo>
                  <a:pt x="82106" y="172301"/>
                </a:lnTo>
                <a:cubicBezTo>
                  <a:pt x="82689" y="172458"/>
                  <a:pt x="83276" y="172532"/>
                  <a:pt x="83855" y="172532"/>
                </a:cubicBezTo>
                <a:cubicBezTo>
                  <a:pt x="86612" y="172532"/>
                  <a:pt x="89173" y="170833"/>
                  <a:pt x="90177" y="168139"/>
                </a:cubicBezTo>
                <a:cubicBezTo>
                  <a:pt x="107924" y="120551"/>
                  <a:pt x="152012" y="86730"/>
                  <a:pt x="202497" y="81978"/>
                </a:cubicBezTo>
                <a:cubicBezTo>
                  <a:pt x="205964" y="81651"/>
                  <a:pt x="208615" y="78740"/>
                  <a:pt x="208615" y="75257"/>
                </a:cubicBezTo>
                <a:lnTo>
                  <a:pt x="208615" y="6750"/>
                </a:lnTo>
                <a:cubicBezTo>
                  <a:pt x="208615" y="4886"/>
                  <a:pt x="207844" y="3106"/>
                  <a:pt x="206486" y="1829"/>
                </a:cubicBezTo>
                <a:cubicBezTo>
                  <a:pt x="205127" y="554"/>
                  <a:pt x="203305" y="-104"/>
                  <a:pt x="201441" y="14"/>
                </a:cubicBezTo>
                <a:cubicBezTo>
                  <a:pt x="158315" y="2728"/>
                  <a:pt x="117467" y="18182"/>
                  <a:pt x="83314" y="44703"/>
                </a:cubicBezTo>
                <a:cubicBezTo>
                  <a:pt x="49717" y="70792"/>
                  <a:pt x="24802" y="105781"/>
                  <a:pt x="11265" y="145886"/>
                </a:cubicBezTo>
                <a:cubicBezTo>
                  <a:pt x="10668" y="147654"/>
                  <a:pt x="10830" y="149588"/>
                  <a:pt x="11710" y="151232"/>
                </a:cubicBezTo>
                <a:cubicBezTo>
                  <a:pt x="12591" y="152876"/>
                  <a:pt x="14113" y="154081"/>
                  <a:pt x="15914" y="154565"/>
                </a:cubicBezTo>
                <a:close/>
                <a:moveTo>
                  <a:pt x="195116" y="14065"/>
                </a:moveTo>
                <a:lnTo>
                  <a:pt x="195116" y="69242"/>
                </a:lnTo>
                <a:cubicBezTo>
                  <a:pt x="169675" y="72719"/>
                  <a:pt x="145630" y="82812"/>
                  <a:pt x="125238" y="98628"/>
                </a:cubicBezTo>
                <a:cubicBezTo>
                  <a:pt x="105195" y="114171"/>
                  <a:pt x="89579" y="134503"/>
                  <a:pt x="79799" y="157706"/>
                </a:cubicBezTo>
                <a:lnTo>
                  <a:pt x="26479" y="143420"/>
                </a:lnTo>
                <a:cubicBezTo>
                  <a:pt x="53614" y="71449"/>
                  <a:pt x="118627" y="21579"/>
                  <a:pt x="195116" y="14065"/>
                </a:cubicBezTo>
                <a:close/>
                <a:moveTo>
                  <a:pt x="371756" y="67190"/>
                </a:moveTo>
                <a:cubicBezTo>
                  <a:pt x="334160" y="27305"/>
                  <a:pt x="283416" y="3448"/>
                  <a:pt x="228871" y="14"/>
                </a:cubicBezTo>
                <a:cubicBezTo>
                  <a:pt x="227006" y="-105"/>
                  <a:pt x="225185" y="554"/>
                  <a:pt x="223827" y="1829"/>
                </a:cubicBezTo>
                <a:cubicBezTo>
                  <a:pt x="222468" y="3106"/>
                  <a:pt x="221698" y="4886"/>
                  <a:pt x="221698" y="6750"/>
                </a:cubicBezTo>
                <a:lnTo>
                  <a:pt x="221698" y="75257"/>
                </a:lnTo>
                <a:cubicBezTo>
                  <a:pt x="221698" y="78740"/>
                  <a:pt x="224348" y="81651"/>
                  <a:pt x="227815" y="81977"/>
                </a:cubicBezTo>
                <a:cubicBezTo>
                  <a:pt x="296619" y="88453"/>
                  <a:pt x="348505" y="145522"/>
                  <a:pt x="348505" y="214723"/>
                </a:cubicBezTo>
                <a:cubicBezTo>
                  <a:pt x="348505" y="222120"/>
                  <a:pt x="347886" y="229571"/>
                  <a:pt x="346663" y="236870"/>
                </a:cubicBezTo>
                <a:cubicBezTo>
                  <a:pt x="346089" y="240299"/>
                  <a:pt x="348215" y="243603"/>
                  <a:pt x="351574" y="244504"/>
                </a:cubicBezTo>
                <a:lnTo>
                  <a:pt x="417774" y="262243"/>
                </a:lnTo>
                <a:cubicBezTo>
                  <a:pt x="418349" y="262397"/>
                  <a:pt x="418935" y="262472"/>
                  <a:pt x="419520" y="262472"/>
                </a:cubicBezTo>
                <a:cubicBezTo>
                  <a:pt x="420768" y="262472"/>
                  <a:pt x="422003" y="262126"/>
                  <a:pt x="423083" y="261455"/>
                </a:cubicBezTo>
                <a:cubicBezTo>
                  <a:pt x="424669" y="260470"/>
                  <a:pt x="425774" y="258873"/>
                  <a:pt x="426140" y="257043"/>
                </a:cubicBezTo>
                <a:cubicBezTo>
                  <a:pt x="428909" y="243165"/>
                  <a:pt x="430313" y="228925"/>
                  <a:pt x="430313" y="214723"/>
                </a:cubicBezTo>
                <a:cubicBezTo>
                  <a:pt x="430313" y="159645"/>
                  <a:pt x="409517" y="107250"/>
                  <a:pt x="371756" y="67190"/>
                </a:cubicBezTo>
                <a:close/>
                <a:moveTo>
                  <a:pt x="414184" y="247306"/>
                </a:moveTo>
                <a:lnTo>
                  <a:pt x="360865" y="233018"/>
                </a:lnTo>
                <a:cubicBezTo>
                  <a:pt x="361622" y="226950"/>
                  <a:pt x="362005" y="220820"/>
                  <a:pt x="362005" y="214723"/>
                </a:cubicBezTo>
                <a:cubicBezTo>
                  <a:pt x="362005" y="177930"/>
                  <a:pt x="348333" y="142730"/>
                  <a:pt x="323507" y="115609"/>
                </a:cubicBezTo>
                <a:cubicBezTo>
                  <a:pt x="300237" y="90186"/>
                  <a:pt x="269071" y="73869"/>
                  <a:pt x="235198" y="69242"/>
                </a:cubicBezTo>
                <a:lnTo>
                  <a:pt x="235198" y="14066"/>
                </a:lnTo>
                <a:cubicBezTo>
                  <a:pt x="337609" y="24174"/>
                  <a:pt x="416813" y="110956"/>
                  <a:pt x="416813" y="214723"/>
                </a:cubicBezTo>
                <a:cubicBezTo>
                  <a:pt x="416813" y="225630"/>
                  <a:pt x="415930" y="236559"/>
                  <a:pt x="414184" y="247306"/>
                </a:cubicBezTo>
                <a:close/>
                <a:moveTo>
                  <a:pt x="168573" y="339702"/>
                </a:moveTo>
                <a:cubicBezTo>
                  <a:pt x="143543" y="330367"/>
                  <a:pt x="122081" y="313889"/>
                  <a:pt x="106508" y="292051"/>
                </a:cubicBezTo>
                <a:cubicBezTo>
                  <a:pt x="104487" y="289219"/>
                  <a:pt x="100650" y="288382"/>
                  <a:pt x="97637" y="290124"/>
                </a:cubicBezTo>
                <a:lnTo>
                  <a:pt x="38299" y="324384"/>
                </a:lnTo>
                <a:cubicBezTo>
                  <a:pt x="36683" y="325316"/>
                  <a:pt x="35525" y="326877"/>
                  <a:pt x="35101" y="328694"/>
                </a:cubicBezTo>
                <a:cubicBezTo>
                  <a:pt x="34676" y="330510"/>
                  <a:pt x="35023" y="332422"/>
                  <a:pt x="36059" y="333975"/>
                </a:cubicBezTo>
                <a:cubicBezTo>
                  <a:pt x="62394" y="373449"/>
                  <a:pt x="101550" y="403510"/>
                  <a:pt x="146316" y="418620"/>
                </a:cubicBezTo>
                <a:cubicBezTo>
                  <a:pt x="147019" y="418857"/>
                  <a:pt x="147748" y="418974"/>
                  <a:pt x="148476" y="418974"/>
                </a:cubicBezTo>
                <a:cubicBezTo>
                  <a:pt x="149577" y="418974"/>
                  <a:pt x="150673" y="418705"/>
                  <a:pt x="151662" y="418174"/>
                </a:cubicBezTo>
                <a:cubicBezTo>
                  <a:pt x="153306" y="417294"/>
                  <a:pt x="154513" y="415772"/>
                  <a:pt x="154995" y="413972"/>
                </a:cubicBezTo>
                <a:lnTo>
                  <a:pt x="172733" y="347774"/>
                </a:lnTo>
                <a:cubicBezTo>
                  <a:pt x="173634" y="344413"/>
                  <a:pt x="171832" y="340918"/>
                  <a:pt x="168573" y="339702"/>
                </a:cubicBezTo>
                <a:close/>
                <a:moveTo>
                  <a:pt x="143852" y="403401"/>
                </a:moveTo>
                <a:cubicBezTo>
                  <a:pt x="106968" y="389431"/>
                  <a:pt x="74553" y="364541"/>
                  <a:pt x="51399" y="332409"/>
                </a:cubicBezTo>
                <a:lnTo>
                  <a:pt x="99187" y="304819"/>
                </a:lnTo>
                <a:cubicBezTo>
                  <a:pt x="114708" y="324795"/>
                  <a:pt x="134900" y="340299"/>
                  <a:pt x="158139" y="350083"/>
                </a:cubicBezTo>
                <a:close/>
                <a:moveTo>
                  <a:pt x="414411" y="274885"/>
                </a:moveTo>
                <a:lnTo>
                  <a:pt x="348206" y="257146"/>
                </a:lnTo>
                <a:cubicBezTo>
                  <a:pt x="344846" y="256244"/>
                  <a:pt x="341350" y="258047"/>
                  <a:pt x="340134" y="261308"/>
                </a:cubicBezTo>
                <a:cubicBezTo>
                  <a:pt x="320783" y="313203"/>
                  <a:pt x="270558" y="348071"/>
                  <a:pt x="215156" y="348071"/>
                </a:cubicBezTo>
                <a:cubicBezTo>
                  <a:pt x="207759" y="348071"/>
                  <a:pt x="200307" y="347451"/>
                  <a:pt x="193009" y="346229"/>
                </a:cubicBezTo>
                <a:cubicBezTo>
                  <a:pt x="189584" y="345657"/>
                  <a:pt x="186276" y="347780"/>
                  <a:pt x="185374" y="351139"/>
                </a:cubicBezTo>
                <a:lnTo>
                  <a:pt x="167635" y="417342"/>
                </a:lnTo>
                <a:cubicBezTo>
                  <a:pt x="167153" y="419145"/>
                  <a:pt x="167438" y="421067"/>
                  <a:pt x="168423" y="422652"/>
                </a:cubicBezTo>
                <a:cubicBezTo>
                  <a:pt x="169407" y="424237"/>
                  <a:pt x="171005" y="425343"/>
                  <a:pt x="172835" y="425709"/>
                </a:cubicBezTo>
                <a:cubicBezTo>
                  <a:pt x="186698" y="428475"/>
                  <a:pt x="200937" y="429878"/>
                  <a:pt x="215156" y="429878"/>
                </a:cubicBezTo>
                <a:cubicBezTo>
                  <a:pt x="307583" y="429878"/>
                  <a:pt x="389526" y="371079"/>
                  <a:pt x="419060" y="283562"/>
                </a:cubicBezTo>
                <a:cubicBezTo>
                  <a:pt x="419657" y="281795"/>
                  <a:pt x="419496" y="279860"/>
                  <a:pt x="418615" y="278216"/>
                </a:cubicBezTo>
                <a:cubicBezTo>
                  <a:pt x="417735" y="276574"/>
                  <a:pt x="416213" y="275367"/>
                  <a:pt x="414411" y="274885"/>
                </a:cubicBezTo>
                <a:close/>
                <a:moveTo>
                  <a:pt x="215156" y="416379"/>
                </a:moveTo>
                <a:cubicBezTo>
                  <a:pt x="204239" y="416379"/>
                  <a:pt x="193308" y="415497"/>
                  <a:pt x="182573" y="413754"/>
                </a:cubicBezTo>
                <a:lnTo>
                  <a:pt x="196861" y="360432"/>
                </a:lnTo>
                <a:cubicBezTo>
                  <a:pt x="202929" y="361188"/>
                  <a:pt x="209060" y="361571"/>
                  <a:pt x="215157" y="361571"/>
                </a:cubicBezTo>
                <a:cubicBezTo>
                  <a:pt x="245692" y="361571"/>
                  <a:pt x="274968" y="352286"/>
                  <a:pt x="299819" y="334720"/>
                </a:cubicBezTo>
                <a:cubicBezTo>
                  <a:pt x="322431" y="318736"/>
                  <a:pt x="339863" y="297052"/>
                  <a:pt x="350517" y="271741"/>
                </a:cubicBezTo>
                <a:lnTo>
                  <a:pt x="403847" y="286030"/>
                </a:lnTo>
                <a:cubicBezTo>
                  <a:pt x="374307" y="364292"/>
                  <a:pt x="299375" y="416379"/>
                  <a:pt x="215156" y="416379"/>
                </a:cubicBezTo>
                <a:close/>
                <a:moveTo>
                  <a:pt x="93844" y="270150"/>
                </a:moveTo>
                <a:cubicBezTo>
                  <a:pt x="85858" y="252702"/>
                  <a:pt x="81809" y="234055"/>
                  <a:pt x="81809" y="214724"/>
                </a:cubicBezTo>
                <a:cubicBezTo>
                  <a:pt x="81809" y="207324"/>
                  <a:pt x="82428" y="199872"/>
                  <a:pt x="83650" y="192576"/>
                </a:cubicBezTo>
                <a:cubicBezTo>
                  <a:pt x="84224" y="189147"/>
                  <a:pt x="82099" y="185842"/>
                  <a:pt x="78740" y="184942"/>
                </a:cubicBezTo>
                <a:lnTo>
                  <a:pt x="12536" y="167203"/>
                </a:lnTo>
                <a:cubicBezTo>
                  <a:pt x="10734" y="166720"/>
                  <a:pt x="8811" y="167004"/>
                  <a:pt x="7226" y="167990"/>
                </a:cubicBezTo>
                <a:cubicBezTo>
                  <a:pt x="5640" y="168975"/>
                  <a:pt x="4535" y="170573"/>
                  <a:pt x="4169" y="172402"/>
                </a:cubicBezTo>
                <a:cubicBezTo>
                  <a:pt x="1402" y="186266"/>
                  <a:pt x="0" y="200505"/>
                  <a:pt x="0" y="214723"/>
                </a:cubicBezTo>
                <a:cubicBezTo>
                  <a:pt x="0" y="248246"/>
                  <a:pt x="7509" y="280376"/>
                  <a:pt x="22320" y="310220"/>
                </a:cubicBezTo>
                <a:cubicBezTo>
                  <a:pt x="23148" y="311890"/>
                  <a:pt x="24630" y="313142"/>
                  <a:pt x="26415" y="313681"/>
                </a:cubicBezTo>
                <a:cubicBezTo>
                  <a:pt x="27055" y="313874"/>
                  <a:pt x="27711" y="313970"/>
                  <a:pt x="28366" y="313970"/>
                </a:cubicBezTo>
                <a:cubicBezTo>
                  <a:pt x="29540" y="313970"/>
                  <a:pt x="30705" y="313663"/>
                  <a:pt x="31741" y="313065"/>
                </a:cubicBezTo>
                <a:lnTo>
                  <a:pt x="91080" y="278805"/>
                </a:lnTo>
                <a:cubicBezTo>
                  <a:pt x="94096" y="277064"/>
                  <a:pt x="95291" y="273316"/>
                  <a:pt x="93844" y="270150"/>
                </a:cubicBezTo>
                <a:close/>
                <a:moveTo>
                  <a:pt x="31326" y="297716"/>
                </a:moveTo>
                <a:cubicBezTo>
                  <a:pt x="19494" y="271608"/>
                  <a:pt x="13500" y="243724"/>
                  <a:pt x="13500" y="214723"/>
                </a:cubicBezTo>
                <a:cubicBezTo>
                  <a:pt x="13500" y="203806"/>
                  <a:pt x="14382" y="192875"/>
                  <a:pt x="16124" y="182140"/>
                </a:cubicBezTo>
                <a:lnTo>
                  <a:pt x="69447" y="196428"/>
                </a:lnTo>
                <a:cubicBezTo>
                  <a:pt x="68691" y="202494"/>
                  <a:pt x="68308" y="208626"/>
                  <a:pt x="68308" y="214724"/>
                </a:cubicBezTo>
                <a:cubicBezTo>
                  <a:pt x="68308" y="233937"/>
                  <a:pt x="71943" y="252541"/>
                  <a:pt x="79122" y="270120"/>
                </a:cubicBezTo>
                <a:close/>
                <a:moveTo>
                  <a:pt x="291111" y="139886"/>
                </a:moveTo>
                <a:cubicBezTo>
                  <a:pt x="288474" y="137250"/>
                  <a:pt x="284201" y="137252"/>
                  <a:pt x="281564" y="139886"/>
                </a:cubicBezTo>
                <a:lnTo>
                  <a:pt x="246561" y="174890"/>
                </a:lnTo>
                <a:lnTo>
                  <a:pt x="183754" y="174890"/>
                </a:lnTo>
                <a:lnTo>
                  <a:pt x="148750" y="139886"/>
                </a:lnTo>
                <a:cubicBezTo>
                  <a:pt x="146115" y="137252"/>
                  <a:pt x="141841" y="137250"/>
                  <a:pt x="139204" y="139886"/>
                </a:cubicBezTo>
                <a:cubicBezTo>
                  <a:pt x="136568" y="142523"/>
                  <a:pt x="136568" y="146796"/>
                  <a:pt x="139204" y="149432"/>
                </a:cubicBezTo>
                <a:lnTo>
                  <a:pt x="164661" y="174890"/>
                </a:lnTo>
                <a:lnTo>
                  <a:pt x="143773" y="174890"/>
                </a:lnTo>
                <a:cubicBezTo>
                  <a:pt x="137275" y="174890"/>
                  <a:pt x="131987" y="180178"/>
                  <a:pt x="131987" y="186676"/>
                </a:cubicBezTo>
                <a:lnTo>
                  <a:pt x="131987" y="199555"/>
                </a:lnTo>
                <a:cubicBezTo>
                  <a:pt x="131987" y="205275"/>
                  <a:pt x="136085" y="210052"/>
                  <a:pt x="141499" y="211116"/>
                </a:cubicBezTo>
                <a:lnTo>
                  <a:pt x="163904" y="283903"/>
                </a:lnTo>
                <a:cubicBezTo>
                  <a:pt x="165308" y="288469"/>
                  <a:pt x="169462" y="291537"/>
                  <a:pt x="174239" y="291537"/>
                </a:cubicBezTo>
                <a:lnTo>
                  <a:pt x="256075" y="291537"/>
                </a:lnTo>
                <a:cubicBezTo>
                  <a:pt x="260852" y="291537"/>
                  <a:pt x="265006" y="288469"/>
                  <a:pt x="266410" y="283904"/>
                </a:cubicBezTo>
                <a:lnTo>
                  <a:pt x="288815" y="211116"/>
                </a:lnTo>
                <a:cubicBezTo>
                  <a:pt x="294229" y="210052"/>
                  <a:pt x="298327" y="205275"/>
                  <a:pt x="298327" y="199555"/>
                </a:cubicBezTo>
                <a:lnTo>
                  <a:pt x="298327" y="186676"/>
                </a:lnTo>
                <a:cubicBezTo>
                  <a:pt x="298327" y="180178"/>
                  <a:pt x="293039" y="174890"/>
                  <a:pt x="286541" y="174890"/>
                </a:cubicBezTo>
                <a:lnTo>
                  <a:pt x="265653" y="174890"/>
                </a:lnTo>
                <a:lnTo>
                  <a:pt x="291111" y="149432"/>
                </a:lnTo>
                <a:cubicBezTo>
                  <a:pt x="293747" y="146797"/>
                  <a:pt x="293747" y="142523"/>
                  <a:pt x="291111" y="139886"/>
                </a:cubicBezTo>
                <a:close/>
                <a:moveTo>
                  <a:pt x="254091" y="278037"/>
                </a:moveTo>
                <a:lnTo>
                  <a:pt x="176222" y="278037"/>
                </a:lnTo>
                <a:lnTo>
                  <a:pt x="155692" y="211340"/>
                </a:lnTo>
                <a:lnTo>
                  <a:pt x="274620" y="211340"/>
                </a:lnTo>
                <a:close/>
                <a:moveTo>
                  <a:pt x="284826" y="197841"/>
                </a:moveTo>
                <a:lnTo>
                  <a:pt x="145486" y="197841"/>
                </a:lnTo>
                <a:lnTo>
                  <a:pt x="145486" y="188391"/>
                </a:lnTo>
                <a:lnTo>
                  <a:pt x="284827" y="188391"/>
                </a:lnTo>
                <a:lnTo>
                  <a:pt x="284827" y="197841"/>
                </a:lnTo>
                <a:close/>
                <a:moveTo>
                  <a:pt x="221906" y="227368"/>
                </a:moveTo>
                <a:lnTo>
                  <a:pt x="221906" y="257502"/>
                </a:lnTo>
                <a:cubicBezTo>
                  <a:pt x="221906" y="261230"/>
                  <a:pt x="218884" y="264252"/>
                  <a:pt x="215156" y="264252"/>
                </a:cubicBezTo>
                <a:cubicBezTo>
                  <a:pt x="211429" y="264252"/>
                  <a:pt x="208406" y="261230"/>
                  <a:pt x="208406" y="257502"/>
                </a:cubicBezTo>
                <a:lnTo>
                  <a:pt x="208406" y="227368"/>
                </a:lnTo>
                <a:cubicBezTo>
                  <a:pt x="208406" y="223640"/>
                  <a:pt x="211429" y="220618"/>
                  <a:pt x="215156" y="220618"/>
                </a:cubicBezTo>
                <a:cubicBezTo>
                  <a:pt x="218884" y="220618"/>
                  <a:pt x="221906" y="223640"/>
                  <a:pt x="221906" y="227368"/>
                </a:cubicBezTo>
                <a:close/>
                <a:moveTo>
                  <a:pt x="258492" y="229352"/>
                </a:moveTo>
                <a:lnTo>
                  <a:pt x="249220" y="259487"/>
                </a:lnTo>
                <a:cubicBezTo>
                  <a:pt x="248327" y="262389"/>
                  <a:pt x="245655" y="264253"/>
                  <a:pt x="242771" y="264253"/>
                </a:cubicBezTo>
                <a:cubicBezTo>
                  <a:pt x="242113" y="264253"/>
                  <a:pt x="241444" y="264157"/>
                  <a:pt x="240783" y="263954"/>
                </a:cubicBezTo>
                <a:cubicBezTo>
                  <a:pt x="237220" y="262857"/>
                  <a:pt x="235221" y="259080"/>
                  <a:pt x="236317" y="255517"/>
                </a:cubicBezTo>
                <a:lnTo>
                  <a:pt x="245589" y="225383"/>
                </a:lnTo>
                <a:cubicBezTo>
                  <a:pt x="246686" y="221819"/>
                  <a:pt x="250465" y="219820"/>
                  <a:pt x="254025" y="220916"/>
                </a:cubicBezTo>
                <a:cubicBezTo>
                  <a:pt x="257588" y="222013"/>
                  <a:pt x="259588" y="225790"/>
                  <a:pt x="258492" y="229352"/>
                </a:cubicBezTo>
                <a:close/>
                <a:moveTo>
                  <a:pt x="193996" y="255517"/>
                </a:moveTo>
                <a:cubicBezTo>
                  <a:pt x="195092" y="259080"/>
                  <a:pt x="193092" y="262857"/>
                  <a:pt x="189529" y="263954"/>
                </a:cubicBezTo>
                <a:cubicBezTo>
                  <a:pt x="188868" y="264157"/>
                  <a:pt x="188199" y="264253"/>
                  <a:pt x="187542" y="264253"/>
                </a:cubicBezTo>
                <a:cubicBezTo>
                  <a:pt x="184656" y="264253"/>
                  <a:pt x="181986" y="262389"/>
                  <a:pt x="181092" y="259487"/>
                </a:cubicBezTo>
                <a:lnTo>
                  <a:pt x="171820" y="229352"/>
                </a:lnTo>
                <a:cubicBezTo>
                  <a:pt x="170724" y="225789"/>
                  <a:pt x="172724" y="222013"/>
                  <a:pt x="176287" y="220916"/>
                </a:cubicBezTo>
                <a:cubicBezTo>
                  <a:pt x="179847" y="219817"/>
                  <a:pt x="183627" y="221819"/>
                  <a:pt x="184724" y="22538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4380895" y="2776042"/>
            <a:ext cx="341072" cy="352440"/>
          </a:xfrm>
          <a:custGeom>
            <a:rect b="b" l="l" r="r" t="t"/>
            <a:pathLst>
              <a:path extrusionOk="0" h="418500" w="404999">
                <a:moveTo>
                  <a:pt x="330749" y="320625"/>
                </a:moveTo>
                <a:cubicBezTo>
                  <a:pt x="317701" y="320625"/>
                  <a:pt x="307124" y="331202"/>
                  <a:pt x="307124" y="344250"/>
                </a:cubicBezTo>
                <a:cubicBezTo>
                  <a:pt x="307124" y="357298"/>
                  <a:pt x="317701" y="367875"/>
                  <a:pt x="330749" y="367875"/>
                </a:cubicBezTo>
                <a:cubicBezTo>
                  <a:pt x="343790" y="367859"/>
                  <a:pt x="354358" y="357291"/>
                  <a:pt x="354374" y="344250"/>
                </a:cubicBezTo>
                <a:cubicBezTo>
                  <a:pt x="354374" y="331202"/>
                  <a:pt x="343797" y="320625"/>
                  <a:pt x="330749" y="320625"/>
                </a:cubicBezTo>
                <a:close/>
                <a:moveTo>
                  <a:pt x="330749" y="307125"/>
                </a:moveTo>
                <a:cubicBezTo>
                  <a:pt x="351243" y="307148"/>
                  <a:pt x="367851" y="323756"/>
                  <a:pt x="367874" y="344250"/>
                </a:cubicBezTo>
                <a:cubicBezTo>
                  <a:pt x="367874" y="364754"/>
                  <a:pt x="351253" y="381375"/>
                  <a:pt x="330749" y="381375"/>
                </a:cubicBezTo>
                <a:cubicBezTo>
                  <a:pt x="310245" y="381375"/>
                  <a:pt x="293624" y="364754"/>
                  <a:pt x="293624" y="344250"/>
                </a:cubicBezTo>
                <a:cubicBezTo>
                  <a:pt x="293624" y="323746"/>
                  <a:pt x="310245" y="307125"/>
                  <a:pt x="330749" y="307125"/>
                </a:cubicBezTo>
                <a:close/>
                <a:moveTo>
                  <a:pt x="325225" y="283500"/>
                </a:moveTo>
                <a:lnTo>
                  <a:pt x="325225" y="285847"/>
                </a:lnTo>
                <a:cubicBezTo>
                  <a:pt x="325183" y="291483"/>
                  <a:pt x="321481" y="296438"/>
                  <a:pt x="316089" y="298078"/>
                </a:cubicBezTo>
                <a:cubicBezTo>
                  <a:pt x="313472" y="298912"/>
                  <a:pt x="310930" y="299967"/>
                  <a:pt x="308492" y="301232"/>
                </a:cubicBezTo>
                <a:cubicBezTo>
                  <a:pt x="303517" y="303902"/>
                  <a:pt x="297383" y="303018"/>
                  <a:pt x="293363" y="299053"/>
                </a:cubicBezTo>
                <a:lnTo>
                  <a:pt x="291696" y="297385"/>
                </a:lnTo>
                <a:lnTo>
                  <a:pt x="283884" y="305197"/>
                </a:lnTo>
                <a:lnTo>
                  <a:pt x="285552" y="306864"/>
                </a:lnTo>
                <a:cubicBezTo>
                  <a:pt x="289515" y="310887"/>
                  <a:pt x="290398" y="317020"/>
                  <a:pt x="287731" y="321996"/>
                </a:cubicBezTo>
                <a:cubicBezTo>
                  <a:pt x="286465" y="324433"/>
                  <a:pt x="285410" y="326973"/>
                  <a:pt x="284577" y="329590"/>
                </a:cubicBezTo>
                <a:cubicBezTo>
                  <a:pt x="282937" y="334983"/>
                  <a:pt x="277982" y="338684"/>
                  <a:pt x="272346" y="338726"/>
                </a:cubicBezTo>
                <a:lnTo>
                  <a:pt x="269999" y="338726"/>
                </a:lnTo>
                <a:lnTo>
                  <a:pt x="269999" y="349774"/>
                </a:lnTo>
                <a:lnTo>
                  <a:pt x="272346" y="349774"/>
                </a:lnTo>
                <a:cubicBezTo>
                  <a:pt x="277982" y="349816"/>
                  <a:pt x="282937" y="353518"/>
                  <a:pt x="284577" y="358910"/>
                </a:cubicBezTo>
                <a:cubicBezTo>
                  <a:pt x="285411" y="361527"/>
                  <a:pt x="286466" y="364069"/>
                  <a:pt x="287731" y="366507"/>
                </a:cubicBezTo>
                <a:cubicBezTo>
                  <a:pt x="290398" y="371483"/>
                  <a:pt x="289515" y="377615"/>
                  <a:pt x="285552" y="381636"/>
                </a:cubicBezTo>
                <a:lnTo>
                  <a:pt x="283884" y="383303"/>
                </a:lnTo>
                <a:lnTo>
                  <a:pt x="291696" y="391115"/>
                </a:lnTo>
                <a:lnTo>
                  <a:pt x="293363" y="389447"/>
                </a:lnTo>
                <a:cubicBezTo>
                  <a:pt x="297384" y="385482"/>
                  <a:pt x="303519" y="384599"/>
                  <a:pt x="308495" y="387268"/>
                </a:cubicBezTo>
                <a:cubicBezTo>
                  <a:pt x="310932" y="388534"/>
                  <a:pt x="313472" y="389589"/>
                  <a:pt x="316089" y="390422"/>
                </a:cubicBezTo>
                <a:cubicBezTo>
                  <a:pt x="321482" y="392062"/>
                  <a:pt x="325183" y="397017"/>
                  <a:pt x="325225" y="402653"/>
                </a:cubicBezTo>
                <a:lnTo>
                  <a:pt x="325225" y="405000"/>
                </a:lnTo>
                <a:lnTo>
                  <a:pt x="336273" y="405000"/>
                </a:lnTo>
                <a:lnTo>
                  <a:pt x="336273" y="402653"/>
                </a:lnTo>
                <a:cubicBezTo>
                  <a:pt x="336315" y="397017"/>
                  <a:pt x="340016" y="392062"/>
                  <a:pt x="345409" y="390422"/>
                </a:cubicBezTo>
                <a:cubicBezTo>
                  <a:pt x="348026" y="389588"/>
                  <a:pt x="350568" y="388533"/>
                  <a:pt x="353006" y="387268"/>
                </a:cubicBezTo>
                <a:cubicBezTo>
                  <a:pt x="357981" y="384597"/>
                  <a:pt x="364116" y="385480"/>
                  <a:pt x="368135" y="389447"/>
                </a:cubicBezTo>
                <a:lnTo>
                  <a:pt x="369802" y="391115"/>
                </a:lnTo>
                <a:lnTo>
                  <a:pt x="377614" y="383303"/>
                </a:lnTo>
                <a:lnTo>
                  <a:pt x="375946" y="381636"/>
                </a:lnTo>
                <a:cubicBezTo>
                  <a:pt x="371983" y="377613"/>
                  <a:pt x="371100" y="371480"/>
                  <a:pt x="373767" y="366504"/>
                </a:cubicBezTo>
                <a:cubicBezTo>
                  <a:pt x="375032" y="364067"/>
                  <a:pt x="376088" y="361527"/>
                  <a:pt x="376921" y="358910"/>
                </a:cubicBezTo>
                <a:cubicBezTo>
                  <a:pt x="378561" y="353517"/>
                  <a:pt x="383516" y="349816"/>
                  <a:pt x="389152" y="349774"/>
                </a:cubicBezTo>
                <a:lnTo>
                  <a:pt x="391499" y="349774"/>
                </a:lnTo>
                <a:lnTo>
                  <a:pt x="391499" y="338726"/>
                </a:lnTo>
                <a:lnTo>
                  <a:pt x="389152" y="338726"/>
                </a:lnTo>
                <a:cubicBezTo>
                  <a:pt x="383516" y="338684"/>
                  <a:pt x="378561" y="334982"/>
                  <a:pt x="376921" y="329590"/>
                </a:cubicBezTo>
                <a:cubicBezTo>
                  <a:pt x="376087" y="326973"/>
                  <a:pt x="375032" y="324431"/>
                  <a:pt x="373767" y="321993"/>
                </a:cubicBezTo>
                <a:cubicBezTo>
                  <a:pt x="371100" y="317017"/>
                  <a:pt x="371983" y="310885"/>
                  <a:pt x="375946" y="306864"/>
                </a:cubicBezTo>
                <a:lnTo>
                  <a:pt x="377614" y="305197"/>
                </a:lnTo>
                <a:lnTo>
                  <a:pt x="369802" y="297389"/>
                </a:lnTo>
                <a:lnTo>
                  <a:pt x="368135" y="299053"/>
                </a:lnTo>
                <a:cubicBezTo>
                  <a:pt x="364112" y="303014"/>
                  <a:pt x="357980" y="303897"/>
                  <a:pt x="353003" y="301232"/>
                </a:cubicBezTo>
                <a:cubicBezTo>
                  <a:pt x="350566" y="299966"/>
                  <a:pt x="348026" y="298911"/>
                  <a:pt x="345409" y="298078"/>
                </a:cubicBezTo>
                <a:cubicBezTo>
                  <a:pt x="340016" y="296438"/>
                  <a:pt x="336315" y="291483"/>
                  <a:pt x="336273" y="285847"/>
                </a:cubicBezTo>
                <a:lnTo>
                  <a:pt x="336273" y="283500"/>
                </a:lnTo>
                <a:close/>
                <a:moveTo>
                  <a:pt x="318475" y="270000"/>
                </a:moveTo>
                <a:lnTo>
                  <a:pt x="343023" y="270000"/>
                </a:lnTo>
                <a:cubicBezTo>
                  <a:pt x="346751" y="270000"/>
                  <a:pt x="349773" y="273022"/>
                  <a:pt x="349773" y="276750"/>
                </a:cubicBezTo>
                <a:lnTo>
                  <a:pt x="349773" y="285300"/>
                </a:lnTo>
                <a:cubicBezTo>
                  <a:pt x="352938" y="286324"/>
                  <a:pt x="356016" y="287602"/>
                  <a:pt x="358975" y="289123"/>
                </a:cubicBezTo>
                <a:lnTo>
                  <a:pt x="365030" y="283069"/>
                </a:lnTo>
                <a:cubicBezTo>
                  <a:pt x="366295" y="281802"/>
                  <a:pt x="368012" y="281091"/>
                  <a:pt x="369802" y="281091"/>
                </a:cubicBezTo>
                <a:lnTo>
                  <a:pt x="369805" y="281091"/>
                </a:lnTo>
                <a:cubicBezTo>
                  <a:pt x="371598" y="281092"/>
                  <a:pt x="373316" y="281805"/>
                  <a:pt x="374581" y="283075"/>
                </a:cubicBezTo>
                <a:lnTo>
                  <a:pt x="391931" y="300424"/>
                </a:lnTo>
                <a:cubicBezTo>
                  <a:pt x="391932" y="300425"/>
                  <a:pt x="391932" y="300426"/>
                  <a:pt x="391934" y="300427"/>
                </a:cubicBezTo>
                <a:cubicBezTo>
                  <a:pt x="394568" y="303062"/>
                  <a:pt x="394567" y="307335"/>
                  <a:pt x="391931" y="309969"/>
                </a:cubicBezTo>
                <a:lnTo>
                  <a:pt x="385876" y="316024"/>
                </a:lnTo>
                <a:cubicBezTo>
                  <a:pt x="387398" y="318983"/>
                  <a:pt x="388676" y="322060"/>
                  <a:pt x="389699" y="325226"/>
                </a:cubicBezTo>
                <a:lnTo>
                  <a:pt x="398249" y="325226"/>
                </a:lnTo>
                <a:cubicBezTo>
                  <a:pt x="401977" y="325226"/>
                  <a:pt x="404999" y="328248"/>
                  <a:pt x="404999" y="331976"/>
                </a:cubicBezTo>
                <a:lnTo>
                  <a:pt x="404999" y="356524"/>
                </a:lnTo>
                <a:cubicBezTo>
                  <a:pt x="404999" y="360252"/>
                  <a:pt x="401977" y="363274"/>
                  <a:pt x="398249" y="363274"/>
                </a:cubicBezTo>
                <a:lnTo>
                  <a:pt x="389699" y="363274"/>
                </a:lnTo>
                <a:cubicBezTo>
                  <a:pt x="388676" y="366439"/>
                  <a:pt x="387397" y="369517"/>
                  <a:pt x="385876" y="372476"/>
                </a:cubicBezTo>
                <a:lnTo>
                  <a:pt x="391931" y="378531"/>
                </a:lnTo>
                <a:cubicBezTo>
                  <a:pt x="391932" y="378531"/>
                  <a:pt x="391932" y="378533"/>
                  <a:pt x="391934" y="378533"/>
                </a:cubicBezTo>
                <a:cubicBezTo>
                  <a:pt x="394568" y="381169"/>
                  <a:pt x="394567" y="385441"/>
                  <a:pt x="391931" y="388076"/>
                </a:cubicBezTo>
                <a:lnTo>
                  <a:pt x="374575" y="405432"/>
                </a:lnTo>
                <a:cubicBezTo>
                  <a:pt x="374574" y="405433"/>
                  <a:pt x="374573" y="405433"/>
                  <a:pt x="374573" y="405435"/>
                </a:cubicBezTo>
                <a:cubicBezTo>
                  <a:pt x="371937" y="408069"/>
                  <a:pt x="367665" y="408068"/>
                  <a:pt x="365030" y="405432"/>
                </a:cubicBezTo>
                <a:lnTo>
                  <a:pt x="358975" y="399377"/>
                </a:lnTo>
                <a:cubicBezTo>
                  <a:pt x="356016" y="400899"/>
                  <a:pt x="352939" y="402177"/>
                  <a:pt x="349773" y="403200"/>
                </a:cubicBezTo>
                <a:lnTo>
                  <a:pt x="349773" y="411750"/>
                </a:lnTo>
                <a:cubicBezTo>
                  <a:pt x="349773" y="415478"/>
                  <a:pt x="346751" y="418500"/>
                  <a:pt x="343023" y="418500"/>
                </a:cubicBezTo>
                <a:lnTo>
                  <a:pt x="318475" y="418500"/>
                </a:lnTo>
                <a:cubicBezTo>
                  <a:pt x="314747" y="418500"/>
                  <a:pt x="311725" y="415478"/>
                  <a:pt x="311725" y="411750"/>
                </a:cubicBezTo>
                <a:lnTo>
                  <a:pt x="311725" y="403200"/>
                </a:lnTo>
                <a:cubicBezTo>
                  <a:pt x="308560" y="402177"/>
                  <a:pt x="305482" y="400898"/>
                  <a:pt x="302523" y="399377"/>
                </a:cubicBezTo>
                <a:lnTo>
                  <a:pt x="296468" y="405432"/>
                </a:lnTo>
                <a:cubicBezTo>
                  <a:pt x="296468" y="405433"/>
                  <a:pt x="296466" y="405433"/>
                  <a:pt x="296466" y="405435"/>
                </a:cubicBezTo>
                <a:cubicBezTo>
                  <a:pt x="293830" y="408069"/>
                  <a:pt x="289558" y="408068"/>
                  <a:pt x="286923" y="405432"/>
                </a:cubicBezTo>
                <a:lnTo>
                  <a:pt x="269567" y="388076"/>
                </a:lnTo>
                <a:cubicBezTo>
                  <a:pt x="269566" y="388075"/>
                  <a:pt x="269566" y="388074"/>
                  <a:pt x="269564" y="388074"/>
                </a:cubicBezTo>
                <a:cubicBezTo>
                  <a:pt x="266930" y="385438"/>
                  <a:pt x="266931" y="381166"/>
                  <a:pt x="269567" y="378531"/>
                </a:cubicBezTo>
                <a:lnTo>
                  <a:pt x="275622" y="372476"/>
                </a:lnTo>
                <a:cubicBezTo>
                  <a:pt x="274100" y="369517"/>
                  <a:pt x="272822" y="366440"/>
                  <a:pt x="271799" y="363274"/>
                </a:cubicBezTo>
                <a:lnTo>
                  <a:pt x="263249" y="363274"/>
                </a:lnTo>
                <a:cubicBezTo>
                  <a:pt x="259521" y="363274"/>
                  <a:pt x="256499" y="360252"/>
                  <a:pt x="256499" y="356524"/>
                </a:cubicBezTo>
                <a:lnTo>
                  <a:pt x="256499" y="331976"/>
                </a:lnTo>
                <a:cubicBezTo>
                  <a:pt x="256499" y="328248"/>
                  <a:pt x="259521" y="325226"/>
                  <a:pt x="263249" y="325226"/>
                </a:cubicBezTo>
                <a:lnTo>
                  <a:pt x="271799" y="325226"/>
                </a:lnTo>
                <a:cubicBezTo>
                  <a:pt x="272822" y="322061"/>
                  <a:pt x="274101" y="318983"/>
                  <a:pt x="275622" y="316024"/>
                </a:cubicBezTo>
                <a:lnTo>
                  <a:pt x="269567" y="309969"/>
                </a:lnTo>
                <a:cubicBezTo>
                  <a:pt x="269566" y="309969"/>
                  <a:pt x="269566" y="309967"/>
                  <a:pt x="269564" y="309967"/>
                </a:cubicBezTo>
                <a:cubicBezTo>
                  <a:pt x="266930" y="307331"/>
                  <a:pt x="266931" y="303059"/>
                  <a:pt x="269567" y="300424"/>
                </a:cubicBezTo>
                <a:lnTo>
                  <a:pt x="286923" y="283068"/>
                </a:lnTo>
                <a:cubicBezTo>
                  <a:pt x="286924" y="283067"/>
                  <a:pt x="286925" y="283067"/>
                  <a:pt x="286926" y="283065"/>
                </a:cubicBezTo>
                <a:cubicBezTo>
                  <a:pt x="289561" y="280431"/>
                  <a:pt x="293834" y="280432"/>
                  <a:pt x="296468" y="283068"/>
                </a:cubicBezTo>
                <a:lnTo>
                  <a:pt x="302523" y="289123"/>
                </a:lnTo>
                <a:cubicBezTo>
                  <a:pt x="305482" y="287601"/>
                  <a:pt x="308559" y="286323"/>
                  <a:pt x="311725" y="285300"/>
                </a:cubicBezTo>
                <a:lnTo>
                  <a:pt x="311725" y="276750"/>
                </a:lnTo>
                <a:cubicBezTo>
                  <a:pt x="311725" y="273022"/>
                  <a:pt x="314747" y="270000"/>
                  <a:pt x="318475" y="270000"/>
                </a:cubicBezTo>
                <a:close/>
                <a:moveTo>
                  <a:pt x="195749" y="227498"/>
                </a:moveTo>
                <a:lnTo>
                  <a:pt x="167124" y="260893"/>
                </a:lnTo>
                <a:cubicBezTo>
                  <a:pt x="165841" y="262388"/>
                  <a:pt x="163969" y="263250"/>
                  <a:pt x="161999" y="263250"/>
                </a:cubicBezTo>
                <a:cubicBezTo>
                  <a:pt x="161517" y="263250"/>
                  <a:pt x="161036" y="263198"/>
                  <a:pt x="160565" y="263095"/>
                </a:cubicBezTo>
                <a:lnTo>
                  <a:pt x="47249" y="238461"/>
                </a:lnTo>
                <a:lnTo>
                  <a:pt x="47249" y="352479"/>
                </a:lnTo>
                <a:lnTo>
                  <a:pt x="195749" y="389604"/>
                </a:lnTo>
                <a:close/>
                <a:moveTo>
                  <a:pt x="355455" y="189500"/>
                </a:moveTo>
                <a:lnTo>
                  <a:pt x="215346" y="213867"/>
                </a:lnTo>
                <a:lnTo>
                  <a:pt x="245500" y="249048"/>
                </a:lnTo>
                <a:lnTo>
                  <a:pt x="384732" y="218781"/>
                </a:lnTo>
                <a:close/>
                <a:moveTo>
                  <a:pt x="49543" y="189500"/>
                </a:moveTo>
                <a:lnTo>
                  <a:pt x="20265" y="218781"/>
                </a:lnTo>
                <a:lnTo>
                  <a:pt x="159497" y="249048"/>
                </a:lnTo>
                <a:lnTo>
                  <a:pt x="189651" y="213867"/>
                </a:lnTo>
                <a:close/>
                <a:moveTo>
                  <a:pt x="184126" y="168749"/>
                </a:moveTo>
                <a:cubicBezTo>
                  <a:pt x="186518" y="172912"/>
                  <a:pt x="190947" y="175485"/>
                  <a:pt x="195749" y="175499"/>
                </a:cubicBezTo>
                <a:lnTo>
                  <a:pt x="209249" y="175499"/>
                </a:lnTo>
                <a:cubicBezTo>
                  <a:pt x="214050" y="175485"/>
                  <a:pt x="218479" y="172912"/>
                  <a:pt x="220872" y="168749"/>
                </a:cubicBezTo>
                <a:close/>
                <a:moveTo>
                  <a:pt x="250991" y="155365"/>
                </a:moveTo>
                <a:lnTo>
                  <a:pt x="358991" y="175615"/>
                </a:lnTo>
                <a:lnTo>
                  <a:pt x="358982" y="175662"/>
                </a:lnTo>
                <a:cubicBezTo>
                  <a:pt x="360318" y="175896"/>
                  <a:pt x="361552" y="176529"/>
                  <a:pt x="362521" y="177477"/>
                </a:cubicBezTo>
                <a:lnTo>
                  <a:pt x="403021" y="217977"/>
                </a:lnTo>
                <a:cubicBezTo>
                  <a:pt x="403936" y="218893"/>
                  <a:pt x="404569" y="220052"/>
                  <a:pt x="404844" y="221317"/>
                </a:cubicBezTo>
                <a:cubicBezTo>
                  <a:pt x="405636" y="224960"/>
                  <a:pt x="403325" y="228553"/>
                  <a:pt x="399682" y="229345"/>
                </a:cubicBezTo>
                <a:lnTo>
                  <a:pt x="371249" y="235526"/>
                </a:lnTo>
                <a:lnTo>
                  <a:pt x="371249" y="270000"/>
                </a:lnTo>
                <a:lnTo>
                  <a:pt x="357749" y="270000"/>
                </a:lnTo>
                <a:lnTo>
                  <a:pt x="357749" y="238461"/>
                </a:lnTo>
                <a:lnTo>
                  <a:pt x="244432" y="263094"/>
                </a:lnTo>
                <a:cubicBezTo>
                  <a:pt x="243961" y="263198"/>
                  <a:pt x="243481" y="263250"/>
                  <a:pt x="242999" y="263250"/>
                </a:cubicBezTo>
                <a:cubicBezTo>
                  <a:pt x="241028" y="263250"/>
                  <a:pt x="239157" y="262388"/>
                  <a:pt x="237873" y="260893"/>
                </a:cubicBezTo>
                <a:lnTo>
                  <a:pt x="209249" y="227498"/>
                </a:lnTo>
                <a:lnTo>
                  <a:pt x="209249" y="389604"/>
                </a:lnTo>
                <a:lnTo>
                  <a:pt x="254860" y="378201"/>
                </a:lnTo>
                <a:lnTo>
                  <a:pt x="258137" y="391298"/>
                </a:lnTo>
                <a:lnTo>
                  <a:pt x="204137" y="404798"/>
                </a:lnTo>
                <a:lnTo>
                  <a:pt x="204119" y="404730"/>
                </a:lnTo>
                <a:cubicBezTo>
                  <a:pt x="203062" y="405066"/>
                  <a:pt x="201931" y="405090"/>
                  <a:pt x="200860" y="404798"/>
                </a:cubicBezTo>
                <a:lnTo>
                  <a:pt x="38861" y="364298"/>
                </a:lnTo>
                <a:cubicBezTo>
                  <a:pt x="35856" y="363546"/>
                  <a:pt x="33749" y="360846"/>
                  <a:pt x="33749" y="357750"/>
                </a:cubicBezTo>
                <a:lnTo>
                  <a:pt x="33749" y="235526"/>
                </a:lnTo>
                <a:lnTo>
                  <a:pt x="5315" y="229345"/>
                </a:lnTo>
                <a:cubicBezTo>
                  <a:pt x="4050" y="229070"/>
                  <a:pt x="2890" y="228437"/>
                  <a:pt x="1975" y="227521"/>
                </a:cubicBezTo>
                <a:cubicBezTo>
                  <a:pt x="-660" y="224885"/>
                  <a:pt x="-659" y="220613"/>
                  <a:pt x="1976" y="217977"/>
                </a:cubicBezTo>
                <a:lnTo>
                  <a:pt x="42476" y="177477"/>
                </a:lnTo>
                <a:cubicBezTo>
                  <a:pt x="43446" y="176529"/>
                  <a:pt x="44679" y="175896"/>
                  <a:pt x="46015" y="175663"/>
                </a:cubicBezTo>
                <a:lnTo>
                  <a:pt x="46006" y="175616"/>
                </a:lnTo>
                <a:lnTo>
                  <a:pt x="154007" y="155366"/>
                </a:lnTo>
                <a:lnTo>
                  <a:pt x="156491" y="168635"/>
                </a:lnTo>
                <a:lnTo>
                  <a:pt x="85211" y="182000"/>
                </a:lnTo>
                <a:lnTo>
                  <a:pt x="202499" y="202398"/>
                </a:lnTo>
                <a:lnTo>
                  <a:pt x="319787" y="182000"/>
                </a:lnTo>
                <a:lnTo>
                  <a:pt x="248506" y="168635"/>
                </a:lnTo>
                <a:close/>
                <a:moveTo>
                  <a:pt x="182249" y="148499"/>
                </a:moveTo>
                <a:lnTo>
                  <a:pt x="182249" y="155249"/>
                </a:lnTo>
                <a:lnTo>
                  <a:pt x="222749" y="155249"/>
                </a:lnTo>
                <a:lnTo>
                  <a:pt x="222749" y="148499"/>
                </a:lnTo>
                <a:close/>
                <a:moveTo>
                  <a:pt x="269999" y="81000"/>
                </a:moveTo>
                <a:lnTo>
                  <a:pt x="290249" y="81000"/>
                </a:lnTo>
                <a:lnTo>
                  <a:pt x="290249" y="94500"/>
                </a:lnTo>
                <a:lnTo>
                  <a:pt x="269999" y="94500"/>
                </a:lnTo>
                <a:close/>
                <a:moveTo>
                  <a:pt x="114749" y="81000"/>
                </a:moveTo>
                <a:lnTo>
                  <a:pt x="134999" y="81000"/>
                </a:lnTo>
                <a:lnTo>
                  <a:pt x="134999" y="94500"/>
                </a:lnTo>
                <a:lnTo>
                  <a:pt x="114749" y="94500"/>
                </a:lnTo>
                <a:close/>
                <a:moveTo>
                  <a:pt x="202532" y="40496"/>
                </a:moveTo>
                <a:cubicBezTo>
                  <a:pt x="200717" y="40496"/>
                  <a:pt x="198903" y="40600"/>
                  <a:pt x="197100" y="40806"/>
                </a:cubicBezTo>
                <a:cubicBezTo>
                  <a:pt x="174872" y="43904"/>
                  <a:pt x="157664" y="61836"/>
                  <a:pt x="155486" y="84173"/>
                </a:cubicBezTo>
                <a:cubicBezTo>
                  <a:pt x="153899" y="100092"/>
                  <a:pt x="160122" y="115793"/>
                  <a:pt x="172183" y="126301"/>
                </a:cubicBezTo>
                <a:cubicBezTo>
                  <a:pt x="174961" y="128742"/>
                  <a:pt x="177244" y="131695"/>
                  <a:pt x="178904" y="134999"/>
                </a:cubicBezTo>
                <a:lnTo>
                  <a:pt x="195749" y="134999"/>
                </a:lnTo>
                <a:lnTo>
                  <a:pt x="195749" y="124874"/>
                </a:lnTo>
                <a:lnTo>
                  <a:pt x="175268" y="109512"/>
                </a:lnTo>
                <a:cubicBezTo>
                  <a:pt x="171173" y="106428"/>
                  <a:pt x="168760" y="101603"/>
                  <a:pt x="168749" y="96477"/>
                </a:cubicBezTo>
                <a:lnTo>
                  <a:pt x="168749" y="90545"/>
                </a:lnTo>
                <a:cubicBezTo>
                  <a:pt x="168749" y="86223"/>
                  <a:pt x="170465" y="82078"/>
                  <a:pt x="173522" y="79022"/>
                </a:cubicBezTo>
                <a:cubicBezTo>
                  <a:pt x="179885" y="72658"/>
                  <a:pt x="190203" y="72658"/>
                  <a:pt x="196566" y="79022"/>
                </a:cubicBezTo>
                <a:lnTo>
                  <a:pt x="200522" y="82977"/>
                </a:lnTo>
                <a:cubicBezTo>
                  <a:pt x="201615" y="84065"/>
                  <a:pt x="203382" y="84065"/>
                  <a:pt x="204476" y="82977"/>
                </a:cubicBezTo>
                <a:lnTo>
                  <a:pt x="208431" y="79022"/>
                </a:lnTo>
                <a:cubicBezTo>
                  <a:pt x="211487" y="75967"/>
                  <a:pt x="215631" y="74250"/>
                  <a:pt x="219953" y="74250"/>
                </a:cubicBezTo>
                <a:cubicBezTo>
                  <a:pt x="228953" y="74249"/>
                  <a:pt x="236249" y="81545"/>
                  <a:pt x="236249" y="90545"/>
                </a:cubicBezTo>
                <a:lnTo>
                  <a:pt x="236249" y="96477"/>
                </a:lnTo>
                <a:cubicBezTo>
                  <a:pt x="236237" y="101605"/>
                  <a:pt x="233822" y="106431"/>
                  <a:pt x="229726" y="109515"/>
                </a:cubicBezTo>
                <a:lnTo>
                  <a:pt x="220049" y="116773"/>
                </a:lnTo>
                <a:lnTo>
                  <a:pt x="211948" y="105976"/>
                </a:lnTo>
                <a:lnTo>
                  <a:pt x="221628" y="98715"/>
                </a:lnTo>
                <a:cubicBezTo>
                  <a:pt x="222331" y="98186"/>
                  <a:pt x="222745" y="97357"/>
                  <a:pt x="222748" y="96477"/>
                </a:cubicBezTo>
                <a:lnTo>
                  <a:pt x="222748" y="90545"/>
                </a:lnTo>
                <a:cubicBezTo>
                  <a:pt x="222699" y="89940"/>
                  <a:pt x="222461" y="89367"/>
                  <a:pt x="222069" y="88904"/>
                </a:cubicBezTo>
                <a:cubicBezTo>
                  <a:pt x="221032" y="87681"/>
                  <a:pt x="219200" y="87529"/>
                  <a:pt x="217976" y="88567"/>
                </a:cubicBezTo>
                <a:lnTo>
                  <a:pt x="214021" y="92522"/>
                </a:lnTo>
                <a:cubicBezTo>
                  <a:pt x="207573" y="98678"/>
                  <a:pt x="197424" y="98678"/>
                  <a:pt x="190976" y="92522"/>
                </a:cubicBezTo>
                <a:lnTo>
                  <a:pt x="187021" y="88567"/>
                </a:lnTo>
                <a:cubicBezTo>
                  <a:pt x="186559" y="88175"/>
                  <a:pt x="185984" y="87937"/>
                  <a:pt x="185379" y="87887"/>
                </a:cubicBezTo>
                <a:cubicBezTo>
                  <a:pt x="183782" y="87756"/>
                  <a:pt x="182380" y="88946"/>
                  <a:pt x="182249" y="90545"/>
                </a:cubicBezTo>
                <a:lnTo>
                  <a:pt x="182249" y="96477"/>
                </a:lnTo>
                <a:cubicBezTo>
                  <a:pt x="182251" y="97355"/>
                  <a:pt x="182664" y="98182"/>
                  <a:pt x="183366" y="98711"/>
                </a:cubicBezTo>
                <a:lnTo>
                  <a:pt x="206549" y="116101"/>
                </a:lnTo>
                <a:cubicBezTo>
                  <a:pt x="208250" y="117375"/>
                  <a:pt x="209250" y="119375"/>
                  <a:pt x="209249" y="121499"/>
                </a:cubicBezTo>
                <a:lnTo>
                  <a:pt x="209249" y="134999"/>
                </a:lnTo>
                <a:lnTo>
                  <a:pt x="226055" y="134999"/>
                </a:lnTo>
                <a:cubicBezTo>
                  <a:pt x="227684" y="131730"/>
                  <a:pt x="229937" y="128811"/>
                  <a:pt x="232686" y="126407"/>
                </a:cubicBezTo>
                <a:cubicBezTo>
                  <a:pt x="234208" y="125088"/>
                  <a:pt x="235648" y="123678"/>
                  <a:pt x="236998" y="122184"/>
                </a:cubicBezTo>
                <a:cubicBezTo>
                  <a:pt x="255296" y="101932"/>
                  <a:pt x="253712" y="70682"/>
                  <a:pt x="233460" y="52384"/>
                </a:cubicBezTo>
                <a:cubicBezTo>
                  <a:pt x="224983" y="44722"/>
                  <a:pt x="213959" y="40484"/>
                  <a:pt x="202532" y="40496"/>
                </a:cubicBezTo>
                <a:close/>
                <a:moveTo>
                  <a:pt x="195577" y="27391"/>
                </a:moveTo>
                <a:cubicBezTo>
                  <a:pt x="212626" y="25355"/>
                  <a:pt x="229721" y="30798"/>
                  <a:pt x="242455" y="42315"/>
                </a:cubicBezTo>
                <a:cubicBezTo>
                  <a:pt x="244399" y="44067"/>
                  <a:pt x="246231" y="45939"/>
                  <a:pt x="247942" y="47920"/>
                </a:cubicBezTo>
                <a:cubicBezTo>
                  <a:pt x="270660" y="74218"/>
                  <a:pt x="267758" y="113953"/>
                  <a:pt x="241460" y="136671"/>
                </a:cubicBezTo>
                <a:cubicBezTo>
                  <a:pt x="238100" y="139607"/>
                  <a:pt x="236195" y="143869"/>
                  <a:pt x="236249" y="148331"/>
                </a:cubicBezTo>
                <a:lnTo>
                  <a:pt x="236249" y="161999"/>
                </a:lnTo>
                <a:cubicBezTo>
                  <a:pt x="236232" y="176904"/>
                  <a:pt x="224153" y="188983"/>
                  <a:pt x="209249" y="188999"/>
                </a:cubicBezTo>
                <a:lnTo>
                  <a:pt x="195749" y="188999"/>
                </a:lnTo>
                <a:cubicBezTo>
                  <a:pt x="180844" y="188983"/>
                  <a:pt x="168766" y="176904"/>
                  <a:pt x="168749" y="161999"/>
                </a:cubicBezTo>
                <a:lnTo>
                  <a:pt x="168749" y="148335"/>
                </a:lnTo>
                <a:cubicBezTo>
                  <a:pt x="168764" y="143805"/>
                  <a:pt x="166802" y="139495"/>
                  <a:pt x="163376" y="136532"/>
                </a:cubicBezTo>
                <a:cubicBezTo>
                  <a:pt x="147994" y="123165"/>
                  <a:pt x="140044" y="103172"/>
                  <a:pt x="142046" y="82891"/>
                </a:cubicBezTo>
                <a:cubicBezTo>
                  <a:pt x="144635" y="54112"/>
                  <a:pt x="166911" y="31018"/>
                  <a:pt x="195577" y="27391"/>
                </a:cubicBezTo>
                <a:close/>
                <a:moveTo>
                  <a:pt x="145222" y="20928"/>
                </a:moveTo>
                <a:lnTo>
                  <a:pt x="159540" y="35246"/>
                </a:lnTo>
                <a:lnTo>
                  <a:pt x="149995" y="44791"/>
                </a:lnTo>
                <a:lnTo>
                  <a:pt x="135677" y="30473"/>
                </a:lnTo>
                <a:close/>
                <a:moveTo>
                  <a:pt x="259776" y="20928"/>
                </a:moveTo>
                <a:lnTo>
                  <a:pt x="269321" y="30473"/>
                </a:lnTo>
                <a:lnTo>
                  <a:pt x="255003" y="44790"/>
                </a:lnTo>
                <a:lnTo>
                  <a:pt x="245458" y="35245"/>
                </a:lnTo>
                <a:close/>
                <a:moveTo>
                  <a:pt x="195749" y="0"/>
                </a:moveTo>
                <a:lnTo>
                  <a:pt x="209249" y="0"/>
                </a:lnTo>
                <a:lnTo>
                  <a:pt x="209249" y="20250"/>
                </a:lnTo>
                <a:lnTo>
                  <a:pt x="195749" y="2025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5163898" y="2640820"/>
            <a:ext cx="363808" cy="363806"/>
          </a:xfrm>
          <a:custGeom>
            <a:rect b="b" l="l" r="r" t="t"/>
            <a:pathLst>
              <a:path extrusionOk="0" h="431999" w="432000">
                <a:moveTo>
                  <a:pt x="216000" y="381374"/>
                </a:moveTo>
                <a:cubicBezTo>
                  <a:pt x="205532" y="381374"/>
                  <a:pt x="197016" y="389891"/>
                  <a:pt x="197016" y="400359"/>
                </a:cubicBezTo>
                <a:cubicBezTo>
                  <a:pt x="197016" y="410826"/>
                  <a:pt x="205532" y="419343"/>
                  <a:pt x="216000" y="419343"/>
                </a:cubicBezTo>
                <a:cubicBezTo>
                  <a:pt x="226468" y="419343"/>
                  <a:pt x="234984" y="410826"/>
                  <a:pt x="234984" y="400359"/>
                </a:cubicBezTo>
                <a:cubicBezTo>
                  <a:pt x="234984" y="389891"/>
                  <a:pt x="226468" y="381374"/>
                  <a:pt x="216000" y="381374"/>
                </a:cubicBezTo>
                <a:close/>
                <a:moveTo>
                  <a:pt x="346362" y="327458"/>
                </a:moveTo>
                <a:cubicBezTo>
                  <a:pt x="341477" y="327458"/>
                  <a:pt x="336592" y="329285"/>
                  <a:pt x="332938" y="332939"/>
                </a:cubicBezTo>
                <a:cubicBezTo>
                  <a:pt x="325620" y="340256"/>
                  <a:pt x="325620" y="352468"/>
                  <a:pt x="332938" y="359785"/>
                </a:cubicBezTo>
                <a:cubicBezTo>
                  <a:pt x="340340" y="367188"/>
                  <a:pt x="352385" y="367187"/>
                  <a:pt x="359786" y="359785"/>
                </a:cubicBezTo>
                <a:cubicBezTo>
                  <a:pt x="367104" y="352468"/>
                  <a:pt x="367104" y="340256"/>
                  <a:pt x="359786" y="332939"/>
                </a:cubicBezTo>
                <a:cubicBezTo>
                  <a:pt x="356133" y="329285"/>
                  <a:pt x="351247" y="327458"/>
                  <a:pt x="346362" y="327458"/>
                </a:cubicBezTo>
                <a:close/>
                <a:moveTo>
                  <a:pt x="85638" y="327457"/>
                </a:moveTo>
                <a:cubicBezTo>
                  <a:pt x="80753" y="327458"/>
                  <a:pt x="75868" y="329285"/>
                  <a:pt x="72214" y="332938"/>
                </a:cubicBezTo>
                <a:cubicBezTo>
                  <a:pt x="64895" y="340255"/>
                  <a:pt x="64897" y="352467"/>
                  <a:pt x="72214" y="359785"/>
                </a:cubicBezTo>
                <a:cubicBezTo>
                  <a:pt x="79616" y="367186"/>
                  <a:pt x="91660" y="367187"/>
                  <a:pt x="99062" y="359784"/>
                </a:cubicBezTo>
                <a:cubicBezTo>
                  <a:pt x="106380" y="352467"/>
                  <a:pt x="106380" y="340255"/>
                  <a:pt x="99062" y="332938"/>
                </a:cubicBezTo>
                <a:cubicBezTo>
                  <a:pt x="95409" y="329284"/>
                  <a:pt x="90523" y="327457"/>
                  <a:pt x="85638" y="327457"/>
                </a:cubicBezTo>
                <a:close/>
                <a:moveTo>
                  <a:pt x="400359" y="197016"/>
                </a:moveTo>
                <a:cubicBezTo>
                  <a:pt x="389891" y="197016"/>
                  <a:pt x="381375" y="205532"/>
                  <a:pt x="381375" y="216000"/>
                </a:cubicBezTo>
                <a:cubicBezTo>
                  <a:pt x="381375" y="226468"/>
                  <a:pt x="389891" y="234984"/>
                  <a:pt x="400359" y="234984"/>
                </a:cubicBezTo>
                <a:cubicBezTo>
                  <a:pt x="410828" y="234984"/>
                  <a:pt x="419344" y="226468"/>
                  <a:pt x="419344" y="216000"/>
                </a:cubicBezTo>
                <a:cubicBezTo>
                  <a:pt x="419344" y="205532"/>
                  <a:pt x="410828" y="197016"/>
                  <a:pt x="400359" y="197016"/>
                </a:cubicBezTo>
                <a:close/>
                <a:moveTo>
                  <a:pt x="31641" y="197015"/>
                </a:moveTo>
                <a:cubicBezTo>
                  <a:pt x="21172" y="197015"/>
                  <a:pt x="12656" y="205532"/>
                  <a:pt x="12656" y="215999"/>
                </a:cubicBezTo>
                <a:cubicBezTo>
                  <a:pt x="12656" y="226467"/>
                  <a:pt x="21172" y="234984"/>
                  <a:pt x="31641" y="234984"/>
                </a:cubicBezTo>
                <a:cubicBezTo>
                  <a:pt x="42109" y="234984"/>
                  <a:pt x="50625" y="226467"/>
                  <a:pt x="50625" y="215999"/>
                </a:cubicBezTo>
                <a:cubicBezTo>
                  <a:pt x="50625" y="205532"/>
                  <a:pt x="42109" y="197015"/>
                  <a:pt x="31641" y="197015"/>
                </a:cubicBezTo>
                <a:close/>
                <a:moveTo>
                  <a:pt x="216000" y="154828"/>
                </a:moveTo>
                <a:cubicBezTo>
                  <a:pt x="219496" y="154828"/>
                  <a:pt x="222328" y="157661"/>
                  <a:pt x="222328" y="161156"/>
                </a:cubicBezTo>
                <a:lnTo>
                  <a:pt x="222328" y="168222"/>
                </a:lnTo>
                <a:cubicBezTo>
                  <a:pt x="234408" y="171086"/>
                  <a:pt x="243422" y="181963"/>
                  <a:pt x="243422" y="194906"/>
                </a:cubicBezTo>
                <a:cubicBezTo>
                  <a:pt x="243422" y="198401"/>
                  <a:pt x="240589" y="201234"/>
                  <a:pt x="237094" y="201234"/>
                </a:cubicBezTo>
                <a:cubicBezTo>
                  <a:pt x="233598" y="201234"/>
                  <a:pt x="230766" y="198401"/>
                  <a:pt x="230766" y="194906"/>
                </a:cubicBezTo>
                <a:cubicBezTo>
                  <a:pt x="230766" y="186765"/>
                  <a:pt x="224141" y="180141"/>
                  <a:pt x="216000" y="180141"/>
                </a:cubicBezTo>
                <a:cubicBezTo>
                  <a:pt x="207859" y="180141"/>
                  <a:pt x="201234" y="186765"/>
                  <a:pt x="201234" y="194906"/>
                </a:cubicBezTo>
                <a:cubicBezTo>
                  <a:pt x="201234" y="203047"/>
                  <a:pt x="207859" y="209672"/>
                  <a:pt x="216000" y="209672"/>
                </a:cubicBezTo>
                <a:cubicBezTo>
                  <a:pt x="231121" y="209672"/>
                  <a:pt x="243422" y="221974"/>
                  <a:pt x="243422" y="237094"/>
                </a:cubicBezTo>
                <a:cubicBezTo>
                  <a:pt x="243422" y="250037"/>
                  <a:pt x="234408" y="260914"/>
                  <a:pt x="222328" y="263778"/>
                </a:cubicBezTo>
                <a:lnTo>
                  <a:pt x="222328" y="270844"/>
                </a:lnTo>
                <a:cubicBezTo>
                  <a:pt x="222328" y="274338"/>
                  <a:pt x="219496" y="277172"/>
                  <a:pt x="216000" y="277172"/>
                </a:cubicBezTo>
                <a:cubicBezTo>
                  <a:pt x="212504" y="277172"/>
                  <a:pt x="209672" y="274338"/>
                  <a:pt x="209672" y="270844"/>
                </a:cubicBezTo>
                <a:lnTo>
                  <a:pt x="209672" y="263778"/>
                </a:lnTo>
                <a:cubicBezTo>
                  <a:pt x="197592" y="260914"/>
                  <a:pt x="188578" y="250037"/>
                  <a:pt x="188578" y="237094"/>
                </a:cubicBezTo>
                <a:cubicBezTo>
                  <a:pt x="188578" y="233599"/>
                  <a:pt x="191410" y="230766"/>
                  <a:pt x="194906" y="230766"/>
                </a:cubicBezTo>
                <a:cubicBezTo>
                  <a:pt x="198402" y="230766"/>
                  <a:pt x="201234" y="233599"/>
                  <a:pt x="201234" y="237094"/>
                </a:cubicBezTo>
                <a:cubicBezTo>
                  <a:pt x="201234" y="245235"/>
                  <a:pt x="207859" y="251859"/>
                  <a:pt x="216000" y="251859"/>
                </a:cubicBezTo>
                <a:cubicBezTo>
                  <a:pt x="224141" y="251859"/>
                  <a:pt x="230766" y="245235"/>
                  <a:pt x="230766" y="237094"/>
                </a:cubicBezTo>
                <a:cubicBezTo>
                  <a:pt x="230766" y="228952"/>
                  <a:pt x="224141" y="222328"/>
                  <a:pt x="216000" y="222328"/>
                </a:cubicBezTo>
                <a:cubicBezTo>
                  <a:pt x="200879" y="222328"/>
                  <a:pt x="188578" y="210026"/>
                  <a:pt x="188578" y="194906"/>
                </a:cubicBezTo>
                <a:cubicBezTo>
                  <a:pt x="188578" y="181963"/>
                  <a:pt x="197592" y="171086"/>
                  <a:pt x="209672" y="168222"/>
                </a:cubicBezTo>
                <a:lnTo>
                  <a:pt x="209672" y="161156"/>
                </a:lnTo>
                <a:cubicBezTo>
                  <a:pt x="209672" y="157661"/>
                  <a:pt x="212504" y="154828"/>
                  <a:pt x="216000" y="154828"/>
                </a:cubicBezTo>
                <a:close/>
                <a:moveTo>
                  <a:pt x="215999" y="142171"/>
                </a:moveTo>
                <a:cubicBezTo>
                  <a:pt x="175290" y="142171"/>
                  <a:pt x="142171" y="175290"/>
                  <a:pt x="142171" y="215999"/>
                </a:cubicBezTo>
                <a:cubicBezTo>
                  <a:pt x="142171" y="256709"/>
                  <a:pt x="175290" y="289828"/>
                  <a:pt x="215999" y="289828"/>
                </a:cubicBezTo>
                <a:cubicBezTo>
                  <a:pt x="256709" y="289828"/>
                  <a:pt x="289828" y="256709"/>
                  <a:pt x="289828" y="215999"/>
                </a:cubicBezTo>
                <a:cubicBezTo>
                  <a:pt x="289828" y="175290"/>
                  <a:pt x="256709" y="142171"/>
                  <a:pt x="215999" y="142171"/>
                </a:cubicBezTo>
                <a:close/>
                <a:moveTo>
                  <a:pt x="215999" y="129515"/>
                </a:moveTo>
                <a:cubicBezTo>
                  <a:pt x="263687" y="129515"/>
                  <a:pt x="302484" y="168311"/>
                  <a:pt x="302484" y="215999"/>
                </a:cubicBezTo>
                <a:cubicBezTo>
                  <a:pt x="302484" y="263687"/>
                  <a:pt x="263687" y="302484"/>
                  <a:pt x="215999" y="302484"/>
                </a:cubicBezTo>
                <a:cubicBezTo>
                  <a:pt x="168311" y="302484"/>
                  <a:pt x="129515" y="263687"/>
                  <a:pt x="129515" y="215999"/>
                </a:cubicBezTo>
                <a:cubicBezTo>
                  <a:pt x="129515" y="168311"/>
                  <a:pt x="168311" y="129515"/>
                  <a:pt x="215999" y="129515"/>
                </a:cubicBezTo>
                <a:close/>
                <a:moveTo>
                  <a:pt x="346362" y="66734"/>
                </a:moveTo>
                <a:cubicBezTo>
                  <a:pt x="341477" y="66734"/>
                  <a:pt x="336592" y="68561"/>
                  <a:pt x="332938" y="72215"/>
                </a:cubicBezTo>
                <a:cubicBezTo>
                  <a:pt x="325620" y="79532"/>
                  <a:pt x="325620" y="91744"/>
                  <a:pt x="332938" y="99061"/>
                </a:cubicBezTo>
                <a:cubicBezTo>
                  <a:pt x="340340" y="106464"/>
                  <a:pt x="352385" y="106464"/>
                  <a:pt x="359786" y="99061"/>
                </a:cubicBezTo>
                <a:cubicBezTo>
                  <a:pt x="367104" y="91744"/>
                  <a:pt x="367104" y="79532"/>
                  <a:pt x="359786" y="72215"/>
                </a:cubicBezTo>
                <a:cubicBezTo>
                  <a:pt x="356133" y="68561"/>
                  <a:pt x="351247" y="66734"/>
                  <a:pt x="346362" y="66734"/>
                </a:cubicBezTo>
                <a:close/>
                <a:moveTo>
                  <a:pt x="85638" y="66733"/>
                </a:moveTo>
                <a:cubicBezTo>
                  <a:pt x="80753" y="66733"/>
                  <a:pt x="75868" y="68560"/>
                  <a:pt x="72214" y="72214"/>
                </a:cubicBezTo>
                <a:cubicBezTo>
                  <a:pt x="64896" y="79531"/>
                  <a:pt x="64896" y="91744"/>
                  <a:pt x="72214" y="99060"/>
                </a:cubicBezTo>
                <a:cubicBezTo>
                  <a:pt x="79616" y="106463"/>
                  <a:pt x="91660" y="106463"/>
                  <a:pt x="99062" y="99060"/>
                </a:cubicBezTo>
                <a:cubicBezTo>
                  <a:pt x="106381" y="91744"/>
                  <a:pt x="106379" y="79531"/>
                  <a:pt x="99062" y="72213"/>
                </a:cubicBezTo>
                <a:cubicBezTo>
                  <a:pt x="95409" y="68560"/>
                  <a:pt x="90523" y="66733"/>
                  <a:pt x="85638" y="66733"/>
                </a:cubicBezTo>
                <a:close/>
                <a:moveTo>
                  <a:pt x="85638" y="54011"/>
                </a:moveTo>
                <a:cubicBezTo>
                  <a:pt x="93741" y="54011"/>
                  <a:pt x="101843" y="57096"/>
                  <a:pt x="108011" y="63264"/>
                </a:cubicBezTo>
                <a:cubicBezTo>
                  <a:pt x="118500" y="73752"/>
                  <a:pt x="120265" y="90704"/>
                  <a:pt x="112041" y="103090"/>
                </a:cubicBezTo>
                <a:lnTo>
                  <a:pt x="141552" y="132601"/>
                </a:lnTo>
                <a:cubicBezTo>
                  <a:pt x="146977" y="127754"/>
                  <a:pt x="152877" y="123427"/>
                  <a:pt x="159167" y="119707"/>
                </a:cubicBezTo>
                <a:cubicBezTo>
                  <a:pt x="162176" y="117928"/>
                  <a:pt x="166056" y="118925"/>
                  <a:pt x="167835" y="121932"/>
                </a:cubicBezTo>
                <a:cubicBezTo>
                  <a:pt x="169613" y="124940"/>
                  <a:pt x="168617" y="128821"/>
                  <a:pt x="165609" y="130600"/>
                </a:cubicBezTo>
                <a:cubicBezTo>
                  <a:pt x="151030" y="139222"/>
                  <a:pt x="138815" y="151513"/>
                  <a:pt x="130286" y="166145"/>
                </a:cubicBezTo>
                <a:cubicBezTo>
                  <a:pt x="121502" y="181212"/>
                  <a:pt x="116859" y="198452"/>
                  <a:pt x="116859" y="215999"/>
                </a:cubicBezTo>
                <a:cubicBezTo>
                  <a:pt x="116859" y="270666"/>
                  <a:pt x="161333" y="315140"/>
                  <a:pt x="215999" y="315140"/>
                </a:cubicBezTo>
                <a:cubicBezTo>
                  <a:pt x="224387" y="315140"/>
                  <a:pt x="232716" y="314092"/>
                  <a:pt x="240756" y="312026"/>
                </a:cubicBezTo>
                <a:cubicBezTo>
                  <a:pt x="244138" y="311151"/>
                  <a:pt x="247590" y="313192"/>
                  <a:pt x="248460" y="316578"/>
                </a:cubicBezTo>
                <a:cubicBezTo>
                  <a:pt x="249331" y="319964"/>
                  <a:pt x="247292" y="323413"/>
                  <a:pt x="243907" y="324283"/>
                </a:cubicBezTo>
                <a:cubicBezTo>
                  <a:pt x="236867" y="326093"/>
                  <a:pt x="229633" y="327209"/>
                  <a:pt x="222327" y="327619"/>
                </a:cubicBezTo>
                <a:lnTo>
                  <a:pt x="222327" y="369354"/>
                </a:lnTo>
                <a:cubicBezTo>
                  <a:pt x="236752" y="372294"/>
                  <a:pt x="247640" y="385078"/>
                  <a:pt x="247640" y="400359"/>
                </a:cubicBezTo>
                <a:cubicBezTo>
                  <a:pt x="247640" y="417806"/>
                  <a:pt x="233446" y="431999"/>
                  <a:pt x="215999" y="431999"/>
                </a:cubicBezTo>
                <a:cubicBezTo>
                  <a:pt x="198552" y="431999"/>
                  <a:pt x="184359" y="417806"/>
                  <a:pt x="184359" y="400359"/>
                </a:cubicBezTo>
                <a:cubicBezTo>
                  <a:pt x="184359" y="385078"/>
                  <a:pt x="195246" y="372294"/>
                  <a:pt x="209671" y="369354"/>
                </a:cubicBezTo>
                <a:lnTo>
                  <a:pt x="209671" y="327619"/>
                </a:lnTo>
                <a:cubicBezTo>
                  <a:pt x="183603" y="326158"/>
                  <a:pt x="159893" y="315724"/>
                  <a:pt x="141585" y="299363"/>
                </a:cubicBezTo>
                <a:lnTo>
                  <a:pt x="112041" y="328908"/>
                </a:lnTo>
                <a:cubicBezTo>
                  <a:pt x="120264" y="341294"/>
                  <a:pt x="118500" y="358246"/>
                  <a:pt x="108011" y="368734"/>
                </a:cubicBezTo>
                <a:cubicBezTo>
                  <a:pt x="95829" y="380906"/>
                  <a:pt x="75446" y="380917"/>
                  <a:pt x="63264" y="368735"/>
                </a:cubicBezTo>
                <a:cubicBezTo>
                  <a:pt x="51069" y="356538"/>
                  <a:pt x="51069" y="336185"/>
                  <a:pt x="63264" y="323988"/>
                </a:cubicBezTo>
                <a:cubicBezTo>
                  <a:pt x="74069" y="313184"/>
                  <a:pt x="90808" y="311842"/>
                  <a:pt x="103087" y="319963"/>
                </a:cubicBezTo>
                <a:lnTo>
                  <a:pt x="132636" y="290414"/>
                </a:lnTo>
                <a:cubicBezTo>
                  <a:pt x="116276" y="272105"/>
                  <a:pt x="105842" y="248395"/>
                  <a:pt x="104380" y="222327"/>
                </a:cubicBezTo>
                <a:lnTo>
                  <a:pt x="62645" y="222327"/>
                </a:lnTo>
                <a:cubicBezTo>
                  <a:pt x="59705" y="236752"/>
                  <a:pt x="46921" y="247640"/>
                  <a:pt x="31641" y="247640"/>
                </a:cubicBezTo>
                <a:cubicBezTo>
                  <a:pt x="14194" y="247640"/>
                  <a:pt x="0" y="233446"/>
                  <a:pt x="0" y="215999"/>
                </a:cubicBezTo>
                <a:cubicBezTo>
                  <a:pt x="0" y="198552"/>
                  <a:pt x="14194" y="184359"/>
                  <a:pt x="31641" y="184358"/>
                </a:cubicBezTo>
                <a:cubicBezTo>
                  <a:pt x="46921" y="184358"/>
                  <a:pt x="59705" y="195245"/>
                  <a:pt x="62645" y="209670"/>
                </a:cubicBezTo>
                <a:lnTo>
                  <a:pt x="104382" y="209670"/>
                </a:lnTo>
                <a:cubicBezTo>
                  <a:pt x="105376" y="192086"/>
                  <a:pt x="110501" y="174952"/>
                  <a:pt x="119353" y="159769"/>
                </a:cubicBezTo>
                <a:cubicBezTo>
                  <a:pt x="123151" y="153254"/>
                  <a:pt x="127599" y="147150"/>
                  <a:pt x="132602" y="141550"/>
                </a:cubicBezTo>
                <a:lnTo>
                  <a:pt x="103087" y="112035"/>
                </a:lnTo>
                <a:cubicBezTo>
                  <a:pt x="90704" y="120223"/>
                  <a:pt x="73751" y="118496"/>
                  <a:pt x="63264" y="108010"/>
                </a:cubicBezTo>
                <a:cubicBezTo>
                  <a:pt x="51069" y="95815"/>
                  <a:pt x="51068" y="75460"/>
                  <a:pt x="63264" y="63264"/>
                </a:cubicBezTo>
                <a:cubicBezTo>
                  <a:pt x="69433" y="57095"/>
                  <a:pt x="77535" y="54011"/>
                  <a:pt x="85638" y="54011"/>
                </a:cubicBezTo>
                <a:close/>
                <a:moveTo>
                  <a:pt x="216000" y="12656"/>
                </a:moveTo>
                <a:cubicBezTo>
                  <a:pt x="205532" y="12656"/>
                  <a:pt x="197016" y="21173"/>
                  <a:pt x="197016" y="31641"/>
                </a:cubicBezTo>
                <a:cubicBezTo>
                  <a:pt x="197016" y="42108"/>
                  <a:pt x="205532" y="50625"/>
                  <a:pt x="216000" y="50625"/>
                </a:cubicBezTo>
                <a:cubicBezTo>
                  <a:pt x="226468" y="50625"/>
                  <a:pt x="234984" y="42108"/>
                  <a:pt x="234984" y="31641"/>
                </a:cubicBezTo>
                <a:cubicBezTo>
                  <a:pt x="234984" y="21173"/>
                  <a:pt x="226468" y="12656"/>
                  <a:pt x="216000" y="12656"/>
                </a:cubicBezTo>
                <a:close/>
                <a:moveTo>
                  <a:pt x="216000" y="0"/>
                </a:moveTo>
                <a:cubicBezTo>
                  <a:pt x="233447" y="0"/>
                  <a:pt x="247641" y="14194"/>
                  <a:pt x="247641" y="31641"/>
                </a:cubicBezTo>
                <a:cubicBezTo>
                  <a:pt x="247641" y="46921"/>
                  <a:pt x="236753" y="59705"/>
                  <a:pt x="222328" y="62645"/>
                </a:cubicBezTo>
                <a:lnTo>
                  <a:pt x="222328" y="104380"/>
                </a:lnTo>
                <a:cubicBezTo>
                  <a:pt x="248396" y="105842"/>
                  <a:pt x="272106" y="116276"/>
                  <a:pt x="290414" y="132636"/>
                </a:cubicBezTo>
                <a:lnTo>
                  <a:pt x="319958" y="103091"/>
                </a:lnTo>
                <a:cubicBezTo>
                  <a:pt x="311734" y="90706"/>
                  <a:pt x="313499" y="73753"/>
                  <a:pt x="323988" y="63264"/>
                </a:cubicBezTo>
                <a:cubicBezTo>
                  <a:pt x="336325" y="50927"/>
                  <a:pt x="356398" y="50927"/>
                  <a:pt x="368735" y="63264"/>
                </a:cubicBezTo>
                <a:cubicBezTo>
                  <a:pt x="380931" y="75461"/>
                  <a:pt x="380931" y="95815"/>
                  <a:pt x="368735" y="108011"/>
                </a:cubicBezTo>
                <a:cubicBezTo>
                  <a:pt x="358249" y="118496"/>
                  <a:pt x="341294" y="120226"/>
                  <a:pt x="328913" y="112037"/>
                </a:cubicBezTo>
                <a:lnTo>
                  <a:pt x="299364" y="141585"/>
                </a:lnTo>
                <a:cubicBezTo>
                  <a:pt x="315724" y="159894"/>
                  <a:pt x="326158" y="183604"/>
                  <a:pt x="327620" y="209672"/>
                </a:cubicBezTo>
                <a:lnTo>
                  <a:pt x="369355" y="209672"/>
                </a:lnTo>
                <a:cubicBezTo>
                  <a:pt x="372295" y="195247"/>
                  <a:pt x="385079" y="184359"/>
                  <a:pt x="400359" y="184359"/>
                </a:cubicBezTo>
                <a:cubicBezTo>
                  <a:pt x="417806" y="184359"/>
                  <a:pt x="432000" y="198553"/>
                  <a:pt x="432000" y="216000"/>
                </a:cubicBezTo>
                <a:cubicBezTo>
                  <a:pt x="432000" y="233447"/>
                  <a:pt x="417806" y="247641"/>
                  <a:pt x="400359" y="247641"/>
                </a:cubicBezTo>
                <a:cubicBezTo>
                  <a:pt x="385079" y="247641"/>
                  <a:pt x="372295" y="236753"/>
                  <a:pt x="369355" y="222328"/>
                </a:cubicBezTo>
                <a:lnTo>
                  <a:pt x="327618" y="222328"/>
                </a:lnTo>
                <a:cubicBezTo>
                  <a:pt x="326624" y="239913"/>
                  <a:pt x="321499" y="257046"/>
                  <a:pt x="312647" y="272229"/>
                </a:cubicBezTo>
                <a:cubicBezTo>
                  <a:pt x="308849" y="278745"/>
                  <a:pt x="304401" y="284848"/>
                  <a:pt x="299398" y="290448"/>
                </a:cubicBezTo>
                <a:lnTo>
                  <a:pt x="328913" y="319964"/>
                </a:lnTo>
                <a:cubicBezTo>
                  <a:pt x="341191" y="311842"/>
                  <a:pt x="357930" y="313184"/>
                  <a:pt x="368735" y="323989"/>
                </a:cubicBezTo>
                <a:cubicBezTo>
                  <a:pt x="380931" y="336185"/>
                  <a:pt x="380931" y="356539"/>
                  <a:pt x="368735" y="368736"/>
                </a:cubicBezTo>
                <a:cubicBezTo>
                  <a:pt x="356557" y="380913"/>
                  <a:pt x="336166" y="380913"/>
                  <a:pt x="323988" y="368736"/>
                </a:cubicBezTo>
                <a:cubicBezTo>
                  <a:pt x="313499" y="358247"/>
                  <a:pt x="311734" y="341294"/>
                  <a:pt x="319958" y="328909"/>
                </a:cubicBezTo>
                <a:lnTo>
                  <a:pt x="290448" y="299398"/>
                </a:lnTo>
                <a:cubicBezTo>
                  <a:pt x="285023" y="304245"/>
                  <a:pt x="279123" y="308572"/>
                  <a:pt x="272833" y="312292"/>
                </a:cubicBezTo>
                <a:cubicBezTo>
                  <a:pt x="269864" y="314050"/>
                  <a:pt x="265920" y="313033"/>
                  <a:pt x="264165" y="310067"/>
                </a:cubicBezTo>
                <a:cubicBezTo>
                  <a:pt x="262387" y="307059"/>
                  <a:pt x="263383" y="303178"/>
                  <a:pt x="266391" y="301399"/>
                </a:cubicBezTo>
                <a:cubicBezTo>
                  <a:pt x="280970" y="292777"/>
                  <a:pt x="293185" y="280486"/>
                  <a:pt x="301714" y="265855"/>
                </a:cubicBezTo>
                <a:cubicBezTo>
                  <a:pt x="310498" y="250787"/>
                  <a:pt x="315141" y="233547"/>
                  <a:pt x="315141" y="216000"/>
                </a:cubicBezTo>
                <a:cubicBezTo>
                  <a:pt x="315141" y="161333"/>
                  <a:pt x="270667" y="116859"/>
                  <a:pt x="216001" y="116859"/>
                </a:cubicBezTo>
                <a:cubicBezTo>
                  <a:pt x="207613" y="116859"/>
                  <a:pt x="199284" y="117907"/>
                  <a:pt x="191244" y="119974"/>
                </a:cubicBezTo>
                <a:cubicBezTo>
                  <a:pt x="187860" y="120844"/>
                  <a:pt x="184410" y="118806"/>
                  <a:pt x="183540" y="115421"/>
                </a:cubicBezTo>
                <a:cubicBezTo>
                  <a:pt x="182669" y="112036"/>
                  <a:pt x="184708" y="108586"/>
                  <a:pt x="188093" y="107717"/>
                </a:cubicBezTo>
                <a:cubicBezTo>
                  <a:pt x="195133" y="105907"/>
                  <a:pt x="202367" y="104790"/>
                  <a:pt x="209672" y="104380"/>
                </a:cubicBezTo>
                <a:lnTo>
                  <a:pt x="209672" y="62645"/>
                </a:lnTo>
                <a:cubicBezTo>
                  <a:pt x="195247" y="59705"/>
                  <a:pt x="184359" y="46921"/>
                  <a:pt x="184359" y="31641"/>
                </a:cubicBezTo>
                <a:cubicBezTo>
                  <a:pt x="184359" y="14194"/>
                  <a:pt x="198553" y="0"/>
                  <a:pt x="2160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5939762" y="2504370"/>
            <a:ext cx="344050" cy="362386"/>
          </a:xfrm>
          <a:custGeom>
            <a:rect b="b" l="l" r="r" t="t"/>
            <a:pathLst>
              <a:path extrusionOk="0" h="430311" w="408538">
                <a:moveTo>
                  <a:pt x="209646" y="66761"/>
                </a:moveTo>
                <a:cubicBezTo>
                  <a:pt x="209646" y="57023"/>
                  <a:pt x="201724" y="49100"/>
                  <a:pt x="191985" y="49100"/>
                </a:cubicBezTo>
                <a:cubicBezTo>
                  <a:pt x="182247" y="49100"/>
                  <a:pt x="174324" y="57023"/>
                  <a:pt x="174324" y="66761"/>
                </a:cubicBezTo>
                <a:cubicBezTo>
                  <a:pt x="174324" y="76500"/>
                  <a:pt x="182247" y="84423"/>
                  <a:pt x="191985" y="84423"/>
                </a:cubicBezTo>
                <a:cubicBezTo>
                  <a:pt x="201724" y="84422"/>
                  <a:pt x="209646" y="76499"/>
                  <a:pt x="209646" y="66761"/>
                </a:cubicBezTo>
                <a:close/>
                <a:moveTo>
                  <a:pt x="191985" y="70922"/>
                </a:moveTo>
                <a:cubicBezTo>
                  <a:pt x="189691" y="70922"/>
                  <a:pt x="187824" y="69055"/>
                  <a:pt x="187824" y="66760"/>
                </a:cubicBezTo>
                <a:cubicBezTo>
                  <a:pt x="187824" y="64465"/>
                  <a:pt x="189691" y="62599"/>
                  <a:pt x="191985" y="62599"/>
                </a:cubicBezTo>
                <a:cubicBezTo>
                  <a:pt x="194280" y="62599"/>
                  <a:pt x="196146" y="64465"/>
                  <a:pt x="196146" y="66760"/>
                </a:cubicBezTo>
                <a:cubicBezTo>
                  <a:pt x="196146" y="69055"/>
                  <a:pt x="194280" y="70922"/>
                  <a:pt x="191985" y="70922"/>
                </a:cubicBezTo>
                <a:close/>
                <a:moveTo>
                  <a:pt x="408266" y="323976"/>
                </a:moveTo>
                <a:lnTo>
                  <a:pt x="380002" y="182099"/>
                </a:lnTo>
                <a:cubicBezTo>
                  <a:pt x="378495" y="174534"/>
                  <a:pt x="371117" y="169609"/>
                  <a:pt x="363549" y="171113"/>
                </a:cubicBezTo>
                <a:lnTo>
                  <a:pt x="327180" y="178359"/>
                </a:lnTo>
                <a:cubicBezTo>
                  <a:pt x="323522" y="179087"/>
                  <a:pt x="320364" y="181202"/>
                  <a:pt x="318286" y="184315"/>
                </a:cubicBezTo>
                <a:cubicBezTo>
                  <a:pt x="316208" y="187427"/>
                  <a:pt x="315464" y="191155"/>
                  <a:pt x="316193" y="194811"/>
                </a:cubicBezTo>
                <a:lnTo>
                  <a:pt x="316481" y="196258"/>
                </a:lnTo>
                <a:cubicBezTo>
                  <a:pt x="304166" y="200308"/>
                  <a:pt x="290347" y="202672"/>
                  <a:pt x="274706" y="199000"/>
                </a:cubicBezTo>
                <a:lnTo>
                  <a:pt x="281856" y="189712"/>
                </a:lnTo>
                <a:cubicBezTo>
                  <a:pt x="282765" y="188531"/>
                  <a:pt x="283258" y="187083"/>
                  <a:pt x="283258" y="185594"/>
                </a:cubicBezTo>
                <a:lnTo>
                  <a:pt x="283258" y="107681"/>
                </a:lnTo>
                <a:cubicBezTo>
                  <a:pt x="283258" y="79254"/>
                  <a:pt x="270790" y="54130"/>
                  <a:pt x="248151" y="36936"/>
                </a:cubicBezTo>
                <a:lnTo>
                  <a:pt x="201327" y="1375"/>
                </a:lnTo>
                <a:cubicBezTo>
                  <a:pt x="199499" y="-14"/>
                  <a:pt x="197090" y="-378"/>
                  <a:pt x="194931" y="409"/>
                </a:cubicBezTo>
                <a:cubicBezTo>
                  <a:pt x="192773" y="1196"/>
                  <a:pt x="191164" y="3026"/>
                  <a:pt x="190659" y="5266"/>
                </a:cubicBezTo>
                <a:lnTo>
                  <a:pt x="186374" y="24285"/>
                </a:lnTo>
                <a:lnTo>
                  <a:pt x="175602" y="24285"/>
                </a:lnTo>
                <a:cubicBezTo>
                  <a:pt x="173563" y="24285"/>
                  <a:pt x="171633" y="25207"/>
                  <a:pt x="170351" y="26794"/>
                </a:cubicBezTo>
                <a:lnTo>
                  <a:pt x="121723" y="86990"/>
                </a:lnTo>
                <a:cubicBezTo>
                  <a:pt x="120524" y="88475"/>
                  <a:pt x="120009" y="90397"/>
                  <a:pt x="120306" y="92282"/>
                </a:cubicBezTo>
                <a:lnTo>
                  <a:pt x="122939" y="108996"/>
                </a:lnTo>
                <a:cubicBezTo>
                  <a:pt x="123239" y="110900"/>
                  <a:pt x="124339" y="112585"/>
                  <a:pt x="125962" y="113627"/>
                </a:cubicBezTo>
                <a:lnTo>
                  <a:pt x="143645" y="124971"/>
                </a:lnTo>
                <a:cubicBezTo>
                  <a:pt x="146342" y="126702"/>
                  <a:pt x="149887" y="126296"/>
                  <a:pt x="152124" y="124000"/>
                </a:cubicBezTo>
                <a:cubicBezTo>
                  <a:pt x="161866" y="114005"/>
                  <a:pt x="174149" y="109428"/>
                  <a:pt x="185711" y="111100"/>
                </a:cubicBezTo>
                <a:lnTo>
                  <a:pt x="137803" y="181807"/>
                </a:lnTo>
                <a:cubicBezTo>
                  <a:pt x="136211" y="184157"/>
                  <a:pt x="136275" y="187239"/>
                  <a:pt x="137925" y="189530"/>
                </a:cubicBezTo>
                <a:lnTo>
                  <a:pt x="92379" y="189530"/>
                </a:lnTo>
                <a:cubicBezTo>
                  <a:pt x="92036" y="187691"/>
                  <a:pt x="91326" y="185920"/>
                  <a:pt x="90254" y="184314"/>
                </a:cubicBezTo>
                <a:cubicBezTo>
                  <a:pt x="88175" y="181202"/>
                  <a:pt x="85017" y="179087"/>
                  <a:pt x="81360" y="178359"/>
                </a:cubicBezTo>
                <a:lnTo>
                  <a:pt x="81361" y="178359"/>
                </a:lnTo>
                <a:lnTo>
                  <a:pt x="44989" y="171113"/>
                </a:lnTo>
                <a:cubicBezTo>
                  <a:pt x="37425" y="169606"/>
                  <a:pt x="30044" y="174534"/>
                  <a:pt x="28537" y="182099"/>
                </a:cubicBezTo>
                <a:lnTo>
                  <a:pt x="272" y="323975"/>
                </a:lnTo>
                <a:cubicBezTo>
                  <a:pt x="-456" y="327632"/>
                  <a:pt x="288" y="331360"/>
                  <a:pt x="2365" y="334471"/>
                </a:cubicBezTo>
                <a:cubicBezTo>
                  <a:pt x="4442" y="337583"/>
                  <a:pt x="7601" y="339698"/>
                  <a:pt x="11259" y="340427"/>
                </a:cubicBezTo>
                <a:lnTo>
                  <a:pt x="47630" y="347673"/>
                </a:lnTo>
                <a:cubicBezTo>
                  <a:pt x="48548" y="347856"/>
                  <a:pt x="49464" y="347944"/>
                  <a:pt x="50367" y="347944"/>
                </a:cubicBezTo>
                <a:cubicBezTo>
                  <a:pt x="56898" y="347944"/>
                  <a:pt x="62757" y="343332"/>
                  <a:pt x="64082" y="336687"/>
                </a:cubicBezTo>
                <a:lnTo>
                  <a:pt x="64125" y="336470"/>
                </a:lnTo>
                <a:lnTo>
                  <a:pt x="149929" y="422274"/>
                </a:lnTo>
                <a:cubicBezTo>
                  <a:pt x="155113" y="427458"/>
                  <a:pt x="162027" y="430311"/>
                  <a:pt x="169396" y="430311"/>
                </a:cubicBezTo>
                <a:lnTo>
                  <a:pt x="169397" y="430311"/>
                </a:lnTo>
                <a:cubicBezTo>
                  <a:pt x="176766" y="430311"/>
                  <a:pt x="183681" y="427456"/>
                  <a:pt x="188863" y="422274"/>
                </a:cubicBezTo>
                <a:cubicBezTo>
                  <a:pt x="192407" y="418731"/>
                  <a:pt x="194861" y="414380"/>
                  <a:pt x="196061" y="409628"/>
                </a:cubicBezTo>
                <a:lnTo>
                  <a:pt x="207609" y="421175"/>
                </a:lnTo>
                <a:cubicBezTo>
                  <a:pt x="218344" y="431908"/>
                  <a:pt x="235809" y="431909"/>
                  <a:pt x="246544" y="421173"/>
                </a:cubicBezTo>
                <a:cubicBezTo>
                  <a:pt x="250170" y="417547"/>
                  <a:pt x="252571" y="413152"/>
                  <a:pt x="253748" y="408509"/>
                </a:cubicBezTo>
                <a:cubicBezTo>
                  <a:pt x="264526" y="418543"/>
                  <a:pt x="281464" y="418311"/>
                  <a:pt x="291964" y="407815"/>
                </a:cubicBezTo>
                <a:cubicBezTo>
                  <a:pt x="297823" y="401955"/>
                  <a:pt x="300485" y="394090"/>
                  <a:pt x="299947" y="386408"/>
                </a:cubicBezTo>
                <a:cubicBezTo>
                  <a:pt x="307634" y="386946"/>
                  <a:pt x="315494" y="384284"/>
                  <a:pt x="321353" y="378425"/>
                </a:cubicBezTo>
                <a:cubicBezTo>
                  <a:pt x="328565" y="371215"/>
                  <a:pt x="331059" y="360467"/>
                  <a:pt x="328165" y="350885"/>
                </a:cubicBezTo>
                <a:lnTo>
                  <a:pt x="344108" y="334942"/>
                </a:lnTo>
                <a:lnTo>
                  <a:pt x="344456" y="336686"/>
                </a:lnTo>
                <a:cubicBezTo>
                  <a:pt x="345780" y="343332"/>
                  <a:pt x="351637" y="347944"/>
                  <a:pt x="358171" y="347944"/>
                </a:cubicBezTo>
                <a:cubicBezTo>
                  <a:pt x="359074" y="347944"/>
                  <a:pt x="359990" y="347856"/>
                  <a:pt x="360908" y="347673"/>
                </a:cubicBezTo>
                <a:lnTo>
                  <a:pt x="397279" y="340427"/>
                </a:lnTo>
                <a:cubicBezTo>
                  <a:pt x="400935" y="339699"/>
                  <a:pt x="404094" y="337584"/>
                  <a:pt x="406173" y="334471"/>
                </a:cubicBezTo>
                <a:cubicBezTo>
                  <a:pt x="408252" y="331360"/>
                  <a:pt x="408995" y="327632"/>
                  <a:pt x="408266" y="323976"/>
                </a:cubicBezTo>
                <a:close/>
                <a:moveTo>
                  <a:pt x="151715" y="185342"/>
                </a:moveTo>
                <a:lnTo>
                  <a:pt x="202102" y="110977"/>
                </a:lnTo>
                <a:cubicBezTo>
                  <a:pt x="203231" y="109309"/>
                  <a:pt x="203558" y="107224"/>
                  <a:pt x="202991" y="105291"/>
                </a:cubicBezTo>
                <a:cubicBezTo>
                  <a:pt x="202424" y="103358"/>
                  <a:pt x="201023" y="101779"/>
                  <a:pt x="199172" y="100986"/>
                </a:cubicBezTo>
                <a:cubicBezTo>
                  <a:pt x="181799" y="93544"/>
                  <a:pt x="162054" y="97330"/>
                  <a:pt x="146503" y="110765"/>
                </a:cubicBezTo>
                <a:lnTo>
                  <a:pt x="135804" y="103901"/>
                </a:lnTo>
                <a:lnTo>
                  <a:pt x="134108" y="93142"/>
                </a:lnTo>
                <a:lnTo>
                  <a:pt x="178826" y="37786"/>
                </a:lnTo>
                <a:lnTo>
                  <a:pt x="191772" y="37786"/>
                </a:lnTo>
                <a:cubicBezTo>
                  <a:pt x="194927" y="37786"/>
                  <a:pt x="197662" y="35599"/>
                  <a:pt x="198356" y="32520"/>
                </a:cubicBezTo>
                <a:lnTo>
                  <a:pt x="201522" y="18475"/>
                </a:lnTo>
                <a:lnTo>
                  <a:pt x="239985" y="47687"/>
                </a:lnTo>
                <a:cubicBezTo>
                  <a:pt x="259463" y="62478"/>
                  <a:pt x="269758" y="83225"/>
                  <a:pt x="269758" y="107681"/>
                </a:cubicBezTo>
                <a:lnTo>
                  <a:pt x="269758" y="183297"/>
                </a:lnTo>
                <a:lnTo>
                  <a:pt x="261191" y="194426"/>
                </a:lnTo>
                <a:cubicBezTo>
                  <a:pt x="253197" y="190889"/>
                  <a:pt x="244764" y="185688"/>
                  <a:pt x="235857" y="178339"/>
                </a:cubicBezTo>
                <a:cubicBezTo>
                  <a:pt x="220707" y="165839"/>
                  <a:pt x="200957" y="165430"/>
                  <a:pt x="186713" y="177324"/>
                </a:cubicBezTo>
                <a:lnTo>
                  <a:pt x="172094" y="189530"/>
                </a:lnTo>
                <a:lnTo>
                  <a:pt x="154941" y="189530"/>
                </a:lnTo>
                <a:close/>
                <a:moveTo>
                  <a:pt x="50267" y="334433"/>
                </a:moveTo>
                <a:lnTo>
                  <a:pt x="13896" y="327188"/>
                </a:lnTo>
                <a:cubicBezTo>
                  <a:pt x="13773" y="327164"/>
                  <a:pt x="13670" y="327092"/>
                  <a:pt x="13593" y="326975"/>
                </a:cubicBezTo>
                <a:cubicBezTo>
                  <a:pt x="13515" y="326858"/>
                  <a:pt x="13488" y="326738"/>
                  <a:pt x="13512" y="326614"/>
                </a:cubicBezTo>
                <a:lnTo>
                  <a:pt x="41776" y="184737"/>
                </a:lnTo>
                <a:cubicBezTo>
                  <a:pt x="41821" y="184514"/>
                  <a:pt x="42042" y="184345"/>
                  <a:pt x="42267" y="184345"/>
                </a:cubicBezTo>
                <a:cubicBezTo>
                  <a:pt x="42295" y="184345"/>
                  <a:pt x="42323" y="184347"/>
                  <a:pt x="42352" y="184353"/>
                </a:cubicBezTo>
                <a:lnTo>
                  <a:pt x="78723" y="191599"/>
                </a:lnTo>
                <a:lnTo>
                  <a:pt x="78723" y="191599"/>
                </a:lnTo>
                <a:cubicBezTo>
                  <a:pt x="78847" y="191624"/>
                  <a:pt x="78950" y="191695"/>
                  <a:pt x="79027" y="191812"/>
                </a:cubicBezTo>
                <a:cubicBezTo>
                  <a:pt x="79105" y="191928"/>
                  <a:pt x="79132" y="192050"/>
                  <a:pt x="79107" y="192174"/>
                </a:cubicBezTo>
                <a:lnTo>
                  <a:pt x="50843" y="334049"/>
                </a:lnTo>
                <a:cubicBezTo>
                  <a:pt x="50793" y="334300"/>
                  <a:pt x="50523" y="334485"/>
                  <a:pt x="50267" y="334433"/>
                </a:cubicBezTo>
                <a:close/>
                <a:moveTo>
                  <a:pt x="311808" y="368879"/>
                </a:moveTo>
                <a:cubicBezTo>
                  <a:pt x="309173" y="371514"/>
                  <a:pt x="305649" y="372966"/>
                  <a:pt x="301885" y="372966"/>
                </a:cubicBezTo>
                <a:cubicBezTo>
                  <a:pt x="298124" y="372966"/>
                  <a:pt x="294603" y="371517"/>
                  <a:pt x="291969" y="368885"/>
                </a:cubicBezTo>
                <a:cubicBezTo>
                  <a:pt x="291967" y="368883"/>
                  <a:pt x="291966" y="368881"/>
                  <a:pt x="291964" y="368880"/>
                </a:cubicBezTo>
                <a:lnTo>
                  <a:pt x="230088" y="307002"/>
                </a:lnTo>
                <a:cubicBezTo>
                  <a:pt x="227450" y="304366"/>
                  <a:pt x="223178" y="304368"/>
                  <a:pt x="220542" y="307002"/>
                </a:cubicBezTo>
                <a:cubicBezTo>
                  <a:pt x="217906" y="309639"/>
                  <a:pt x="217906" y="313912"/>
                  <a:pt x="220542" y="316548"/>
                </a:cubicBezTo>
                <a:lnTo>
                  <a:pt x="282411" y="378418"/>
                </a:lnTo>
                <a:cubicBezTo>
                  <a:pt x="282414" y="378421"/>
                  <a:pt x="282416" y="378424"/>
                  <a:pt x="282419" y="378427"/>
                </a:cubicBezTo>
                <a:cubicBezTo>
                  <a:pt x="287890" y="383897"/>
                  <a:pt x="287890" y="392798"/>
                  <a:pt x="282420" y="398269"/>
                </a:cubicBezTo>
                <a:cubicBezTo>
                  <a:pt x="276947" y="403740"/>
                  <a:pt x="268046" y="403740"/>
                  <a:pt x="262576" y="398271"/>
                </a:cubicBezTo>
                <a:lnTo>
                  <a:pt x="197192" y="332887"/>
                </a:lnTo>
                <a:cubicBezTo>
                  <a:pt x="194557" y="330252"/>
                  <a:pt x="190283" y="330251"/>
                  <a:pt x="187646" y="332888"/>
                </a:cubicBezTo>
                <a:cubicBezTo>
                  <a:pt x="185011" y="335524"/>
                  <a:pt x="185011" y="339797"/>
                  <a:pt x="187647" y="342433"/>
                </a:cubicBezTo>
                <a:lnTo>
                  <a:pt x="236999" y="391784"/>
                </a:lnTo>
                <a:lnTo>
                  <a:pt x="236999" y="391785"/>
                </a:lnTo>
                <a:cubicBezTo>
                  <a:pt x="242469" y="397255"/>
                  <a:pt x="242469" y="406156"/>
                  <a:pt x="236999" y="411628"/>
                </a:cubicBezTo>
                <a:cubicBezTo>
                  <a:pt x="231529" y="417098"/>
                  <a:pt x="222627" y="417101"/>
                  <a:pt x="217156" y="411629"/>
                </a:cubicBezTo>
                <a:lnTo>
                  <a:pt x="164298" y="358771"/>
                </a:lnTo>
                <a:cubicBezTo>
                  <a:pt x="161662" y="356135"/>
                  <a:pt x="157389" y="356135"/>
                  <a:pt x="154753" y="358771"/>
                </a:cubicBezTo>
                <a:cubicBezTo>
                  <a:pt x="152116" y="361406"/>
                  <a:pt x="152116" y="365680"/>
                  <a:pt x="154752" y="368316"/>
                </a:cubicBezTo>
                <a:lnTo>
                  <a:pt x="179319" y="392884"/>
                </a:lnTo>
                <a:cubicBezTo>
                  <a:pt x="184790" y="398355"/>
                  <a:pt x="184790" y="407257"/>
                  <a:pt x="179319" y="412728"/>
                </a:cubicBezTo>
                <a:cubicBezTo>
                  <a:pt x="176685" y="415362"/>
                  <a:pt x="173162" y="416812"/>
                  <a:pt x="169398" y="416812"/>
                </a:cubicBezTo>
                <a:cubicBezTo>
                  <a:pt x="165633" y="416812"/>
                  <a:pt x="162110" y="415362"/>
                  <a:pt x="159476" y="412727"/>
                </a:cubicBezTo>
                <a:lnTo>
                  <a:pt x="67297" y="320550"/>
                </a:lnTo>
                <a:lnTo>
                  <a:pt x="90710" y="203031"/>
                </a:lnTo>
                <a:lnTo>
                  <a:pt x="155924" y="203031"/>
                </a:lnTo>
                <a:lnTo>
                  <a:pt x="137943" y="218043"/>
                </a:lnTo>
                <a:cubicBezTo>
                  <a:pt x="129731" y="224899"/>
                  <a:pt x="126205" y="234256"/>
                  <a:pt x="128269" y="243715"/>
                </a:cubicBezTo>
                <a:lnTo>
                  <a:pt x="143064" y="311507"/>
                </a:lnTo>
                <a:cubicBezTo>
                  <a:pt x="143453" y="313286"/>
                  <a:pt x="144543" y="314833"/>
                  <a:pt x="146089" y="315797"/>
                </a:cubicBezTo>
                <a:cubicBezTo>
                  <a:pt x="147636" y="316761"/>
                  <a:pt x="149506" y="317056"/>
                  <a:pt x="151274" y="316622"/>
                </a:cubicBezTo>
                <a:cubicBezTo>
                  <a:pt x="169146" y="312217"/>
                  <a:pt x="181101" y="303596"/>
                  <a:pt x="187821" y="290261"/>
                </a:cubicBezTo>
                <a:cubicBezTo>
                  <a:pt x="193618" y="278762"/>
                  <a:pt x="194819" y="265106"/>
                  <a:pt x="195982" y="251899"/>
                </a:cubicBezTo>
                <a:cubicBezTo>
                  <a:pt x="196135" y="250150"/>
                  <a:pt x="196290" y="248391"/>
                  <a:pt x="196456" y="246627"/>
                </a:cubicBezTo>
                <a:cubicBezTo>
                  <a:pt x="196461" y="246595"/>
                  <a:pt x="196465" y="246565"/>
                  <a:pt x="196470" y="246538"/>
                </a:cubicBezTo>
                <a:cubicBezTo>
                  <a:pt x="199019" y="245818"/>
                  <a:pt x="209527" y="248227"/>
                  <a:pt x="225620" y="262850"/>
                </a:cubicBezTo>
                <a:lnTo>
                  <a:pt x="314662" y="353190"/>
                </a:lnTo>
                <a:cubicBezTo>
                  <a:pt x="317013" y="358452"/>
                  <a:pt x="315901" y="364787"/>
                  <a:pt x="311808" y="368879"/>
                </a:cubicBezTo>
                <a:close/>
                <a:moveTo>
                  <a:pt x="320291" y="339669"/>
                </a:moveTo>
                <a:lnTo>
                  <a:pt x="235105" y="253241"/>
                </a:lnTo>
                <a:cubicBezTo>
                  <a:pt x="235020" y="253155"/>
                  <a:pt x="234934" y="253071"/>
                  <a:pt x="234843" y="252990"/>
                </a:cubicBezTo>
                <a:cubicBezTo>
                  <a:pt x="217689" y="237362"/>
                  <a:pt x="201497" y="230253"/>
                  <a:pt x="191522" y="233972"/>
                </a:cubicBezTo>
                <a:cubicBezTo>
                  <a:pt x="186758" y="235749"/>
                  <a:pt x="183667" y="239804"/>
                  <a:pt x="183041" y="245098"/>
                </a:cubicBezTo>
                <a:cubicBezTo>
                  <a:pt x="183035" y="245150"/>
                  <a:pt x="183029" y="245204"/>
                  <a:pt x="183024" y="245257"/>
                </a:cubicBezTo>
                <a:cubicBezTo>
                  <a:pt x="182851" y="247083"/>
                  <a:pt x="182691" y="248903"/>
                  <a:pt x="182532" y="250713"/>
                </a:cubicBezTo>
                <a:cubicBezTo>
                  <a:pt x="180400" y="274940"/>
                  <a:pt x="178816" y="292971"/>
                  <a:pt x="154705" y="301533"/>
                </a:cubicBezTo>
                <a:lnTo>
                  <a:pt x="141459" y="240835"/>
                </a:lnTo>
                <a:cubicBezTo>
                  <a:pt x="140150" y="234842"/>
                  <a:pt x="144114" y="230476"/>
                  <a:pt x="146594" y="228406"/>
                </a:cubicBezTo>
                <a:lnTo>
                  <a:pt x="195363" y="187687"/>
                </a:lnTo>
                <a:cubicBezTo>
                  <a:pt x="204463" y="180090"/>
                  <a:pt x="217283" y="180517"/>
                  <a:pt x="227265" y="188752"/>
                </a:cubicBezTo>
                <a:cubicBezTo>
                  <a:pt x="264261" y="219274"/>
                  <a:pt x="295266" y="217112"/>
                  <a:pt x="319136" y="209585"/>
                </a:cubicBezTo>
                <a:lnTo>
                  <a:pt x="340938" y="319023"/>
                </a:lnTo>
                <a:close/>
                <a:moveTo>
                  <a:pt x="394947" y="326975"/>
                </a:moveTo>
                <a:cubicBezTo>
                  <a:pt x="394868" y="327092"/>
                  <a:pt x="394766" y="327164"/>
                  <a:pt x="394644" y="327188"/>
                </a:cubicBezTo>
                <a:lnTo>
                  <a:pt x="358273" y="334433"/>
                </a:lnTo>
                <a:cubicBezTo>
                  <a:pt x="358019" y="334485"/>
                  <a:pt x="357746" y="334301"/>
                  <a:pt x="357697" y="334049"/>
                </a:cubicBezTo>
                <a:lnTo>
                  <a:pt x="329433" y="192174"/>
                </a:lnTo>
                <a:cubicBezTo>
                  <a:pt x="329408" y="192051"/>
                  <a:pt x="329435" y="191928"/>
                  <a:pt x="329513" y="191812"/>
                </a:cubicBezTo>
                <a:cubicBezTo>
                  <a:pt x="329591" y="191695"/>
                  <a:pt x="329693" y="191624"/>
                  <a:pt x="329817" y="191599"/>
                </a:cubicBezTo>
                <a:lnTo>
                  <a:pt x="329818" y="191599"/>
                </a:lnTo>
                <a:lnTo>
                  <a:pt x="366187" y="184353"/>
                </a:lnTo>
                <a:cubicBezTo>
                  <a:pt x="366214" y="184348"/>
                  <a:pt x="366243" y="184345"/>
                  <a:pt x="366272" y="184345"/>
                </a:cubicBezTo>
                <a:cubicBezTo>
                  <a:pt x="366497" y="184345"/>
                  <a:pt x="366718" y="184514"/>
                  <a:pt x="366763" y="184737"/>
                </a:cubicBezTo>
                <a:lnTo>
                  <a:pt x="395027" y="326614"/>
                </a:lnTo>
                <a:cubicBezTo>
                  <a:pt x="395051" y="326738"/>
                  <a:pt x="395024" y="326858"/>
                  <a:pt x="394947" y="32697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3615573" y="2909421"/>
            <a:ext cx="358124" cy="358124"/>
          </a:xfrm>
          <a:custGeom>
            <a:rect b="b" l="l" r="r" t="t"/>
            <a:pathLst>
              <a:path extrusionOk="0" h="425249" w="425248">
                <a:moveTo>
                  <a:pt x="412574" y="170853"/>
                </a:moveTo>
                <a:lnTo>
                  <a:pt x="387232" y="165856"/>
                </a:lnTo>
                <a:lnTo>
                  <a:pt x="369159" y="122232"/>
                </a:lnTo>
                <a:lnTo>
                  <a:pt x="383549" y="100777"/>
                </a:lnTo>
                <a:cubicBezTo>
                  <a:pt x="387785" y="94459"/>
                  <a:pt x="386986" y="86289"/>
                  <a:pt x="381607" y="80911"/>
                </a:cubicBezTo>
                <a:lnTo>
                  <a:pt x="344338" y="43642"/>
                </a:lnTo>
                <a:cubicBezTo>
                  <a:pt x="338961" y="38263"/>
                  <a:pt x="330791" y="37465"/>
                  <a:pt x="324472" y="41702"/>
                </a:cubicBezTo>
                <a:lnTo>
                  <a:pt x="303016" y="56090"/>
                </a:lnTo>
                <a:lnTo>
                  <a:pt x="259393" y="38017"/>
                </a:lnTo>
                <a:lnTo>
                  <a:pt x="254397" y="12676"/>
                </a:lnTo>
                <a:cubicBezTo>
                  <a:pt x="252926" y="5212"/>
                  <a:pt x="246585" y="0"/>
                  <a:pt x="238978" y="0"/>
                </a:cubicBezTo>
                <a:lnTo>
                  <a:pt x="186270" y="0"/>
                </a:lnTo>
                <a:cubicBezTo>
                  <a:pt x="178662" y="0"/>
                  <a:pt x="172322" y="5213"/>
                  <a:pt x="170852" y="12676"/>
                </a:cubicBezTo>
                <a:lnTo>
                  <a:pt x="165854" y="38017"/>
                </a:lnTo>
                <a:lnTo>
                  <a:pt x="122232" y="56090"/>
                </a:lnTo>
                <a:lnTo>
                  <a:pt x="100776" y="41702"/>
                </a:lnTo>
                <a:cubicBezTo>
                  <a:pt x="94458" y="37465"/>
                  <a:pt x="86288" y="38264"/>
                  <a:pt x="80911" y="43642"/>
                </a:cubicBezTo>
                <a:lnTo>
                  <a:pt x="43641" y="80911"/>
                </a:lnTo>
                <a:cubicBezTo>
                  <a:pt x="38262" y="86289"/>
                  <a:pt x="37464" y="94459"/>
                  <a:pt x="41701" y="100776"/>
                </a:cubicBezTo>
                <a:lnTo>
                  <a:pt x="56089" y="122232"/>
                </a:lnTo>
                <a:lnTo>
                  <a:pt x="38016" y="165855"/>
                </a:lnTo>
                <a:lnTo>
                  <a:pt x="12677" y="170852"/>
                </a:lnTo>
                <a:cubicBezTo>
                  <a:pt x="5213" y="172322"/>
                  <a:pt x="0" y="178663"/>
                  <a:pt x="0" y="186270"/>
                </a:cubicBezTo>
                <a:lnTo>
                  <a:pt x="0" y="238978"/>
                </a:lnTo>
                <a:cubicBezTo>
                  <a:pt x="0" y="246586"/>
                  <a:pt x="5213" y="252927"/>
                  <a:pt x="12676" y="254397"/>
                </a:cubicBezTo>
                <a:lnTo>
                  <a:pt x="38016" y="259393"/>
                </a:lnTo>
                <a:lnTo>
                  <a:pt x="56089" y="303017"/>
                </a:lnTo>
                <a:lnTo>
                  <a:pt x="41700" y="324473"/>
                </a:lnTo>
                <a:cubicBezTo>
                  <a:pt x="37463" y="330791"/>
                  <a:pt x="38262" y="338960"/>
                  <a:pt x="43641" y="344338"/>
                </a:cubicBezTo>
                <a:lnTo>
                  <a:pt x="80911" y="381607"/>
                </a:lnTo>
                <a:cubicBezTo>
                  <a:pt x="86289" y="386986"/>
                  <a:pt x="94458" y="387782"/>
                  <a:pt x="100776" y="383546"/>
                </a:cubicBezTo>
                <a:lnTo>
                  <a:pt x="122232" y="369158"/>
                </a:lnTo>
                <a:lnTo>
                  <a:pt x="165854" y="387231"/>
                </a:lnTo>
                <a:lnTo>
                  <a:pt x="170852" y="412573"/>
                </a:lnTo>
                <a:cubicBezTo>
                  <a:pt x="172322" y="420036"/>
                  <a:pt x="178663" y="425249"/>
                  <a:pt x="186270" y="425249"/>
                </a:cubicBezTo>
                <a:lnTo>
                  <a:pt x="238978" y="425249"/>
                </a:lnTo>
                <a:cubicBezTo>
                  <a:pt x="246586" y="425249"/>
                  <a:pt x="252926" y="420036"/>
                  <a:pt x="254397" y="412573"/>
                </a:cubicBezTo>
                <a:lnTo>
                  <a:pt x="259393" y="387231"/>
                </a:lnTo>
                <a:lnTo>
                  <a:pt x="303016" y="369158"/>
                </a:lnTo>
                <a:lnTo>
                  <a:pt x="324471" y="383546"/>
                </a:lnTo>
                <a:cubicBezTo>
                  <a:pt x="330789" y="387782"/>
                  <a:pt x="338959" y="386986"/>
                  <a:pt x="344338" y="381607"/>
                </a:cubicBezTo>
                <a:lnTo>
                  <a:pt x="381607" y="344338"/>
                </a:lnTo>
                <a:cubicBezTo>
                  <a:pt x="386987" y="338959"/>
                  <a:pt x="387785" y="330789"/>
                  <a:pt x="383548" y="324472"/>
                </a:cubicBezTo>
                <a:lnTo>
                  <a:pt x="369159" y="303017"/>
                </a:lnTo>
                <a:lnTo>
                  <a:pt x="387232" y="259393"/>
                </a:lnTo>
                <a:lnTo>
                  <a:pt x="412573" y="254397"/>
                </a:lnTo>
                <a:cubicBezTo>
                  <a:pt x="420036" y="252926"/>
                  <a:pt x="425248" y="246585"/>
                  <a:pt x="425248" y="238978"/>
                </a:cubicBezTo>
                <a:lnTo>
                  <a:pt x="425248" y="186270"/>
                </a:lnTo>
                <a:cubicBezTo>
                  <a:pt x="425248" y="178663"/>
                  <a:pt x="420036" y="172323"/>
                  <a:pt x="412574" y="170852"/>
                </a:cubicBezTo>
                <a:close/>
                <a:moveTo>
                  <a:pt x="413436" y="238979"/>
                </a:moveTo>
                <a:cubicBezTo>
                  <a:pt x="413436" y="240898"/>
                  <a:pt x="412171" y="242438"/>
                  <a:pt x="410289" y="242809"/>
                </a:cubicBezTo>
                <a:lnTo>
                  <a:pt x="381844" y="248417"/>
                </a:lnTo>
                <a:cubicBezTo>
                  <a:pt x="379905" y="248799"/>
                  <a:pt x="378286" y="250125"/>
                  <a:pt x="377530" y="251951"/>
                </a:cubicBezTo>
                <a:lnTo>
                  <a:pt x="357035" y="301419"/>
                </a:lnTo>
                <a:cubicBezTo>
                  <a:pt x="356279" y="303245"/>
                  <a:pt x="356486" y="305328"/>
                  <a:pt x="357586" y="306969"/>
                </a:cubicBezTo>
                <a:lnTo>
                  <a:pt x="373737" y="331051"/>
                </a:lnTo>
                <a:cubicBezTo>
                  <a:pt x="374807" y="332645"/>
                  <a:pt x="374612" y="334628"/>
                  <a:pt x="373256" y="335985"/>
                </a:cubicBezTo>
                <a:lnTo>
                  <a:pt x="335986" y="373255"/>
                </a:lnTo>
                <a:cubicBezTo>
                  <a:pt x="334628" y="374612"/>
                  <a:pt x="332645" y="374806"/>
                  <a:pt x="331050" y="373736"/>
                </a:cubicBezTo>
                <a:lnTo>
                  <a:pt x="306967" y="357585"/>
                </a:lnTo>
                <a:cubicBezTo>
                  <a:pt x="305327" y="356484"/>
                  <a:pt x="303243" y="356279"/>
                  <a:pt x="301417" y="357035"/>
                </a:cubicBezTo>
                <a:lnTo>
                  <a:pt x="251950" y="377529"/>
                </a:lnTo>
                <a:cubicBezTo>
                  <a:pt x="250125" y="378285"/>
                  <a:pt x="248798" y="379904"/>
                  <a:pt x="248416" y="381843"/>
                </a:cubicBezTo>
                <a:lnTo>
                  <a:pt x="242808" y="410288"/>
                </a:lnTo>
                <a:cubicBezTo>
                  <a:pt x="242438" y="412171"/>
                  <a:pt x="240898" y="413436"/>
                  <a:pt x="238979" y="413436"/>
                </a:cubicBezTo>
                <a:lnTo>
                  <a:pt x="186270" y="413436"/>
                </a:lnTo>
                <a:cubicBezTo>
                  <a:pt x="184352" y="413436"/>
                  <a:pt x="182812" y="412170"/>
                  <a:pt x="182441" y="410287"/>
                </a:cubicBezTo>
                <a:lnTo>
                  <a:pt x="176832" y="381842"/>
                </a:lnTo>
                <a:cubicBezTo>
                  <a:pt x="176451" y="379903"/>
                  <a:pt x="175125" y="378284"/>
                  <a:pt x="173299" y="377528"/>
                </a:cubicBezTo>
                <a:lnTo>
                  <a:pt x="123831" y="357034"/>
                </a:lnTo>
                <a:cubicBezTo>
                  <a:pt x="123105" y="356732"/>
                  <a:pt x="122337" y="356584"/>
                  <a:pt x="121572" y="356584"/>
                </a:cubicBezTo>
                <a:cubicBezTo>
                  <a:pt x="120417" y="356584"/>
                  <a:pt x="119269" y="356922"/>
                  <a:pt x="118282" y="357585"/>
                </a:cubicBezTo>
                <a:lnTo>
                  <a:pt x="94198" y="373736"/>
                </a:lnTo>
                <a:cubicBezTo>
                  <a:pt x="92603" y="374806"/>
                  <a:pt x="90621" y="374612"/>
                  <a:pt x="89264" y="373255"/>
                </a:cubicBezTo>
                <a:lnTo>
                  <a:pt x="51994" y="335985"/>
                </a:lnTo>
                <a:cubicBezTo>
                  <a:pt x="50638" y="334628"/>
                  <a:pt x="50444" y="332645"/>
                  <a:pt x="51513" y="331050"/>
                </a:cubicBezTo>
                <a:lnTo>
                  <a:pt x="67663" y="306968"/>
                </a:lnTo>
                <a:cubicBezTo>
                  <a:pt x="68764" y="305327"/>
                  <a:pt x="68971" y="303244"/>
                  <a:pt x="68214" y="301418"/>
                </a:cubicBezTo>
                <a:lnTo>
                  <a:pt x="47720" y="251950"/>
                </a:lnTo>
                <a:cubicBezTo>
                  <a:pt x="46964" y="250124"/>
                  <a:pt x="45345" y="248798"/>
                  <a:pt x="43406" y="248416"/>
                </a:cubicBezTo>
                <a:lnTo>
                  <a:pt x="14961" y="242808"/>
                </a:lnTo>
                <a:cubicBezTo>
                  <a:pt x="13079" y="242437"/>
                  <a:pt x="11814" y="240897"/>
                  <a:pt x="11814" y="238978"/>
                </a:cubicBezTo>
                <a:lnTo>
                  <a:pt x="11814" y="186270"/>
                </a:lnTo>
                <a:cubicBezTo>
                  <a:pt x="11814" y="184351"/>
                  <a:pt x="13080" y="182812"/>
                  <a:pt x="14963" y="182441"/>
                </a:cubicBezTo>
                <a:lnTo>
                  <a:pt x="43407" y="176832"/>
                </a:lnTo>
                <a:cubicBezTo>
                  <a:pt x="45345" y="176450"/>
                  <a:pt x="46964" y="175124"/>
                  <a:pt x="47720" y="173299"/>
                </a:cubicBezTo>
                <a:lnTo>
                  <a:pt x="68214" y="123830"/>
                </a:lnTo>
                <a:cubicBezTo>
                  <a:pt x="68970" y="122005"/>
                  <a:pt x="68763" y="119921"/>
                  <a:pt x="67663" y="118280"/>
                </a:cubicBezTo>
                <a:lnTo>
                  <a:pt x="51513" y="94197"/>
                </a:lnTo>
                <a:cubicBezTo>
                  <a:pt x="50444" y="92603"/>
                  <a:pt x="50638" y="90620"/>
                  <a:pt x="51994" y="89263"/>
                </a:cubicBezTo>
                <a:lnTo>
                  <a:pt x="89264" y="51994"/>
                </a:lnTo>
                <a:cubicBezTo>
                  <a:pt x="90622" y="50638"/>
                  <a:pt x="92604" y="50444"/>
                  <a:pt x="94199" y="51512"/>
                </a:cubicBezTo>
                <a:lnTo>
                  <a:pt x="118281" y="67662"/>
                </a:lnTo>
                <a:cubicBezTo>
                  <a:pt x="119921" y="68764"/>
                  <a:pt x="122006" y="68970"/>
                  <a:pt x="123830" y="68213"/>
                </a:cubicBezTo>
                <a:lnTo>
                  <a:pt x="173299" y="47718"/>
                </a:lnTo>
                <a:cubicBezTo>
                  <a:pt x="175125" y="46962"/>
                  <a:pt x="176451" y="45343"/>
                  <a:pt x="176832" y="43404"/>
                </a:cubicBezTo>
                <a:lnTo>
                  <a:pt x="182442" y="14960"/>
                </a:lnTo>
                <a:cubicBezTo>
                  <a:pt x="182812" y="13076"/>
                  <a:pt x="184352" y="11812"/>
                  <a:pt x="186270" y="11812"/>
                </a:cubicBezTo>
                <a:lnTo>
                  <a:pt x="238979" y="11812"/>
                </a:lnTo>
                <a:cubicBezTo>
                  <a:pt x="240898" y="11812"/>
                  <a:pt x="242438" y="13076"/>
                  <a:pt x="242808" y="14960"/>
                </a:cubicBezTo>
                <a:lnTo>
                  <a:pt x="248416" y="43404"/>
                </a:lnTo>
                <a:cubicBezTo>
                  <a:pt x="248798" y="45343"/>
                  <a:pt x="250125" y="46961"/>
                  <a:pt x="251951" y="47718"/>
                </a:cubicBezTo>
                <a:lnTo>
                  <a:pt x="301419" y="68213"/>
                </a:lnTo>
                <a:cubicBezTo>
                  <a:pt x="303243" y="68969"/>
                  <a:pt x="305328" y="68762"/>
                  <a:pt x="306968" y="67662"/>
                </a:cubicBezTo>
                <a:lnTo>
                  <a:pt x="331050" y="51513"/>
                </a:lnTo>
                <a:cubicBezTo>
                  <a:pt x="332643" y="50442"/>
                  <a:pt x="334627" y="50637"/>
                  <a:pt x="335986" y="51994"/>
                </a:cubicBezTo>
                <a:lnTo>
                  <a:pt x="373256" y="89263"/>
                </a:lnTo>
                <a:cubicBezTo>
                  <a:pt x="374612" y="90620"/>
                  <a:pt x="374806" y="92603"/>
                  <a:pt x="373737" y="94198"/>
                </a:cubicBezTo>
                <a:lnTo>
                  <a:pt x="357586" y="118280"/>
                </a:lnTo>
                <a:cubicBezTo>
                  <a:pt x="356485" y="119921"/>
                  <a:pt x="356279" y="122005"/>
                  <a:pt x="357035" y="123830"/>
                </a:cubicBezTo>
                <a:lnTo>
                  <a:pt x="377530" y="173299"/>
                </a:lnTo>
                <a:cubicBezTo>
                  <a:pt x="378286" y="175125"/>
                  <a:pt x="379905" y="176450"/>
                  <a:pt x="381843" y="176832"/>
                </a:cubicBezTo>
                <a:lnTo>
                  <a:pt x="410288" y="182441"/>
                </a:lnTo>
                <a:cubicBezTo>
                  <a:pt x="412171" y="182812"/>
                  <a:pt x="413436" y="184351"/>
                  <a:pt x="413436" y="186270"/>
                </a:cubicBezTo>
                <a:lnTo>
                  <a:pt x="413436" y="238978"/>
                </a:lnTo>
                <a:close/>
                <a:moveTo>
                  <a:pt x="212624" y="68646"/>
                </a:moveTo>
                <a:cubicBezTo>
                  <a:pt x="133233" y="68646"/>
                  <a:pt x="68644" y="133235"/>
                  <a:pt x="68644" y="212626"/>
                </a:cubicBezTo>
                <a:cubicBezTo>
                  <a:pt x="68644" y="292017"/>
                  <a:pt x="133233" y="356606"/>
                  <a:pt x="212624" y="356606"/>
                </a:cubicBezTo>
                <a:cubicBezTo>
                  <a:pt x="292015" y="356606"/>
                  <a:pt x="356604" y="292017"/>
                  <a:pt x="356604" y="212626"/>
                </a:cubicBezTo>
                <a:cubicBezTo>
                  <a:pt x="356604" y="133235"/>
                  <a:pt x="292015" y="68646"/>
                  <a:pt x="212624" y="68646"/>
                </a:cubicBezTo>
                <a:close/>
                <a:moveTo>
                  <a:pt x="212624" y="344793"/>
                </a:moveTo>
                <a:cubicBezTo>
                  <a:pt x="139747" y="344793"/>
                  <a:pt x="80457" y="285502"/>
                  <a:pt x="80457" y="212625"/>
                </a:cubicBezTo>
                <a:cubicBezTo>
                  <a:pt x="80457" y="139748"/>
                  <a:pt x="139747" y="80457"/>
                  <a:pt x="212624" y="80457"/>
                </a:cubicBezTo>
                <a:cubicBezTo>
                  <a:pt x="285501" y="80457"/>
                  <a:pt x="344792" y="139748"/>
                  <a:pt x="344792" y="212625"/>
                </a:cubicBezTo>
                <a:cubicBezTo>
                  <a:pt x="344792" y="285502"/>
                  <a:pt x="285501" y="344793"/>
                  <a:pt x="212624" y="344793"/>
                </a:cubicBezTo>
                <a:close/>
                <a:moveTo>
                  <a:pt x="262757" y="108876"/>
                </a:moveTo>
                <a:lnTo>
                  <a:pt x="162490" y="108876"/>
                </a:lnTo>
                <a:cubicBezTo>
                  <a:pt x="155021" y="108876"/>
                  <a:pt x="148596" y="112585"/>
                  <a:pt x="144863" y="119053"/>
                </a:cubicBezTo>
                <a:lnTo>
                  <a:pt x="114985" y="170800"/>
                </a:lnTo>
                <a:cubicBezTo>
                  <a:pt x="114466" y="171698"/>
                  <a:pt x="114194" y="172716"/>
                  <a:pt x="114194" y="173753"/>
                </a:cubicBezTo>
                <a:lnTo>
                  <a:pt x="114194" y="184117"/>
                </a:lnTo>
                <a:cubicBezTo>
                  <a:pt x="114194" y="193541"/>
                  <a:pt x="118584" y="201876"/>
                  <a:pt x="125666" y="207083"/>
                </a:cubicBezTo>
                <a:lnTo>
                  <a:pt x="125666" y="286875"/>
                </a:lnTo>
                <a:cubicBezTo>
                  <a:pt x="125666" y="296421"/>
                  <a:pt x="133433" y="304188"/>
                  <a:pt x="142979" y="304188"/>
                </a:cubicBezTo>
                <a:lnTo>
                  <a:pt x="282270" y="304188"/>
                </a:lnTo>
                <a:cubicBezTo>
                  <a:pt x="291815" y="304188"/>
                  <a:pt x="299583" y="296421"/>
                  <a:pt x="299583" y="286875"/>
                </a:cubicBezTo>
                <a:lnTo>
                  <a:pt x="299583" y="207083"/>
                </a:lnTo>
                <a:cubicBezTo>
                  <a:pt x="306664" y="201876"/>
                  <a:pt x="311055" y="193541"/>
                  <a:pt x="311055" y="184117"/>
                </a:cubicBezTo>
                <a:lnTo>
                  <a:pt x="311055" y="173753"/>
                </a:lnTo>
                <a:cubicBezTo>
                  <a:pt x="311055" y="172716"/>
                  <a:pt x="310783" y="171698"/>
                  <a:pt x="310264" y="170800"/>
                </a:cubicBezTo>
                <a:lnTo>
                  <a:pt x="280387" y="119052"/>
                </a:lnTo>
                <a:cubicBezTo>
                  <a:pt x="276652" y="112585"/>
                  <a:pt x="270227" y="108875"/>
                  <a:pt x="262758" y="108875"/>
                </a:cubicBezTo>
                <a:close/>
                <a:moveTo>
                  <a:pt x="270156" y="124959"/>
                </a:moveTo>
                <a:lnTo>
                  <a:pt x="294918" y="167847"/>
                </a:lnTo>
                <a:lnTo>
                  <a:pt x="263037" y="167847"/>
                </a:lnTo>
                <a:lnTo>
                  <a:pt x="246066" y="120688"/>
                </a:lnTo>
                <a:lnTo>
                  <a:pt x="262756" y="120688"/>
                </a:lnTo>
                <a:cubicBezTo>
                  <a:pt x="265937" y="120688"/>
                  <a:pt x="268565" y="122205"/>
                  <a:pt x="270155" y="124959"/>
                </a:cubicBezTo>
                <a:close/>
                <a:moveTo>
                  <a:pt x="285668" y="200558"/>
                </a:moveTo>
                <a:cubicBezTo>
                  <a:pt x="284469" y="200789"/>
                  <a:pt x="283240" y="200906"/>
                  <a:pt x="282017" y="200906"/>
                </a:cubicBezTo>
                <a:cubicBezTo>
                  <a:pt x="274681" y="200906"/>
                  <a:pt x="268043" y="196758"/>
                  <a:pt x="264792" y="190255"/>
                </a:cubicBezTo>
                <a:lnTo>
                  <a:pt x="264792" y="179660"/>
                </a:lnTo>
                <a:lnTo>
                  <a:pt x="299242" y="179660"/>
                </a:lnTo>
                <a:lnTo>
                  <a:pt x="299242" y="184117"/>
                </a:lnTo>
                <a:cubicBezTo>
                  <a:pt x="299242" y="192257"/>
                  <a:pt x="293660" y="199018"/>
                  <a:pt x="285668" y="200558"/>
                </a:cubicBezTo>
                <a:close/>
                <a:moveTo>
                  <a:pt x="126006" y="184117"/>
                </a:moveTo>
                <a:lnTo>
                  <a:pt x="126006" y="179660"/>
                </a:lnTo>
                <a:lnTo>
                  <a:pt x="160456" y="179660"/>
                </a:lnTo>
                <a:lnTo>
                  <a:pt x="160456" y="190255"/>
                </a:lnTo>
                <a:cubicBezTo>
                  <a:pt x="157206" y="196757"/>
                  <a:pt x="150567" y="200906"/>
                  <a:pt x="143232" y="200906"/>
                </a:cubicBezTo>
                <a:cubicBezTo>
                  <a:pt x="142008" y="200906"/>
                  <a:pt x="140780" y="200789"/>
                  <a:pt x="139581" y="200558"/>
                </a:cubicBezTo>
                <a:cubicBezTo>
                  <a:pt x="131588" y="199018"/>
                  <a:pt x="126006" y="192257"/>
                  <a:pt x="126006" y="184117"/>
                </a:cubicBezTo>
                <a:close/>
                <a:moveTo>
                  <a:pt x="172268" y="179660"/>
                </a:moveTo>
                <a:lnTo>
                  <a:pt x="206717" y="179660"/>
                </a:lnTo>
                <a:lnTo>
                  <a:pt x="206717" y="190255"/>
                </a:lnTo>
                <a:cubicBezTo>
                  <a:pt x="203468" y="196757"/>
                  <a:pt x="196829" y="200905"/>
                  <a:pt x="189493" y="200905"/>
                </a:cubicBezTo>
                <a:cubicBezTo>
                  <a:pt x="182156" y="200905"/>
                  <a:pt x="175519" y="196757"/>
                  <a:pt x="172268" y="190254"/>
                </a:cubicBezTo>
                <a:lnTo>
                  <a:pt x="172268" y="179659"/>
                </a:lnTo>
                <a:close/>
                <a:moveTo>
                  <a:pt x="206717" y="167847"/>
                </a:moveTo>
                <a:lnTo>
                  <a:pt x="174764" y="167847"/>
                </a:lnTo>
                <a:lnTo>
                  <a:pt x="191733" y="120688"/>
                </a:lnTo>
                <a:lnTo>
                  <a:pt x="206717" y="120688"/>
                </a:lnTo>
                <a:close/>
                <a:moveTo>
                  <a:pt x="218530" y="120688"/>
                </a:moveTo>
                <a:lnTo>
                  <a:pt x="233514" y="120688"/>
                </a:lnTo>
                <a:lnTo>
                  <a:pt x="250483" y="167847"/>
                </a:lnTo>
                <a:lnTo>
                  <a:pt x="218530" y="167847"/>
                </a:lnTo>
                <a:close/>
                <a:moveTo>
                  <a:pt x="218530" y="179660"/>
                </a:moveTo>
                <a:lnTo>
                  <a:pt x="252979" y="179660"/>
                </a:lnTo>
                <a:lnTo>
                  <a:pt x="252979" y="190255"/>
                </a:lnTo>
                <a:cubicBezTo>
                  <a:pt x="249729" y="196757"/>
                  <a:pt x="243090" y="200906"/>
                  <a:pt x="235755" y="200906"/>
                </a:cubicBezTo>
                <a:cubicBezTo>
                  <a:pt x="228419" y="200906"/>
                  <a:pt x="221780" y="196758"/>
                  <a:pt x="218530" y="190255"/>
                </a:cubicBezTo>
                <a:close/>
                <a:moveTo>
                  <a:pt x="155092" y="124959"/>
                </a:moveTo>
                <a:cubicBezTo>
                  <a:pt x="156682" y="122205"/>
                  <a:pt x="159309" y="120687"/>
                  <a:pt x="162490" y="120687"/>
                </a:cubicBezTo>
                <a:lnTo>
                  <a:pt x="179180" y="120687"/>
                </a:lnTo>
                <a:lnTo>
                  <a:pt x="162210" y="167846"/>
                </a:lnTo>
                <a:lnTo>
                  <a:pt x="130331" y="167846"/>
                </a:lnTo>
                <a:lnTo>
                  <a:pt x="155093" y="124958"/>
                </a:lnTo>
                <a:close/>
                <a:moveTo>
                  <a:pt x="202184" y="292375"/>
                </a:moveTo>
                <a:lnTo>
                  <a:pt x="168972" y="292375"/>
                </a:lnTo>
                <a:lnTo>
                  <a:pt x="168972" y="241923"/>
                </a:lnTo>
                <a:lnTo>
                  <a:pt x="202184" y="241923"/>
                </a:lnTo>
                <a:close/>
                <a:moveTo>
                  <a:pt x="282269" y="292375"/>
                </a:moveTo>
                <a:lnTo>
                  <a:pt x="213996" y="292375"/>
                </a:lnTo>
                <a:lnTo>
                  <a:pt x="213996" y="236017"/>
                </a:lnTo>
                <a:cubicBezTo>
                  <a:pt x="213996" y="232755"/>
                  <a:pt x="211352" y="230111"/>
                  <a:pt x="208090" y="230111"/>
                </a:cubicBezTo>
                <a:lnTo>
                  <a:pt x="163066" y="230111"/>
                </a:lnTo>
                <a:cubicBezTo>
                  <a:pt x="159804" y="230111"/>
                  <a:pt x="157159" y="232755"/>
                  <a:pt x="157159" y="236017"/>
                </a:cubicBezTo>
                <a:lnTo>
                  <a:pt x="157159" y="292375"/>
                </a:lnTo>
                <a:lnTo>
                  <a:pt x="142979" y="292375"/>
                </a:lnTo>
                <a:cubicBezTo>
                  <a:pt x="139945" y="292375"/>
                  <a:pt x="137478" y="289907"/>
                  <a:pt x="137478" y="286874"/>
                </a:cubicBezTo>
                <a:lnTo>
                  <a:pt x="137478" y="212178"/>
                </a:lnTo>
                <a:cubicBezTo>
                  <a:pt x="139370" y="212534"/>
                  <a:pt x="141305" y="212717"/>
                  <a:pt x="143231" y="212717"/>
                </a:cubicBezTo>
                <a:cubicBezTo>
                  <a:pt x="152221" y="212717"/>
                  <a:pt x="160570" y="208859"/>
                  <a:pt x="166361" y="202404"/>
                </a:cubicBezTo>
                <a:cubicBezTo>
                  <a:pt x="172153" y="208859"/>
                  <a:pt x="180502" y="212717"/>
                  <a:pt x="189492" y="212717"/>
                </a:cubicBezTo>
                <a:cubicBezTo>
                  <a:pt x="198482" y="212717"/>
                  <a:pt x="206832" y="208859"/>
                  <a:pt x="212622" y="202404"/>
                </a:cubicBezTo>
                <a:cubicBezTo>
                  <a:pt x="218414" y="208859"/>
                  <a:pt x="226764" y="212717"/>
                  <a:pt x="235754" y="212717"/>
                </a:cubicBezTo>
                <a:cubicBezTo>
                  <a:pt x="244744" y="212717"/>
                  <a:pt x="253093" y="208859"/>
                  <a:pt x="258884" y="202404"/>
                </a:cubicBezTo>
                <a:cubicBezTo>
                  <a:pt x="264676" y="208859"/>
                  <a:pt x="273025" y="212717"/>
                  <a:pt x="282015" y="212717"/>
                </a:cubicBezTo>
                <a:cubicBezTo>
                  <a:pt x="283942" y="212717"/>
                  <a:pt x="285876" y="212534"/>
                  <a:pt x="287768" y="212178"/>
                </a:cubicBezTo>
                <a:lnTo>
                  <a:pt x="287768" y="286874"/>
                </a:lnTo>
                <a:cubicBezTo>
                  <a:pt x="287768" y="289907"/>
                  <a:pt x="285301" y="292375"/>
                  <a:pt x="282267" y="292375"/>
                </a:cubicBezTo>
                <a:close/>
                <a:moveTo>
                  <a:pt x="233152" y="230112"/>
                </a:moveTo>
                <a:lnTo>
                  <a:pt x="268613" y="230112"/>
                </a:lnTo>
                <a:lnTo>
                  <a:pt x="268613" y="241924"/>
                </a:lnTo>
                <a:lnTo>
                  <a:pt x="233152" y="241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17"/>
          <p:cNvSpPr txBox="1"/>
          <p:nvPr>
            <p:ph type="title"/>
          </p:nvPr>
        </p:nvSpPr>
        <p:spPr>
          <a:xfrm>
            <a:off x="387821" y="282613"/>
            <a:ext cx="8368363" cy="409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None/>
            </a:pPr>
            <a:r>
              <a:rPr b="1" lang="en-US"/>
              <a:t>Business Expansion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18"/>
          <p:cNvGrpSpPr/>
          <p:nvPr/>
        </p:nvGrpSpPr>
        <p:grpSpPr>
          <a:xfrm>
            <a:off x="3043428" y="1094581"/>
            <a:ext cx="2484120" cy="983341"/>
            <a:chOff x="76200" y="1094581"/>
            <a:chExt cx="2484120" cy="983341"/>
          </a:xfrm>
        </p:grpSpPr>
        <p:sp>
          <p:nvSpPr>
            <p:cNvPr id="184" name="Google Shape;184;p18"/>
            <p:cNvSpPr/>
            <p:nvPr/>
          </p:nvSpPr>
          <p:spPr>
            <a:xfrm>
              <a:off x="395624" y="1391804"/>
              <a:ext cx="2164696" cy="686118"/>
            </a:xfrm>
            <a:prstGeom prst="rightArrow">
              <a:avLst>
                <a:gd fmla="val 69415" name="adj1"/>
                <a:gd fmla="val 47307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395624" y="1496729"/>
              <a:ext cx="1195283" cy="476268"/>
            </a:xfrm>
            <a:custGeom>
              <a:rect b="b" l="l" r="r" t="t"/>
              <a:pathLst>
                <a:path extrusionOk="0" h="476268" w="964837">
                  <a:moveTo>
                    <a:pt x="0" y="0"/>
                  </a:moveTo>
                  <a:lnTo>
                    <a:pt x="964837" y="0"/>
                  </a:lnTo>
                  <a:lnTo>
                    <a:pt x="964837" y="476268"/>
                  </a:lnTo>
                  <a:lnTo>
                    <a:pt x="0" y="4762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34901"/>
                  </a:srgbClr>
                </a:gs>
                <a:gs pos="20000">
                  <a:srgbClr val="000000">
                    <a:alpha val="3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76200" y="1094581"/>
              <a:ext cx="882357" cy="879493"/>
            </a:xfrm>
            <a:custGeom>
              <a:rect b="b" l="l" r="r" t="t"/>
              <a:pathLst>
                <a:path extrusionOk="0" h="257" w="260">
                  <a:moveTo>
                    <a:pt x="260" y="99"/>
                  </a:moveTo>
                  <a:cubicBezTo>
                    <a:pt x="186" y="132"/>
                    <a:pt x="168" y="224"/>
                    <a:pt x="94" y="257"/>
                  </a:cubicBezTo>
                  <a:cubicBezTo>
                    <a:pt x="63" y="224"/>
                    <a:pt x="31" y="191"/>
                    <a:pt x="0" y="158"/>
                  </a:cubicBezTo>
                  <a:cubicBezTo>
                    <a:pt x="74" y="125"/>
                    <a:pt x="92" y="33"/>
                    <a:pt x="167" y="0"/>
                  </a:cubicBezTo>
                  <a:cubicBezTo>
                    <a:pt x="198" y="33"/>
                    <a:pt x="229" y="66"/>
                    <a:pt x="260" y="99"/>
                  </a:cubicBezTo>
                  <a:close/>
                </a:path>
              </a:pathLst>
            </a:custGeom>
            <a:gradFill>
              <a:gsLst>
                <a:gs pos="0">
                  <a:srgbClr val="B7B7B7"/>
                </a:gs>
                <a:gs pos="50000">
                  <a:srgbClr val="D2D2D2"/>
                </a:gs>
                <a:gs pos="100000">
                  <a:srgbClr val="E8E8E8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7" name="Google Shape;187;p18"/>
          <p:cNvGrpSpPr/>
          <p:nvPr/>
        </p:nvGrpSpPr>
        <p:grpSpPr>
          <a:xfrm flipH="1">
            <a:off x="3616452" y="1922216"/>
            <a:ext cx="2484120" cy="983341"/>
            <a:chOff x="76200" y="1094581"/>
            <a:chExt cx="2484120" cy="983341"/>
          </a:xfrm>
        </p:grpSpPr>
        <p:sp>
          <p:nvSpPr>
            <p:cNvPr id="188" name="Google Shape;188;p18"/>
            <p:cNvSpPr/>
            <p:nvPr/>
          </p:nvSpPr>
          <p:spPr>
            <a:xfrm>
              <a:off x="395624" y="1391804"/>
              <a:ext cx="2164696" cy="686118"/>
            </a:xfrm>
            <a:prstGeom prst="rightArrow">
              <a:avLst>
                <a:gd fmla="val 69415" name="adj1"/>
                <a:gd fmla="val 47307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395624" y="1496729"/>
              <a:ext cx="1195283" cy="476268"/>
            </a:xfrm>
            <a:custGeom>
              <a:rect b="b" l="l" r="r" t="t"/>
              <a:pathLst>
                <a:path extrusionOk="0" h="476268" w="964837">
                  <a:moveTo>
                    <a:pt x="0" y="0"/>
                  </a:moveTo>
                  <a:lnTo>
                    <a:pt x="964837" y="0"/>
                  </a:lnTo>
                  <a:lnTo>
                    <a:pt x="964837" y="476268"/>
                  </a:lnTo>
                  <a:lnTo>
                    <a:pt x="0" y="4762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34901"/>
                  </a:srgbClr>
                </a:gs>
                <a:gs pos="20000">
                  <a:srgbClr val="000000">
                    <a:alpha val="3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76200" y="1094581"/>
              <a:ext cx="882357" cy="879493"/>
            </a:xfrm>
            <a:custGeom>
              <a:rect b="b" l="l" r="r" t="t"/>
              <a:pathLst>
                <a:path extrusionOk="0" h="257" w="260">
                  <a:moveTo>
                    <a:pt x="260" y="99"/>
                  </a:moveTo>
                  <a:cubicBezTo>
                    <a:pt x="186" y="132"/>
                    <a:pt x="168" y="224"/>
                    <a:pt x="94" y="257"/>
                  </a:cubicBezTo>
                  <a:cubicBezTo>
                    <a:pt x="63" y="224"/>
                    <a:pt x="31" y="191"/>
                    <a:pt x="0" y="158"/>
                  </a:cubicBezTo>
                  <a:cubicBezTo>
                    <a:pt x="74" y="125"/>
                    <a:pt x="92" y="33"/>
                    <a:pt x="167" y="0"/>
                  </a:cubicBezTo>
                  <a:cubicBezTo>
                    <a:pt x="198" y="33"/>
                    <a:pt x="229" y="66"/>
                    <a:pt x="260" y="99"/>
                  </a:cubicBezTo>
                  <a:close/>
                </a:path>
              </a:pathLst>
            </a:custGeom>
            <a:gradFill>
              <a:gsLst>
                <a:gs pos="0">
                  <a:srgbClr val="B7B7B7"/>
                </a:gs>
                <a:gs pos="50000">
                  <a:srgbClr val="D2D2D2"/>
                </a:gs>
                <a:gs pos="100000">
                  <a:srgbClr val="E8E8E8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1" name="Google Shape;191;p18"/>
          <p:cNvGrpSpPr/>
          <p:nvPr/>
        </p:nvGrpSpPr>
        <p:grpSpPr>
          <a:xfrm>
            <a:off x="3043428" y="2749851"/>
            <a:ext cx="2484120" cy="983341"/>
            <a:chOff x="76200" y="1094581"/>
            <a:chExt cx="2484120" cy="983341"/>
          </a:xfrm>
        </p:grpSpPr>
        <p:sp>
          <p:nvSpPr>
            <p:cNvPr id="192" name="Google Shape;192;p18"/>
            <p:cNvSpPr/>
            <p:nvPr/>
          </p:nvSpPr>
          <p:spPr>
            <a:xfrm>
              <a:off x="395624" y="1391804"/>
              <a:ext cx="2164696" cy="686118"/>
            </a:xfrm>
            <a:prstGeom prst="rightArrow">
              <a:avLst>
                <a:gd fmla="val 69415" name="adj1"/>
                <a:gd fmla="val 47307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395624" y="1496729"/>
              <a:ext cx="1195283" cy="476268"/>
            </a:xfrm>
            <a:custGeom>
              <a:rect b="b" l="l" r="r" t="t"/>
              <a:pathLst>
                <a:path extrusionOk="0" h="476268" w="964837">
                  <a:moveTo>
                    <a:pt x="0" y="0"/>
                  </a:moveTo>
                  <a:lnTo>
                    <a:pt x="964837" y="0"/>
                  </a:lnTo>
                  <a:lnTo>
                    <a:pt x="964837" y="476268"/>
                  </a:lnTo>
                  <a:lnTo>
                    <a:pt x="0" y="4762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34901"/>
                  </a:srgbClr>
                </a:gs>
                <a:gs pos="20000">
                  <a:srgbClr val="000000">
                    <a:alpha val="3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76200" y="1094581"/>
              <a:ext cx="882357" cy="879493"/>
            </a:xfrm>
            <a:custGeom>
              <a:rect b="b" l="l" r="r" t="t"/>
              <a:pathLst>
                <a:path extrusionOk="0" h="257" w="260">
                  <a:moveTo>
                    <a:pt x="260" y="99"/>
                  </a:moveTo>
                  <a:cubicBezTo>
                    <a:pt x="186" y="132"/>
                    <a:pt x="168" y="224"/>
                    <a:pt x="94" y="257"/>
                  </a:cubicBezTo>
                  <a:cubicBezTo>
                    <a:pt x="63" y="224"/>
                    <a:pt x="31" y="191"/>
                    <a:pt x="0" y="158"/>
                  </a:cubicBezTo>
                  <a:cubicBezTo>
                    <a:pt x="74" y="125"/>
                    <a:pt x="92" y="33"/>
                    <a:pt x="167" y="0"/>
                  </a:cubicBezTo>
                  <a:cubicBezTo>
                    <a:pt x="198" y="33"/>
                    <a:pt x="229" y="66"/>
                    <a:pt x="260" y="99"/>
                  </a:cubicBezTo>
                  <a:close/>
                </a:path>
              </a:pathLst>
            </a:custGeom>
            <a:gradFill>
              <a:gsLst>
                <a:gs pos="0">
                  <a:srgbClr val="B7B7B7"/>
                </a:gs>
                <a:gs pos="50000">
                  <a:srgbClr val="D2D2D2"/>
                </a:gs>
                <a:gs pos="100000">
                  <a:srgbClr val="E8E8E8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5" name="Google Shape;195;p18"/>
          <p:cNvGrpSpPr/>
          <p:nvPr/>
        </p:nvGrpSpPr>
        <p:grpSpPr>
          <a:xfrm flipH="1">
            <a:off x="3616452" y="3577487"/>
            <a:ext cx="2484120" cy="983341"/>
            <a:chOff x="76200" y="1094581"/>
            <a:chExt cx="2484120" cy="983341"/>
          </a:xfrm>
        </p:grpSpPr>
        <p:sp>
          <p:nvSpPr>
            <p:cNvPr id="196" name="Google Shape;196;p18"/>
            <p:cNvSpPr/>
            <p:nvPr/>
          </p:nvSpPr>
          <p:spPr>
            <a:xfrm>
              <a:off x="395624" y="1391804"/>
              <a:ext cx="2164696" cy="686118"/>
            </a:xfrm>
            <a:prstGeom prst="rightArrow">
              <a:avLst>
                <a:gd fmla="val 69415" name="adj1"/>
                <a:gd fmla="val 47307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395624" y="1496729"/>
              <a:ext cx="1195283" cy="476268"/>
            </a:xfrm>
            <a:custGeom>
              <a:rect b="b" l="l" r="r" t="t"/>
              <a:pathLst>
                <a:path extrusionOk="0" h="476268" w="964837">
                  <a:moveTo>
                    <a:pt x="0" y="0"/>
                  </a:moveTo>
                  <a:lnTo>
                    <a:pt x="964837" y="0"/>
                  </a:lnTo>
                  <a:lnTo>
                    <a:pt x="964837" y="476268"/>
                  </a:lnTo>
                  <a:lnTo>
                    <a:pt x="0" y="4762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34901"/>
                  </a:srgbClr>
                </a:gs>
                <a:gs pos="20000">
                  <a:srgbClr val="000000">
                    <a:alpha val="3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76200" y="1094581"/>
              <a:ext cx="882357" cy="879493"/>
            </a:xfrm>
            <a:custGeom>
              <a:rect b="b" l="l" r="r" t="t"/>
              <a:pathLst>
                <a:path extrusionOk="0" h="257" w="260">
                  <a:moveTo>
                    <a:pt x="260" y="99"/>
                  </a:moveTo>
                  <a:cubicBezTo>
                    <a:pt x="186" y="132"/>
                    <a:pt x="168" y="224"/>
                    <a:pt x="94" y="257"/>
                  </a:cubicBezTo>
                  <a:cubicBezTo>
                    <a:pt x="63" y="224"/>
                    <a:pt x="31" y="191"/>
                    <a:pt x="0" y="158"/>
                  </a:cubicBezTo>
                  <a:cubicBezTo>
                    <a:pt x="74" y="125"/>
                    <a:pt x="92" y="33"/>
                    <a:pt x="167" y="0"/>
                  </a:cubicBezTo>
                  <a:cubicBezTo>
                    <a:pt x="198" y="33"/>
                    <a:pt x="229" y="66"/>
                    <a:pt x="260" y="99"/>
                  </a:cubicBezTo>
                  <a:close/>
                </a:path>
              </a:pathLst>
            </a:custGeom>
            <a:gradFill>
              <a:gsLst>
                <a:gs pos="0">
                  <a:srgbClr val="B7B7B7"/>
                </a:gs>
                <a:gs pos="50000">
                  <a:srgbClr val="D2D2D2"/>
                </a:gs>
                <a:gs pos="100000">
                  <a:srgbClr val="E8E8E8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9" name="Google Shape;199;p18"/>
          <p:cNvSpPr/>
          <p:nvPr/>
        </p:nvSpPr>
        <p:spPr>
          <a:xfrm rot="-2691355">
            <a:off x="3255354" y="1416800"/>
            <a:ext cx="4400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5958839" y="1442087"/>
            <a:ext cx="2657176" cy="576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Market Penetration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Increase market share by selling more of existing products in the current market.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18"/>
          <p:cNvSpPr/>
          <p:nvPr/>
        </p:nvSpPr>
        <p:spPr>
          <a:xfrm flipH="1">
            <a:off x="527986" y="3929356"/>
            <a:ext cx="2657174" cy="576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Diversification</a:t>
            </a:r>
            <a:endParaRPr/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Expand into new markets with new products, reducing reliance on existing business lines.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18"/>
          <p:cNvSpPr/>
          <p:nvPr/>
        </p:nvSpPr>
        <p:spPr>
          <a:xfrm flipH="1">
            <a:off x="527986" y="2271177"/>
            <a:ext cx="2657174" cy="576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Market Development</a:t>
            </a:r>
            <a:endParaRPr/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Enter new markets with existing products to reach new customer segments or regions.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5958839" y="3100267"/>
            <a:ext cx="2657176" cy="576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Product Development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Innovate or enhance products to meet current market needs, driving more sales.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18"/>
          <p:cNvSpPr/>
          <p:nvPr/>
        </p:nvSpPr>
        <p:spPr>
          <a:xfrm rot="-2691355">
            <a:off x="3255355" y="3085580"/>
            <a:ext cx="4400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 flipH="1" rot="2691355">
            <a:off x="5434455" y="2254999"/>
            <a:ext cx="4400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 flipH="1" rot="2691355">
            <a:off x="5434455" y="3916159"/>
            <a:ext cx="4400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4443128" y="1544907"/>
            <a:ext cx="371558" cy="371184"/>
          </a:xfrm>
          <a:custGeom>
            <a:rect b="b" l="l" r="r" t="t"/>
            <a:pathLst>
              <a:path extrusionOk="0" h="429878" w="430312">
                <a:moveTo>
                  <a:pt x="15914" y="154565"/>
                </a:moveTo>
                <a:lnTo>
                  <a:pt x="82106" y="172301"/>
                </a:lnTo>
                <a:cubicBezTo>
                  <a:pt x="82689" y="172458"/>
                  <a:pt x="83276" y="172532"/>
                  <a:pt x="83855" y="172532"/>
                </a:cubicBezTo>
                <a:cubicBezTo>
                  <a:pt x="86612" y="172532"/>
                  <a:pt x="89173" y="170833"/>
                  <a:pt x="90177" y="168139"/>
                </a:cubicBezTo>
                <a:cubicBezTo>
                  <a:pt x="107924" y="120551"/>
                  <a:pt x="152012" y="86730"/>
                  <a:pt x="202497" y="81978"/>
                </a:cubicBezTo>
                <a:cubicBezTo>
                  <a:pt x="205964" y="81651"/>
                  <a:pt x="208615" y="78740"/>
                  <a:pt x="208615" y="75257"/>
                </a:cubicBezTo>
                <a:lnTo>
                  <a:pt x="208615" y="6750"/>
                </a:lnTo>
                <a:cubicBezTo>
                  <a:pt x="208615" y="4886"/>
                  <a:pt x="207844" y="3106"/>
                  <a:pt x="206486" y="1829"/>
                </a:cubicBezTo>
                <a:cubicBezTo>
                  <a:pt x="205127" y="554"/>
                  <a:pt x="203305" y="-104"/>
                  <a:pt x="201441" y="14"/>
                </a:cubicBezTo>
                <a:cubicBezTo>
                  <a:pt x="158315" y="2728"/>
                  <a:pt x="117467" y="18182"/>
                  <a:pt x="83314" y="44703"/>
                </a:cubicBezTo>
                <a:cubicBezTo>
                  <a:pt x="49717" y="70792"/>
                  <a:pt x="24802" y="105781"/>
                  <a:pt x="11265" y="145886"/>
                </a:cubicBezTo>
                <a:cubicBezTo>
                  <a:pt x="10668" y="147654"/>
                  <a:pt x="10830" y="149588"/>
                  <a:pt x="11710" y="151232"/>
                </a:cubicBezTo>
                <a:cubicBezTo>
                  <a:pt x="12591" y="152876"/>
                  <a:pt x="14113" y="154081"/>
                  <a:pt x="15914" y="154565"/>
                </a:cubicBezTo>
                <a:close/>
                <a:moveTo>
                  <a:pt x="195116" y="14065"/>
                </a:moveTo>
                <a:lnTo>
                  <a:pt x="195116" y="69242"/>
                </a:lnTo>
                <a:cubicBezTo>
                  <a:pt x="169675" y="72719"/>
                  <a:pt x="145630" y="82812"/>
                  <a:pt x="125238" y="98628"/>
                </a:cubicBezTo>
                <a:cubicBezTo>
                  <a:pt x="105195" y="114171"/>
                  <a:pt x="89579" y="134503"/>
                  <a:pt x="79799" y="157706"/>
                </a:cubicBezTo>
                <a:lnTo>
                  <a:pt x="26479" y="143420"/>
                </a:lnTo>
                <a:cubicBezTo>
                  <a:pt x="53614" y="71449"/>
                  <a:pt x="118627" y="21579"/>
                  <a:pt x="195116" y="14065"/>
                </a:cubicBezTo>
                <a:close/>
                <a:moveTo>
                  <a:pt x="371756" y="67190"/>
                </a:moveTo>
                <a:cubicBezTo>
                  <a:pt x="334160" y="27305"/>
                  <a:pt x="283416" y="3448"/>
                  <a:pt x="228871" y="14"/>
                </a:cubicBezTo>
                <a:cubicBezTo>
                  <a:pt x="227006" y="-105"/>
                  <a:pt x="225185" y="554"/>
                  <a:pt x="223827" y="1829"/>
                </a:cubicBezTo>
                <a:cubicBezTo>
                  <a:pt x="222468" y="3106"/>
                  <a:pt x="221698" y="4886"/>
                  <a:pt x="221698" y="6750"/>
                </a:cubicBezTo>
                <a:lnTo>
                  <a:pt x="221698" y="75257"/>
                </a:lnTo>
                <a:cubicBezTo>
                  <a:pt x="221698" y="78740"/>
                  <a:pt x="224348" y="81651"/>
                  <a:pt x="227815" y="81977"/>
                </a:cubicBezTo>
                <a:cubicBezTo>
                  <a:pt x="296619" y="88453"/>
                  <a:pt x="348505" y="145522"/>
                  <a:pt x="348505" y="214723"/>
                </a:cubicBezTo>
                <a:cubicBezTo>
                  <a:pt x="348505" y="222120"/>
                  <a:pt x="347886" y="229571"/>
                  <a:pt x="346663" y="236870"/>
                </a:cubicBezTo>
                <a:cubicBezTo>
                  <a:pt x="346089" y="240299"/>
                  <a:pt x="348215" y="243603"/>
                  <a:pt x="351574" y="244504"/>
                </a:cubicBezTo>
                <a:lnTo>
                  <a:pt x="417774" y="262243"/>
                </a:lnTo>
                <a:cubicBezTo>
                  <a:pt x="418349" y="262397"/>
                  <a:pt x="418935" y="262472"/>
                  <a:pt x="419520" y="262472"/>
                </a:cubicBezTo>
                <a:cubicBezTo>
                  <a:pt x="420768" y="262472"/>
                  <a:pt x="422003" y="262126"/>
                  <a:pt x="423083" y="261455"/>
                </a:cubicBezTo>
                <a:cubicBezTo>
                  <a:pt x="424669" y="260470"/>
                  <a:pt x="425774" y="258873"/>
                  <a:pt x="426140" y="257043"/>
                </a:cubicBezTo>
                <a:cubicBezTo>
                  <a:pt x="428909" y="243165"/>
                  <a:pt x="430313" y="228925"/>
                  <a:pt x="430313" y="214723"/>
                </a:cubicBezTo>
                <a:cubicBezTo>
                  <a:pt x="430313" y="159645"/>
                  <a:pt x="409517" y="107250"/>
                  <a:pt x="371756" y="67190"/>
                </a:cubicBezTo>
                <a:close/>
                <a:moveTo>
                  <a:pt x="414184" y="247306"/>
                </a:moveTo>
                <a:lnTo>
                  <a:pt x="360865" y="233018"/>
                </a:lnTo>
                <a:cubicBezTo>
                  <a:pt x="361622" y="226950"/>
                  <a:pt x="362005" y="220820"/>
                  <a:pt x="362005" y="214723"/>
                </a:cubicBezTo>
                <a:cubicBezTo>
                  <a:pt x="362005" y="177930"/>
                  <a:pt x="348333" y="142730"/>
                  <a:pt x="323507" y="115609"/>
                </a:cubicBezTo>
                <a:cubicBezTo>
                  <a:pt x="300237" y="90186"/>
                  <a:pt x="269071" y="73869"/>
                  <a:pt x="235198" y="69242"/>
                </a:cubicBezTo>
                <a:lnTo>
                  <a:pt x="235198" y="14066"/>
                </a:lnTo>
                <a:cubicBezTo>
                  <a:pt x="337609" y="24174"/>
                  <a:pt x="416813" y="110956"/>
                  <a:pt x="416813" y="214723"/>
                </a:cubicBezTo>
                <a:cubicBezTo>
                  <a:pt x="416813" y="225630"/>
                  <a:pt x="415930" y="236559"/>
                  <a:pt x="414184" y="247306"/>
                </a:cubicBezTo>
                <a:close/>
                <a:moveTo>
                  <a:pt x="168573" y="339702"/>
                </a:moveTo>
                <a:cubicBezTo>
                  <a:pt x="143543" y="330367"/>
                  <a:pt x="122081" y="313889"/>
                  <a:pt x="106508" y="292051"/>
                </a:cubicBezTo>
                <a:cubicBezTo>
                  <a:pt x="104487" y="289219"/>
                  <a:pt x="100650" y="288382"/>
                  <a:pt x="97637" y="290124"/>
                </a:cubicBezTo>
                <a:lnTo>
                  <a:pt x="38299" y="324384"/>
                </a:lnTo>
                <a:cubicBezTo>
                  <a:pt x="36683" y="325316"/>
                  <a:pt x="35525" y="326877"/>
                  <a:pt x="35101" y="328694"/>
                </a:cubicBezTo>
                <a:cubicBezTo>
                  <a:pt x="34676" y="330510"/>
                  <a:pt x="35023" y="332422"/>
                  <a:pt x="36059" y="333975"/>
                </a:cubicBezTo>
                <a:cubicBezTo>
                  <a:pt x="62394" y="373449"/>
                  <a:pt x="101550" y="403510"/>
                  <a:pt x="146316" y="418620"/>
                </a:cubicBezTo>
                <a:cubicBezTo>
                  <a:pt x="147019" y="418857"/>
                  <a:pt x="147748" y="418974"/>
                  <a:pt x="148476" y="418974"/>
                </a:cubicBezTo>
                <a:cubicBezTo>
                  <a:pt x="149577" y="418974"/>
                  <a:pt x="150673" y="418705"/>
                  <a:pt x="151662" y="418174"/>
                </a:cubicBezTo>
                <a:cubicBezTo>
                  <a:pt x="153306" y="417294"/>
                  <a:pt x="154513" y="415772"/>
                  <a:pt x="154995" y="413972"/>
                </a:cubicBezTo>
                <a:lnTo>
                  <a:pt x="172733" y="347774"/>
                </a:lnTo>
                <a:cubicBezTo>
                  <a:pt x="173634" y="344413"/>
                  <a:pt x="171832" y="340918"/>
                  <a:pt x="168573" y="339702"/>
                </a:cubicBezTo>
                <a:close/>
                <a:moveTo>
                  <a:pt x="143852" y="403401"/>
                </a:moveTo>
                <a:cubicBezTo>
                  <a:pt x="106968" y="389431"/>
                  <a:pt x="74553" y="364541"/>
                  <a:pt x="51399" y="332409"/>
                </a:cubicBezTo>
                <a:lnTo>
                  <a:pt x="99187" y="304819"/>
                </a:lnTo>
                <a:cubicBezTo>
                  <a:pt x="114708" y="324795"/>
                  <a:pt x="134900" y="340299"/>
                  <a:pt x="158139" y="350083"/>
                </a:cubicBezTo>
                <a:close/>
                <a:moveTo>
                  <a:pt x="414411" y="274885"/>
                </a:moveTo>
                <a:lnTo>
                  <a:pt x="348206" y="257146"/>
                </a:lnTo>
                <a:cubicBezTo>
                  <a:pt x="344846" y="256244"/>
                  <a:pt x="341350" y="258047"/>
                  <a:pt x="340134" y="261308"/>
                </a:cubicBezTo>
                <a:cubicBezTo>
                  <a:pt x="320783" y="313203"/>
                  <a:pt x="270558" y="348071"/>
                  <a:pt x="215156" y="348071"/>
                </a:cubicBezTo>
                <a:cubicBezTo>
                  <a:pt x="207759" y="348071"/>
                  <a:pt x="200307" y="347451"/>
                  <a:pt x="193009" y="346229"/>
                </a:cubicBezTo>
                <a:cubicBezTo>
                  <a:pt x="189584" y="345657"/>
                  <a:pt x="186276" y="347780"/>
                  <a:pt x="185374" y="351139"/>
                </a:cubicBezTo>
                <a:lnTo>
                  <a:pt x="167635" y="417342"/>
                </a:lnTo>
                <a:cubicBezTo>
                  <a:pt x="167153" y="419145"/>
                  <a:pt x="167438" y="421067"/>
                  <a:pt x="168423" y="422652"/>
                </a:cubicBezTo>
                <a:cubicBezTo>
                  <a:pt x="169407" y="424237"/>
                  <a:pt x="171005" y="425343"/>
                  <a:pt x="172835" y="425709"/>
                </a:cubicBezTo>
                <a:cubicBezTo>
                  <a:pt x="186698" y="428475"/>
                  <a:pt x="200937" y="429878"/>
                  <a:pt x="215156" y="429878"/>
                </a:cubicBezTo>
                <a:cubicBezTo>
                  <a:pt x="307583" y="429878"/>
                  <a:pt x="389526" y="371079"/>
                  <a:pt x="419060" y="283562"/>
                </a:cubicBezTo>
                <a:cubicBezTo>
                  <a:pt x="419657" y="281795"/>
                  <a:pt x="419496" y="279860"/>
                  <a:pt x="418615" y="278216"/>
                </a:cubicBezTo>
                <a:cubicBezTo>
                  <a:pt x="417735" y="276574"/>
                  <a:pt x="416213" y="275367"/>
                  <a:pt x="414411" y="274885"/>
                </a:cubicBezTo>
                <a:close/>
                <a:moveTo>
                  <a:pt x="215156" y="416379"/>
                </a:moveTo>
                <a:cubicBezTo>
                  <a:pt x="204239" y="416379"/>
                  <a:pt x="193308" y="415497"/>
                  <a:pt x="182573" y="413754"/>
                </a:cubicBezTo>
                <a:lnTo>
                  <a:pt x="196861" y="360432"/>
                </a:lnTo>
                <a:cubicBezTo>
                  <a:pt x="202929" y="361188"/>
                  <a:pt x="209060" y="361571"/>
                  <a:pt x="215157" y="361571"/>
                </a:cubicBezTo>
                <a:cubicBezTo>
                  <a:pt x="245692" y="361571"/>
                  <a:pt x="274968" y="352286"/>
                  <a:pt x="299819" y="334720"/>
                </a:cubicBezTo>
                <a:cubicBezTo>
                  <a:pt x="322431" y="318736"/>
                  <a:pt x="339863" y="297052"/>
                  <a:pt x="350517" y="271741"/>
                </a:cubicBezTo>
                <a:lnTo>
                  <a:pt x="403847" y="286030"/>
                </a:lnTo>
                <a:cubicBezTo>
                  <a:pt x="374307" y="364292"/>
                  <a:pt x="299375" y="416379"/>
                  <a:pt x="215156" y="416379"/>
                </a:cubicBezTo>
                <a:close/>
                <a:moveTo>
                  <a:pt x="93844" y="270150"/>
                </a:moveTo>
                <a:cubicBezTo>
                  <a:pt x="85858" y="252702"/>
                  <a:pt x="81809" y="234055"/>
                  <a:pt x="81809" y="214724"/>
                </a:cubicBezTo>
                <a:cubicBezTo>
                  <a:pt x="81809" y="207324"/>
                  <a:pt x="82428" y="199872"/>
                  <a:pt x="83650" y="192576"/>
                </a:cubicBezTo>
                <a:cubicBezTo>
                  <a:pt x="84224" y="189147"/>
                  <a:pt x="82099" y="185842"/>
                  <a:pt x="78740" y="184942"/>
                </a:cubicBezTo>
                <a:lnTo>
                  <a:pt x="12536" y="167203"/>
                </a:lnTo>
                <a:cubicBezTo>
                  <a:pt x="10734" y="166720"/>
                  <a:pt x="8811" y="167004"/>
                  <a:pt x="7226" y="167990"/>
                </a:cubicBezTo>
                <a:cubicBezTo>
                  <a:pt x="5640" y="168975"/>
                  <a:pt x="4535" y="170573"/>
                  <a:pt x="4169" y="172402"/>
                </a:cubicBezTo>
                <a:cubicBezTo>
                  <a:pt x="1402" y="186266"/>
                  <a:pt x="0" y="200505"/>
                  <a:pt x="0" y="214723"/>
                </a:cubicBezTo>
                <a:cubicBezTo>
                  <a:pt x="0" y="248246"/>
                  <a:pt x="7509" y="280376"/>
                  <a:pt x="22320" y="310220"/>
                </a:cubicBezTo>
                <a:cubicBezTo>
                  <a:pt x="23148" y="311890"/>
                  <a:pt x="24630" y="313142"/>
                  <a:pt x="26415" y="313681"/>
                </a:cubicBezTo>
                <a:cubicBezTo>
                  <a:pt x="27055" y="313874"/>
                  <a:pt x="27711" y="313970"/>
                  <a:pt x="28366" y="313970"/>
                </a:cubicBezTo>
                <a:cubicBezTo>
                  <a:pt x="29540" y="313970"/>
                  <a:pt x="30705" y="313663"/>
                  <a:pt x="31741" y="313065"/>
                </a:cubicBezTo>
                <a:lnTo>
                  <a:pt x="91080" y="278805"/>
                </a:lnTo>
                <a:cubicBezTo>
                  <a:pt x="94096" y="277064"/>
                  <a:pt x="95291" y="273316"/>
                  <a:pt x="93844" y="270150"/>
                </a:cubicBezTo>
                <a:close/>
                <a:moveTo>
                  <a:pt x="31326" y="297716"/>
                </a:moveTo>
                <a:cubicBezTo>
                  <a:pt x="19494" y="271608"/>
                  <a:pt x="13500" y="243724"/>
                  <a:pt x="13500" y="214723"/>
                </a:cubicBezTo>
                <a:cubicBezTo>
                  <a:pt x="13500" y="203806"/>
                  <a:pt x="14382" y="192875"/>
                  <a:pt x="16124" y="182140"/>
                </a:cubicBezTo>
                <a:lnTo>
                  <a:pt x="69447" y="196428"/>
                </a:lnTo>
                <a:cubicBezTo>
                  <a:pt x="68691" y="202494"/>
                  <a:pt x="68308" y="208626"/>
                  <a:pt x="68308" y="214724"/>
                </a:cubicBezTo>
                <a:cubicBezTo>
                  <a:pt x="68308" y="233937"/>
                  <a:pt x="71943" y="252541"/>
                  <a:pt x="79122" y="270120"/>
                </a:cubicBezTo>
                <a:close/>
                <a:moveTo>
                  <a:pt x="291111" y="139886"/>
                </a:moveTo>
                <a:cubicBezTo>
                  <a:pt x="288474" y="137250"/>
                  <a:pt x="284201" y="137252"/>
                  <a:pt x="281564" y="139886"/>
                </a:cubicBezTo>
                <a:lnTo>
                  <a:pt x="246561" y="174890"/>
                </a:lnTo>
                <a:lnTo>
                  <a:pt x="183754" y="174890"/>
                </a:lnTo>
                <a:lnTo>
                  <a:pt x="148750" y="139886"/>
                </a:lnTo>
                <a:cubicBezTo>
                  <a:pt x="146115" y="137252"/>
                  <a:pt x="141841" y="137250"/>
                  <a:pt x="139204" y="139886"/>
                </a:cubicBezTo>
                <a:cubicBezTo>
                  <a:pt x="136568" y="142523"/>
                  <a:pt x="136568" y="146796"/>
                  <a:pt x="139204" y="149432"/>
                </a:cubicBezTo>
                <a:lnTo>
                  <a:pt x="164661" y="174890"/>
                </a:lnTo>
                <a:lnTo>
                  <a:pt x="143773" y="174890"/>
                </a:lnTo>
                <a:cubicBezTo>
                  <a:pt x="137275" y="174890"/>
                  <a:pt x="131987" y="180178"/>
                  <a:pt x="131987" y="186676"/>
                </a:cubicBezTo>
                <a:lnTo>
                  <a:pt x="131987" y="199555"/>
                </a:lnTo>
                <a:cubicBezTo>
                  <a:pt x="131987" y="205275"/>
                  <a:pt x="136085" y="210052"/>
                  <a:pt x="141499" y="211116"/>
                </a:cubicBezTo>
                <a:lnTo>
                  <a:pt x="163904" y="283903"/>
                </a:lnTo>
                <a:cubicBezTo>
                  <a:pt x="165308" y="288469"/>
                  <a:pt x="169462" y="291537"/>
                  <a:pt x="174239" y="291537"/>
                </a:cubicBezTo>
                <a:lnTo>
                  <a:pt x="256075" y="291537"/>
                </a:lnTo>
                <a:cubicBezTo>
                  <a:pt x="260852" y="291537"/>
                  <a:pt x="265006" y="288469"/>
                  <a:pt x="266410" y="283904"/>
                </a:cubicBezTo>
                <a:lnTo>
                  <a:pt x="288815" y="211116"/>
                </a:lnTo>
                <a:cubicBezTo>
                  <a:pt x="294229" y="210052"/>
                  <a:pt x="298327" y="205275"/>
                  <a:pt x="298327" y="199555"/>
                </a:cubicBezTo>
                <a:lnTo>
                  <a:pt x="298327" y="186676"/>
                </a:lnTo>
                <a:cubicBezTo>
                  <a:pt x="298327" y="180178"/>
                  <a:pt x="293039" y="174890"/>
                  <a:pt x="286541" y="174890"/>
                </a:cubicBezTo>
                <a:lnTo>
                  <a:pt x="265653" y="174890"/>
                </a:lnTo>
                <a:lnTo>
                  <a:pt x="291111" y="149432"/>
                </a:lnTo>
                <a:cubicBezTo>
                  <a:pt x="293747" y="146797"/>
                  <a:pt x="293747" y="142523"/>
                  <a:pt x="291111" y="139886"/>
                </a:cubicBezTo>
                <a:close/>
                <a:moveTo>
                  <a:pt x="254091" y="278037"/>
                </a:moveTo>
                <a:lnTo>
                  <a:pt x="176222" y="278037"/>
                </a:lnTo>
                <a:lnTo>
                  <a:pt x="155692" y="211340"/>
                </a:lnTo>
                <a:lnTo>
                  <a:pt x="274620" y="211340"/>
                </a:lnTo>
                <a:close/>
                <a:moveTo>
                  <a:pt x="284826" y="197841"/>
                </a:moveTo>
                <a:lnTo>
                  <a:pt x="145486" y="197841"/>
                </a:lnTo>
                <a:lnTo>
                  <a:pt x="145486" y="188391"/>
                </a:lnTo>
                <a:lnTo>
                  <a:pt x="284827" y="188391"/>
                </a:lnTo>
                <a:lnTo>
                  <a:pt x="284827" y="197841"/>
                </a:lnTo>
                <a:close/>
                <a:moveTo>
                  <a:pt x="221906" y="227368"/>
                </a:moveTo>
                <a:lnTo>
                  <a:pt x="221906" y="257502"/>
                </a:lnTo>
                <a:cubicBezTo>
                  <a:pt x="221906" y="261230"/>
                  <a:pt x="218884" y="264252"/>
                  <a:pt x="215156" y="264252"/>
                </a:cubicBezTo>
                <a:cubicBezTo>
                  <a:pt x="211429" y="264252"/>
                  <a:pt x="208406" y="261230"/>
                  <a:pt x="208406" y="257502"/>
                </a:cubicBezTo>
                <a:lnTo>
                  <a:pt x="208406" y="227368"/>
                </a:lnTo>
                <a:cubicBezTo>
                  <a:pt x="208406" y="223640"/>
                  <a:pt x="211429" y="220618"/>
                  <a:pt x="215156" y="220618"/>
                </a:cubicBezTo>
                <a:cubicBezTo>
                  <a:pt x="218884" y="220618"/>
                  <a:pt x="221906" y="223640"/>
                  <a:pt x="221906" y="227368"/>
                </a:cubicBezTo>
                <a:close/>
                <a:moveTo>
                  <a:pt x="258492" y="229352"/>
                </a:moveTo>
                <a:lnTo>
                  <a:pt x="249220" y="259487"/>
                </a:lnTo>
                <a:cubicBezTo>
                  <a:pt x="248327" y="262389"/>
                  <a:pt x="245655" y="264253"/>
                  <a:pt x="242771" y="264253"/>
                </a:cubicBezTo>
                <a:cubicBezTo>
                  <a:pt x="242113" y="264253"/>
                  <a:pt x="241444" y="264157"/>
                  <a:pt x="240783" y="263954"/>
                </a:cubicBezTo>
                <a:cubicBezTo>
                  <a:pt x="237220" y="262857"/>
                  <a:pt x="235221" y="259080"/>
                  <a:pt x="236317" y="255517"/>
                </a:cubicBezTo>
                <a:lnTo>
                  <a:pt x="245589" y="225383"/>
                </a:lnTo>
                <a:cubicBezTo>
                  <a:pt x="246686" y="221819"/>
                  <a:pt x="250465" y="219820"/>
                  <a:pt x="254025" y="220916"/>
                </a:cubicBezTo>
                <a:cubicBezTo>
                  <a:pt x="257588" y="222013"/>
                  <a:pt x="259588" y="225790"/>
                  <a:pt x="258492" y="229352"/>
                </a:cubicBezTo>
                <a:close/>
                <a:moveTo>
                  <a:pt x="193996" y="255517"/>
                </a:moveTo>
                <a:cubicBezTo>
                  <a:pt x="195092" y="259080"/>
                  <a:pt x="193092" y="262857"/>
                  <a:pt x="189529" y="263954"/>
                </a:cubicBezTo>
                <a:cubicBezTo>
                  <a:pt x="188868" y="264157"/>
                  <a:pt x="188199" y="264253"/>
                  <a:pt x="187542" y="264253"/>
                </a:cubicBezTo>
                <a:cubicBezTo>
                  <a:pt x="184656" y="264253"/>
                  <a:pt x="181986" y="262389"/>
                  <a:pt x="181092" y="259487"/>
                </a:cubicBezTo>
                <a:lnTo>
                  <a:pt x="171820" y="229352"/>
                </a:lnTo>
                <a:cubicBezTo>
                  <a:pt x="170724" y="225789"/>
                  <a:pt x="172724" y="222013"/>
                  <a:pt x="176287" y="220916"/>
                </a:cubicBezTo>
                <a:cubicBezTo>
                  <a:pt x="179847" y="219817"/>
                  <a:pt x="183627" y="221819"/>
                  <a:pt x="184724" y="22538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4461089" y="3213100"/>
            <a:ext cx="339830" cy="351158"/>
          </a:xfrm>
          <a:custGeom>
            <a:rect b="b" l="l" r="r" t="t"/>
            <a:pathLst>
              <a:path extrusionOk="0" h="418500" w="404999">
                <a:moveTo>
                  <a:pt x="330749" y="320625"/>
                </a:moveTo>
                <a:cubicBezTo>
                  <a:pt x="317701" y="320625"/>
                  <a:pt x="307124" y="331202"/>
                  <a:pt x="307124" y="344250"/>
                </a:cubicBezTo>
                <a:cubicBezTo>
                  <a:pt x="307124" y="357298"/>
                  <a:pt x="317701" y="367875"/>
                  <a:pt x="330749" y="367875"/>
                </a:cubicBezTo>
                <a:cubicBezTo>
                  <a:pt x="343790" y="367859"/>
                  <a:pt x="354358" y="357291"/>
                  <a:pt x="354374" y="344250"/>
                </a:cubicBezTo>
                <a:cubicBezTo>
                  <a:pt x="354374" y="331202"/>
                  <a:pt x="343797" y="320625"/>
                  <a:pt x="330749" y="320625"/>
                </a:cubicBezTo>
                <a:close/>
                <a:moveTo>
                  <a:pt x="330749" y="307125"/>
                </a:moveTo>
                <a:cubicBezTo>
                  <a:pt x="351243" y="307148"/>
                  <a:pt x="367851" y="323756"/>
                  <a:pt x="367874" y="344250"/>
                </a:cubicBezTo>
                <a:cubicBezTo>
                  <a:pt x="367874" y="364754"/>
                  <a:pt x="351253" y="381375"/>
                  <a:pt x="330749" y="381375"/>
                </a:cubicBezTo>
                <a:cubicBezTo>
                  <a:pt x="310245" y="381375"/>
                  <a:pt x="293624" y="364754"/>
                  <a:pt x="293624" y="344250"/>
                </a:cubicBezTo>
                <a:cubicBezTo>
                  <a:pt x="293624" y="323746"/>
                  <a:pt x="310245" y="307125"/>
                  <a:pt x="330749" y="307125"/>
                </a:cubicBezTo>
                <a:close/>
                <a:moveTo>
                  <a:pt x="325225" y="283500"/>
                </a:moveTo>
                <a:lnTo>
                  <a:pt x="325225" y="285847"/>
                </a:lnTo>
                <a:cubicBezTo>
                  <a:pt x="325183" y="291483"/>
                  <a:pt x="321481" y="296438"/>
                  <a:pt x="316089" y="298078"/>
                </a:cubicBezTo>
                <a:cubicBezTo>
                  <a:pt x="313472" y="298912"/>
                  <a:pt x="310930" y="299967"/>
                  <a:pt x="308492" y="301232"/>
                </a:cubicBezTo>
                <a:cubicBezTo>
                  <a:pt x="303517" y="303902"/>
                  <a:pt x="297383" y="303018"/>
                  <a:pt x="293363" y="299053"/>
                </a:cubicBezTo>
                <a:lnTo>
                  <a:pt x="291696" y="297385"/>
                </a:lnTo>
                <a:lnTo>
                  <a:pt x="283884" y="305197"/>
                </a:lnTo>
                <a:lnTo>
                  <a:pt x="285552" y="306864"/>
                </a:lnTo>
                <a:cubicBezTo>
                  <a:pt x="289515" y="310887"/>
                  <a:pt x="290398" y="317020"/>
                  <a:pt x="287731" y="321996"/>
                </a:cubicBezTo>
                <a:cubicBezTo>
                  <a:pt x="286465" y="324433"/>
                  <a:pt x="285410" y="326973"/>
                  <a:pt x="284577" y="329590"/>
                </a:cubicBezTo>
                <a:cubicBezTo>
                  <a:pt x="282937" y="334983"/>
                  <a:pt x="277982" y="338684"/>
                  <a:pt x="272346" y="338726"/>
                </a:cubicBezTo>
                <a:lnTo>
                  <a:pt x="269999" y="338726"/>
                </a:lnTo>
                <a:lnTo>
                  <a:pt x="269999" y="349774"/>
                </a:lnTo>
                <a:lnTo>
                  <a:pt x="272346" y="349774"/>
                </a:lnTo>
                <a:cubicBezTo>
                  <a:pt x="277982" y="349816"/>
                  <a:pt x="282937" y="353518"/>
                  <a:pt x="284577" y="358910"/>
                </a:cubicBezTo>
                <a:cubicBezTo>
                  <a:pt x="285411" y="361527"/>
                  <a:pt x="286466" y="364069"/>
                  <a:pt x="287731" y="366507"/>
                </a:cubicBezTo>
                <a:cubicBezTo>
                  <a:pt x="290398" y="371483"/>
                  <a:pt x="289515" y="377615"/>
                  <a:pt x="285552" y="381636"/>
                </a:cubicBezTo>
                <a:lnTo>
                  <a:pt x="283884" y="383303"/>
                </a:lnTo>
                <a:lnTo>
                  <a:pt x="291696" y="391115"/>
                </a:lnTo>
                <a:lnTo>
                  <a:pt x="293363" y="389447"/>
                </a:lnTo>
                <a:cubicBezTo>
                  <a:pt x="297384" y="385482"/>
                  <a:pt x="303519" y="384599"/>
                  <a:pt x="308495" y="387268"/>
                </a:cubicBezTo>
                <a:cubicBezTo>
                  <a:pt x="310932" y="388534"/>
                  <a:pt x="313472" y="389589"/>
                  <a:pt x="316089" y="390422"/>
                </a:cubicBezTo>
                <a:cubicBezTo>
                  <a:pt x="321482" y="392062"/>
                  <a:pt x="325183" y="397017"/>
                  <a:pt x="325225" y="402653"/>
                </a:cubicBezTo>
                <a:lnTo>
                  <a:pt x="325225" y="405000"/>
                </a:lnTo>
                <a:lnTo>
                  <a:pt x="336273" y="405000"/>
                </a:lnTo>
                <a:lnTo>
                  <a:pt x="336273" y="402653"/>
                </a:lnTo>
                <a:cubicBezTo>
                  <a:pt x="336315" y="397017"/>
                  <a:pt x="340016" y="392062"/>
                  <a:pt x="345409" y="390422"/>
                </a:cubicBezTo>
                <a:cubicBezTo>
                  <a:pt x="348026" y="389588"/>
                  <a:pt x="350568" y="388533"/>
                  <a:pt x="353006" y="387268"/>
                </a:cubicBezTo>
                <a:cubicBezTo>
                  <a:pt x="357981" y="384597"/>
                  <a:pt x="364116" y="385480"/>
                  <a:pt x="368135" y="389447"/>
                </a:cubicBezTo>
                <a:lnTo>
                  <a:pt x="369802" y="391115"/>
                </a:lnTo>
                <a:lnTo>
                  <a:pt x="377614" y="383303"/>
                </a:lnTo>
                <a:lnTo>
                  <a:pt x="375946" y="381636"/>
                </a:lnTo>
                <a:cubicBezTo>
                  <a:pt x="371983" y="377613"/>
                  <a:pt x="371100" y="371480"/>
                  <a:pt x="373767" y="366504"/>
                </a:cubicBezTo>
                <a:cubicBezTo>
                  <a:pt x="375032" y="364067"/>
                  <a:pt x="376088" y="361527"/>
                  <a:pt x="376921" y="358910"/>
                </a:cubicBezTo>
                <a:cubicBezTo>
                  <a:pt x="378561" y="353517"/>
                  <a:pt x="383516" y="349816"/>
                  <a:pt x="389152" y="349774"/>
                </a:cubicBezTo>
                <a:lnTo>
                  <a:pt x="391499" y="349774"/>
                </a:lnTo>
                <a:lnTo>
                  <a:pt x="391499" y="338726"/>
                </a:lnTo>
                <a:lnTo>
                  <a:pt x="389152" y="338726"/>
                </a:lnTo>
                <a:cubicBezTo>
                  <a:pt x="383516" y="338684"/>
                  <a:pt x="378561" y="334982"/>
                  <a:pt x="376921" y="329590"/>
                </a:cubicBezTo>
                <a:cubicBezTo>
                  <a:pt x="376087" y="326973"/>
                  <a:pt x="375032" y="324431"/>
                  <a:pt x="373767" y="321993"/>
                </a:cubicBezTo>
                <a:cubicBezTo>
                  <a:pt x="371100" y="317017"/>
                  <a:pt x="371983" y="310885"/>
                  <a:pt x="375946" y="306864"/>
                </a:cubicBezTo>
                <a:lnTo>
                  <a:pt x="377614" y="305197"/>
                </a:lnTo>
                <a:lnTo>
                  <a:pt x="369802" y="297389"/>
                </a:lnTo>
                <a:lnTo>
                  <a:pt x="368135" y="299053"/>
                </a:lnTo>
                <a:cubicBezTo>
                  <a:pt x="364112" y="303014"/>
                  <a:pt x="357980" y="303897"/>
                  <a:pt x="353003" y="301232"/>
                </a:cubicBezTo>
                <a:cubicBezTo>
                  <a:pt x="350566" y="299966"/>
                  <a:pt x="348026" y="298911"/>
                  <a:pt x="345409" y="298078"/>
                </a:cubicBezTo>
                <a:cubicBezTo>
                  <a:pt x="340016" y="296438"/>
                  <a:pt x="336315" y="291483"/>
                  <a:pt x="336273" y="285847"/>
                </a:cubicBezTo>
                <a:lnTo>
                  <a:pt x="336273" y="283500"/>
                </a:lnTo>
                <a:close/>
                <a:moveTo>
                  <a:pt x="318475" y="270000"/>
                </a:moveTo>
                <a:lnTo>
                  <a:pt x="343023" y="270000"/>
                </a:lnTo>
                <a:cubicBezTo>
                  <a:pt x="346751" y="270000"/>
                  <a:pt x="349773" y="273022"/>
                  <a:pt x="349773" y="276750"/>
                </a:cubicBezTo>
                <a:lnTo>
                  <a:pt x="349773" y="285300"/>
                </a:lnTo>
                <a:cubicBezTo>
                  <a:pt x="352938" y="286324"/>
                  <a:pt x="356016" y="287602"/>
                  <a:pt x="358975" y="289123"/>
                </a:cubicBezTo>
                <a:lnTo>
                  <a:pt x="365030" y="283069"/>
                </a:lnTo>
                <a:cubicBezTo>
                  <a:pt x="366295" y="281802"/>
                  <a:pt x="368012" y="281091"/>
                  <a:pt x="369802" y="281091"/>
                </a:cubicBezTo>
                <a:lnTo>
                  <a:pt x="369805" y="281091"/>
                </a:lnTo>
                <a:cubicBezTo>
                  <a:pt x="371598" y="281092"/>
                  <a:pt x="373316" y="281805"/>
                  <a:pt x="374581" y="283075"/>
                </a:cubicBezTo>
                <a:lnTo>
                  <a:pt x="391931" y="300424"/>
                </a:lnTo>
                <a:cubicBezTo>
                  <a:pt x="391932" y="300425"/>
                  <a:pt x="391932" y="300426"/>
                  <a:pt x="391934" y="300427"/>
                </a:cubicBezTo>
                <a:cubicBezTo>
                  <a:pt x="394568" y="303062"/>
                  <a:pt x="394567" y="307335"/>
                  <a:pt x="391931" y="309969"/>
                </a:cubicBezTo>
                <a:lnTo>
                  <a:pt x="385876" y="316024"/>
                </a:lnTo>
                <a:cubicBezTo>
                  <a:pt x="387398" y="318983"/>
                  <a:pt x="388676" y="322060"/>
                  <a:pt x="389699" y="325226"/>
                </a:cubicBezTo>
                <a:lnTo>
                  <a:pt x="398249" y="325226"/>
                </a:lnTo>
                <a:cubicBezTo>
                  <a:pt x="401977" y="325226"/>
                  <a:pt x="404999" y="328248"/>
                  <a:pt x="404999" y="331976"/>
                </a:cubicBezTo>
                <a:lnTo>
                  <a:pt x="404999" y="356524"/>
                </a:lnTo>
                <a:cubicBezTo>
                  <a:pt x="404999" y="360252"/>
                  <a:pt x="401977" y="363274"/>
                  <a:pt x="398249" y="363274"/>
                </a:cubicBezTo>
                <a:lnTo>
                  <a:pt x="389699" y="363274"/>
                </a:lnTo>
                <a:cubicBezTo>
                  <a:pt x="388676" y="366439"/>
                  <a:pt x="387397" y="369517"/>
                  <a:pt x="385876" y="372476"/>
                </a:cubicBezTo>
                <a:lnTo>
                  <a:pt x="391931" y="378531"/>
                </a:lnTo>
                <a:cubicBezTo>
                  <a:pt x="391932" y="378531"/>
                  <a:pt x="391932" y="378533"/>
                  <a:pt x="391934" y="378533"/>
                </a:cubicBezTo>
                <a:cubicBezTo>
                  <a:pt x="394568" y="381169"/>
                  <a:pt x="394567" y="385441"/>
                  <a:pt x="391931" y="388076"/>
                </a:cubicBezTo>
                <a:lnTo>
                  <a:pt x="374575" y="405432"/>
                </a:lnTo>
                <a:cubicBezTo>
                  <a:pt x="374574" y="405433"/>
                  <a:pt x="374573" y="405433"/>
                  <a:pt x="374573" y="405435"/>
                </a:cubicBezTo>
                <a:cubicBezTo>
                  <a:pt x="371937" y="408069"/>
                  <a:pt x="367665" y="408068"/>
                  <a:pt x="365030" y="405432"/>
                </a:cubicBezTo>
                <a:lnTo>
                  <a:pt x="358975" y="399377"/>
                </a:lnTo>
                <a:cubicBezTo>
                  <a:pt x="356016" y="400899"/>
                  <a:pt x="352939" y="402177"/>
                  <a:pt x="349773" y="403200"/>
                </a:cubicBezTo>
                <a:lnTo>
                  <a:pt x="349773" y="411750"/>
                </a:lnTo>
                <a:cubicBezTo>
                  <a:pt x="349773" y="415478"/>
                  <a:pt x="346751" y="418500"/>
                  <a:pt x="343023" y="418500"/>
                </a:cubicBezTo>
                <a:lnTo>
                  <a:pt x="318475" y="418500"/>
                </a:lnTo>
                <a:cubicBezTo>
                  <a:pt x="314747" y="418500"/>
                  <a:pt x="311725" y="415478"/>
                  <a:pt x="311725" y="411750"/>
                </a:cubicBezTo>
                <a:lnTo>
                  <a:pt x="311725" y="403200"/>
                </a:lnTo>
                <a:cubicBezTo>
                  <a:pt x="308560" y="402177"/>
                  <a:pt x="305482" y="400898"/>
                  <a:pt x="302523" y="399377"/>
                </a:cubicBezTo>
                <a:lnTo>
                  <a:pt x="296468" y="405432"/>
                </a:lnTo>
                <a:cubicBezTo>
                  <a:pt x="296468" y="405433"/>
                  <a:pt x="296466" y="405433"/>
                  <a:pt x="296466" y="405435"/>
                </a:cubicBezTo>
                <a:cubicBezTo>
                  <a:pt x="293830" y="408069"/>
                  <a:pt x="289558" y="408068"/>
                  <a:pt x="286923" y="405432"/>
                </a:cubicBezTo>
                <a:lnTo>
                  <a:pt x="269567" y="388076"/>
                </a:lnTo>
                <a:cubicBezTo>
                  <a:pt x="269566" y="388075"/>
                  <a:pt x="269566" y="388074"/>
                  <a:pt x="269564" y="388074"/>
                </a:cubicBezTo>
                <a:cubicBezTo>
                  <a:pt x="266930" y="385438"/>
                  <a:pt x="266931" y="381166"/>
                  <a:pt x="269567" y="378531"/>
                </a:cubicBezTo>
                <a:lnTo>
                  <a:pt x="275622" y="372476"/>
                </a:lnTo>
                <a:cubicBezTo>
                  <a:pt x="274100" y="369517"/>
                  <a:pt x="272822" y="366440"/>
                  <a:pt x="271799" y="363274"/>
                </a:cubicBezTo>
                <a:lnTo>
                  <a:pt x="263249" y="363274"/>
                </a:lnTo>
                <a:cubicBezTo>
                  <a:pt x="259521" y="363274"/>
                  <a:pt x="256499" y="360252"/>
                  <a:pt x="256499" y="356524"/>
                </a:cubicBezTo>
                <a:lnTo>
                  <a:pt x="256499" y="331976"/>
                </a:lnTo>
                <a:cubicBezTo>
                  <a:pt x="256499" y="328248"/>
                  <a:pt x="259521" y="325226"/>
                  <a:pt x="263249" y="325226"/>
                </a:cubicBezTo>
                <a:lnTo>
                  <a:pt x="271799" y="325226"/>
                </a:lnTo>
                <a:cubicBezTo>
                  <a:pt x="272822" y="322061"/>
                  <a:pt x="274101" y="318983"/>
                  <a:pt x="275622" y="316024"/>
                </a:cubicBezTo>
                <a:lnTo>
                  <a:pt x="269567" y="309969"/>
                </a:lnTo>
                <a:cubicBezTo>
                  <a:pt x="269566" y="309969"/>
                  <a:pt x="269566" y="309967"/>
                  <a:pt x="269564" y="309967"/>
                </a:cubicBezTo>
                <a:cubicBezTo>
                  <a:pt x="266930" y="307331"/>
                  <a:pt x="266931" y="303059"/>
                  <a:pt x="269567" y="300424"/>
                </a:cubicBezTo>
                <a:lnTo>
                  <a:pt x="286923" y="283068"/>
                </a:lnTo>
                <a:cubicBezTo>
                  <a:pt x="286924" y="283067"/>
                  <a:pt x="286925" y="283067"/>
                  <a:pt x="286926" y="283065"/>
                </a:cubicBezTo>
                <a:cubicBezTo>
                  <a:pt x="289561" y="280431"/>
                  <a:pt x="293834" y="280432"/>
                  <a:pt x="296468" y="283068"/>
                </a:cubicBezTo>
                <a:lnTo>
                  <a:pt x="302523" y="289123"/>
                </a:lnTo>
                <a:cubicBezTo>
                  <a:pt x="305482" y="287601"/>
                  <a:pt x="308559" y="286323"/>
                  <a:pt x="311725" y="285300"/>
                </a:cubicBezTo>
                <a:lnTo>
                  <a:pt x="311725" y="276750"/>
                </a:lnTo>
                <a:cubicBezTo>
                  <a:pt x="311725" y="273022"/>
                  <a:pt x="314747" y="270000"/>
                  <a:pt x="318475" y="270000"/>
                </a:cubicBezTo>
                <a:close/>
                <a:moveTo>
                  <a:pt x="195749" y="227498"/>
                </a:moveTo>
                <a:lnTo>
                  <a:pt x="167124" y="260893"/>
                </a:lnTo>
                <a:cubicBezTo>
                  <a:pt x="165841" y="262388"/>
                  <a:pt x="163969" y="263250"/>
                  <a:pt x="161999" y="263250"/>
                </a:cubicBezTo>
                <a:cubicBezTo>
                  <a:pt x="161517" y="263250"/>
                  <a:pt x="161036" y="263198"/>
                  <a:pt x="160565" y="263095"/>
                </a:cubicBezTo>
                <a:lnTo>
                  <a:pt x="47249" y="238461"/>
                </a:lnTo>
                <a:lnTo>
                  <a:pt x="47249" y="352479"/>
                </a:lnTo>
                <a:lnTo>
                  <a:pt x="195749" y="389604"/>
                </a:lnTo>
                <a:close/>
                <a:moveTo>
                  <a:pt x="355455" y="189500"/>
                </a:moveTo>
                <a:lnTo>
                  <a:pt x="215346" y="213867"/>
                </a:lnTo>
                <a:lnTo>
                  <a:pt x="245500" y="249048"/>
                </a:lnTo>
                <a:lnTo>
                  <a:pt x="384732" y="218781"/>
                </a:lnTo>
                <a:close/>
                <a:moveTo>
                  <a:pt x="49543" y="189500"/>
                </a:moveTo>
                <a:lnTo>
                  <a:pt x="20265" y="218781"/>
                </a:lnTo>
                <a:lnTo>
                  <a:pt x="159497" y="249048"/>
                </a:lnTo>
                <a:lnTo>
                  <a:pt x="189651" y="213867"/>
                </a:lnTo>
                <a:close/>
                <a:moveTo>
                  <a:pt x="184126" y="168749"/>
                </a:moveTo>
                <a:cubicBezTo>
                  <a:pt x="186518" y="172912"/>
                  <a:pt x="190947" y="175485"/>
                  <a:pt x="195749" y="175499"/>
                </a:cubicBezTo>
                <a:lnTo>
                  <a:pt x="209249" y="175499"/>
                </a:lnTo>
                <a:cubicBezTo>
                  <a:pt x="214050" y="175485"/>
                  <a:pt x="218479" y="172912"/>
                  <a:pt x="220872" y="168749"/>
                </a:cubicBezTo>
                <a:close/>
                <a:moveTo>
                  <a:pt x="250991" y="155365"/>
                </a:moveTo>
                <a:lnTo>
                  <a:pt x="358991" y="175615"/>
                </a:lnTo>
                <a:lnTo>
                  <a:pt x="358982" y="175662"/>
                </a:lnTo>
                <a:cubicBezTo>
                  <a:pt x="360318" y="175896"/>
                  <a:pt x="361552" y="176529"/>
                  <a:pt x="362521" y="177477"/>
                </a:cubicBezTo>
                <a:lnTo>
                  <a:pt x="403021" y="217977"/>
                </a:lnTo>
                <a:cubicBezTo>
                  <a:pt x="403936" y="218893"/>
                  <a:pt x="404569" y="220052"/>
                  <a:pt x="404844" y="221317"/>
                </a:cubicBezTo>
                <a:cubicBezTo>
                  <a:pt x="405636" y="224960"/>
                  <a:pt x="403325" y="228553"/>
                  <a:pt x="399682" y="229345"/>
                </a:cubicBezTo>
                <a:lnTo>
                  <a:pt x="371249" y="235526"/>
                </a:lnTo>
                <a:lnTo>
                  <a:pt x="371249" y="270000"/>
                </a:lnTo>
                <a:lnTo>
                  <a:pt x="357749" y="270000"/>
                </a:lnTo>
                <a:lnTo>
                  <a:pt x="357749" y="238461"/>
                </a:lnTo>
                <a:lnTo>
                  <a:pt x="244432" y="263094"/>
                </a:lnTo>
                <a:cubicBezTo>
                  <a:pt x="243961" y="263198"/>
                  <a:pt x="243481" y="263250"/>
                  <a:pt x="242999" y="263250"/>
                </a:cubicBezTo>
                <a:cubicBezTo>
                  <a:pt x="241028" y="263250"/>
                  <a:pt x="239157" y="262388"/>
                  <a:pt x="237873" y="260893"/>
                </a:cubicBezTo>
                <a:lnTo>
                  <a:pt x="209249" y="227498"/>
                </a:lnTo>
                <a:lnTo>
                  <a:pt x="209249" y="389604"/>
                </a:lnTo>
                <a:lnTo>
                  <a:pt x="254860" y="378201"/>
                </a:lnTo>
                <a:lnTo>
                  <a:pt x="258137" y="391298"/>
                </a:lnTo>
                <a:lnTo>
                  <a:pt x="204137" y="404798"/>
                </a:lnTo>
                <a:lnTo>
                  <a:pt x="204119" y="404730"/>
                </a:lnTo>
                <a:cubicBezTo>
                  <a:pt x="203062" y="405066"/>
                  <a:pt x="201931" y="405090"/>
                  <a:pt x="200860" y="404798"/>
                </a:cubicBezTo>
                <a:lnTo>
                  <a:pt x="38861" y="364298"/>
                </a:lnTo>
                <a:cubicBezTo>
                  <a:pt x="35856" y="363546"/>
                  <a:pt x="33749" y="360846"/>
                  <a:pt x="33749" y="357750"/>
                </a:cubicBezTo>
                <a:lnTo>
                  <a:pt x="33749" y="235526"/>
                </a:lnTo>
                <a:lnTo>
                  <a:pt x="5315" y="229345"/>
                </a:lnTo>
                <a:cubicBezTo>
                  <a:pt x="4050" y="229070"/>
                  <a:pt x="2890" y="228437"/>
                  <a:pt x="1975" y="227521"/>
                </a:cubicBezTo>
                <a:cubicBezTo>
                  <a:pt x="-660" y="224885"/>
                  <a:pt x="-659" y="220613"/>
                  <a:pt x="1976" y="217977"/>
                </a:cubicBezTo>
                <a:lnTo>
                  <a:pt x="42476" y="177477"/>
                </a:lnTo>
                <a:cubicBezTo>
                  <a:pt x="43446" y="176529"/>
                  <a:pt x="44679" y="175896"/>
                  <a:pt x="46015" y="175663"/>
                </a:cubicBezTo>
                <a:lnTo>
                  <a:pt x="46006" y="175616"/>
                </a:lnTo>
                <a:lnTo>
                  <a:pt x="154007" y="155366"/>
                </a:lnTo>
                <a:lnTo>
                  <a:pt x="156491" y="168635"/>
                </a:lnTo>
                <a:lnTo>
                  <a:pt x="85211" y="182000"/>
                </a:lnTo>
                <a:lnTo>
                  <a:pt x="202499" y="202398"/>
                </a:lnTo>
                <a:lnTo>
                  <a:pt x="319787" y="182000"/>
                </a:lnTo>
                <a:lnTo>
                  <a:pt x="248506" y="168635"/>
                </a:lnTo>
                <a:close/>
                <a:moveTo>
                  <a:pt x="182249" y="148499"/>
                </a:moveTo>
                <a:lnTo>
                  <a:pt x="182249" y="155249"/>
                </a:lnTo>
                <a:lnTo>
                  <a:pt x="222749" y="155249"/>
                </a:lnTo>
                <a:lnTo>
                  <a:pt x="222749" y="148499"/>
                </a:lnTo>
                <a:close/>
                <a:moveTo>
                  <a:pt x="269999" y="81000"/>
                </a:moveTo>
                <a:lnTo>
                  <a:pt x="290249" y="81000"/>
                </a:lnTo>
                <a:lnTo>
                  <a:pt x="290249" y="94500"/>
                </a:lnTo>
                <a:lnTo>
                  <a:pt x="269999" y="94500"/>
                </a:lnTo>
                <a:close/>
                <a:moveTo>
                  <a:pt x="114749" y="81000"/>
                </a:moveTo>
                <a:lnTo>
                  <a:pt x="134999" y="81000"/>
                </a:lnTo>
                <a:lnTo>
                  <a:pt x="134999" y="94500"/>
                </a:lnTo>
                <a:lnTo>
                  <a:pt x="114749" y="94500"/>
                </a:lnTo>
                <a:close/>
                <a:moveTo>
                  <a:pt x="202532" y="40496"/>
                </a:moveTo>
                <a:cubicBezTo>
                  <a:pt x="200717" y="40496"/>
                  <a:pt x="198903" y="40600"/>
                  <a:pt x="197100" y="40806"/>
                </a:cubicBezTo>
                <a:cubicBezTo>
                  <a:pt x="174872" y="43904"/>
                  <a:pt x="157664" y="61836"/>
                  <a:pt x="155486" y="84173"/>
                </a:cubicBezTo>
                <a:cubicBezTo>
                  <a:pt x="153899" y="100092"/>
                  <a:pt x="160122" y="115793"/>
                  <a:pt x="172183" y="126301"/>
                </a:cubicBezTo>
                <a:cubicBezTo>
                  <a:pt x="174961" y="128742"/>
                  <a:pt x="177244" y="131695"/>
                  <a:pt x="178904" y="134999"/>
                </a:cubicBezTo>
                <a:lnTo>
                  <a:pt x="195749" y="134999"/>
                </a:lnTo>
                <a:lnTo>
                  <a:pt x="195749" y="124874"/>
                </a:lnTo>
                <a:lnTo>
                  <a:pt x="175268" y="109512"/>
                </a:lnTo>
                <a:cubicBezTo>
                  <a:pt x="171173" y="106428"/>
                  <a:pt x="168760" y="101603"/>
                  <a:pt x="168749" y="96477"/>
                </a:cubicBezTo>
                <a:lnTo>
                  <a:pt x="168749" y="90545"/>
                </a:lnTo>
                <a:cubicBezTo>
                  <a:pt x="168749" y="86223"/>
                  <a:pt x="170465" y="82078"/>
                  <a:pt x="173522" y="79022"/>
                </a:cubicBezTo>
                <a:cubicBezTo>
                  <a:pt x="179885" y="72658"/>
                  <a:pt x="190203" y="72658"/>
                  <a:pt x="196566" y="79022"/>
                </a:cubicBezTo>
                <a:lnTo>
                  <a:pt x="200522" y="82977"/>
                </a:lnTo>
                <a:cubicBezTo>
                  <a:pt x="201615" y="84065"/>
                  <a:pt x="203382" y="84065"/>
                  <a:pt x="204476" y="82977"/>
                </a:cubicBezTo>
                <a:lnTo>
                  <a:pt x="208431" y="79022"/>
                </a:lnTo>
                <a:cubicBezTo>
                  <a:pt x="211487" y="75967"/>
                  <a:pt x="215631" y="74250"/>
                  <a:pt x="219953" y="74250"/>
                </a:cubicBezTo>
                <a:cubicBezTo>
                  <a:pt x="228953" y="74249"/>
                  <a:pt x="236249" y="81545"/>
                  <a:pt x="236249" y="90545"/>
                </a:cubicBezTo>
                <a:lnTo>
                  <a:pt x="236249" y="96477"/>
                </a:lnTo>
                <a:cubicBezTo>
                  <a:pt x="236237" y="101605"/>
                  <a:pt x="233822" y="106431"/>
                  <a:pt x="229726" y="109515"/>
                </a:cubicBezTo>
                <a:lnTo>
                  <a:pt x="220049" y="116773"/>
                </a:lnTo>
                <a:lnTo>
                  <a:pt x="211948" y="105976"/>
                </a:lnTo>
                <a:lnTo>
                  <a:pt x="221628" y="98715"/>
                </a:lnTo>
                <a:cubicBezTo>
                  <a:pt x="222331" y="98186"/>
                  <a:pt x="222745" y="97357"/>
                  <a:pt x="222748" y="96477"/>
                </a:cubicBezTo>
                <a:lnTo>
                  <a:pt x="222748" y="90545"/>
                </a:lnTo>
                <a:cubicBezTo>
                  <a:pt x="222699" y="89940"/>
                  <a:pt x="222461" y="89367"/>
                  <a:pt x="222069" y="88904"/>
                </a:cubicBezTo>
                <a:cubicBezTo>
                  <a:pt x="221032" y="87681"/>
                  <a:pt x="219200" y="87529"/>
                  <a:pt x="217976" y="88567"/>
                </a:cubicBezTo>
                <a:lnTo>
                  <a:pt x="214021" y="92522"/>
                </a:lnTo>
                <a:cubicBezTo>
                  <a:pt x="207573" y="98678"/>
                  <a:pt x="197424" y="98678"/>
                  <a:pt x="190976" y="92522"/>
                </a:cubicBezTo>
                <a:lnTo>
                  <a:pt x="187021" y="88567"/>
                </a:lnTo>
                <a:cubicBezTo>
                  <a:pt x="186559" y="88175"/>
                  <a:pt x="185984" y="87937"/>
                  <a:pt x="185379" y="87887"/>
                </a:cubicBezTo>
                <a:cubicBezTo>
                  <a:pt x="183782" y="87756"/>
                  <a:pt x="182380" y="88946"/>
                  <a:pt x="182249" y="90545"/>
                </a:cubicBezTo>
                <a:lnTo>
                  <a:pt x="182249" y="96477"/>
                </a:lnTo>
                <a:cubicBezTo>
                  <a:pt x="182251" y="97355"/>
                  <a:pt x="182664" y="98182"/>
                  <a:pt x="183366" y="98711"/>
                </a:cubicBezTo>
                <a:lnTo>
                  <a:pt x="206549" y="116101"/>
                </a:lnTo>
                <a:cubicBezTo>
                  <a:pt x="208250" y="117375"/>
                  <a:pt x="209250" y="119375"/>
                  <a:pt x="209249" y="121499"/>
                </a:cubicBezTo>
                <a:lnTo>
                  <a:pt x="209249" y="134999"/>
                </a:lnTo>
                <a:lnTo>
                  <a:pt x="226055" y="134999"/>
                </a:lnTo>
                <a:cubicBezTo>
                  <a:pt x="227684" y="131730"/>
                  <a:pt x="229937" y="128811"/>
                  <a:pt x="232686" y="126407"/>
                </a:cubicBezTo>
                <a:cubicBezTo>
                  <a:pt x="234208" y="125088"/>
                  <a:pt x="235648" y="123678"/>
                  <a:pt x="236998" y="122184"/>
                </a:cubicBezTo>
                <a:cubicBezTo>
                  <a:pt x="255296" y="101932"/>
                  <a:pt x="253712" y="70682"/>
                  <a:pt x="233460" y="52384"/>
                </a:cubicBezTo>
                <a:cubicBezTo>
                  <a:pt x="224983" y="44722"/>
                  <a:pt x="213959" y="40484"/>
                  <a:pt x="202532" y="40496"/>
                </a:cubicBezTo>
                <a:close/>
                <a:moveTo>
                  <a:pt x="195577" y="27391"/>
                </a:moveTo>
                <a:cubicBezTo>
                  <a:pt x="212626" y="25355"/>
                  <a:pt x="229721" y="30798"/>
                  <a:pt x="242455" y="42315"/>
                </a:cubicBezTo>
                <a:cubicBezTo>
                  <a:pt x="244399" y="44067"/>
                  <a:pt x="246231" y="45939"/>
                  <a:pt x="247942" y="47920"/>
                </a:cubicBezTo>
                <a:cubicBezTo>
                  <a:pt x="270660" y="74218"/>
                  <a:pt x="267758" y="113953"/>
                  <a:pt x="241460" y="136671"/>
                </a:cubicBezTo>
                <a:cubicBezTo>
                  <a:pt x="238100" y="139607"/>
                  <a:pt x="236195" y="143869"/>
                  <a:pt x="236249" y="148331"/>
                </a:cubicBezTo>
                <a:lnTo>
                  <a:pt x="236249" y="161999"/>
                </a:lnTo>
                <a:cubicBezTo>
                  <a:pt x="236232" y="176904"/>
                  <a:pt x="224153" y="188983"/>
                  <a:pt x="209249" y="188999"/>
                </a:cubicBezTo>
                <a:lnTo>
                  <a:pt x="195749" y="188999"/>
                </a:lnTo>
                <a:cubicBezTo>
                  <a:pt x="180844" y="188983"/>
                  <a:pt x="168766" y="176904"/>
                  <a:pt x="168749" y="161999"/>
                </a:cubicBezTo>
                <a:lnTo>
                  <a:pt x="168749" y="148335"/>
                </a:lnTo>
                <a:cubicBezTo>
                  <a:pt x="168764" y="143805"/>
                  <a:pt x="166802" y="139495"/>
                  <a:pt x="163376" y="136532"/>
                </a:cubicBezTo>
                <a:cubicBezTo>
                  <a:pt x="147994" y="123165"/>
                  <a:pt x="140044" y="103172"/>
                  <a:pt x="142046" y="82891"/>
                </a:cubicBezTo>
                <a:cubicBezTo>
                  <a:pt x="144635" y="54112"/>
                  <a:pt x="166911" y="31018"/>
                  <a:pt x="195577" y="27391"/>
                </a:cubicBezTo>
                <a:close/>
                <a:moveTo>
                  <a:pt x="145222" y="20928"/>
                </a:moveTo>
                <a:lnTo>
                  <a:pt x="159540" y="35246"/>
                </a:lnTo>
                <a:lnTo>
                  <a:pt x="149995" y="44791"/>
                </a:lnTo>
                <a:lnTo>
                  <a:pt x="135677" y="30473"/>
                </a:lnTo>
                <a:close/>
                <a:moveTo>
                  <a:pt x="259776" y="20928"/>
                </a:moveTo>
                <a:lnTo>
                  <a:pt x="269321" y="30473"/>
                </a:lnTo>
                <a:lnTo>
                  <a:pt x="255003" y="44790"/>
                </a:lnTo>
                <a:lnTo>
                  <a:pt x="245458" y="35245"/>
                </a:lnTo>
                <a:close/>
                <a:moveTo>
                  <a:pt x="195749" y="0"/>
                </a:moveTo>
                <a:lnTo>
                  <a:pt x="209249" y="0"/>
                </a:lnTo>
                <a:lnTo>
                  <a:pt x="209249" y="20250"/>
                </a:lnTo>
                <a:lnTo>
                  <a:pt x="195749" y="2025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4448264" y="4036528"/>
            <a:ext cx="362486" cy="362482"/>
          </a:xfrm>
          <a:custGeom>
            <a:rect b="b" l="l" r="r" t="t"/>
            <a:pathLst>
              <a:path extrusionOk="0" h="431999" w="432000">
                <a:moveTo>
                  <a:pt x="216000" y="381374"/>
                </a:moveTo>
                <a:cubicBezTo>
                  <a:pt x="205532" y="381374"/>
                  <a:pt x="197016" y="389891"/>
                  <a:pt x="197016" y="400359"/>
                </a:cubicBezTo>
                <a:cubicBezTo>
                  <a:pt x="197016" y="410826"/>
                  <a:pt x="205532" y="419343"/>
                  <a:pt x="216000" y="419343"/>
                </a:cubicBezTo>
                <a:cubicBezTo>
                  <a:pt x="226468" y="419343"/>
                  <a:pt x="234984" y="410826"/>
                  <a:pt x="234984" y="400359"/>
                </a:cubicBezTo>
                <a:cubicBezTo>
                  <a:pt x="234984" y="389891"/>
                  <a:pt x="226468" y="381374"/>
                  <a:pt x="216000" y="381374"/>
                </a:cubicBezTo>
                <a:close/>
                <a:moveTo>
                  <a:pt x="346362" y="327458"/>
                </a:moveTo>
                <a:cubicBezTo>
                  <a:pt x="341477" y="327458"/>
                  <a:pt x="336592" y="329285"/>
                  <a:pt x="332938" y="332939"/>
                </a:cubicBezTo>
                <a:cubicBezTo>
                  <a:pt x="325620" y="340256"/>
                  <a:pt x="325620" y="352468"/>
                  <a:pt x="332938" y="359785"/>
                </a:cubicBezTo>
                <a:cubicBezTo>
                  <a:pt x="340340" y="367188"/>
                  <a:pt x="352385" y="367187"/>
                  <a:pt x="359786" y="359785"/>
                </a:cubicBezTo>
                <a:cubicBezTo>
                  <a:pt x="367104" y="352468"/>
                  <a:pt x="367104" y="340256"/>
                  <a:pt x="359786" y="332939"/>
                </a:cubicBezTo>
                <a:cubicBezTo>
                  <a:pt x="356133" y="329285"/>
                  <a:pt x="351247" y="327458"/>
                  <a:pt x="346362" y="327458"/>
                </a:cubicBezTo>
                <a:close/>
                <a:moveTo>
                  <a:pt x="85638" y="327457"/>
                </a:moveTo>
                <a:cubicBezTo>
                  <a:pt x="80753" y="327458"/>
                  <a:pt x="75868" y="329285"/>
                  <a:pt x="72214" y="332938"/>
                </a:cubicBezTo>
                <a:cubicBezTo>
                  <a:pt x="64895" y="340255"/>
                  <a:pt x="64897" y="352467"/>
                  <a:pt x="72214" y="359785"/>
                </a:cubicBezTo>
                <a:cubicBezTo>
                  <a:pt x="79616" y="367186"/>
                  <a:pt x="91660" y="367187"/>
                  <a:pt x="99062" y="359784"/>
                </a:cubicBezTo>
                <a:cubicBezTo>
                  <a:pt x="106380" y="352467"/>
                  <a:pt x="106380" y="340255"/>
                  <a:pt x="99062" y="332938"/>
                </a:cubicBezTo>
                <a:cubicBezTo>
                  <a:pt x="95409" y="329284"/>
                  <a:pt x="90523" y="327457"/>
                  <a:pt x="85638" y="327457"/>
                </a:cubicBezTo>
                <a:close/>
                <a:moveTo>
                  <a:pt x="400359" y="197016"/>
                </a:moveTo>
                <a:cubicBezTo>
                  <a:pt x="389891" y="197016"/>
                  <a:pt x="381375" y="205532"/>
                  <a:pt x="381375" y="216000"/>
                </a:cubicBezTo>
                <a:cubicBezTo>
                  <a:pt x="381375" y="226468"/>
                  <a:pt x="389891" y="234984"/>
                  <a:pt x="400359" y="234984"/>
                </a:cubicBezTo>
                <a:cubicBezTo>
                  <a:pt x="410828" y="234984"/>
                  <a:pt x="419344" y="226468"/>
                  <a:pt x="419344" y="216000"/>
                </a:cubicBezTo>
                <a:cubicBezTo>
                  <a:pt x="419344" y="205532"/>
                  <a:pt x="410828" y="197016"/>
                  <a:pt x="400359" y="197016"/>
                </a:cubicBezTo>
                <a:close/>
                <a:moveTo>
                  <a:pt x="31641" y="197015"/>
                </a:moveTo>
                <a:cubicBezTo>
                  <a:pt x="21172" y="197015"/>
                  <a:pt x="12656" y="205532"/>
                  <a:pt x="12656" y="215999"/>
                </a:cubicBezTo>
                <a:cubicBezTo>
                  <a:pt x="12656" y="226467"/>
                  <a:pt x="21172" y="234984"/>
                  <a:pt x="31641" y="234984"/>
                </a:cubicBezTo>
                <a:cubicBezTo>
                  <a:pt x="42109" y="234984"/>
                  <a:pt x="50625" y="226467"/>
                  <a:pt x="50625" y="215999"/>
                </a:cubicBezTo>
                <a:cubicBezTo>
                  <a:pt x="50625" y="205532"/>
                  <a:pt x="42109" y="197015"/>
                  <a:pt x="31641" y="197015"/>
                </a:cubicBezTo>
                <a:close/>
                <a:moveTo>
                  <a:pt x="216000" y="154828"/>
                </a:moveTo>
                <a:cubicBezTo>
                  <a:pt x="219496" y="154828"/>
                  <a:pt x="222328" y="157661"/>
                  <a:pt x="222328" y="161156"/>
                </a:cubicBezTo>
                <a:lnTo>
                  <a:pt x="222328" y="168222"/>
                </a:lnTo>
                <a:cubicBezTo>
                  <a:pt x="234408" y="171086"/>
                  <a:pt x="243422" y="181963"/>
                  <a:pt x="243422" y="194906"/>
                </a:cubicBezTo>
                <a:cubicBezTo>
                  <a:pt x="243422" y="198401"/>
                  <a:pt x="240589" y="201234"/>
                  <a:pt x="237094" y="201234"/>
                </a:cubicBezTo>
                <a:cubicBezTo>
                  <a:pt x="233598" y="201234"/>
                  <a:pt x="230766" y="198401"/>
                  <a:pt x="230766" y="194906"/>
                </a:cubicBezTo>
                <a:cubicBezTo>
                  <a:pt x="230766" y="186765"/>
                  <a:pt x="224141" y="180141"/>
                  <a:pt x="216000" y="180141"/>
                </a:cubicBezTo>
                <a:cubicBezTo>
                  <a:pt x="207859" y="180141"/>
                  <a:pt x="201234" y="186765"/>
                  <a:pt x="201234" y="194906"/>
                </a:cubicBezTo>
                <a:cubicBezTo>
                  <a:pt x="201234" y="203047"/>
                  <a:pt x="207859" y="209672"/>
                  <a:pt x="216000" y="209672"/>
                </a:cubicBezTo>
                <a:cubicBezTo>
                  <a:pt x="231121" y="209672"/>
                  <a:pt x="243422" y="221974"/>
                  <a:pt x="243422" y="237094"/>
                </a:cubicBezTo>
                <a:cubicBezTo>
                  <a:pt x="243422" y="250037"/>
                  <a:pt x="234408" y="260914"/>
                  <a:pt x="222328" y="263778"/>
                </a:cubicBezTo>
                <a:lnTo>
                  <a:pt x="222328" y="270844"/>
                </a:lnTo>
                <a:cubicBezTo>
                  <a:pt x="222328" y="274338"/>
                  <a:pt x="219496" y="277172"/>
                  <a:pt x="216000" y="277172"/>
                </a:cubicBezTo>
                <a:cubicBezTo>
                  <a:pt x="212504" y="277172"/>
                  <a:pt x="209672" y="274338"/>
                  <a:pt x="209672" y="270844"/>
                </a:cubicBezTo>
                <a:lnTo>
                  <a:pt x="209672" y="263778"/>
                </a:lnTo>
                <a:cubicBezTo>
                  <a:pt x="197592" y="260914"/>
                  <a:pt x="188578" y="250037"/>
                  <a:pt x="188578" y="237094"/>
                </a:cubicBezTo>
                <a:cubicBezTo>
                  <a:pt x="188578" y="233599"/>
                  <a:pt x="191410" y="230766"/>
                  <a:pt x="194906" y="230766"/>
                </a:cubicBezTo>
                <a:cubicBezTo>
                  <a:pt x="198402" y="230766"/>
                  <a:pt x="201234" y="233599"/>
                  <a:pt x="201234" y="237094"/>
                </a:cubicBezTo>
                <a:cubicBezTo>
                  <a:pt x="201234" y="245235"/>
                  <a:pt x="207859" y="251859"/>
                  <a:pt x="216000" y="251859"/>
                </a:cubicBezTo>
                <a:cubicBezTo>
                  <a:pt x="224141" y="251859"/>
                  <a:pt x="230766" y="245235"/>
                  <a:pt x="230766" y="237094"/>
                </a:cubicBezTo>
                <a:cubicBezTo>
                  <a:pt x="230766" y="228952"/>
                  <a:pt x="224141" y="222328"/>
                  <a:pt x="216000" y="222328"/>
                </a:cubicBezTo>
                <a:cubicBezTo>
                  <a:pt x="200879" y="222328"/>
                  <a:pt x="188578" y="210026"/>
                  <a:pt x="188578" y="194906"/>
                </a:cubicBezTo>
                <a:cubicBezTo>
                  <a:pt x="188578" y="181963"/>
                  <a:pt x="197592" y="171086"/>
                  <a:pt x="209672" y="168222"/>
                </a:cubicBezTo>
                <a:lnTo>
                  <a:pt x="209672" y="161156"/>
                </a:lnTo>
                <a:cubicBezTo>
                  <a:pt x="209672" y="157661"/>
                  <a:pt x="212504" y="154828"/>
                  <a:pt x="216000" y="154828"/>
                </a:cubicBezTo>
                <a:close/>
                <a:moveTo>
                  <a:pt x="215999" y="142171"/>
                </a:moveTo>
                <a:cubicBezTo>
                  <a:pt x="175290" y="142171"/>
                  <a:pt x="142171" y="175290"/>
                  <a:pt x="142171" y="215999"/>
                </a:cubicBezTo>
                <a:cubicBezTo>
                  <a:pt x="142171" y="256709"/>
                  <a:pt x="175290" y="289828"/>
                  <a:pt x="215999" y="289828"/>
                </a:cubicBezTo>
                <a:cubicBezTo>
                  <a:pt x="256709" y="289828"/>
                  <a:pt x="289828" y="256709"/>
                  <a:pt x="289828" y="215999"/>
                </a:cubicBezTo>
                <a:cubicBezTo>
                  <a:pt x="289828" y="175290"/>
                  <a:pt x="256709" y="142171"/>
                  <a:pt x="215999" y="142171"/>
                </a:cubicBezTo>
                <a:close/>
                <a:moveTo>
                  <a:pt x="215999" y="129515"/>
                </a:moveTo>
                <a:cubicBezTo>
                  <a:pt x="263687" y="129515"/>
                  <a:pt x="302484" y="168311"/>
                  <a:pt x="302484" y="215999"/>
                </a:cubicBezTo>
                <a:cubicBezTo>
                  <a:pt x="302484" y="263687"/>
                  <a:pt x="263687" y="302484"/>
                  <a:pt x="215999" y="302484"/>
                </a:cubicBezTo>
                <a:cubicBezTo>
                  <a:pt x="168311" y="302484"/>
                  <a:pt x="129515" y="263687"/>
                  <a:pt x="129515" y="215999"/>
                </a:cubicBezTo>
                <a:cubicBezTo>
                  <a:pt x="129515" y="168311"/>
                  <a:pt x="168311" y="129515"/>
                  <a:pt x="215999" y="129515"/>
                </a:cubicBezTo>
                <a:close/>
                <a:moveTo>
                  <a:pt x="346362" y="66734"/>
                </a:moveTo>
                <a:cubicBezTo>
                  <a:pt x="341477" y="66734"/>
                  <a:pt x="336592" y="68561"/>
                  <a:pt x="332938" y="72215"/>
                </a:cubicBezTo>
                <a:cubicBezTo>
                  <a:pt x="325620" y="79532"/>
                  <a:pt x="325620" y="91744"/>
                  <a:pt x="332938" y="99061"/>
                </a:cubicBezTo>
                <a:cubicBezTo>
                  <a:pt x="340340" y="106464"/>
                  <a:pt x="352385" y="106464"/>
                  <a:pt x="359786" y="99061"/>
                </a:cubicBezTo>
                <a:cubicBezTo>
                  <a:pt x="367104" y="91744"/>
                  <a:pt x="367104" y="79532"/>
                  <a:pt x="359786" y="72215"/>
                </a:cubicBezTo>
                <a:cubicBezTo>
                  <a:pt x="356133" y="68561"/>
                  <a:pt x="351247" y="66734"/>
                  <a:pt x="346362" y="66734"/>
                </a:cubicBezTo>
                <a:close/>
                <a:moveTo>
                  <a:pt x="85638" y="66733"/>
                </a:moveTo>
                <a:cubicBezTo>
                  <a:pt x="80753" y="66733"/>
                  <a:pt x="75868" y="68560"/>
                  <a:pt x="72214" y="72214"/>
                </a:cubicBezTo>
                <a:cubicBezTo>
                  <a:pt x="64896" y="79531"/>
                  <a:pt x="64896" y="91744"/>
                  <a:pt x="72214" y="99060"/>
                </a:cubicBezTo>
                <a:cubicBezTo>
                  <a:pt x="79616" y="106463"/>
                  <a:pt x="91660" y="106463"/>
                  <a:pt x="99062" y="99060"/>
                </a:cubicBezTo>
                <a:cubicBezTo>
                  <a:pt x="106381" y="91744"/>
                  <a:pt x="106379" y="79531"/>
                  <a:pt x="99062" y="72213"/>
                </a:cubicBezTo>
                <a:cubicBezTo>
                  <a:pt x="95409" y="68560"/>
                  <a:pt x="90523" y="66733"/>
                  <a:pt x="85638" y="66733"/>
                </a:cubicBezTo>
                <a:close/>
                <a:moveTo>
                  <a:pt x="85638" y="54011"/>
                </a:moveTo>
                <a:cubicBezTo>
                  <a:pt x="93741" y="54011"/>
                  <a:pt x="101843" y="57096"/>
                  <a:pt x="108011" y="63264"/>
                </a:cubicBezTo>
                <a:cubicBezTo>
                  <a:pt x="118500" y="73752"/>
                  <a:pt x="120265" y="90704"/>
                  <a:pt x="112041" y="103090"/>
                </a:cubicBezTo>
                <a:lnTo>
                  <a:pt x="141552" y="132601"/>
                </a:lnTo>
                <a:cubicBezTo>
                  <a:pt x="146977" y="127754"/>
                  <a:pt x="152877" y="123427"/>
                  <a:pt x="159167" y="119707"/>
                </a:cubicBezTo>
                <a:cubicBezTo>
                  <a:pt x="162176" y="117928"/>
                  <a:pt x="166056" y="118925"/>
                  <a:pt x="167835" y="121932"/>
                </a:cubicBezTo>
                <a:cubicBezTo>
                  <a:pt x="169613" y="124940"/>
                  <a:pt x="168617" y="128821"/>
                  <a:pt x="165609" y="130600"/>
                </a:cubicBezTo>
                <a:cubicBezTo>
                  <a:pt x="151030" y="139222"/>
                  <a:pt x="138815" y="151513"/>
                  <a:pt x="130286" y="166145"/>
                </a:cubicBezTo>
                <a:cubicBezTo>
                  <a:pt x="121502" y="181212"/>
                  <a:pt x="116859" y="198452"/>
                  <a:pt x="116859" y="215999"/>
                </a:cubicBezTo>
                <a:cubicBezTo>
                  <a:pt x="116859" y="270666"/>
                  <a:pt x="161333" y="315140"/>
                  <a:pt x="215999" y="315140"/>
                </a:cubicBezTo>
                <a:cubicBezTo>
                  <a:pt x="224387" y="315140"/>
                  <a:pt x="232716" y="314092"/>
                  <a:pt x="240756" y="312026"/>
                </a:cubicBezTo>
                <a:cubicBezTo>
                  <a:pt x="244138" y="311151"/>
                  <a:pt x="247590" y="313192"/>
                  <a:pt x="248460" y="316578"/>
                </a:cubicBezTo>
                <a:cubicBezTo>
                  <a:pt x="249331" y="319964"/>
                  <a:pt x="247292" y="323413"/>
                  <a:pt x="243907" y="324283"/>
                </a:cubicBezTo>
                <a:cubicBezTo>
                  <a:pt x="236867" y="326093"/>
                  <a:pt x="229633" y="327209"/>
                  <a:pt x="222327" y="327619"/>
                </a:cubicBezTo>
                <a:lnTo>
                  <a:pt x="222327" y="369354"/>
                </a:lnTo>
                <a:cubicBezTo>
                  <a:pt x="236752" y="372294"/>
                  <a:pt x="247640" y="385078"/>
                  <a:pt x="247640" y="400359"/>
                </a:cubicBezTo>
                <a:cubicBezTo>
                  <a:pt x="247640" y="417806"/>
                  <a:pt x="233446" y="431999"/>
                  <a:pt x="215999" y="431999"/>
                </a:cubicBezTo>
                <a:cubicBezTo>
                  <a:pt x="198552" y="431999"/>
                  <a:pt x="184359" y="417806"/>
                  <a:pt x="184359" y="400359"/>
                </a:cubicBezTo>
                <a:cubicBezTo>
                  <a:pt x="184359" y="385078"/>
                  <a:pt x="195246" y="372294"/>
                  <a:pt x="209671" y="369354"/>
                </a:cubicBezTo>
                <a:lnTo>
                  <a:pt x="209671" y="327619"/>
                </a:lnTo>
                <a:cubicBezTo>
                  <a:pt x="183603" y="326158"/>
                  <a:pt x="159893" y="315724"/>
                  <a:pt x="141585" y="299363"/>
                </a:cubicBezTo>
                <a:lnTo>
                  <a:pt x="112041" y="328908"/>
                </a:lnTo>
                <a:cubicBezTo>
                  <a:pt x="120264" y="341294"/>
                  <a:pt x="118500" y="358246"/>
                  <a:pt x="108011" y="368734"/>
                </a:cubicBezTo>
                <a:cubicBezTo>
                  <a:pt x="95829" y="380906"/>
                  <a:pt x="75446" y="380917"/>
                  <a:pt x="63264" y="368735"/>
                </a:cubicBezTo>
                <a:cubicBezTo>
                  <a:pt x="51069" y="356538"/>
                  <a:pt x="51069" y="336185"/>
                  <a:pt x="63264" y="323988"/>
                </a:cubicBezTo>
                <a:cubicBezTo>
                  <a:pt x="74069" y="313184"/>
                  <a:pt x="90808" y="311842"/>
                  <a:pt x="103087" y="319963"/>
                </a:cubicBezTo>
                <a:lnTo>
                  <a:pt x="132636" y="290414"/>
                </a:lnTo>
                <a:cubicBezTo>
                  <a:pt x="116276" y="272105"/>
                  <a:pt x="105842" y="248395"/>
                  <a:pt x="104380" y="222327"/>
                </a:cubicBezTo>
                <a:lnTo>
                  <a:pt x="62645" y="222327"/>
                </a:lnTo>
                <a:cubicBezTo>
                  <a:pt x="59705" y="236752"/>
                  <a:pt x="46921" y="247640"/>
                  <a:pt x="31641" y="247640"/>
                </a:cubicBezTo>
                <a:cubicBezTo>
                  <a:pt x="14194" y="247640"/>
                  <a:pt x="0" y="233446"/>
                  <a:pt x="0" y="215999"/>
                </a:cubicBezTo>
                <a:cubicBezTo>
                  <a:pt x="0" y="198552"/>
                  <a:pt x="14194" y="184359"/>
                  <a:pt x="31641" y="184358"/>
                </a:cubicBezTo>
                <a:cubicBezTo>
                  <a:pt x="46921" y="184358"/>
                  <a:pt x="59705" y="195245"/>
                  <a:pt x="62645" y="209670"/>
                </a:cubicBezTo>
                <a:lnTo>
                  <a:pt x="104382" y="209670"/>
                </a:lnTo>
                <a:cubicBezTo>
                  <a:pt x="105376" y="192086"/>
                  <a:pt x="110501" y="174952"/>
                  <a:pt x="119353" y="159769"/>
                </a:cubicBezTo>
                <a:cubicBezTo>
                  <a:pt x="123151" y="153254"/>
                  <a:pt x="127599" y="147150"/>
                  <a:pt x="132602" y="141550"/>
                </a:cubicBezTo>
                <a:lnTo>
                  <a:pt x="103087" y="112035"/>
                </a:lnTo>
                <a:cubicBezTo>
                  <a:pt x="90704" y="120223"/>
                  <a:pt x="73751" y="118496"/>
                  <a:pt x="63264" y="108010"/>
                </a:cubicBezTo>
                <a:cubicBezTo>
                  <a:pt x="51069" y="95815"/>
                  <a:pt x="51068" y="75460"/>
                  <a:pt x="63264" y="63264"/>
                </a:cubicBezTo>
                <a:cubicBezTo>
                  <a:pt x="69433" y="57095"/>
                  <a:pt x="77535" y="54011"/>
                  <a:pt x="85638" y="54011"/>
                </a:cubicBezTo>
                <a:close/>
                <a:moveTo>
                  <a:pt x="216000" y="12656"/>
                </a:moveTo>
                <a:cubicBezTo>
                  <a:pt x="205532" y="12656"/>
                  <a:pt x="197016" y="21173"/>
                  <a:pt x="197016" y="31641"/>
                </a:cubicBezTo>
                <a:cubicBezTo>
                  <a:pt x="197016" y="42108"/>
                  <a:pt x="205532" y="50625"/>
                  <a:pt x="216000" y="50625"/>
                </a:cubicBezTo>
                <a:cubicBezTo>
                  <a:pt x="226468" y="50625"/>
                  <a:pt x="234984" y="42108"/>
                  <a:pt x="234984" y="31641"/>
                </a:cubicBezTo>
                <a:cubicBezTo>
                  <a:pt x="234984" y="21173"/>
                  <a:pt x="226468" y="12656"/>
                  <a:pt x="216000" y="12656"/>
                </a:cubicBezTo>
                <a:close/>
                <a:moveTo>
                  <a:pt x="216000" y="0"/>
                </a:moveTo>
                <a:cubicBezTo>
                  <a:pt x="233447" y="0"/>
                  <a:pt x="247641" y="14194"/>
                  <a:pt x="247641" y="31641"/>
                </a:cubicBezTo>
                <a:cubicBezTo>
                  <a:pt x="247641" y="46921"/>
                  <a:pt x="236753" y="59705"/>
                  <a:pt x="222328" y="62645"/>
                </a:cubicBezTo>
                <a:lnTo>
                  <a:pt x="222328" y="104380"/>
                </a:lnTo>
                <a:cubicBezTo>
                  <a:pt x="248396" y="105842"/>
                  <a:pt x="272106" y="116276"/>
                  <a:pt x="290414" y="132636"/>
                </a:cubicBezTo>
                <a:lnTo>
                  <a:pt x="319958" y="103091"/>
                </a:lnTo>
                <a:cubicBezTo>
                  <a:pt x="311734" y="90706"/>
                  <a:pt x="313499" y="73753"/>
                  <a:pt x="323988" y="63264"/>
                </a:cubicBezTo>
                <a:cubicBezTo>
                  <a:pt x="336325" y="50927"/>
                  <a:pt x="356398" y="50927"/>
                  <a:pt x="368735" y="63264"/>
                </a:cubicBezTo>
                <a:cubicBezTo>
                  <a:pt x="380931" y="75461"/>
                  <a:pt x="380931" y="95815"/>
                  <a:pt x="368735" y="108011"/>
                </a:cubicBezTo>
                <a:cubicBezTo>
                  <a:pt x="358249" y="118496"/>
                  <a:pt x="341294" y="120226"/>
                  <a:pt x="328913" y="112037"/>
                </a:cubicBezTo>
                <a:lnTo>
                  <a:pt x="299364" y="141585"/>
                </a:lnTo>
                <a:cubicBezTo>
                  <a:pt x="315724" y="159894"/>
                  <a:pt x="326158" y="183604"/>
                  <a:pt x="327620" y="209672"/>
                </a:cubicBezTo>
                <a:lnTo>
                  <a:pt x="369355" y="209672"/>
                </a:lnTo>
                <a:cubicBezTo>
                  <a:pt x="372295" y="195247"/>
                  <a:pt x="385079" y="184359"/>
                  <a:pt x="400359" y="184359"/>
                </a:cubicBezTo>
                <a:cubicBezTo>
                  <a:pt x="417806" y="184359"/>
                  <a:pt x="432000" y="198553"/>
                  <a:pt x="432000" y="216000"/>
                </a:cubicBezTo>
                <a:cubicBezTo>
                  <a:pt x="432000" y="233447"/>
                  <a:pt x="417806" y="247641"/>
                  <a:pt x="400359" y="247641"/>
                </a:cubicBezTo>
                <a:cubicBezTo>
                  <a:pt x="385079" y="247641"/>
                  <a:pt x="372295" y="236753"/>
                  <a:pt x="369355" y="222328"/>
                </a:cubicBezTo>
                <a:lnTo>
                  <a:pt x="327618" y="222328"/>
                </a:lnTo>
                <a:cubicBezTo>
                  <a:pt x="326624" y="239913"/>
                  <a:pt x="321499" y="257046"/>
                  <a:pt x="312647" y="272229"/>
                </a:cubicBezTo>
                <a:cubicBezTo>
                  <a:pt x="308849" y="278745"/>
                  <a:pt x="304401" y="284848"/>
                  <a:pt x="299398" y="290448"/>
                </a:cubicBezTo>
                <a:lnTo>
                  <a:pt x="328913" y="319964"/>
                </a:lnTo>
                <a:cubicBezTo>
                  <a:pt x="341191" y="311842"/>
                  <a:pt x="357930" y="313184"/>
                  <a:pt x="368735" y="323989"/>
                </a:cubicBezTo>
                <a:cubicBezTo>
                  <a:pt x="380931" y="336185"/>
                  <a:pt x="380931" y="356539"/>
                  <a:pt x="368735" y="368736"/>
                </a:cubicBezTo>
                <a:cubicBezTo>
                  <a:pt x="356557" y="380913"/>
                  <a:pt x="336166" y="380913"/>
                  <a:pt x="323988" y="368736"/>
                </a:cubicBezTo>
                <a:cubicBezTo>
                  <a:pt x="313499" y="358247"/>
                  <a:pt x="311734" y="341294"/>
                  <a:pt x="319958" y="328909"/>
                </a:cubicBezTo>
                <a:lnTo>
                  <a:pt x="290448" y="299398"/>
                </a:lnTo>
                <a:cubicBezTo>
                  <a:pt x="285023" y="304245"/>
                  <a:pt x="279123" y="308572"/>
                  <a:pt x="272833" y="312292"/>
                </a:cubicBezTo>
                <a:cubicBezTo>
                  <a:pt x="269864" y="314050"/>
                  <a:pt x="265920" y="313033"/>
                  <a:pt x="264165" y="310067"/>
                </a:cubicBezTo>
                <a:cubicBezTo>
                  <a:pt x="262387" y="307059"/>
                  <a:pt x="263383" y="303178"/>
                  <a:pt x="266391" y="301399"/>
                </a:cubicBezTo>
                <a:cubicBezTo>
                  <a:pt x="280970" y="292777"/>
                  <a:pt x="293185" y="280486"/>
                  <a:pt x="301714" y="265855"/>
                </a:cubicBezTo>
                <a:cubicBezTo>
                  <a:pt x="310498" y="250787"/>
                  <a:pt x="315141" y="233547"/>
                  <a:pt x="315141" y="216000"/>
                </a:cubicBezTo>
                <a:cubicBezTo>
                  <a:pt x="315141" y="161333"/>
                  <a:pt x="270667" y="116859"/>
                  <a:pt x="216001" y="116859"/>
                </a:cubicBezTo>
                <a:cubicBezTo>
                  <a:pt x="207613" y="116859"/>
                  <a:pt x="199284" y="117907"/>
                  <a:pt x="191244" y="119974"/>
                </a:cubicBezTo>
                <a:cubicBezTo>
                  <a:pt x="187860" y="120844"/>
                  <a:pt x="184410" y="118806"/>
                  <a:pt x="183540" y="115421"/>
                </a:cubicBezTo>
                <a:cubicBezTo>
                  <a:pt x="182669" y="112036"/>
                  <a:pt x="184708" y="108586"/>
                  <a:pt x="188093" y="107717"/>
                </a:cubicBezTo>
                <a:cubicBezTo>
                  <a:pt x="195133" y="105907"/>
                  <a:pt x="202367" y="104790"/>
                  <a:pt x="209672" y="104380"/>
                </a:cubicBezTo>
                <a:lnTo>
                  <a:pt x="209672" y="62645"/>
                </a:lnTo>
                <a:cubicBezTo>
                  <a:pt x="195247" y="59705"/>
                  <a:pt x="184359" y="46921"/>
                  <a:pt x="184359" y="31641"/>
                </a:cubicBezTo>
                <a:cubicBezTo>
                  <a:pt x="184359" y="14194"/>
                  <a:pt x="198553" y="0"/>
                  <a:pt x="2160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4451472" y="2381180"/>
            <a:ext cx="356818" cy="356818"/>
          </a:xfrm>
          <a:custGeom>
            <a:rect b="b" l="l" r="r" t="t"/>
            <a:pathLst>
              <a:path extrusionOk="0" h="425249" w="425248">
                <a:moveTo>
                  <a:pt x="412574" y="170853"/>
                </a:moveTo>
                <a:lnTo>
                  <a:pt x="387232" y="165856"/>
                </a:lnTo>
                <a:lnTo>
                  <a:pt x="369159" y="122232"/>
                </a:lnTo>
                <a:lnTo>
                  <a:pt x="383549" y="100777"/>
                </a:lnTo>
                <a:cubicBezTo>
                  <a:pt x="387785" y="94459"/>
                  <a:pt x="386986" y="86289"/>
                  <a:pt x="381607" y="80911"/>
                </a:cubicBezTo>
                <a:lnTo>
                  <a:pt x="344338" y="43642"/>
                </a:lnTo>
                <a:cubicBezTo>
                  <a:pt x="338961" y="38263"/>
                  <a:pt x="330791" y="37465"/>
                  <a:pt x="324472" y="41702"/>
                </a:cubicBezTo>
                <a:lnTo>
                  <a:pt x="303016" y="56090"/>
                </a:lnTo>
                <a:lnTo>
                  <a:pt x="259393" y="38017"/>
                </a:lnTo>
                <a:lnTo>
                  <a:pt x="254397" y="12676"/>
                </a:lnTo>
                <a:cubicBezTo>
                  <a:pt x="252926" y="5212"/>
                  <a:pt x="246585" y="0"/>
                  <a:pt x="238978" y="0"/>
                </a:cubicBezTo>
                <a:lnTo>
                  <a:pt x="186270" y="0"/>
                </a:lnTo>
                <a:cubicBezTo>
                  <a:pt x="178662" y="0"/>
                  <a:pt x="172322" y="5213"/>
                  <a:pt x="170852" y="12676"/>
                </a:cubicBezTo>
                <a:lnTo>
                  <a:pt x="165854" y="38017"/>
                </a:lnTo>
                <a:lnTo>
                  <a:pt x="122232" y="56090"/>
                </a:lnTo>
                <a:lnTo>
                  <a:pt x="100776" y="41702"/>
                </a:lnTo>
                <a:cubicBezTo>
                  <a:pt x="94458" y="37465"/>
                  <a:pt x="86288" y="38264"/>
                  <a:pt x="80911" y="43642"/>
                </a:cubicBezTo>
                <a:lnTo>
                  <a:pt x="43641" y="80911"/>
                </a:lnTo>
                <a:cubicBezTo>
                  <a:pt x="38262" y="86289"/>
                  <a:pt x="37464" y="94459"/>
                  <a:pt x="41701" y="100776"/>
                </a:cubicBezTo>
                <a:lnTo>
                  <a:pt x="56089" y="122232"/>
                </a:lnTo>
                <a:lnTo>
                  <a:pt x="38016" y="165855"/>
                </a:lnTo>
                <a:lnTo>
                  <a:pt x="12677" y="170852"/>
                </a:lnTo>
                <a:cubicBezTo>
                  <a:pt x="5213" y="172322"/>
                  <a:pt x="0" y="178663"/>
                  <a:pt x="0" y="186270"/>
                </a:cubicBezTo>
                <a:lnTo>
                  <a:pt x="0" y="238978"/>
                </a:lnTo>
                <a:cubicBezTo>
                  <a:pt x="0" y="246586"/>
                  <a:pt x="5213" y="252927"/>
                  <a:pt x="12676" y="254397"/>
                </a:cubicBezTo>
                <a:lnTo>
                  <a:pt x="38016" y="259393"/>
                </a:lnTo>
                <a:lnTo>
                  <a:pt x="56089" y="303017"/>
                </a:lnTo>
                <a:lnTo>
                  <a:pt x="41700" y="324473"/>
                </a:lnTo>
                <a:cubicBezTo>
                  <a:pt x="37463" y="330791"/>
                  <a:pt x="38262" y="338960"/>
                  <a:pt x="43641" y="344338"/>
                </a:cubicBezTo>
                <a:lnTo>
                  <a:pt x="80911" y="381607"/>
                </a:lnTo>
                <a:cubicBezTo>
                  <a:pt x="86289" y="386986"/>
                  <a:pt x="94458" y="387782"/>
                  <a:pt x="100776" y="383546"/>
                </a:cubicBezTo>
                <a:lnTo>
                  <a:pt x="122232" y="369158"/>
                </a:lnTo>
                <a:lnTo>
                  <a:pt x="165854" y="387231"/>
                </a:lnTo>
                <a:lnTo>
                  <a:pt x="170852" y="412573"/>
                </a:lnTo>
                <a:cubicBezTo>
                  <a:pt x="172322" y="420036"/>
                  <a:pt x="178663" y="425249"/>
                  <a:pt x="186270" y="425249"/>
                </a:cubicBezTo>
                <a:lnTo>
                  <a:pt x="238978" y="425249"/>
                </a:lnTo>
                <a:cubicBezTo>
                  <a:pt x="246586" y="425249"/>
                  <a:pt x="252926" y="420036"/>
                  <a:pt x="254397" y="412573"/>
                </a:cubicBezTo>
                <a:lnTo>
                  <a:pt x="259393" y="387231"/>
                </a:lnTo>
                <a:lnTo>
                  <a:pt x="303016" y="369158"/>
                </a:lnTo>
                <a:lnTo>
                  <a:pt x="324471" y="383546"/>
                </a:lnTo>
                <a:cubicBezTo>
                  <a:pt x="330789" y="387782"/>
                  <a:pt x="338959" y="386986"/>
                  <a:pt x="344338" y="381607"/>
                </a:cubicBezTo>
                <a:lnTo>
                  <a:pt x="381607" y="344338"/>
                </a:lnTo>
                <a:cubicBezTo>
                  <a:pt x="386987" y="338959"/>
                  <a:pt x="387785" y="330789"/>
                  <a:pt x="383548" y="324472"/>
                </a:cubicBezTo>
                <a:lnTo>
                  <a:pt x="369159" y="303017"/>
                </a:lnTo>
                <a:lnTo>
                  <a:pt x="387232" y="259393"/>
                </a:lnTo>
                <a:lnTo>
                  <a:pt x="412573" y="254397"/>
                </a:lnTo>
                <a:cubicBezTo>
                  <a:pt x="420036" y="252926"/>
                  <a:pt x="425248" y="246585"/>
                  <a:pt x="425248" y="238978"/>
                </a:cubicBezTo>
                <a:lnTo>
                  <a:pt x="425248" y="186270"/>
                </a:lnTo>
                <a:cubicBezTo>
                  <a:pt x="425248" y="178663"/>
                  <a:pt x="420036" y="172323"/>
                  <a:pt x="412574" y="170852"/>
                </a:cubicBezTo>
                <a:close/>
                <a:moveTo>
                  <a:pt x="413436" y="238979"/>
                </a:moveTo>
                <a:cubicBezTo>
                  <a:pt x="413436" y="240898"/>
                  <a:pt x="412171" y="242438"/>
                  <a:pt x="410289" y="242809"/>
                </a:cubicBezTo>
                <a:lnTo>
                  <a:pt x="381844" y="248417"/>
                </a:lnTo>
                <a:cubicBezTo>
                  <a:pt x="379905" y="248799"/>
                  <a:pt x="378286" y="250125"/>
                  <a:pt x="377530" y="251951"/>
                </a:cubicBezTo>
                <a:lnTo>
                  <a:pt x="357035" y="301419"/>
                </a:lnTo>
                <a:cubicBezTo>
                  <a:pt x="356279" y="303245"/>
                  <a:pt x="356486" y="305328"/>
                  <a:pt x="357586" y="306969"/>
                </a:cubicBezTo>
                <a:lnTo>
                  <a:pt x="373737" y="331051"/>
                </a:lnTo>
                <a:cubicBezTo>
                  <a:pt x="374807" y="332645"/>
                  <a:pt x="374612" y="334628"/>
                  <a:pt x="373256" y="335985"/>
                </a:cubicBezTo>
                <a:lnTo>
                  <a:pt x="335986" y="373255"/>
                </a:lnTo>
                <a:cubicBezTo>
                  <a:pt x="334628" y="374612"/>
                  <a:pt x="332645" y="374806"/>
                  <a:pt x="331050" y="373736"/>
                </a:cubicBezTo>
                <a:lnTo>
                  <a:pt x="306967" y="357585"/>
                </a:lnTo>
                <a:cubicBezTo>
                  <a:pt x="305327" y="356484"/>
                  <a:pt x="303243" y="356279"/>
                  <a:pt x="301417" y="357035"/>
                </a:cubicBezTo>
                <a:lnTo>
                  <a:pt x="251950" y="377529"/>
                </a:lnTo>
                <a:cubicBezTo>
                  <a:pt x="250125" y="378285"/>
                  <a:pt x="248798" y="379904"/>
                  <a:pt x="248416" y="381843"/>
                </a:cubicBezTo>
                <a:lnTo>
                  <a:pt x="242808" y="410288"/>
                </a:lnTo>
                <a:cubicBezTo>
                  <a:pt x="242438" y="412171"/>
                  <a:pt x="240898" y="413436"/>
                  <a:pt x="238979" y="413436"/>
                </a:cubicBezTo>
                <a:lnTo>
                  <a:pt x="186270" y="413436"/>
                </a:lnTo>
                <a:cubicBezTo>
                  <a:pt x="184352" y="413436"/>
                  <a:pt x="182812" y="412170"/>
                  <a:pt x="182441" y="410287"/>
                </a:cubicBezTo>
                <a:lnTo>
                  <a:pt x="176832" y="381842"/>
                </a:lnTo>
                <a:cubicBezTo>
                  <a:pt x="176451" y="379903"/>
                  <a:pt x="175125" y="378284"/>
                  <a:pt x="173299" y="377528"/>
                </a:cubicBezTo>
                <a:lnTo>
                  <a:pt x="123831" y="357034"/>
                </a:lnTo>
                <a:cubicBezTo>
                  <a:pt x="123105" y="356732"/>
                  <a:pt x="122337" y="356584"/>
                  <a:pt x="121572" y="356584"/>
                </a:cubicBezTo>
                <a:cubicBezTo>
                  <a:pt x="120417" y="356584"/>
                  <a:pt x="119269" y="356922"/>
                  <a:pt x="118282" y="357585"/>
                </a:cubicBezTo>
                <a:lnTo>
                  <a:pt x="94198" y="373736"/>
                </a:lnTo>
                <a:cubicBezTo>
                  <a:pt x="92603" y="374806"/>
                  <a:pt x="90621" y="374612"/>
                  <a:pt x="89264" y="373255"/>
                </a:cubicBezTo>
                <a:lnTo>
                  <a:pt x="51994" y="335985"/>
                </a:lnTo>
                <a:cubicBezTo>
                  <a:pt x="50638" y="334628"/>
                  <a:pt x="50444" y="332645"/>
                  <a:pt x="51513" y="331050"/>
                </a:cubicBezTo>
                <a:lnTo>
                  <a:pt x="67663" y="306968"/>
                </a:lnTo>
                <a:cubicBezTo>
                  <a:pt x="68764" y="305327"/>
                  <a:pt x="68971" y="303244"/>
                  <a:pt x="68214" y="301418"/>
                </a:cubicBezTo>
                <a:lnTo>
                  <a:pt x="47720" y="251950"/>
                </a:lnTo>
                <a:cubicBezTo>
                  <a:pt x="46964" y="250124"/>
                  <a:pt x="45345" y="248798"/>
                  <a:pt x="43406" y="248416"/>
                </a:cubicBezTo>
                <a:lnTo>
                  <a:pt x="14961" y="242808"/>
                </a:lnTo>
                <a:cubicBezTo>
                  <a:pt x="13079" y="242437"/>
                  <a:pt x="11814" y="240897"/>
                  <a:pt x="11814" y="238978"/>
                </a:cubicBezTo>
                <a:lnTo>
                  <a:pt x="11814" y="186270"/>
                </a:lnTo>
                <a:cubicBezTo>
                  <a:pt x="11814" y="184351"/>
                  <a:pt x="13080" y="182812"/>
                  <a:pt x="14963" y="182441"/>
                </a:cubicBezTo>
                <a:lnTo>
                  <a:pt x="43407" y="176832"/>
                </a:lnTo>
                <a:cubicBezTo>
                  <a:pt x="45345" y="176450"/>
                  <a:pt x="46964" y="175124"/>
                  <a:pt x="47720" y="173299"/>
                </a:cubicBezTo>
                <a:lnTo>
                  <a:pt x="68214" y="123830"/>
                </a:lnTo>
                <a:cubicBezTo>
                  <a:pt x="68970" y="122005"/>
                  <a:pt x="68763" y="119921"/>
                  <a:pt x="67663" y="118280"/>
                </a:cubicBezTo>
                <a:lnTo>
                  <a:pt x="51513" y="94197"/>
                </a:lnTo>
                <a:cubicBezTo>
                  <a:pt x="50444" y="92603"/>
                  <a:pt x="50638" y="90620"/>
                  <a:pt x="51994" y="89263"/>
                </a:cubicBezTo>
                <a:lnTo>
                  <a:pt x="89264" y="51994"/>
                </a:lnTo>
                <a:cubicBezTo>
                  <a:pt x="90622" y="50638"/>
                  <a:pt x="92604" y="50444"/>
                  <a:pt x="94199" y="51512"/>
                </a:cubicBezTo>
                <a:lnTo>
                  <a:pt x="118281" y="67662"/>
                </a:lnTo>
                <a:cubicBezTo>
                  <a:pt x="119921" y="68764"/>
                  <a:pt x="122006" y="68970"/>
                  <a:pt x="123830" y="68213"/>
                </a:cubicBezTo>
                <a:lnTo>
                  <a:pt x="173299" y="47718"/>
                </a:lnTo>
                <a:cubicBezTo>
                  <a:pt x="175125" y="46962"/>
                  <a:pt x="176451" y="45343"/>
                  <a:pt x="176832" y="43404"/>
                </a:cubicBezTo>
                <a:lnTo>
                  <a:pt x="182442" y="14960"/>
                </a:lnTo>
                <a:cubicBezTo>
                  <a:pt x="182812" y="13076"/>
                  <a:pt x="184352" y="11812"/>
                  <a:pt x="186270" y="11812"/>
                </a:cubicBezTo>
                <a:lnTo>
                  <a:pt x="238979" y="11812"/>
                </a:lnTo>
                <a:cubicBezTo>
                  <a:pt x="240898" y="11812"/>
                  <a:pt x="242438" y="13076"/>
                  <a:pt x="242808" y="14960"/>
                </a:cubicBezTo>
                <a:lnTo>
                  <a:pt x="248416" y="43404"/>
                </a:lnTo>
                <a:cubicBezTo>
                  <a:pt x="248798" y="45343"/>
                  <a:pt x="250125" y="46961"/>
                  <a:pt x="251951" y="47718"/>
                </a:cubicBezTo>
                <a:lnTo>
                  <a:pt x="301419" y="68213"/>
                </a:lnTo>
                <a:cubicBezTo>
                  <a:pt x="303243" y="68969"/>
                  <a:pt x="305328" y="68762"/>
                  <a:pt x="306968" y="67662"/>
                </a:cubicBezTo>
                <a:lnTo>
                  <a:pt x="331050" y="51513"/>
                </a:lnTo>
                <a:cubicBezTo>
                  <a:pt x="332643" y="50442"/>
                  <a:pt x="334627" y="50637"/>
                  <a:pt x="335986" y="51994"/>
                </a:cubicBezTo>
                <a:lnTo>
                  <a:pt x="373256" y="89263"/>
                </a:lnTo>
                <a:cubicBezTo>
                  <a:pt x="374612" y="90620"/>
                  <a:pt x="374806" y="92603"/>
                  <a:pt x="373737" y="94198"/>
                </a:cubicBezTo>
                <a:lnTo>
                  <a:pt x="357586" y="118280"/>
                </a:lnTo>
                <a:cubicBezTo>
                  <a:pt x="356485" y="119921"/>
                  <a:pt x="356279" y="122005"/>
                  <a:pt x="357035" y="123830"/>
                </a:cubicBezTo>
                <a:lnTo>
                  <a:pt x="377530" y="173299"/>
                </a:lnTo>
                <a:cubicBezTo>
                  <a:pt x="378286" y="175125"/>
                  <a:pt x="379905" y="176450"/>
                  <a:pt x="381843" y="176832"/>
                </a:cubicBezTo>
                <a:lnTo>
                  <a:pt x="410288" y="182441"/>
                </a:lnTo>
                <a:cubicBezTo>
                  <a:pt x="412171" y="182812"/>
                  <a:pt x="413436" y="184351"/>
                  <a:pt x="413436" y="186270"/>
                </a:cubicBezTo>
                <a:lnTo>
                  <a:pt x="413436" y="238978"/>
                </a:lnTo>
                <a:close/>
                <a:moveTo>
                  <a:pt x="212624" y="68646"/>
                </a:moveTo>
                <a:cubicBezTo>
                  <a:pt x="133233" y="68646"/>
                  <a:pt x="68644" y="133235"/>
                  <a:pt x="68644" y="212626"/>
                </a:cubicBezTo>
                <a:cubicBezTo>
                  <a:pt x="68644" y="292017"/>
                  <a:pt x="133233" y="356606"/>
                  <a:pt x="212624" y="356606"/>
                </a:cubicBezTo>
                <a:cubicBezTo>
                  <a:pt x="292015" y="356606"/>
                  <a:pt x="356604" y="292017"/>
                  <a:pt x="356604" y="212626"/>
                </a:cubicBezTo>
                <a:cubicBezTo>
                  <a:pt x="356604" y="133235"/>
                  <a:pt x="292015" y="68646"/>
                  <a:pt x="212624" y="68646"/>
                </a:cubicBezTo>
                <a:close/>
                <a:moveTo>
                  <a:pt x="212624" y="344793"/>
                </a:moveTo>
                <a:cubicBezTo>
                  <a:pt x="139747" y="344793"/>
                  <a:pt x="80457" y="285502"/>
                  <a:pt x="80457" y="212625"/>
                </a:cubicBezTo>
                <a:cubicBezTo>
                  <a:pt x="80457" y="139748"/>
                  <a:pt x="139747" y="80457"/>
                  <a:pt x="212624" y="80457"/>
                </a:cubicBezTo>
                <a:cubicBezTo>
                  <a:pt x="285501" y="80457"/>
                  <a:pt x="344792" y="139748"/>
                  <a:pt x="344792" y="212625"/>
                </a:cubicBezTo>
                <a:cubicBezTo>
                  <a:pt x="344792" y="285502"/>
                  <a:pt x="285501" y="344793"/>
                  <a:pt x="212624" y="344793"/>
                </a:cubicBezTo>
                <a:close/>
                <a:moveTo>
                  <a:pt x="262757" y="108876"/>
                </a:moveTo>
                <a:lnTo>
                  <a:pt x="162490" y="108876"/>
                </a:lnTo>
                <a:cubicBezTo>
                  <a:pt x="155021" y="108876"/>
                  <a:pt x="148596" y="112585"/>
                  <a:pt x="144863" y="119053"/>
                </a:cubicBezTo>
                <a:lnTo>
                  <a:pt x="114985" y="170800"/>
                </a:lnTo>
                <a:cubicBezTo>
                  <a:pt x="114466" y="171698"/>
                  <a:pt x="114194" y="172716"/>
                  <a:pt x="114194" y="173753"/>
                </a:cubicBezTo>
                <a:lnTo>
                  <a:pt x="114194" y="184117"/>
                </a:lnTo>
                <a:cubicBezTo>
                  <a:pt x="114194" y="193541"/>
                  <a:pt x="118584" y="201876"/>
                  <a:pt x="125666" y="207083"/>
                </a:cubicBezTo>
                <a:lnTo>
                  <a:pt x="125666" y="286875"/>
                </a:lnTo>
                <a:cubicBezTo>
                  <a:pt x="125666" y="296421"/>
                  <a:pt x="133433" y="304188"/>
                  <a:pt x="142979" y="304188"/>
                </a:cubicBezTo>
                <a:lnTo>
                  <a:pt x="282270" y="304188"/>
                </a:lnTo>
                <a:cubicBezTo>
                  <a:pt x="291815" y="304188"/>
                  <a:pt x="299583" y="296421"/>
                  <a:pt x="299583" y="286875"/>
                </a:cubicBezTo>
                <a:lnTo>
                  <a:pt x="299583" y="207083"/>
                </a:lnTo>
                <a:cubicBezTo>
                  <a:pt x="306664" y="201876"/>
                  <a:pt x="311055" y="193541"/>
                  <a:pt x="311055" y="184117"/>
                </a:cubicBezTo>
                <a:lnTo>
                  <a:pt x="311055" y="173753"/>
                </a:lnTo>
                <a:cubicBezTo>
                  <a:pt x="311055" y="172716"/>
                  <a:pt x="310783" y="171698"/>
                  <a:pt x="310264" y="170800"/>
                </a:cubicBezTo>
                <a:lnTo>
                  <a:pt x="280387" y="119052"/>
                </a:lnTo>
                <a:cubicBezTo>
                  <a:pt x="276652" y="112585"/>
                  <a:pt x="270227" y="108875"/>
                  <a:pt x="262758" y="108875"/>
                </a:cubicBezTo>
                <a:close/>
                <a:moveTo>
                  <a:pt x="270156" y="124959"/>
                </a:moveTo>
                <a:lnTo>
                  <a:pt x="294918" y="167847"/>
                </a:lnTo>
                <a:lnTo>
                  <a:pt x="263037" y="167847"/>
                </a:lnTo>
                <a:lnTo>
                  <a:pt x="246066" y="120688"/>
                </a:lnTo>
                <a:lnTo>
                  <a:pt x="262756" y="120688"/>
                </a:lnTo>
                <a:cubicBezTo>
                  <a:pt x="265937" y="120688"/>
                  <a:pt x="268565" y="122205"/>
                  <a:pt x="270155" y="124959"/>
                </a:cubicBezTo>
                <a:close/>
                <a:moveTo>
                  <a:pt x="285668" y="200558"/>
                </a:moveTo>
                <a:cubicBezTo>
                  <a:pt x="284469" y="200789"/>
                  <a:pt x="283240" y="200906"/>
                  <a:pt x="282017" y="200906"/>
                </a:cubicBezTo>
                <a:cubicBezTo>
                  <a:pt x="274681" y="200906"/>
                  <a:pt x="268043" y="196758"/>
                  <a:pt x="264792" y="190255"/>
                </a:cubicBezTo>
                <a:lnTo>
                  <a:pt x="264792" y="179660"/>
                </a:lnTo>
                <a:lnTo>
                  <a:pt x="299242" y="179660"/>
                </a:lnTo>
                <a:lnTo>
                  <a:pt x="299242" y="184117"/>
                </a:lnTo>
                <a:cubicBezTo>
                  <a:pt x="299242" y="192257"/>
                  <a:pt x="293660" y="199018"/>
                  <a:pt x="285668" y="200558"/>
                </a:cubicBezTo>
                <a:close/>
                <a:moveTo>
                  <a:pt x="126006" y="184117"/>
                </a:moveTo>
                <a:lnTo>
                  <a:pt x="126006" y="179660"/>
                </a:lnTo>
                <a:lnTo>
                  <a:pt x="160456" y="179660"/>
                </a:lnTo>
                <a:lnTo>
                  <a:pt x="160456" y="190255"/>
                </a:lnTo>
                <a:cubicBezTo>
                  <a:pt x="157206" y="196757"/>
                  <a:pt x="150567" y="200906"/>
                  <a:pt x="143232" y="200906"/>
                </a:cubicBezTo>
                <a:cubicBezTo>
                  <a:pt x="142008" y="200906"/>
                  <a:pt x="140780" y="200789"/>
                  <a:pt x="139581" y="200558"/>
                </a:cubicBezTo>
                <a:cubicBezTo>
                  <a:pt x="131588" y="199018"/>
                  <a:pt x="126006" y="192257"/>
                  <a:pt x="126006" y="184117"/>
                </a:cubicBezTo>
                <a:close/>
                <a:moveTo>
                  <a:pt x="172268" y="179660"/>
                </a:moveTo>
                <a:lnTo>
                  <a:pt x="206717" y="179660"/>
                </a:lnTo>
                <a:lnTo>
                  <a:pt x="206717" y="190255"/>
                </a:lnTo>
                <a:cubicBezTo>
                  <a:pt x="203468" y="196757"/>
                  <a:pt x="196829" y="200905"/>
                  <a:pt x="189493" y="200905"/>
                </a:cubicBezTo>
                <a:cubicBezTo>
                  <a:pt x="182156" y="200905"/>
                  <a:pt x="175519" y="196757"/>
                  <a:pt x="172268" y="190254"/>
                </a:cubicBezTo>
                <a:lnTo>
                  <a:pt x="172268" y="179659"/>
                </a:lnTo>
                <a:close/>
                <a:moveTo>
                  <a:pt x="206717" y="167847"/>
                </a:moveTo>
                <a:lnTo>
                  <a:pt x="174764" y="167847"/>
                </a:lnTo>
                <a:lnTo>
                  <a:pt x="191733" y="120688"/>
                </a:lnTo>
                <a:lnTo>
                  <a:pt x="206717" y="120688"/>
                </a:lnTo>
                <a:close/>
                <a:moveTo>
                  <a:pt x="218530" y="120688"/>
                </a:moveTo>
                <a:lnTo>
                  <a:pt x="233514" y="120688"/>
                </a:lnTo>
                <a:lnTo>
                  <a:pt x="250483" y="167847"/>
                </a:lnTo>
                <a:lnTo>
                  <a:pt x="218530" y="167847"/>
                </a:lnTo>
                <a:close/>
                <a:moveTo>
                  <a:pt x="218530" y="179660"/>
                </a:moveTo>
                <a:lnTo>
                  <a:pt x="252979" y="179660"/>
                </a:lnTo>
                <a:lnTo>
                  <a:pt x="252979" y="190255"/>
                </a:lnTo>
                <a:cubicBezTo>
                  <a:pt x="249729" y="196757"/>
                  <a:pt x="243090" y="200906"/>
                  <a:pt x="235755" y="200906"/>
                </a:cubicBezTo>
                <a:cubicBezTo>
                  <a:pt x="228419" y="200906"/>
                  <a:pt x="221780" y="196758"/>
                  <a:pt x="218530" y="190255"/>
                </a:cubicBezTo>
                <a:close/>
                <a:moveTo>
                  <a:pt x="155092" y="124959"/>
                </a:moveTo>
                <a:cubicBezTo>
                  <a:pt x="156682" y="122205"/>
                  <a:pt x="159309" y="120687"/>
                  <a:pt x="162490" y="120687"/>
                </a:cubicBezTo>
                <a:lnTo>
                  <a:pt x="179180" y="120687"/>
                </a:lnTo>
                <a:lnTo>
                  <a:pt x="162210" y="167846"/>
                </a:lnTo>
                <a:lnTo>
                  <a:pt x="130331" y="167846"/>
                </a:lnTo>
                <a:lnTo>
                  <a:pt x="155093" y="124958"/>
                </a:lnTo>
                <a:close/>
                <a:moveTo>
                  <a:pt x="202184" y="292375"/>
                </a:moveTo>
                <a:lnTo>
                  <a:pt x="168972" y="292375"/>
                </a:lnTo>
                <a:lnTo>
                  <a:pt x="168972" y="241923"/>
                </a:lnTo>
                <a:lnTo>
                  <a:pt x="202184" y="241923"/>
                </a:lnTo>
                <a:close/>
                <a:moveTo>
                  <a:pt x="282269" y="292375"/>
                </a:moveTo>
                <a:lnTo>
                  <a:pt x="213996" y="292375"/>
                </a:lnTo>
                <a:lnTo>
                  <a:pt x="213996" y="236017"/>
                </a:lnTo>
                <a:cubicBezTo>
                  <a:pt x="213996" y="232755"/>
                  <a:pt x="211352" y="230111"/>
                  <a:pt x="208090" y="230111"/>
                </a:cubicBezTo>
                <a:lnTo>
                  <a:pt x="163066" y="230111"/>
                </a:lnTo>
                <a:cubicBezTo>
                  <a:pt x="159804" y="230111"/>
                  <a:pt x="157159" y="232755"/>
                  <a:pt x="157159" y="236017"/>
                </a:cubicBezTo>
                <a:lnTo>
                  <a:pt x="157159" y="292375"/>
                </a:lnTo>
                <a:lnTo>
                  <a:pt x="142979" y="292375"/>
                </a:lnTo>
                <a:cubicBezTo>
                  <a:pt x="139945" y="292375"/>
                  <a:pt x="137478" y="289907"/>
                  <a:pt x="137478" y="286874"/>
                </a:cubicBezTo>
                <a:lnTo>
                  <a:pt x="137478" y="212178"/>
                </a:lnTo>
                <a:cubicBezTo>
                  <a:pt x="139370" y="212534"/>
                  <a:pt x="141305" y="212717"/>
                  <a:pt x="143231" y="212717"/>
                </a:cubicBezTo>
                <a:cubicBezTo>
                  <a:pt x="152221" y="212717"/>
                  <a:pt x="160570" y="208859"/>
                  <a:pt x="166361" y="202404"/>
                </a:cubicBezTo>
                <a:cubicBezTo>
                  <a:pt x="172153" y="208859"/>
                  <a:pt x="180502" y="212717"/>
                  <a:pt x="189492" y="212717"/>
                </a:cubicBezTo>
                <a:cubicBezTo>
                  <a:pt x="198482" y="212717"/>
                  <a:pt x="206832" y="208859"/>
                  <a:pt x="212622" y="202404"/>
                </a:cubicBezTo>
                <a:cubicBezTo>
                  <a:pt x="218414" y="208859"/>
                  <a:pt x="226764" y="212717"/>
                  <a:pt x="235754" y="212717"/>
                </a:cubicBezTo>
                <a:cubicBezTo>
                  <a:pt x="244744" y="212717"/>
                  <a:pt x="253093" y="208859"/>
                  <a:pt x="258884" y="202404"/>
                </a:cubicBezTo>
                <a:cubicBezTo>
                  <a:pt x="264676" y="208859"/>
                  <a:pt x="273025" y="212717"/>
                  <a:pt x="282015" y="212717"/>
                </a:cubicBezTo>
                <a:cubicBezTo>
                  <a:pt x="283942" y="212717"/>
                  <a:pt x="285876" y="212534"/>
                  <a:pt x="287768" y="212178"/>
                </a:cubicBezTo>
                <a:lnTo>
                  <a:pt x="287768" y="286874"/>
                </a:lnTo>
                <a:cubicBezTo>
                  <a:pt x="287768" y="289907"/>
                  <a:pt x="285301" y="292375"/>
                  <a:pt x="282267" y="292375"/>
                </a:cubicBezTo>
                <a:close/>
                <a:moveTo>
                  <a:pt x="233152" y="230112"/>
                </a:moveTo>
                <a:lnTo>
                  <a:pt x="268613" y="230112"/>
                </a:lnTo>
                <a:lnTo>
                  <a:pt x="268613" y="241924"/>
                </a:lnTo>
                <a:lnTo>
                  <a:pt x="233152" y="241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18"/>
          <p:cNvSpPr txBox="1"/>
          <p:nvPr>
            <p:ph type="title"/>
          </p:nvPr>
        </p:nvSpPr>
        <p:spPr>
          <a:xfrm>
            <a:off x="387821" y="282613"/>
            <a:ext cx="8368363" cy="409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None/>
            </a:pPr>
            <a:r>
              <a:rPr b="1" lang="en-US"/>
              <a:t>Business Expansion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19"/>
          <p:cNvGrpSpPr/>
          <p:nvPr/>
        </p:nvGrpSpPr>
        <p:grpSpPr>
          <a:xfrm>
            <a:off x="2535612" y="2953729"/>
            <a:ext cx="790575" cy="790575"/>
            <a:chOff x="2535612" y="3447602"/>
            <a:chExt cx="790575" cy="790575"/>
          </a:xfrm>
        </p:grpSpPr>
        <p:sp>
          <p:nvSpPr>
            <p:cNvPr id="217" name="Google Shape;217;p19"/>
            <p:cNvSpPr/>
            <p:nvPr/>
          </p:nvSpPr>
          <p:spPr>
            <a:xfrm>
              <a:off x="2535612" y="3447602"/>
              <a:ext cx="790575" cy="790575"/>
            </a:xfrm>
            <a:custGeom>
              <a:rect b="b" l="l" r="r" t="t"/>
              <a:pathLst>
                <a:path extrusionOk="0" h="790575" w="790575">
                  <a:moveTo>
                    <a:pt x="396897" y="0"/>
                  </a:moveTo>
                  <a:lnTo>
                    <a:pt x="419186" y="686"/>
                  </a:lnTo>
                  <a:lnTo>
                    <a:pt x="441484" y="2534"/>
                  </a:lnTo>
                  <a:lnTo>
                    <a:pt x="446075" y="3677"/>
                  </a:lnTo>
                  <a:lnTo>
                    <a:pt x="450447" y="5753"/>
                  </a:lnTo>
                  <a:lnTo>
                    <a:pt x="453895" y="8744"/>
                  </a:lnTo>
                  <a:lnTo>
                    <a:pt x="457105" y="11963"/>
                  </a:lnTo>
                  <a:lnTo>
                    <a:pt x="459181" y="16107"/>
                  </a:lnTo>
                  <a:lnTo>
                    <a:pt x="460553" y="20707"/>
                  </a:lnTo>
                  <a:lnTo>
                    <a:pt x="460781" y="25537"/>
                  </a:lnTo>
                  <a:lnTo>
                    <a:pt x="460781" y="35662"/>
                  </a:lnTo>
                  <a:lnTo>
                    <a:pt x="461934" y="45330"/>
                  </a:lnTo>
                  <a:lnTo>
                    <a:pt x="464230" y="54988"/>
                  </a:lnTo>
                  <a:lnTo>
                    <a:pt x="467220" y="64199"/>
                  </a:lnTo>
                  <a:lnTo>
                    <a:pt x="471354" y="72933"/>
                  </a:lnTo>
                  <a:lnTo>
                    <a:pt x="476412" y="81220"/>
                  </a:lnTo>
                  <a:lnTo>
                    <a:pt x="482384" y="88583"/>
                  </a:lnTo>
                  <a:lnTo>
                    <a:pt x="489280" y="95717"/>
                  </a:lnTo>
                  <a:lnTo>
                    <a:pt x="496872" y="101698"/>
                  </a:lnTo>
                  <a:lnTo>
                    <a:pt x="505139" y="106994"/>
                  </a:lnTo>
                  <a:lnTo>
                    <a:pt x="514102" y="111357"/>
                  </a:lnTo>
                  <a:lnTo>
                    <a:pt x="523294" y="114586"/>
                  </a:lnTo>
                  <a:lnTo>
                    <a:pt x="532714" y="116653"/>
                  </a:lnTo>
                  <a:lnTo>
                    <a:pt x="542373" y="117805"/>
                  </a:lnTo>
                  <a:lnTo>
                    <a:pt x="552250" y="117577"/>
                  </a:lnTo>
                  <a:lnTo>
                    <a:pt x="562137" y="116196"/>
                  </a:lnTo>
                  <a:lnTo>
                    <a:pt x="571786" y="114119"/>
                  </a:lnTo>
                  <a:lnTo>
                    <a:pt x="580977" y="110900"/>
                  </a:lnTo>
                  <a:lnTo>
                    <a:pt x="589940" y="106756"/>
                  </a:lnTo>
                  <a:lnTo>
                    <a:pt x="598218" y="101927"/>
                  </a:lnTo>
                  <a:lnTo>
                    <a:pt x="605800" y="95945"/>
                  </a:lnTo>
                  <a:lnTo>
                    <a:pt x="612924" y="89506"/>
                  </a:lnTo>
                  <a:lnTo>
                    <a:pt x="616601" y="86049"/>
                  </a:lnTo>
                  <a:lnTo>
                    <a:pt x="620506" y="83753"/>
                  </a:lnTo>
                  <a:lnTo>
                    <a:pt x="624878" y="82372"/>
                  </a:lnTo>
                  <a:lnTo>
                    <a:pt x="629469" y="82144"/>
                  </a:lnTo>
                  <a:lnTo>
                    <a:pt x="634298" y="82601"/>
                  </a:lnTo>
                  <a:lnTo>
                    <a:pt x="638661" y="84439"/>
                  </a:lnTo>
                  <a:lnTo>
                    <a:pt x="642804" y="86973"/>
                  </a:lnTo>
                  <a:lnTo>
                    <a:pt x="659806" y="101241"/>
                  </a:lnTo>
                  <a:lnTo>
                    <a:pt x="675665" y="116653"/>
                  </a:lnTo>
                  <a:lnTo>
                    <a:pt x="691067" y="132988"/>
                  </a:lnTo>
                  <a:lnTo>
                    <a:pt x="705545" y="150019"/>
                  </a:lnTo>
                  <a:lnTo>
                    <a:pt x="707841" y="154162"/>
                  </a:lnTo>
                  <a:lnTo>
                    <a:pt x="709679" y="158525"/>
                  </a:lnTo>
                  <a:lnTo>
                    <a:pt x="710136" y="163135"/>
                  </a:lnTo>
                  <a:lnTo>
                    <a:pt x="709908" y="167735"/>
                  </a:lnTo>
                  <a:lnTo>
                    <a:pt x="708298" y="172336"/>
                  </a:lnTo>
                  <a:lnTo>
                    <a:pt x="706231" y="176479"/>
                  </a:lnTo>
                  <a:lnTo>
                    <a:pt x="703012" y="180156"/>
                  </a:lnTo>
                  <a:lnTo>
                    <a:pt x="696116" y="187062"/>
                  </a:lnTo>
                  <a:lnTo>
                    <a:pt x="689915" y="194882"/>
                  </a:lnTo>
                  <a:lnTo>
                    <a:pt x="685086" y="203168"/>
                  </a:lnTo>
                  <a:lnTo>
                    <a:pt x="680952" y="211684"/>
                  </a:lnTo>
                  <a:lnTo>
                    <a:pt x="677961" y="220885"/>
                  </a:lnTo>
                  <a:lnTo>
                    <a:pt x="675665" y="230086"/>
                  </a:lnTo>
                  <a:lnTo>
                    <a:pt x="674751" y="239754"/>
                  </a:lnTo>
                  <a:lnTo>
                    <a:pt x="674513" y="249183"/>
                  </a:lnTo>
                  <a:lnTo>
                    <a:pt x="675665" y="258842"/>
                  </a:lnTo>
                  <a:lnTo>
                    <a:pt x="677732" y="268281"/>
                  </a:lnTo>
                  <a:lnTo>
                    <a:pt x="680723" y="277711"/>
                  </a:lnTo>
                  <a:lnTo>
                    <a:pt x="685314" y="287150"/>
                  </a:lnTo>
                  <a:lnTo>
                    <a:pt x="691296" y="295894"/>
                  </a:lnTo>
                  <a:lnTo>
                    <a:pt x="697725" y="303943"/>
                  </a:lnTo>
                  <a:lnTo>
                    <a:pt x="705317" y="310848"/>
                  </a:lnTo>
                  <a:lnTo>
                    <a:pt x="713127" y="317287"/>
                  </a:lnTo>
                  <a:lnTo>
                    <a:pt x="722090" y="322355"/>
                  </a:lnTo>
                  <a:lnTo>
                    <a:pt x="731510" y="326260"/>
                  </a:lnTo>
                  <a:lnTo>
                    <a:pt x="741855" y="329479"/>
                  </a:lnTo>
                  <a:lnTo>
                    <a:pt x="752199" y="331327"/>
                  </a:lnTo>
                  <a:lnTo>
                    <a:pt x="762771" y="332013"/>
                  </a:lnTo>
                  <a:lnTo>
                    <a:pt x="767591" y="332470"/>
                  </a:lnTo>
                  <a:lnTo>
                    <a:pt x="772420" y="333851"/>
                  </a:lnTo>
                  <a:lnTo>
                    <a:pt x="777011" y="336156"/>
                  </a:lnTo>
                  <a:lnTo>
                    <a:pt x="781155" y="338919"/>
                  </a:lnTo>
                  <a:lnTo>
                    <a:pt x="784603" y="342595"/>
                  </a:lnTo>
                  <a:lnTo>
                    <a:pt x="786898" y="346739"/>
                  </a:lnTo>
                  <a:lnTo>
                    <a:pt x="788280" y="351339"/>
                  </a:lnTo>
                  <a:lnTo>
                    <a:pt x="790118" y="373656"/>
                  </a:lnTo>
                  <a:lnTo>
                    <a:pt x="790575" y="396440"/>
                  </a:lnTo>
                  <a:lnTo>
                    <a:pt x="789889" y="418986"/>
                  </a:lnTo>
                  <a:lnTo>
                    <a:pt x="788051" y="441303"/>
                  </a:lnTo>
                  <a:lnTo>
                    <a:pt x="786898" y="446132"/>
                  </a:lnTo>
                  <a:lnTo>
                    <a:pt x="784831" y="450504"/>
                  </a:lnTo>
                  <a:lnTo>
                    <a:pt x="781841" y="453962"/>
                  </a:lnTo>
                  <a:lnTo>
                    <a:pt x="778392" y="456952"/>
                  </a:lnTo>
                  <a:lnTo>
                    <a:pt x="774259" y="459019"/>
                  </a:lnTo>
                  <a:lnTo>
                    <a:pt x="769658" y="460629"/>
                  </a:lnTo>
                  <a:lnTo>
                    <a:pt x="765067" y="460629"/>
                  </a:lnTo>
                  <a:lnTo>
                    <a:pt x="760009" y="460629"/>
                  </a:lnTo>
                  <a:lnTo>
                    <a:pt x="749437" y="461096"/>
                  </a:lnTo>
                  <a:lnTo>
                    <a:pt x="739321" y="462934"/>
                  </a:lnTo>
                  <a:lnTo>
                    <a:pt x="729672" y="466154"/>
                  </a:lnTo>
                  <a:lnTo>
                    <a:pt x="720252" y="470297"/>
                  </a:lnTo>
                  <a:lnTo>
                    <a:pt x="711518" y="475355"/>
                  </a:lnTo>
                  <a:lnTo>
                    <a:pt x="703240" y="481336"/>
                  </a:lnTo>
                  <a:lnTo>
                    <a:pt x="695887" y="488471"/>
                  </a:lnTo>
                  <a:lnTo>
                    <a:pt x="689229" y="496062"/>
                  </a:lnTo>
                  <a:lnTo>
                    <a:pt x="683714" y="504806"/>
                  </a:lnTo>
                  <a:lnTo>
                    <a:pt x="679114" y="514007"/>
                  </a:lnTo>
                  <a:lnTo>
                    <a:pt x="675665" y="523446"/>
                  </a:lnTo>
                  <a:lnTo>
                    <a:pt x="673598" y="533105"/>
                  </a:lnTo>
                  <a:lnTo>
                    <a:pt x="672675" y="542773"/>
                  </a:lnTo>
                  <a:lnTo>
                    <a:pt x="672675" y="552440"/>
                  </a:lnTo>
                  <a:lnTo>
                    <a:pt x="673598" y="562099"/>
                  </a:lnTo>
                  <a:lnTo>
                    <a:pt x="675665" y="571529"/>
                  </a:lnTo>
                  <a:lnTo>
                    <a:pt x="678885" y="580739"/>
                  </a:lnTo>
                  <a:lnTo>
                    <a:pt x="683019" y="589483"/>
                  </a:lnTo>
                  <a:lnTo>
                    <a:pt x="688076" y="597989"/>
                  </a:lnTo>
                  <a:lnTo>
                    <a:pt x="694049" y="605590"/>
                  </a:lnTo>
                  <a:lnTo>
                    <a:pt x="701402" y="612715"/>
                  </a:lnTo>
                  <a:lnTo>
                    <a:pt x="704621" y="616401"/>
                  </a:lnTo>
                  <a:lnTo>
                    <a:pt x="706688" y="620316"/>
                  </a:lnTo>
                  <a:lnTo>
                    <a:pt x="708069" y="624916"/>
                  </a:lnTo>
                  <a:lnTo>
                    <a:pt x="708298" y="629517"/>
                  </a:lnTo>
                  <a:lnTo>
                    <a:pt x="707841" y="634117"/>
                  </a:lnTo>
                  <a:lnTo>
                    <a:pt x="706231" y="638718"/>
                  </a:lnTo>
                  <a:lnTo>
                    <a:pt x="703478" y="642861"/>
                  </a:lnTo>
                  <a:lnTo>
                    <a:pt x="688991" y="659883"/>
                  </a:lnTo>
                  <a:lnTo>
                    <a:pt x="673598" y="676218"/>
                  </a:lnTo>
                  <a:lnTo>
                    <a:pt x="656825" y="691410"/>
                  </a:lnTo>
                  <a:lnTo>
                    <a:pt x="639813" y="705907"/>
                  </a:lnTo>
                  <a:lnTo>
                    <a:pt x="635680" y="708431"/>
                  </a:lnTo>
                  <a:lnTo>
                    <a:pt x="631308" y="710041"/>
                  </a:lnTo>
                  <a:lnTo>
                    <a:pt x="626716" y="710508"/>
                  </a:lnTo>
                  <a:lnTo>
                    <a:pt x="622116" y="710279"/>
                  </a:lnTo>
                  <a:lnTo>
                    <a:pt x="617525" y="708898"/>
                  </a:lnTo>
                  <a:lnTo>
                    <a:pt x="613620" y="706822"/>
                  </a:lnTo>
                  <a:lnTo>
                    <a:pt x="609705" y="703602"/>
                  </a:lnTo>
                  <a:lnTo>
                    <a:pt x="603047" y="696697"/>
                  </a:lnTo>
                  <a:lnTo>
                    <a:pt x="595455" y="690943"/>
                  </a:lnTo>
                  <a:lnTo>
                    <a:pt x="586959" y="686114"/>
                  </a:lnTo>
                  <a:lnTo>
                    <a:pt x="578225" y="681971"/>
                  </a:lnTo>
                  <a:lnTo>
                    <a:pt x="569033" y="678980"/>
                  </a:lnTo>
                  <a:lnTo>
                    <a:pt x="559375" y="676685"/>
                  </a:lnTo>
                  <a:lnTo>
                    <a:pt x="549726" y="675532"/>
                  </a:lnTo>
                  <a:lnTo>
                    <a:pt x="540077" y="675303"/>
                  </a:lnTo>
                  <a:lnTo>
                    <a:pt x="530419" y="676218"/>
                  </a:lnTo>
                  <a:lnTo>
                    <a:pt x="520998" y="678294"/>
                  </a:lnTo>
                  <a:lnTo>
                    <a:pt x="512035" y="681285"/>
                  </a:lnTo>
                  <a:lnTo>
                    <a:pt x="502148" y="685886"/>
                  </a:lnTo>
                  <a:lnTo>
                    <a:pt x="493185" y="691639"/>
                  </a:lnTo>
                  <a:lnTo>
                    <a:pt x="485146" y="698544"/>
                  </a:lnTo>
                  <a:lnTo>
                    <a:pt x="477793" y="706136"/>
                  </a:lnTo>
                  <a:lnTo>
                    <a:pt x="471583" y="714651"/>
                  </a:lnTo>
                  <a:lnTo>
                    <a:pt x="466534" y="723852"/>
                  </a:lnTo>
                  <a:lnTo>
                    <a:pt x="462391" y="733739"/>
                  </a:lnTo>
                  <a:lnTo>
                    <a:pt x="459867" y="743864"/>
                  </a:lnTo>
                  <a:lnTo>
                    <a:pt x="458029" y="754685"/>
                  </a:lnTo>
                  <a:lnTo>
                    <a:pt x="457800" y="765496"/>
                  </a:lnTo>
                  <a:lnTo>
                    <a:pt x="457343" y="771020"/>
                  </a:lnTo>
                  <a:lnTo>
                    <a:pt x="455505" y="776078"/>
                  </a:lnTo>
                  <a:lnTo>
                    <a:pt x="452514" y="780679"/>
                  </a:lnTo>
                  <a:lnTo>
                    <a:pt x="448380" y="784365"/>
                  </a:lnTo>
                  <a:lnTo>
                    <a:pt x="443779" y="786660"/>
                  </a:lnTo>
                  <a:lnTo>
                    <a:pt x="438264" y="788270"/>
                  </a:lnTo>
                  <a:lnTo>
                    <a:pt x="416433" y="789889"/>
                  </a:lnTo>
                  <a:lnTo>
                    <a:pt x="394602" y="790575"/>
                  </a:lnTo>
                  <a:lnTo>
                    <a:pt x="372075" y="789889"/>
                  </a:lnTo>
                  <a:lnTo>
                    <a:pt x="349320" y="788041"/>
                  </a:lnTo>
                  <a:lnTo>
                    <a:pt x="344500" y="786660"/>
                  </a:lnTo>
                  <a:lnTo>
                    <a:pt x="340357" y="784822"/>
                  </a:lnTo>
                  <a:lnTo>
                    <a:pt x="336680" y="781831"/>
                  </a:lnTo>
                  <a:lnTo>
                    <a:pt x="333470" y="778383"/>
                  </a:lnTo>
                  <a:lnTo>
                    <a:pt x="331394" y="774240"/>
                  </a:lnTo>
                  <a:lnTo>
                    <a:pt x="330022" y="769639"/>
                  </a:lnTo>
                  <a:lnTo>
                    <a:pt x="329794" y="764810"/>
                  </a:lnTo>
                  <a:lnTo>
                    <a:pt x="329794" y="754913"/>
                  </a:lnTo>
                  <a:lnTo>
                    <a:pt x="328641" y="745017"/>
                  </a:lnTo>
                  <a:lnTo>
                    <a:pt x="326574" y="735587"/>
                  </a:lnTo>
                  <a:lnTo>
                    <a:pt x="323355" y="726376"/>
                  </a:lnTo>
                  <a:lnTo>
                    <a:pt x="319221" y="717642"/>
                  </a:lnTo>
                  <a:lnTo>
                    <a:pt x="313934" y="709355"/>
                  </a:lnTo>
                  <a:lnTo>
                    <a:pt x="308191" y="701993"/>
                  </a:lnTo>
                  <a:lnTo>
                    <a:pt x="301295" y="694858"/>
                  </a:lnTo>
                  <a:lnTo>
                    <a:pt x="293703" y="688877"/>
                  </a:lnTo>
                  <a:lnTo>
                    <a:pt x="285436" y="683581"/>
                  </a:lnTo>
                  <a:lnTo>
                    <a:pt x="276473" y="679218"/>
                  </a:lnTo>
                  <a:lnTo>
                    <a:pt x="267281" y="675761"/>
                  </a:lnTo>
                  <a:lnTo>
                    <a:pt x="257861" y="673922"/>
                  </a:lnTo>
                  <a:lnTo>
                    <a:pt x="248202" y="672770"/>
                  </a:lnTo>
                  <a:lnTo>
                    <a:pt x="238325" y="672998"/>
                  </a:lnTo>
                  <a:lnTo>
                    <a:pt x="228438" y="674380"/>
                  </a:lnTo>
                  <a:lnTo>
                    <a:pt x="218789" y="676456"/>
                  </a:lnTo>
                  <a:lnTo>
                    <a:pt x="209598" y="679675"/>
                  </a:lnTo>
                  <a:lnTo>
                    <a:pt x="200635" y="683581"/>
                  </a:lnTo>
                  <a:lnTo>
                    <a:pt x="192357" y="688648"/>
                  </a:lnTo>
                  <a:lnTo>
                    <a:pt x="184774" y="694401"/>
                  </a:lnTo>
                  <a:lnTo>
                    <a:pt x="177650" y="701069"/>
                  </a:lnTo>
                  <a:lnTo>
                    <a:pt x="174203" y="704526"/>
                  </a:lnTo>
                  <a:lnTo>
                    <a:pt x="170066" y="706822"/>
                  </a:lnTo>
                  <a:lnTo>
                    <a:pt x="165469" y="708203"/>
                  </a:lnTo>
                  <a:lnTo>
                    <a:pt x="160873" y="708431"/>
                  </a:lnTo>
                  <a:lnTo>
                    <a:pt x="156277" y="707974"/>
                  </a:lnTo>
                  <a:lnTo>
                    <a:pt x="151909" y="706136"/>
                  </a:lnTo>
                  <a:lnTo>
                    <a:pt x="147773" y="703602"/>
                  </a:lnTo>
                  <a:lnTo>
                    <a:pt x="130767" y="689105"/>
                  </a:lnTo>
                  <a:lnTo>
                    <a:pt x="114679" y="673922"/>
                  </a:lnTo>
                  <a:lnTo>
                    <a:pt x="99512" y="657358"/>
                  </a:lnTo>
                  <a:lnTo>
                    <a:pt x="85033" y="640328"/>
                  </a:lnTo>
                  <a:lnTo>
                    <a:pt x="82735" y="636184"/>
                  </a:lnTo>
                  <a:lnTo>
                    <a:pt x="81126" y="631812"/>
                  </a:lnTo>
                  <a:lnTo>
                    <a:pt x="80437" y="627212"/>
                  </a:lnTo>
                  <a:lnTo>
                    <a:pt x="80666" y="622611"/>
                  </a:lnTo>
                  <a:lnTo>
                    <a:pt x="82275" y="618239"/>
                  </a:lnTo>
                  <a:lnTo>
                    <a:pt x="84343" y="614096"/>
                  </a:lnTo>
                  <a:lnTo>
                    <a:pt x="87561" y="610419"/>
                  </a:lnTo>
                  <a:lnTo>
                    <a:pt x="94456" y="603513"/>
                  </a:lnTo>
                  <a:lnTo>
                    <a:pt x="100431" y="595693"/>
                  </a:lnTo>
                  <a:lnTo>
                    <a:pt x="105487" y="587407"/>
                  </a:lnTo>
                  <a:lnTo>
                    <a:pt x="109623" y="578891"/>
                  </a:lnTo>
                  <a:lnTo>
                    <a:pt x="112611" y="569690"/>
                  </a:lnTo>
                  <a:lnTo>
                    <a:pt x="114909" y="560261"/>
                  </a:lnTo>
                  <a:lnTo>
                    <a:pt x="115829" y="550821"/>
                  </a:lnTo>
                  <a:lnTo>
                    <a:pt x="116058" y="541163"/>
                  </a:lnTo>
                  <a:lnTo>
                    <a:pt x="114909" y="531733"/>
                  </a:lnTo>
                  <a:lnTo>
                    <a:pt x="112841" y="522065"/>
                  </a:lnTo>
                  <a:lnTo>
                    <a:pt x="109623" y="512864"/>
                  </a:lnTo>
                  <a:lnTo>
                    <a:pt x="105027" y="503196"/>
                  </a:lnTo>
                  <a:lnTo>
                    <a:pt x="99051" y="494224"/>
                  </a:lnTo>
                  <a:lnTo>
                    <a:pt x="92387" y="485937"/>
                  </a:lnTo>
                  <a:lnTo>
                    <a:pt x="84803" y="479041"/>
                  </a:lnTo>
                  <a:lnTo>
                    <a:pt x="76759" y="472592"/>
                  </a:lnTo>
                  <a:lnTo>
                    <a:pt x="67796" y="467535"/>
                  </a:lnTo>
                  <a:lnTo>
                    <a:pt x="58604" y="463391"/>
                  </a:lnTo>
                  <a:lnTo>
                    <a:pt x="48721" y="460629"/>
                  </a:lnTo>
                  <a:lnTo>
                    <a:pt x="38610" y="459019"/>
                  </a:lnTo>
                  <a:lnTo>
                    <a:pt x="28267" y="458562"/>
                  </a:lnTo>
                  <a:lnTo>
                    <a:pt x="23441" y="458105"/>
                  </a:lnTo>
                  <a:lnTo>
                    <a:pt x="18385" y="456724"/>
                  </a:lnTo>
                  <a:lnTo>
                    <a:pt x="13789" y="454419"/>
                  </a:lnTo>
                  <a:lnTo>
                    <a:pt x="9422" y="451656"/>
                  </a:lnTo>
                  <a:lnTo>
                    <a:pt x="5975" y="447980"/>
                  </a:lnTo>
                  <a:lnTo>
                    <a:pt x="3677" y="443608"/>
                  </a:lnTo>
                  <a:lnTo>
                    <a:pt x="2528" y="439007"/>
                  </a:lnTo>
                  <a:lnTo>
                    <a:pt x="460" y="416452"/>
                  </a:lnTo>
                  <a:lnTo>
                    <a:pt x="0" y="394364"/>
                  </a:lnTo>
                  <a:lnTo>
                    <a:pt x="0" y="394135"/>
                  </a:lnTo>
                  <a:lnTo>
                    <a:pt x="460" y="371589"/>
                  </a:lnTo>
                  <a:lnTo>
                    <a:pt x="2757" y="349272"/>
                  </a:lnTo>
                  <a:lnTo>
                    <a:pt x="3677" y="344443"/>
                  </a:lnTo>
                  <a:lnTo>
                    <a:pt x="5516" y="340300"/>
                  </a:lnTo>
                  <a:lnTo>
                    <a:pt x="8273" y="336842"/>
                  </a:lnTo>
                  <a:lnTo>
                    <a:pt x="11721" y="333623"/>
                  </a:lnTo>
                  <a:lnTo>
                    <a:pt x="15628" y="331556"/>
                  </a:lnTo>
                  <a:lnTo>
                    <a:pt x="20224" y="330175"/>
                  </a:lnTo>
                  <a:lnTo>
                    <a:pt x="25280" y="329717"/>
                  </a:lnTo>
                  <a:lnTo>
                    <a:pt x="36771" y="329251"/>
                  </a:lnTo>
                  <a:lnTo>
                    <a:pt x="47802" y="327412"/>
                  </a:lnTo>
                  <a:lnTo>
                    <a:pt x="58604" y="324421"/>
                  </a:lnTo>
                  <a:lnTo>
                    <a:pt x="68486" y="320278"/>
                  </a:lnTo>
                  <a:lnTo>
                    <a:pt x="77909" y="315220"/>
                  </a:lnTo>
                  <a:lnTo>
                    <a:pt x="86412" y="309239"/>
                  </a:lnTo>
                  <a:lnTo>
                    <a:pt x="93996" y="302104"/>
                  </a:lnTo>
                  <a:lnTo>
                    <a:pt x="100890" y="294513"/>
                  </a:lnTo>
                  <a:lnTo>
                    <a:pt x="106636" y="285769"/>
                  </a:lnTo>
                  <a:lnTo>
                    <a:pt x="111462" y="276330"/>
                  </a:lnTo>
                  <a:lnTo>
                    <a:pt x="114679" y="266900"/>
                  </a:lnTo>
                  <a:lnTo>
                    <a:pt x="116977" y="257470"/>
                  </a:lnTo>
                  <a:lnTo>
                    <a:pt x="118126" y="247802"/>
                  </a:lnTo>
                  <a:lnTo>
                    <a:pt x="118126" y="238135"/>
                  </a:lnTo>
                  <a:lnTo>
                    <a:pt x="116977" y="228476"/>
                  </a:lnTo>
                  <a:lnTo>
                    <a:pt x="114909" y="219046"/>
                  </a:lnTo>
                  <a:lnTo>
                    <a:pt x="111692" y="209836"/>
                  </a:lnTo>
                  <a:lnTo>
                    <a:pt x="107555" y="201092"/>
                  </a:lnTo>
                  <a:lnTo>
                    <a:pt x="102499" y="192586"/>
                  </a:lnTo>
                  <a:lnTo>
                    <a:pt x="96294" y="184985"/>
                  </a:lnTo>
                  <a:lnTo>
                    <a:pt x="89169" y="177622"/>
                  </a:lnTo>
                  <a:lnTo>
                    <a:pt x="86182" y="173945"/>
                  </a:lnTo>
                  <a:lnTo>
                    <a:pt x="83884" y="170031"/>
                  </a:lnTo>
                  <a:lnTo>
                    <a:pt x="82505" y="165659"/>
                  </a:lnTo>
                  <a:lnTo>
                    <a:pt x="82275" y="161058"/>
                  </a:lnTo>
                  <a:lnTo>
                    <a:pt x="82735" y="156458"/>
                  </a:lnTo>
                  <a:lnTo>
                    <a:pt x="84343" y="151857"/>
                  </a:lnTo>
                  <a:lnTo>
                    <a:pt x="87101" y="147714"/>
                  </a:lnTo>
                  <a:lnTo>
                    <a:pt x="101579" y="130454"/>
                  </a:lnTo>
                  <a:lnTo>
                    <a:pt x="116977" y="114357"/>
                  </a:lnTo>
                  <a:lnTo>
                    <a:pt x="133524" y="99165"/>
                  </a:lnTo>
                  <a:lnTo>
                    <a:pt x="150990" y="84668"/>
                  </a:lnTo>
                  <a:lnTo>
                    <a:pt x="155127" y="81915"/>
                  </a:lnTo>
                  <a:lnTo>
                    <a:pt x="159494" y="80534"/>
                  </a:lnTo>
                  <a:lnTo>
                    <a:pt x="164090" y="79839"/>
                  </a:lnTo>
                  <a:lnTo>
                    <a:pt x="168687" y="80296"/>
                  </a:lnTo>
                  <a:lnTo>
                    <a:pt x="172824" y="81677"/>
                  </a:lnTo>
                  <a:lnTo>
                    <a:pt x="176960" y="83753"/>
                  </a:lnTo>
                  <a:lnTo>
                    <a:pt x="180637" y="86973"/>
                  </a:lnTo>
                  <a:lnTo>
                    <a:pt x="187762" y="93878"/>
                  </a:lnTo>
                  <a:lnTo>
                    <a:pt x="195120" y="99632"/>
                  </a:lnTo>
                  <a:lnTo>
                    <a:pt x="203616" y="104461"/>
                  </a:lnTo>
                  <a:lnTo>
                    <a:pt x="212350" y="108604"/>
                  </a:lnTo>
                  <a:lnTo>
                    <a:pt x="221542" y="111595"/>
                  </a:lnTo>
                  <a:lnTo>
                    <a:pt x="231200" y="113890"/>
                  </a:lnTo>
                  <a:lnTo>
                    <a:pt x="240849" y="115043"/>
                  </a:lnTo>
                  <a:lnTo>
                    <a:pt x="250498" y="115043"/>
                  </a:lnTo>
                  <a:lnTo>
                    <a:pt x="260156" y="114357"/>
                  </a:lnTo>
                  <a:lnTo>
                    <a:pt x="269577" y="112281"/>
                  </a:lnTo>
                  <a:lnTo>
                    <a:pt x="278540" y="109290"/>
                  </a:lnTo>
                  <a:lnTo>
                    <a:pt x="288188" y="104689"/>
                  </a:lnTo>
                  <a:lnTo>
                    <a:pt x="297151" y="98936"/>
                  </a:lnTo>
                  <a:lnTo>
                    <a:pt x="305429" y="91802"/>
                  </a:lnTo>
                  <a:lnTo>
                    <a:pt x="312782" y="84439"/>
                  </a:lnTo>
                  <a:lnTo>
                    <a:pt x="318754" y="75695"/>
                  </a:lnTo>
                  <a:lnTo>
                    <a:pt x="324040" y="66494"/>
                  </a:lnTo>
                  <a:lnTo>
                    <a:pt x="327955" y="56836"/>
                  </a:lnTo>
                  <a:lnTo>
                    <a:pt x="330937" y="46711"/>
                  </a:lnTo>
                  <a:lnTo>
                    <a:pt x="332546" y="35890"/>
                  </a:lnTo>
                  <a:lnTo>
                    <a:pt x="332775" y="25079"/>
                  </a:lnTo>
                  <a:lnTo>
                    <a:pt x="333232" y="19326"/>
                  </a:lnTo>
                  <a:lnTo>
                    <a:pt x="335309" y="14268"/>
                  </a:lnTo>
                  <a:lnTo>
                    <a:pt x="338061" y="9896"/>
                  </a:lnTo>
                  <a:lnTo>
                    <a:pt x="342195" y="6210"/>
                  </a:lnTo>
                  <a:lnTo>
                    <a:pt x="346796" y="3677"/>
                  </a:lnTo>
                  <a:lnTo>
                    <a:pt x="352311" y="2305"/>
                  </a:lnTo>
                  <a:lnTo>
                    <a:pt x="374599" y="45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8" name="Google Shape;218;p19"/>
            <p:cNvSpPr/>
            <p:nvPr/>
          </p:nvSpPr>
          <p:spPr>
            <a:xfrm>
              <a:off x="2664398" y="3576388"/>
              <a:ext cx="533002" cy="533001"/>
            </a:xfrm>
            <a:prstGeom prst="ellipse">
              <a:avLst/>
            </a:prstGeom>
            <a:gradFill>
              <a:gsLst>
                <a:gs pos="0">
                  <a:srgbClr val="3F3F3F">
                    <a:alpha val="20000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9" name="Google Shape;219;p19"/>
          <p:cNvGrpSpPr/>
          <p:nvPr/>
        </p:nvGrpSpPr>
        <p:grpSpPr>
          <a:xfrm>
            <a:off x="5890164" y="2953729"/>
            <a:ext cx="790575" cy="790575"/>
            <a:chOff x="5890164" y="3447602"/>
            <a:chExt cx="790575" cy="790575"/>
          </a:xfrm>
        </p:grpSpPr>
        <p:sp>
          <p:nvSpPr>
            <p:cNvPr id="220" name="Google Shape;220;p19"/>
            <p:cNvSpPr/>
            <p:nvPr/>
          </p:nvSpPr>
          <p:spPr>
            <a:xfrm>
              <a:off x="5890164" y="3447602"/>
              <a:ext cx="790575" cy="790575"/>
            </a:xfrm>
            <a:custGeom>
              <a:rect b="b" l="l" r="r" t="t"/>
              <a:pathLst>
                <a:path extrusionOk="0" h="790575" w="790575">
                  <a:moveTo>
                    <a:pt x="396897" y="0"/>
                  </a:moveTo>
                  <a:lnTo>
                    <a:pt x="419186" y="686"/>
                  </a:lnTo>
                  <a:lnTo>
                    <a:pt x="441484" y="2534"/>
                  </a:lnTo>
                  <a:lnTo>
                    <a:pt x="446075" y="3677"/>
                  </a:lnTo>
                  <a:lnTo>
                    <a:pt x="450447" y="5753"/>
                  </a:lnTo>
                  <a:lnTo>
                    <a:pt x="453895" y="8744"/>
                  </a:lnTo>
                  <a:lnTo>
                    <a:pt x="457105" y="11963"/>
                  </a:lnTo>
                  <a:lnTo>
                    <a:pt x="459181" y="16107"/>
                  </a:lnTo>
                  <a:lnTo>
                    <a:pt x="460553" y="20707"/>
                  </a:lnTo>
                  <a:lnTo>
                    <a:pt x="460781" y="25537"/>
                  </a:lnTo>
                  <a:lnTo>
                    <a:pt x="460781" y="35662"/>
                  </a:lnTo>
                  <a:lnTo>
                    <a:pt x="461934" y="45330"/>
                  </a:lnTo>
                  <a:lnTo>
                    <a:pt x="464230" y="54988"/>
                  </a:lnTo>
                  <a:lnTo>
                    <a:pt x="467220" y="64199"/>
                  </a:lnTo>
                  <a:lnTo>
                    <a:pt x="471354" y="72933"/>
                  </a:lnTo>
                  <a:lnTo>
                    <a:pt x="476412" y="81220"/>
                  </a:lnTo>
                  <a:lnTo>
                    <a:pt x="482384" y="88583"/>
                  </a:lnTo>
                  <a:lnTo>
                    <a:pt x="489280" y="95717"/>
                  </a:lnTo>
                  <a:lnTo>
                    <a:pt x="496872" y="101698"/>
                  </a:lnTo>
                  <a:lnTo>
                    <a:pt x="505139" y="106994"/>
                  </a:lnTo>
                  <a:lnTo>
                    <a:pt x="514102" y="111357"/>
                  </a:lnTo>
                  <a:lnTo>
                    <a:pt x="523294" y="114586"/>
                  </a:lnTo>
                  <a:lnTo>
                    <a:pt x="532714" y="116653"/>
                  </a:lnTo>
                  <a:lnTo>
                    <a:pt x="542373" y="117805"/>
                  </a:lnTo>
                  <a:lnTo>
                    <a:pt x="552250" y="117577"/>
                  </a:lnTo>
                  <a:lnTo>
                    <a:pt x="562137" y="116196"/>
                  </a:lnTo>
                  <a:lnTo>
                    <a:pt x="571786" y="114119"/>
                  </a:lnTo>
                  <a:lnTo>
                    <a:pt x="580977" y="110900"/>
                  </a:lnTo>
                  <a:lnTo>
                    <a:pt x="589940" y="106756"/>
                  </a:lnTo>
                  <a:lnTo>
                    <a:pt x="598218" y="101927"/>
                  </a:lnTo>
                  <a:lnTo>
                    <a:pt x="605800" y="95945"/>
                  </a:lnTo>
                  <a:lnTo>
                    <a:pt x="612924" y="89506"/>
                  </a:lnTo>
                  <a:lnTo>
                    <a:pt x="616601" y="86049"/>
                  </a:lnTo>
                  <a:lnTo>
                    <a:pt x="620506" y="83753"/>
                  </a:lnTo>
                  <a:lnTo>
                    <a:pt x="624878" y="82372"/>
                  </a:lnTo>
                  <a:lnTo>
                    <a:pt x="629469" y="82144"/>
                  </a:lnTo>
                  <a:lnTo>
                    <a:pt x="634298" y="82601"/>
                  </a:lnTo>
                  <a:lnTo>
                    <a:pt x="638661" y="84439"/>
                  </a:lnTo>
                  <a:lnTo>
                    <a:pt x="642804" y="86973"/>
                  </a:lnTo>
                  <a:lnTo>
                    <a:pt x="659806" y="101241"/>
                  </a:lnTo>
                  <a:lnTo>
                    <a:pt x="675665" y="116653"/>
                  </a:lnTo>
                  <a:lnTo>
                    <a:pt x="691067" y="132988"/>
                  </a:lnTo>
                  <a:lnTo>
                    <a:pt x="705545" y="150019"/>
                  </a:lnTo>
                  <a:lnTo>
                    <a:pt x="707841" y="154162"/>
                  </a:lnTo>
                  <a:lnTo>
                    <a:pt x="709679" y="158525"/>
                  </a:lnTo>
                  <a:lnTo>
                    <a:pt x="710136" y="163135"/>
                  </a:lnTo>
                  <a:lnTo>
                    <a:pt x="709908" y="167735"/>
                  </a:lnTo>
                  <a:lnTo>
                    <a:pt x="708298" y="172336"/>
                  </a:lnTo>
                  <a:lnTo>
                    <a:pt x="706231" y="176479"/>
                  </a:lnTo>
                  <a:lnTo>
                    <a:pt x="703012" y="180156"/>
                  </a:lnTo>
                  <a:lnTo>
                    <a:pt x="696116" y="187062"/>
                  </a:lnTo>
                  <a:lnTo>
                    <a:pt x="689915" y="194882"/>
                  </a:lnTo>
                  <a:lnTo>
                    <a:pt x="685086" y="203168"/>
                  </a:lnTo>
                  <a:lnTo>
                    <a:pt x="680952" y="211684"/>
                  </a:lnTo>
                  <a:lnTo>
                    <a:pt x="677961" y="220885"/>
                  </a:lnTo>
                  <a:lnTo>
                    <a:pt x="675665" y="230086"/>
                  </a:lnTo>
                  <a:lnTo>
                    <a:pt x="674751" y="239754"/>
                  </a:lnTo>
                  <a:lnTo>
                    <a:pt x="674513" y="249183"/>
                  </a:lnTo>
                  <a:lnTo>
                    <a:pt x="675665" y="258842"/>
                  </a:lnTo>
                  <a:lnTo>
                    <a:pt x="677732" y="268281"/>
                  </a:lnTo>
                  <a:lnTo>
                    <a:pt x="680723" y="277711"/>
                  </a:lnTo>
                  <a:lnTo>
                    <a:pt x="685314" y="287150"/>
                  </a:lnTo>
                  <a:lnTo>
                    <a:pt x="691296" y="295894"/>
                  </a:lnTo>
                  <a:lnTo>
                    <a:pt x="697725" y="303943"/>
                  </a:lnTo>
                  <a:lnTo>
                    <a:pt x="705317" y="310848"/>
                  </a:lnTo>
                  <a:lnTo>
                    <a:pt x="713127" y="317287"/>
                  </a:lnTo>
                  <a:lnTo>
                    <a:pt x="722090" y="322355"/>
                  </a:lnTo>
                  <a:lnTo>
                    <a:pt x="731510" y="326260"/>
                  </a:lnTo>
                  <a:lnTo>
                    <a:pt x="741855" y="329479"/>
                  </a:lnTo>
                  <a:lnTo>
                    <a:pt x="752199" y="331327"/>
                  </a:lnTo>
                  <a:lnTo>
                    <a:pt x="762771" y="332013"/>
                  </a:lnTo>
                  <a:lnTo>
                    <a:pt x="767591" y="332470"/>
                  </a:lnTo>
                  <a:lnTo>
                    <a:pt x="772420" y="333851"/>
                  </a:lnTo>
                  <a:lnTo>
                    <a:pt x="777011" y="336156"/>
                  </a:lnTo>
                  <a:lnTo>
                    <a:pt x="781155" y="338919"/>
                  </a:lnTo>
                  <a:lnTo>
                    <a:pt x="784603" y="342595"/>
                  </a:lnTo>
                  <a:lnTo>
                    <a:pt x="786898" y="346739"/>
                  </a:lnTo>
                  <a:lnTo>
                    <a:pt x="788280" y="351339"/>
                  </a:lnTo>
                  <a:lnTo>
                    <a:pt x="790118" y="373656"/>
                  </a:lnTo>
                  <a:lnTo>
                    <a:pt x="790575" y="396440"/>
                  </a:lnTo>
                  <a:lnTo>
                    <a:pt x="789889" y="418986"/>
                  </a:lnTo>
                  <a:lnTo>
                    <a:pt x="788051" y="441303"/>
                  </a:lnTo>
                  <a:lnTo>
                    <a:pt x="786898" y="446132"/>
                  </a:lnTo>
                  <a:lnTo>
                    <a:pt x="784831" y="450504"/>
                  </a:lnTo>
                  <a:lnTo>
                    <a:pt x="781841" y="453962"/>
                  </a:lnTo>
                  <a:lnTo>
                    <a:pt x="778392" y="456952"/>
                  </a:lnTo>
                  <a:lnTo>
                    <a:pt x="774259" y="459019"/>
                  </a:lnTo>
                  <a:lnTo>
                    <a:pt x="769658" y="460629"/>
                  </a:lnTo>
                  <a:lnTo>
                    <a:pt x="765067" y="460629"/>
                  </a:lnTo>
                  <a:lnTo>
                    <a:pt x="760009" y="460629"/>
                  </a:lnTo>
                  <a:lnTo>
                    <a:pt x="749437" y="461096"/>
                  </a:lnTo>
                  <a:lnTo>
                    <a:pt x="739321" y="462934"/>
                  </a:lnTo>
                  <a:lnTo>
                    <a:pt x="729672" y="466154"/>
                  </a:lnTo>
                  <a:lnTo>
                    <a:pt x="720252" y="470297"/>
                  </a:lnTo>
                  <a:lnTo>
                    <a:pt x="711518" y="475355"/>
                  </a:lnTo>
                  <a:lnTo>
                    <a:pt x="703240" y="481336"/>
                  </a:lnTo>
                  <a:lnTo>
                    <a:pt x="695887" y="488471"/>
                  </a:lnTo>
                  <a:lnTo>
                    <a:pt x="689229" y="496062"/>
                  </a:lnTo>
                  <a:lnTo>
                    <a:pt x="683714" y="504806"/>
                  </a:lnTo>
                  <a:lnTo>
                    <a:pt x="679114" y="514007"/>
                  </a:lnTo>
                  <a:lnTo>
                    <a:pt x="675665" y="523446"/>
                  </a:lnTo>
                  <a:lnTo>
                    <a:pt x="673598" y="533105"/>
                  </a:lnTo>
                  <a:lnTo>
                    <a:pt x="672675" y="542773"/>
                  </a:lnTo>
                  <a:lnTo>
                    <a:pt x="672675" y="552440"/>
                  </a:lnTo>
                  <a:lnTo>
                    <a:pt x="673598" y="562099"/>
                  </a:lnTo>
                  <a:lnTo>
                    <a:pt x="675665" y="571529"/>
                  </a:lnTo>
                  <a:lnTo>
                    <a:pt x="678885" y="580739"/>
                  </a:lnTo>
                  <a:lnTo>
                    <a:pt x="683019" y="589483"/>
                  </a:lnTo>
                  <a:lnTo>
                    <a:pt x="688076" y="597989"/>
                  </a:lnTo>
                  <a:lnTo>
                    <a:pt x="694049" y="605590"/>
                  </a:lnTo>
                  <a:lnTo>
                    <a:pt x="701402" y="612715"/>
                  </a:lnTo>
                  <a:lnTo>
                    <a:pt x="704621" y="616401"/>
                  </a:lnTo>
                  <a:lnTo>
                    <a:pt x="706688" y="620316"/>
                  </a:lnTo>
                  <a:lnTo>
                    <a:pt x="708069" y="624916"/>
                  </a:lnTo>
                  <a:lnTo>
                    <a:pt x="708298" y="629517"/>
                  </a:lnTo>
                  <a:lnTo>
                    <a:pt x="707841" y="634117"/>
                  </a:lnTo>
                  <a:lnTo>
                    <a:pt x="706231" y="638718"/>
                  </a:lnTo>
                  <a:lnTo>
                    <a:pt x="703478" y="642861"/>
                  </a:lnTo>
                  <a:lnTo>
                    <a:pt x="688991" y="659883"/>
                  </a:lnTo>
                  <a:lnTo>
                    <a:pt x="673598" y="676218"/>
                  </a:lnTo>
                  <a:lnTo>
                    <a:pt x="656825" y="691410"/>
                  </a:lnTo>
                  <a:lnTo>
                    <a:pt x="639813" y="705907"/>
                  </a:lnTo>
                  <a:lnTo>
                    <a:pt x="635680" y="708431"/>
                  </a:lnTo>
                  <a:lnTo>
                    <a:pt x="631308" y="710041"/>
                  </a:lnTo>
                  <a:lnTo>
                    <a:pt x="626716" y="710508"/>
                  </a:lnTo>
                  <a:lnTo>
                    <a:pt x="622116" y="710279"/>
                  </a:lnTo>
                  <a:lnTo>
                    <a:pt x="617525" y="708898"/>
                  </a:lnTo>
                  <a:lnTo>
                    <a:pt x="613620" y="706822"/>
                  </a:lnTo>
                  <a:lnTo>
                    <a:pt x="609705" y="703602"/>
                  </a:lnTo>
                  <a:lnTo>
                    <a:pt x="603047" y="696697"/>
                  </a:lnTo>
                  <a:lnTo>
                    <a:pt x="595455" y="690943"/>
                  </a:lnTo>
                  <a:lnTo>
                    <a:pt x="586959" y="686114"/>
                  </a:lnTo>
                  <a:lnTo>
                    <a:pt x="578225" y="681971"/>
                  </a:lnTo>
                  <a:lnTo>
                    <a:pt x="569033" y="678980"/>
                  </a:lnTo>
                  <a:lnTo>
                    <a:pt x="559375" y="676685"/>
                  </a:lnTo>
                  <a:lnTo>
                    <a:pt x="549726" y="675532"/>
                  </a:lnTo>
                  <a:lnTo>
                    <a:pt x="540077" y="675303"/>
                  </a:lnTo>
                  <a:lnTo>
                    <a:pt x="530419" y="676218"/>
                  </a:lnTo>
                  <a:lnTo>
                    <a:pt x="520998" y="678294"/>
                  </a:lnTo>
                  <a:lnTo>
                    <a:pt x="512035" y="681285"/>
                  </a:lnTo>
                  <a:lnTo>
                    <a:pt x="502148" y="685886"/>
                  </a:lnTo>
                  <a:lnTo>
                    <a:pt x="493185" y="691639"/>
                  </a:lnTo>
                  <a:lnTo>
                    <a:pt x="485146" y="698544"/>
                  </a:lnTo>
                  <a:lnTo>
                    <a:pt x="477793" y="706136"/>
                  </a:lnTo>
                  <a:lnTo>
                    <a:pt x="471583" y="714651"/>
                  </a:lnTo>
                  <a:lnTo>
                    <a:pt x="466534" y="723852"/>
                  </a:lnTo>
                  <a:lnTo>
                    <a:pt x="462391" y="733739"/>
                  </a:lnTo>
                  <a:lnTo>
                    <a:pt x="459867" y="743864"/>
                  </a:lnTo>
                  <a:lnTo>
                    <a:pt x="458029" y="754685"/>
                  </a:lnTo>
                  <a:lnTo>
                    <a:pt x="457800" y="765496"/>
                  </a:lnTo>
                  <a:lnTo>
                    <a:pt x="457343" y="771020"/>
                  </a:lnTo>
                  <a:lnTo>
                    <a:pt x="455505" y="776078"/>
                  </a:lnTo>
                  <a:lnTo>
                    <a:pt x="452514" y="780679"/>
                  </a:lnTo>
                  <a:lnTo>
                    <a:pt x="448380" y="784365"/>
                  </a:lnTo>
                  <a:lnTo>
                    <a:pt x="443779" y="786660"/>
                  </a:lnTo>
                  <a:lnTo>
                    <a:pt x="438264" y="788270"/>
                  </a:lnTo>
                  <a:lnTo>
                    <a:pt x="416433" y="789889"/>
                  </a:lnTo>
                  <a:lnTo>
                    <a:pt x="394602" y="790575"/>
                  </a:lnTo>
                  <a:lnTo>
                    <a:pt x="372075" y="789889"/>
                  </a:lnTo>
                  <a:lnTo>
                    <a:pt x="349320" y="788041"/>
                  </a:lnTo>
                  <a:lnTo>
                    <a:pt x="344500" y="786660"/>
                  </a:lnTo>
                  <a:lnTo>
                    <a:pt x="340357" y="784822"/>
                  </a:lnTo>
                  <a:lnTo>
                    <a:pt x="336680" y="781831"/>
                  </a:lnTo>
                  <a:lnTo>
                    <a:pt x="333470" y="778383"/>
                  </a:lnTo>
                  <a:lnTo>
                    <a:pt x="331394" y="774240"/>
                  </a:lnTo>
                  <a:lnTo>
                    <a:pt x="330022" y="769639"/>
                  </a:lnTo>
                  <a:lnTo>
                    <a:pt x="329794" y="764810"/>
                  </a:lnTo>
                  <a:lnTo>
                    <a:pt x="329794" y="754913"/>
                  </a:lnTo>
                  <a:lnTo>
                    <a:pt x="328641" y="745017"/>
                  </a:lnTo>
                  <a:lnTo>
                    <a:pt x="326574" y="735587"/>
                  </a:lnTo>
                  <a:lnTo>
                    <a:pt x="323355" y="726376"/>
                  </a:lnTo>
                  <a:lnTo>
                    <a:pt x="319221" y="717642"/>
                  </a:lnTo>
                  <a:lnTo>
                    <a:pt x="313934" y="709355"/>
                  </a:lnTo>
                  <a:lnTo>
                    <a:pt x="308191" y="701993"/>
                  </a:lnTo>
                  <a:lnTo>
                    <a:pt x="301295" y="694858"/>
                  </a:lnTo>
                  <a:lnTo>
                    <a:pt x="293703" y="688877"/>
                  </a:lnTo>
                  <a:lnTo>
                    <a:pt x="285436" y="683581"/>
                  </a:lnTo>
                  <a:lnTo>
                    <a:pt x="276473" y="679218"/>
                  </a:lnTo>
                  <a:lnTo>
                    <a:pt x="267281" y="675761"/>
                  </a:lnTo>
                  <a:lnTo>
                    <a:pt x="257861" y="673922"/>
                  </a:lnTo>
                  <a:lnTo>
                    <a:pt x="248202" y="672770"/>
                  </a:lnTo>
                  <a:lnTo>
                    <a:pt x="238325" y="672998"/>
                  </a:lnTo>
                  <a:lnTo>
                    <a:pt x="228438" y="674380"/>
                  </a:lnTo>
                  <a:lnTo>
                    <a:pt x="218789" y="676456"/>
                  </a:lnTo>
                  <a:lnTo>
                    <a:pt x="209598" y="679675"/>
                  </a:lnTo>
                  <a:lnTo>
                    <a:pt x="200635" y="683581"/>
                  </a:lnTo>
                  <a:lnTo>
                    <a:pt x="192357" y="688648"/>
                  </a:lnTo>
                  <a:lnTo>
                    <a:pt x="184774" y="694401"/>
                  </a:lnTo>
                  <a:lnTo>
                    <a:pt x="177650" y="701069"/>
                  </a:lnTo>
                  <a:lnTo>
                    <a:pt x="174203" y="704526"/>
                  </a:lnTo>
                  <a:lnTo>
                    <a:pt x="170066" y="706822"/>
                  </a:lnTo>
                  <a:lnTo>
                    <a:pt x="165469" y="708203"/>
                  </a:lnTo>
                  <a:lnTo>
                    <a:pt x="160873" y="708431"/>
                  </a:lnTo>
                  <a:lnTo>
                    <a:pt x="156277" y="707974"/>
                  </a:lnTo>
                  <a:lnTo>
                    <a:pt x="151909" y="706136"/>
                  </a:lnTo>
                  <a:lnTo>
                    <a:pt x="147773" y="703602"/>
                  </a:lnTo>
                  <a:lnTo>
                    <a:pt x="130767" y="689105"/>
                  </a:lnTo>
                  <a:lnTo>
                    <a:pt x="114679" y="673922"/>
                  </a:lnTo>
                  <a:lnTo>
                    <a:pt x="99512" y="657358"/>
                  </a:lnTo>
                  <a:lnTo>
                    <a:pt x="85033" y="640328"/>
                  </a:lnTo>
                  <a:lnTo>
                    <a:pt x="82735" y="636184"/>
                  </a:lnTo>
                  <a:lnTo>
                    <a:pt x="81126" y="631812"/>
                  </a:lnTo>
                  <a:lnTo>
                    <a:pt x="80437" y="627212"/>
                  </a:lnTo>
                  <a:lnTo>
                    <a:pt x="80666" y="622611"/>
                  </a:lnTo>
                  <a:lnTo>
                    <a:pt x="82275" y="618239"/>
                  </a:lnTo>
                  <a:lnTo>
                    <a:pt x="84343" y="614096"/>
                  </a:lnTo>
                  <a:lnTo>
                    <a:pt x="87561" y="610419"/>
                  </a:lnTo>
                  <a:lnTo>
                    <a:pt x="94456" y="603513"/>
                  </a:lnTo>
                  <a:lnTo>
                    <a:pt x="100431" y="595693"/>
                  </a:lnTo>
                  <a:lnTo>
                    <a:pt x="105487" y="587407"/>
                  </a:lnTo>
                  <a:lnTo>
                    <a:pt x="109623" y="578891"/>
                  </a:lnTo>
                  <a:lnTo>
                    <a:pt x="112611" y="569690"/>
                  </a:lnTo>
                  <a:lnTo>
                    <a:pt x="114909" y="560261"/>
                  </a:lnTo>
                  <a:lnTo>
                    <a:pt x="115829" y="550821"/>
                  </a:lnTo>
                  <a:lnTo>
                    <a:pt x="116058" y="541163"/>
                  </a:lnTo>
                  <a:lnTo>
                    <a:pt x="114909" y="531733"/>
                  </a:lnTo>
                  <a:lnTo>
                    <a:pt x="112841" y="522065"/>
                  </a:lnTo>
                  <a:lnTo>
                    <a:pt x="109623" y="512864"/>
                  </a:lnTo>
                  <a:lnTo>
                    <a:pt x="105027" y="503196"/>
                  </a:lnTo>
                  <a:lnTo>
                    <a:pt x="99051" y="494224"/>
                  </a:lnTo>
                  <a:lnTo>
                    <a:pt x="92387" y="485937"/>
                  </a:lnTo>
                  <a:lnTo>
                    <a:pt x="84803" y="479041"/>
                  </a:lnTo>
                  <a:lnTo>
                    <a:pt x="76759" y="472592"/>
                  </a:lnTo>
                  <a:lnTo>
                    <a:pt x="67796" y="467535"/>
                  </a:lnTo>
                  <a:lnTo>
                    <a:pt x="58604" y="463391"/>
                  </a:lnTo>
                  <a:lnTo>
                    <a:pt x="48721" y="460629"/>
                  </a:lnTo>
                  <a:lnTo>
                    <a:pt x="38610" y="459019"/>
                  </a:lnTo>
                  <a:lnTo>
                    <a:pt x="28267" y="458562"/>
                  </a:lnTo>
                  <a:lnTo>
                    <a:pt x="23441" y="458105"/>
                  </a:lnTo>
                  <a:lnTo>
                    <a:pt x="18385" y="456724"/>
                  </a:lnTo>
                  <a:lnTo>
                    <a:pt x="13789" y="454419"/>
                  </a:lnTo>
                  <a:lnTo>
                    <a:pt x="9422" y="451656"/>
                  </a:lnTo>
                  <a:lnTo>
                    <a:pt x="5975" y="447980"/>
                  </a:lnTo>
                  <a:lnTo>
                    <a:pt x="3677" y="443608"/>
                  </a:lnTo>
                  <a:lnTo>
                    <a:pt x="2528" y="439007"/>
                  </a:lnTo>
                  <a:lnTo>
                    <a:pt x="460" y="416452"/>
                  </a:lnTo>
                  <a:lnTo>
                    <a:pt x="0" y="394364"/>
                  </a:lnTo>
                  <a:lnTo>
                    <a:pt x="0" y="394135"/>
                  </a:lnTo>
                  <a:lnTo>
                    <a:pt x="460" y="371589"/>
                  </a:lnTo>
                  <a:lnTo>
                    <a:pt x="2757" y="349272"/>
                  </a:lnTo>
                  <a:lnTo>
                    <a:pt x="3677" y="344443"/>
                  </a:lnTo>
                  <a:lnTo>
                    <a:pt x="5516" y="340300"/>
                  </a:lnTo>
                  <a:lnTo>
                    <a:pt x="8273" y="336842"/>
                  </a:lnTo>
                  <a:lnTo>
                    <a:pt x="11721" y="333623"/>
                  </a:lnTo>
                  <a:lnTo>
                    <a:pt x="15628" y="331556"/>
                  </a:lnTo>
                  <a:lnTo>
                    <a:pt x="20224" y="330175"/>
                  </a:lnTo>
                  <a:lnTo>
                    <a:pt x="25280" y="329717"/>
                  </a:lnTo>
                  <a:lnTo>
                    <a:pt x="36771" y="329251"/>
                  </a:lnTo>
                  <a:lnTo>
                    <a:pt x="47802" y="327412"/>
                  </a:lnTo>
                  <a:lnTo>
                    <a:pt x="58604" y="324421"/>
                  </a:lnTo>
                  <a:lnTo>
                    <a:pt x="68486" y="320278"/>
                  </a:lnTo>
                  <a:lnTo>
                    <a:pt x="77909" y="315220"/>
                  </a:lnTo>
                  <a:lnTo>
                    <a:pt x="86412" y="309239"/>
                  </a:lnTo>
                  <a:lnTo>
                    <a:pt x="93996" y="302104"/>
                  </a:lnTo>
                  <a:lnTo>
                    <a:pt x="100890" y="294513"/>
                  </a:lnTo>
                  <a:lnTo>
                    <a:pt x="106636" y="285769"/>
                  </a:lnTo>
                  <a:lnTo>
                    <a:pt x="111462" y="276330"/>
                  </a:lnTo>
                  <a:lnTo>
                    <a:pt x="114679" y="266900"/>
                  </a:lnTo>
                  <a:lnTo>
                    <a:pt x="116977" y="257470"/>
                  </a:lnTo>
                  <a:lnTo>
                    <a:pt x="118126" y="247802"/>
                  </a:lnTo>
                  <a:lnTo>
                    <a:pt x="118126" y="238135"/>
                  </a:lnTo>
                  <a:lnTo>
                    <a:pt x="116977" y="228476"/>
                  </a:lnTo>
                  <a:lnTo>
                    <a:pt x="114909" y="219046"/>
                  </a:lnTo>
                  <a:lnTo>
                    <a:pt x="111692" y="209836"/>
                  </a:lnTo>
                  <a:lnTo>
                    <a:pt x="107555" y="201092"/>
                  </a:lnTo>
                  <a:lnTo>
                    <a:pt x="102499" y="192586"/>
                  </a:lnTo>
                  <a:lnTo>
                    <a:pt x="96294" y="184985"/>
                  </a:lnTo>
                  <a:lnTo>
                    <a:pt x="89169" y="177622"/>
                  </a:lnTo>
                  <a:lnTo>
                    <a:pt x="86182" y="173945"/>
                  </a:lnTo>
                  <a:lnTo>
                    <a:pt x="83884" y="170031"/>
                  </a:lnTo>
                  <a:lnTo>
                    <a:pt x="82505" y="165659"/>
                  </a:lnTo>
                  <a:lnTo>
                    <a:pt x="82275" y="161058"/>
                  </a:lnTo>
                  <a:lnTo>
                    <a:pt x="82735" y="156458"/>
                  </a:lnTo>
                  <a:lnTo>
                    <a:pt x="84343" y="151857"/>
                  </a:lnTo>
                  <a:lnTo>
                    <a:pt x="87101" y="147714"/>
                  </a:lnTo>
                  <a:lnTo>
                    <a:pt x="101579" y="130454"/>
                  </a:lnTo>
                  <a:lnTo>
                    <a:pt x="116977" y="114357"/>
                  </a:lnTo>
                  <a:lnTo>
                    <a:pt x="133524" y="99165"/>
                  </a:lnTo>
                  <a:lnTo>
                    <a:pt x="150990" y="84668"/>
                  </a:lnTo>
                  <a:lnTo>
                    <a:pt x="155127" y="81915"/>
                  </a:lnTo>
                  <a:lnTo>
                    <a:pt x="159494" y="80534"/>
                  </a:lnTo>
                  <a:lnTo>
                    <a:pt x="164090" y="79839"/>
                  </a:lnTo>
                  <a:lnTo>
                    <a:pt x="168687" y="80296"/>
                  </a:lnTo>
                  <a:lnTo>
                    <a:pt x="172824" y="81677"/>
                  </a:lnTo>
                  <a:lnTo>
                    <a:pt x="176960" y="83753"/>
                  </a:lnTo>
                  <a:lnTo>
                    <a:pt x="180637" y="86973"/>
                  </a:lnTo>
                  <a:lnTo>
                    <a:pt x="187762" y="93878"/>
                  </a:lnTo>
                  <a:lnTo>
                    <a:pt x="195120" y="99632"/>
                  </a:lnTo>
                  <a:lnTo>
                    <a:pt x="203616" y="104461"/>
                  </a:lnTo>
                  <a:lnTo>
                    <a:pt x="212350" y="108604"/>
                  </a:lnTo>
                  <a:lnTo>
                    <a:pt x="221542" y="111595"/>
                  </a:lnTo>
                  <a:lnTo>
                    <a:pt x="231200" y="113890"/>
                  </a:lnTo>
                  <a:lnTo>
                    <a:pt x="240849" y="115043"/>
                  </a:lnTo>
                  <a:lnTo>
                    <a:pt x="250498" y="115043"/>
                  </a:lnTo>
                  <a:lnTo>
                    <a:pt x="260156" y="114357"/>
                  </a:lnTo>
                  <a:lnTo>
                    <a:pt x="269577" y="112281"/>
                  </a:lnTo>
                  <a:lnTo>
                    <a:pt x="278540" y="109290"/>
                  </a:lnTo>
                  <a:lnTo>
                    <a:pt x="288188" y="104689"/>
                  </a:lnTo>
                  <a:lnTo>
                    <a:pt x="297151" y="98936"/>
                  </a:lnTo>
                  <a:lnTo>
                    <a:pt x="305429" y="91802"/>
                  </a:lnTo>
                  <a:lnTo>
                    <a:pt x="312782" y="84439"/>
                  </a:lnTo>
                  <a:lnTo>
                    <a:pt x="318754" y="75695"/>
                  </a:lnTo>
                  <a:lnTo>
                    <a:pt x="324040" y="66494"/>
                  </a:lnTo>
                  <a:lnTo>
                    <a:pt x="327955" y="56836"/>
                  </a:lnTo>
                  <a:lnTo>
                    <a:pt x="330937" y="46711"/>
                  </a:lnTo>
                  <a:lnTo>
                    <a:pt x="332546" y="35890"/>
                  </a:lnTo>
                  <a:lnTo>
                    <a:pt x="332775" y="25079"/>
                  </a:lnTo>
                  <a:lnTo>
                    <a:pt x="333232" y="19326"/>
                  </a:lnTo>
                  <a:lnTo>
                    <a:pt x="335309" y="14268"/>
                  </a:lnTo>
                  <a:lnTo>
                    <a:pt x="338061" y="9896"/>
                  </a:lnTo>
                  <a:lnTo>
                    <a:pt x="342195" y="6210"/>
                  </a:lnTo>
                  <a:lnTo>
                    <a:pt x="346796" y="3677"/>
                  </a:lnTo>
                  <a:lnTo>
                    <a:pt x="352311" y="2305"/>
                  </a:lnTo>
                  <a:lnTo>
                    <a:pt x="374599" y="45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1" name="Google Shape;221;p19"/>
            <p:cNvSpPr/>
            <p:nvPr/>
          </p:nvSpPr>
          <p:spPr>
            <a:xfrm>
              <a:off x="6018950" y="3576388"/>
              <a:ext cx="533002" cy="533001"/>
            </a:xfrm>
            <a:prstGeom prst="ellipse">
              <a:avLst/>
            </a:prstGeom>
            <a:gradFill>
              <a:gsLst>
                <a:gs pos="0">
                  <a:srgbClr val="3F3F3F">
                    <a:alpha val="20000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2" name="Google Shape;222;p19"/>
          <p:cNvGrpSpPr/>
          <p:nvPr/>
        </p:nvGrpSpPr>
        <p:grpSpPr>
          <a:xfrm>
            <a:off x="5346034" y="1306759"/>
            <a:ext cx="790575" cy="790575"/>
            <a:chOff x="5346034" y="1606783"/>
            <a:chExt cx="790575" cy="790575"/>
          </a:xfrm>
        </p:grpSpPr>
        <p:sp>
          <p:nvSpPr>
            <p:cNvPr id="223" name="Google Shape;223;p19"/>
            <p:cNvSpPr/>
            <p:nvPr/>
          </p:nvSpPr>
          <p:spPr>
            <a:xfrm>
              <a:off x="5346034" y="1606783"/>
              <a:ext cx="790575" cy="790575"/>
            </a:xfrm>
            <a:custGeom>
              <a:rect b="b" l="l" r="r" t="t"/>
              <a:pathLst>
                <a:path extrusionOk="0" h="790575" w="790575">
                  <a:moveTo>
                    <a:pt x="396897" y="0"/>
                  </a:moveTo>
                  <a:lnTo>
                    <a:pt x="419186" y="686"/>
                  </a:lnTo>
                  <a:lnTo>
                    <a:pt x="441484" y="2534"/>
                  </a:lnTo>
                  <a:lnTo>
                    <a:pt x="446075" y="3677"/>
                  </a:lnTo>
                  <a:lnTo>
                    <a:pt x="450447" y="5753"/>
                  </a:lnTo>
                  <a:lnTo>
                    <a:pt x="453895" y="8744"/>
                  </a:lnTo>
                  <a:lnTo>
                    <a:pt x="457105" y="11963"/>
                  </a:lnTo>
                  <a:lnTo>
                    <a:pt x="459181" y="16107"/>
                  </a:lnTo>
                  <a:lnTo>
                    <a:pt x="460553" y="20707"/>
                  </a:lnTo>
                  <a:lnTo>
                    <a:pt x="460781" y="25537"/>
                  </a:lnTo>
                  <a:lnTo>
                    <a:pt x="460781" y="35662"/>
                  </a:lnTo>
                  <a:lnTo>
                    <a:pt x="461934" y="45330"/>
                  </a:lnTo>
                  <a:lnTo>
                    <a:pt x="464230" y="54988"/>
                  </a:lnTo>
                  <a:lnTo>
                    <a:pt x="467220" y="64199"/>
                  </a:lnTo>
                  <a:lnTo>
                    <a:pt x="471354" y="72933"/>
                  </a:lnTo>
                  <a:lnTo>
                    <a:pt x="476412" y="81220"/>
                  </a:lnTo>
                  <a:lnTo>
                    <a:pt x="482384" y="88583"/>
                  </a:lnTo>
                  <a:lnTo>
                    <a:pt x="489280" y="95717"/>
                  </a:lnTo>
                  <a:lnTo>
                    <a:pt x="496872" y="101698"/>
                  </a:lnTo>
                  <a:lnTo>
                    <a:pt x="505139" y="106994"/>
                  </a:lnTo>
                  <a:lnTo>
                    <a:pt x="514102" y="111357"/>
                  </a:lnTo>
                  <a:lnTo>
                    <a:pt x="523294" y="114586"/>
                  </a:lnTo>
                  <a:lnTo>
                    <a:pt x="532714" y="116653"/>
                  </a:lnTo>
                  <a:lnTo>
                    <a:pt x="542373" y="117805"/>
                  </a:lnTo>
                  <a:lnTo>
                    <a:pt x="552250" y="117577"/>
                  </a:lnTo>
                  <a:lnTo>
                    <a:pt x="562137" y="116196"/>
                  </a:lnTo>
                  <a:lnTo>
                    <a:pt x="571786" y="114119"/>
                  </a:lnTo>
                  <a:lnTo>
                    <a:pt x="580977" y="110900"/>
                  </a:lnTo>
                  <a:lnTo>
                    <a:pt x="589940" y="106756"/>
                  </a:lnTo>
                  <a:lnTo>
                    <a:pt x="598218" y="101927"/>
                  </a:lnTo>
                  <a:lnTo>
                    <a:pt x="605800" y="95945"/>
                  </a:lnTo>
                  <a:lnTo>
                    <a:pt x="612924" y="89506"/>
                  </a:lnTo>
                  <a:lnTo>
                    <a:pt x="616601" y="86049"/>
                  </a:lnTo>
                  <a:lnTo>
                    <a:pt x="620506" y="83753"/>
                  </a:lnTo>
                  <a:lnTo>
                    <a:pt x="624878" y="82372"/>
                  </a:lnTo>
                  <a:lnTo>
                    <a:pt x="629469" y="82144"/>
                  </a:lnTo>
                  <a:lnTo>
                    <a:pt x="634298" y="82601"/>
                  </a:lnTo>
                  <a:lnTo>
                    <a:pt x="638661" y="84439"/>
                  </a:lnTo>
                  <a:lnTo>
                    <a:pt x="642804" y="86973"/>
                  </a:lnTo>
                  <a:lnTo>
                    <a:pt x="659806" y="101241"/>
                  </a:lnTo>
                  <a:lnTo>
                    <a:pt x="675665" y="116653"/>
                  </a:lnTo>
                  <a:lnTo>
                    <a:pt x="691067" y="132988"/>
                  </a:lnTo>
                  <a:lnTo>
                    <a:pt x="705545" y="150019"/>
                  </a:lnTo>
                  <a:lnTo>
                    <a:pt x="707841" y="154162"/>
                  </a:lnTo>
                  <a:lnTo>
                    <a:pt x="709679" y="158525"/>
                  </a:lnTo>
                  <a:lnTo>
                    <a:pt x="710136" y="163135"/>
                  </a:lnTo>
                  <a:lnTo>
                    <a:pt x="709908" y="167735"/>
                  </a:lnTo>
                  <a:lnTo>
                    <a:pt x="708298" y="172336"/>
                  </a:lnTo>
                  <a:lnTo>
                    <a:pt x="706231" y="176479"/>
                  </a:lnTo>
                  <a:lnTo>
                    <a:pt x="703012" y="180156"/>
                  </a:lnTo>
                  <a:lnTo>
                    <a:pt x="696116" y="187062"/>
                  </a:lnTo>
                  <a:lnTo>
                    <a:pt x="689915" y="194882"/>
                  </a:lnTo>
                  <a:lnTo>
                    <a:pt x="685086" y="203168"/>
                  </a:lnTo>
                  <a:lnTo>
                    <a:pt x="680952" y="211684"/>
                  </a:lnTo>
                  <a:lnTo>
                    <a:pt x="677961" y="220885"/>
                  </a:lnTo>
                  <a:lnTo>
                    <a:pt x="675665" y="230086"/>
                  </a:lnTo>
                  <a:lnTo>
                    <a:pt x="674751" y="239754"/>
                  </a:lnTo>
                  <a:lnTo>
                    <a:pt x="674513" y="249183"/>
                  </a:lnTo>
                  <a:lnTo>
                    <a:pt x="675665" y="258842"/>
                  </a:lnTo>
                  <a:lnTo>
                    <a:pt x="677732" y="268281"/>
                  </a:lnTo>
                  <a:lnTo>
                    <a:pt x="680723" y="277711"/>
                  </a:lnTo>
                  <a:lnTo>
                    <a:pt x="685314" y="287150"/>
                  </a:lnTo>
                  <a:lnTo>
                    <a:pt x="691296" y="295894"/>
                  </a:lnTo>
                  <a:lnTo>
                    <a:pt x="697725" y="303943"/>
                  </a:lnTo>
                  <a:lnTo>
                    <a:pt x="705317" y="310848"/>
                  </a:lnTo>
                  <a:lnTo>
                    <a:pt x="713127" y="317287"/>
                  </a:lnTo>
                  <a:lnTo>
                    <a:pt x="722090" y="322355"/>
                  </a:lnTo>
                  <a:lnTo>
                    <a:pt x="731510" y="326260"/>
                  </a:lnTo>
                  <a:lnTo>
                    <a:pt x="741855" y="329479"/>
                  </a:lnTo>
                  <a:lnTo>
                    <a:pt x="752199" y="331327"/>
                  </a:lnTo>
                  <a:lnTo>
                    <a:pt x="762771" y="332013"/>
                  </a:lnTo>
                  <a:lnTo>
                    <a:pt x="767591" y="332470"/>
                  </a:lnTo>
                  <a:lnTo>
                    <a:pt x="772420" y="333851"/>
                  </a:lnTo>
                  <a:lnTo>
                    <a:pt x="777011" y="336156"/>
                  </a:lnTo>
                  <a:lnTo>
                    <a:pt x="781155" y="338919"/>
                  </a:lnTo>
                  <a:lnTo>
                    <a:pt x="784603" y="342595"/>
                  </a:lnTo>
                  <a:lnTo>
                    <a:pt x="786898" y="346739"/>
                  </a:lnTo>
                  <a:lnTo>
                    <a:pt x="788280" y="351339"/>
                  </a:lnTo>
                  <a:lnTo>
                    <a:pt x="790118" y="373656"/>
                  </a:lnTo>
                  <a:lnTo>
                    <a:pt x="790575" y="396440"/>
                  </a:lnTo>
                  <a:lnTo>
                    <a:pt x="789889" y="418986"/>
                  </a:lnTo>
                  <a:lnTo>
                    <a:pt x="788051" y="441303"/>
                  </a:lnTo>
                  <a:lnTo>
                    <a:pt x="786898" y="446132"/>
                  </a:lnTo>
                  <a:lnTo>
                    <a:pt x="784831" y="450504"/>
                  </a:lnTo>
                  <a:lnTo>
                    <a:pt x="781841" y="453962"/>
                  </a:lnTo>
                  <a:lnTo>
                    <a:pt x="778392" y="456952"/>
                  </a:lnTo>
                  <a:lnTo>
                    <a:pt x="774259" y="459019"/>
                  </a:lnTo>
                  <a:lnTo>
                    <a:pt x="769658" y="460629"/>
                  </a:lnTo>
                  <a:lnTo>
                    <a:pt x="765067" y="460629"/>
                  </a:lnTo>
                  <a:lnTo>
                    <a:pt x="760009" y="460629"/>
                  </a:lnTo>
                  <a:lnTo>
                    <a:pt x="749437" y="461096"/>
                  </a:lnTo>
                  <a:lnTo>
                    <a:pt x="739321" y="462934"/>
                  </a:lnTo>
                  <a:lnTo>
                    <a:pt x="729672" y="466154"/>
                  </a:lnTo>
                  <a:lnTo>
                    <a:pt x="720252" y="470297"/>
                  </a:lnTo>
                  <a:lnTo>
                    <a:pt x="711518" y="475355"/>
                  </a:lnTo>
                  <a:lnTo>
                    <a:pt x="703240" y="481336"/>
                  </a:lnTo>
                  <a:lnTo>
                    <a:pt x="695887" y="488471"/>
                  </a:lnTo>
                  <a:lnTo>
                    <a:pt x="689229" y="496062"/>
                  </a:lnTo>
                  <a:lnTo>
                    <a:pt x="683714" y="504806"/>
                  </a:lnTo>
                  <a:lnTo>
                    <a:pt x="679114" y="514007"/>
                  </a:lnTo>
                  <a:lnTo>
                    <a:pt x="675665" y="523446"/>
                  </a:lnTo>
                  <a:lnTo>
                    <a:pt x="673598" y="533105"/>
                  </a:lnTo>
                  <a:lnTo>
                    <a:pt x="672675" y="542773"/>
                  </a:lnTo>
                  <a:lnTo>
                    <a:pt x="672675" y="552440"/>
                  </a:lnTo>
                  <a:lnTo>
                    <a:pt x="673598" y="562099"/>
                  </a:lnTo>
                  <a:lnTo>
                    <a:pt x="675665" y="571529"/>
                  </a:lnTo>
                  <a:lnTo>
                    <a:pt x="678885" y="580739"/>
                  </a:lnTo>
                  <a:lnTo>
                    <a:pt x="683019" y="589483"/>
                  </a:lnTo>
                  <a:lnTo>
                    <a:pt x="688076" y="597989"/>
                  </a:lnTo>
                  <a:lnTo>
                    <a:pt x="694049" y="605590"/>
                  </a:lnTo>
                  <a:lnTo>
                    <a:pt x="701402" y="612715"/>
                  </a:lnTo>
                  <a:lnTo>
                    <a:pt x="704621" y="616401"/>
                  </a:lnTo>
                  <a:lnTo>
                    <a:pt x="706688" y="620316"/>
                  </a:lnTo>
                  <a:lnTo>
                    <a:pt x="708069" y="624916"/>
                  </a:lnTo>
                  <a:lnTo>
                    <a:pt x="708298" y="629517"/>
                  </a:lnTo>
                  <a:lnTo>
                    <a:pt x="707841" y="634117"/>
                  </a:lnTo>
                  <a:lnTo>
                    <a:pt x="706231" y="638718"/>
                  </a:lnTo>
                  <a:lnTo>
                    <a:pt x="703478" y="642861"/>
                  </a:lnTo>
                  <a:lnTo>
                    <a:pt x="688991" y="659883"/>
                  </a:lnTo>
                  <a:lnTo>
                    <a:pt x="673598" y="676218"/>
                  </a:lnTo>
                  <a:lnTo>
                    <a:pt x="656825" y="691410"/>
                  </a:lnTo>
                  <a:lnTo>
                    <a:pt x="639813" y="705907"/>
                  </a:lnTo>
                  <a:lnTo>
                    <a:pt x="635680" y="708431"/>
                  </a:lnTo>
                  <a:lnTo>
                    <a:pt x="631308" y="710041"/>
                  </a:lnTo>
                  <a:lnTo>
                    <a:pt x="626716" y="710508"/>
                  </a:lnTo>
                  <a:lnTo>
                    <a:pt x="622116" y="710279"/>
                  </a:lnTo>
                  <a:lnTo>
                    <a:pt x="617525" y="708898"/>
                  </a:lnTo>
                  <a:lnTo>
                    <a:pt x="613620" y="706822"/>
                  </a:lnTo>
                  <a:lnTo>
                    <a:pt x="609705" y="703602"/>
                  </a:lnTo>
                  <a:lnTo>
                    <a:pt x="603047" y="696697"/>
                  </a:lnTo>
                  <a:lnTo>
                    <a:pt x="595455" y="690943"/>
                  </a:lnTo>
                  <a:lnTo>
                    <a:pt x="586959" y="686114"/>
                  </a:lnTo>
                  <a:lnTo>
                    <a:pt x="578225" y="681971"/>
                  </a:lnTo>
                  <a:lnTo>
                    <a:pt x="569033" y="678980"/>
                  </a:lnTo>
                  <a:lnTo>
                    <a:pt x="559375" y="676685"/>
                  </a:lnTo>
                  <a:lnTo>
                    <a:pt x="549726" y="675532"/>
                  </a:lnTo>
                  <a:lnTo>
                    <a:pt x="540077" y="675303"/>
                  </a:lnTo>
                  <a:lnTo>
                    <a:pt x="530419" y="676218"/>
                  </a:lnTo>
                  <a:lnTo>
                    <a:pt x="520998" y="678294"/>
                  </a:lnTo>
                  <a:lnTo>
                    <a:pt x="512035" y="681285"/>
                  </a:lnTo>
                  <a:lnTo>
                    <a:pt x="502148" y="685886"/>
                  </a:lnTo>
                  <a:lnTo>
                    <a:pt x="493185" y="691639"/>
                  </a:lnTo>
                  <a:lnTo>
                    <a:pt x="485146" y="698544"/>
                  </a:lnTo>
                  <a:lnTo>
                    <a:pt x="477793" y="706136"/>
                  </a:lnTo>
                  <a:lnTo>
                    <a:pt x="471583" y="714651"/>
                  </a:lnTo>
                  <a:lnTo>
                    <a:pt x="466534" y="723852"/>
                  </a:lnTo>
                  <a:lnTo>
                    <a:pt x="462391" y="733739"/>
                  </a:lnTo>
                  <a:lnTo>
                    <a:pt x="459867" y="743864"/>
                  </a:lnTo>
                  <a:lnTo>
                    <a:pt x="458029" y="754685"/>
                  </a:lnTo>
                  <a:lnTo>
                    <a:pt x="457800" y="765496"/>
                  </a:lnTo>
                  <a:lnTo>
                    <a:pt x="457343" y="771020"/>
                  </a:lnTo>
                  <a:lnTo>
                    <a:pt x="455505" y="776078"/>
                  </a:lnTo>
                  <a:lnTo>
                    <a:pt x="452514" y="780679"/>
                  </a:lnTo>
                  <a:lnTo>
                    <a:pt x="448380" y="784365"/>
                  </a:lnTo>
                  <a:lnTo>
                    <a:pt x="443779" y="786660"/>
                  </a:lnTo>
                  <a:lnTo>
                    <a:pt x="438264" y="788270"/>
                  </a:lnTo>
                  <a:lnTo>
                    <a:pt x="416433" y="789889"/>
                  </a:lnTo>
                  <a:lnTo>
                    <a:pt x="394602" y="790575"/>
                  </a:lnTo>
                  <a:lnTo>
                    <a:pt x="372075" y="789889"/>
                  </a:lnTo>
                  <a:lnTo>
                    <a:pt x="349320" y="788041"/>
                  </a:lnTo>
                  <a:lnTo>
                    <a:pt x="344500" y="786660"/>
                  </a:lnTo>
                  <a:lnTo>
                    <a:pt x="340357" y="784822"/>
                  </a:lnTo>
                  <a:lnTo>
                    <a:pt x="336680" y="781831"/>
                  </a:lnTo>
                  <a:lnTo>
                    <a:pt x="333470" y="778383"/>
                  </a:lnTo>
                  <a:lnTo>
                    <a:pt x="331394" y="774240"/>
                  </a:lnTo>
                  <a:lnTo>
                    <a:pt x="330022" y="769639"/>
                  </a:lnTo>
                  <a:lnTo>
                    <a:pt x="329794" y="764810"/>
                  </a:lnTo>
                  <a:lnTo>
                    <a:pt x="329794" y="754913"/>
                  </a:lnTo>
                  <a:lnTo>
                    <a:pt x="328641" y="745017"/>
                  </a:lnTo>
                  <a:lnTo>
                    <a:pt x="326574" y="735587"/>
                  </a:lnTo>
                  <a:lnTo>
                    <a:pt x="323355" y="726376"/>
                  </a:lnTo>
                  <a:lnTo>
                    <a:pt x="319221" y="717642"/>
                  </a:lnTo>
                  <a:lnTo>
                    <a:pt x="313934" y="709355"/>
                  </a:lnTo>
                  <a:lnTo>
                    <a:pt x="308191" y="701993"/>
                  </a:lnTo>
                  <a:lnTo>
                    <a:pt x="301295" y="694858"/>
                  </a:lnTo>
                  <a:lnTo>
                    <a:pt x="293703" y="688877"/>
                  </a:lnTo>
                  <a:lnTo>
                    <a:pt x="285436" y="683581"/>
                  </a:lnTo>
                  <a:lnTo>
                    <a:pt x="276473" y="679218"/>
                  </a:lnTo>
                  <a:lnTo>
                    <a:pt x="267281" y="675761"/>
                  </a:lnTo>
                  <a:lnTo>
                    <a:pt x="257861" y="673922"/>
                  </a:lnTo>
                  <a:lnTo>
                    <a:pt x="248202" y="672770"/>
                  </a:lnTo>
                  <a:lnTo>
                    <a:pt x="238325" y="672998"/>
                  </a:lnTo>
                  <a:lnTo>
                    <a:pt x="228438" y="674380"/>
                  </a:lnTo>
                  <a:lnTo>
                    <a:pt x="218789" y="676456"/>
                  </a:lnTo>
                  <a:lnTo>
                    <a:pt x="209598" y="679675"/>
                  </a:lnTo>
                  <a:lnTo>
                    <a:pt x="200635" y="683581"/>
                  </a:lnTo>
                  <a:lnTo>
                    <a:pt x="192357" y="688648"/>
                  </a:lnTo>
                  <a:lnTo>
                    <a:pt x="184774" y="694401"/>
                  </a:lnTo>
                  <a:lnTo>
                    <a:pt x="177650" y="701069"/>
                  </a:lnTo>
                  <a:lnTo>
                    <a:pt x="174203" y="704526"/>
                  </a:lnTo>
                  <a:lnTo>
                    <a:pt x="170066" y="706822"/>
                  </a:lnTo>
                  <a:lnTo>
                    <a:pt x="165469" y="708203"/>
                  </a:lnTo>
                  <a:lnTo>
                    <a:pt x="160873" y="708431"/>
                  </a:lnTo>
                  <a:lnTo>
                    <a:pt x="156277" y="707974"/>
                  </a:lnTo>
                  <a:lnTo>
                    <a:pt x="151909" y="706136"/>
                  </a:lnTo>
                  <a:lnTo>
                    <a:pt x="147773" y="703602"/>
                  </a:lnTo>
                  <a:lnTo>
                    <a:pt x="130767" y="689105"/>
                  </a:lnTo>
                  <a:lnTo>
                    <a:pt x="114679" y="673922"/>
                  </a:lnTo>
                  <a:lnTo>
                    <a:pt x="99512" y="657358"/>
                  </a:lnTo>
                  <a:lnTo>
                    <a:pt x="85033" y="640328"/>
                  </a:lnTo>
                  <a:lnTo>
                    <a:pt x="82735" y="636184"/>
                  </a:lnTo>
                  <a:lnTo>
                    <a:pt x="81126" y="631812"/>
                  </a:lnTo>
                  <a:lnTo>
                    <a:pt x="80437" y="627212"/>
                  </a:lnTo>
                  <a:lnTo>
                    <a:pt x="80666" y="622611"/>
                  </a:lnTo>
                  <a:lnTo>
                    <a:pt x="82275" y="618239"/>
                  </a:lnTo>
                  <a:lnTo>
                    <a:pt x="84343" y="614096"/>
                  </a:lnTo>
                  <a:lnTo>
                    <a:pt x="87561" y="610419"/>
                  </a:lnTo>
                  <a:lnTo>
                    <a:pt x="94456" y="603513"/>
                  </a:lnTo>
                  <a:lnTo>
                    <a:pt x="100431" y="595693"/>
                  </a:lnTo>
                  <a:lnTo>
                    <a:pt x="105487" y="587407"/>
                  </a:lnTo>
                  <a:lnTo>
                    <a:pt x="109623" y="578891"/>
                  </a:lnTo>
                  <a:lnTo>
                    <a:pt x="112611" y="569690"/>
                  </a:lnTo>
                  <a:lnTo>
                    <a:pt x="114909" y="560261"/>
                  </a:lnTo>
                  <a:lnTo>
                    <a:pt x="115829" y="550821"/>
                  </a:lnTo>
                  <a:lnTo>
                    <a:pt x="116058" y="541163"/>
                  </a:lnTo>
                  <a:lnTo>
                    <a:pt x="114909" y="531733"/>
                  </a:lnTo>
                  <a:lnTo>
                    <a:pt x="112841" y="522065"/>
                  </a:lnTo>
                  <a:lnTo>
                    <a:pt x="109623" y="512864"/>
                  </a:lnTo>
                  <a:lnTo>
                    <a:pt x="105027" y="503196"/>
                  </a:lnTo>
                  <a:lnTo>
                    <a:pt x="99051" y="494224"/>
                  </a:lnTo>
                  <a:lnTo>
                    <a:pt x="92387" y="485937"/>
                  </a:lnTo>
                  <a:lnTo>
                    <a:pt x="84803" y="479041"/>
                  </a:lnTo>
                  <a:lnTo>
                    <a:pt x="76759" y="472592"/>
                  </a:lnTo>
                  <a:lnTo>
                    <a:pt x="67796" y="467535"/>
                  </a:lnTo>
                  <a:lnTo>
                    <a:pt x="58604" y="463391"/>
                  </a:lnTo>
                  <a:lnTo>
                    <a:pt x="48721" y="460629"/>
                  </a:lnTo>
                  <a:lnTo>
                    <a:pt x="38610" y="459019"/>
                  </a:lnTo>
                  <a:lnTo>
                    <a:pt x="28267" y="458562"/>
                  </a:lnTo>
                  <a:lnTo>
                    <a:pt x="23441" y="458105"/>
                  </a:lnTo>
                  <a:lnTo>
                    <a:pt x="18385" y="456724"/>
                  </a:lnTo>
                  <a:lnTo>
                    <a:pt x="13789" y="454419"/>
                  </a:lnTo>
                  <a:lnTo>
                    <a:pt x="9422" y="451656"/>
                  </a:lnTo>
                  <a:lnTo>
                    <a:pt x="5975" y="447980"/>
                  </a:lnTo>
                  <a:lnTo>
                    <a:pt x="3677" y="443608"/>
                  </a:lnTo>
                  <a:lnTo>
                    <a:pt x="2528" y="439007"/>
                  </a:lnTo>
                  <a:lnTo>
                    <a:pt x="460" y="416452"/>
                  </a:lnTo>
                  <a:lnTo>
                    <a:pt x="0" y="394364"/>
                  </a:lnTo>
                  <a:lnTo>
                    <a:pt x="0" y="394135"/>
                  </a:lnTo>
                  <a:lnTo>
                    <a:pt x="460" y="371589"/>
                  </a:lnTo>
                  <a:lnTo>
                    <a:pt x="2757" y="349272"/>
                  </a:lnTo>
                  <a:lnTo>
                    <a:pt x="3677" y="344443"/>
                  </a:lnTo>
                  <a:lnTo>
                    <a:pt x="5516" y="340300"/>
                  </a:lnTo>
                  <a:lnTo>
                    <a:pt x="8273" y="336842"/>
                  </a:lnTo>
                  <a:lnTo>
                    <a:pt x="11721" y="333623"/>
                  </a:lnTo>
                  <a:lnTo>
                    <a:pt x="15628" y="331556"/>
                  </a:lnTo>
                  <a:lnTo>
                    <a:pt x="20224" y="330175"/>
                  </a:lnTo>
                  <a:lnTo>
                    <a:pt x="25280" y="329717"/>
                  </a:lnTo>
                  <a:lnTo>
                    <a:pt x="36771" y="329251"/>
                  </a:lnTo>
                  <a:lnTo>
                    <a:pt x="47802" y="327412"/>
                  </a:lnTo>
                  <a:lnTo>
                    <a:pt x="58604" y="324421"/>
                  </a:lnTo>
                  <a:lnTo>
                    <a:pt x="68486" y="320278"/>
                  </a:lnTo>
                  <a:lnTo>
                    <a:pt x="77909" y="315220"/>
                  </a:lnTo>
                  <a:lnTo>
                    <a:pt x="86412" y="309239"/>
                  </a:lnTo>
                  <a:lnTo>
                    <a:pt x="93996" y="302104"/>
                  </a:lnTo>
                  <a:lnTo>
                    <a:pt x="100890" y="294513"/>
                  </a:lnTo>
                  <a:lnTo>
                    <a:pt x="106636" y="285769"/>
                  </a:lnTo>
                  <a:lnTo>
                    <a:pt x="111462" y="276330"/>
                  </a:lnTo>
                  <a:lnTo>
                    <a:pt x="114679" y="266900"/>
                  </a:lnTo>
                  <a:lnTo>
                    <a:pt x="116977" y="257470"/>
                  </a:lnTo>
                  <a:lnTo>
                    <a:pt x="118126" y="247802"/>
                  </a:lnTo>
                  <a:lnTo>
                    <a:pt x="118126" y="238135"/>
                  </a:lnTo>
                  <a:lnTo>
                    <a:pt x="116977" y="228476"/>
                  </a:lnTo>
                  <a:lnTo>
                    <a:pt x="114909" y="219046"/>
                  </a:lnTo>
                  <a:lnTo>
                    <a:pt x="111692" y="209836"/>
                  </a:lnTo>
                  <a:lnTo>
                    <a:pt x="107555" y="201092"/>
                  </a:lnTo>
                  <a:lnTo>
                    <a:pt x="102499" y="192586"/>
                  </a:lnTo>
                  <a:lnTo>
                    <a:pt x="96294" y="184985"/>
                  </a:lnTo>
                  <a:lnTo>
                    <a:pt x="89169" y="177622"/>
                  </a:lnTo>
                  <a:lnTo>
                    <a:pt x="86182" y="173945"/>
                  </a:lnTo>
                  <a:lnTo>
                    <a:pt x="83884" y="170031"/>
                  </a:lnTo>
                  <a:lnTo>
                    <a:pt x="82505" y="165659"/>
                  </a:lnTo>
                  <a:lnTo>
                    <a:pt x="82275" y="161058"/>
                  </a:lnTo>
                  <a:lnTo>
                    <a:pt x="82735" y="156458"/>
                  </a:lnTo>
                  <a:lnTo>
                    <a:pt x="84343" y="151857"/>
                  </a:lnTo>
                  <a:lnTo>
                    <a:pt x="87101" y="147714"/>
                  </a:lnTo>
                  <a:lnTo>
                    <a:pt x="101579" y="130454"/>
                  </a:lnTo>
                  <a:lnTo>
                    <a:pt x="116977" y="114357"/>
                  </a:lnTo>
                  <a:lnTo>
                    <a:pt x="133524" y="99165"/>
                  </a:lnTo>
                  <a:lnTo>
                    <a:pt x="150990" y="84668"/>
                  </a:lnTo>
                  <a:lnTo>
                    <a:pt x="155127" y="81915"/>
                  </a:lnTo>
                  <a:lnTo>
                    <a:pt x="159494" y="80534"/>
                  </a:lnTo>
                  <a:lnTo>
                    <a:pt x="164090" y="79839"/>
                  </a:lnTo>
                  <a:lnTo>
                    <a:pt x="168687" y="80296"/>
                  </a:lnTo>
                  <a:lnTo>
                    <a:pt x="172824" y="81677"/>
                  </a:lnTo>
                  <a:lnTo>
                    <a:pt x="176960" y="83753"/>
                  </a:lnTo>
                  <a:lnTo>
                    <a:pt x="180637" y="86973"/>
                  </a:lnTo>
                  <a:lnTo>
                    <a:pt x="187762" y="93878"/>
                  </a:lnTo>
                  <a:lnTo>
                    <a:pt x="195120" y="99632"/>
                  </a:lnTo>
                  <a:lnTo>
                    <a:pt x="203616" y="104461"/>
                  </a:lnTo>
                  <a:lnTo>
                    <a:pt x="212350" y="108604"/>
                  </a:lnTo>
                  <a:lnTo>
                    <a:pt x="221542" y="111595"/>
                  </a:lnTo>
                  <a:lnTo>
                    <a:pt x="231200" y="113890"/>
                  </a:lnTo>
                  <a:lnTo>
                    <a:pt x="240849" y="115043"/>
                  </a:lnTo>
                  <a:lnTo>
                    <a:pt x="250498" y="115043"/>
                  </a:lnTo>
                  <a:lnTo>
                    <a:pt x="260156" y="114357"/>
                  </a:lnTo>
                  <a:lnTo>
                    <a:pt x="269577" y="112281"/>
                  </a:lnTo>
                  <a:lnTo>
                    <a:pt x="278540" y="109290"/>
                  </a:lnTo>
                  <a:lnTo>
                    <a:pt x="288188" y="104689"/>
                  </a:lnTo>
                  <a:lnTo>
                    <a:pt x="297151" y="98936"/>
                  </a:lnTo>
                  <a:lnTo>
                    <a:pt x="305429" y="91802"/>
                  </a:lnTo>
                  <a:lnTo>
                    <a:pt x="312782" y="84439"/>
                  </a:lnTo>
                  <a:lnTo>
                    <a:pt x="318754" y="75695"/>
                  </a:lnTo>
                  <a:lnTo>
                    <a:pt x="324040" y="66494"/>
                  </a:lnTo>
                  <a:lnTo>
                    <a:pt x="327955" y="56836"/>
                  </a:lnTo>
                  <a:lnTo>
                    <a:pt x="330937" y="46711"/>
                  </a:lnTo>
                  <a:lnTo>
                    <a:pt x="332546" y="35890"/>
                  </a:lnTo>
                  <a:lnTo>
                    <a:pt x="332775" y="25079"/>
                  </a:lnTo>
                  <a:lnTo>
                    <a:pt x="333232" y="19326"/>
                  </a:lnTo>
                  <a:lnTo>
                    <a:pt x="335309" y="14268"/>
                  </a:lnTo>
                  <a:lnTo>
                    <a:pt x="338061" y="9896"/>
                  </a:lnTo>
                  <a:lnTo>
                    <a:pt x="342195" y="6210"/>
                  </a:lnTo>
                  <a:lnTo>
                    <a:pt x="346796" y="3677"/>
                  </a:lnTo>
                  <a:lnTo>
                    <a:pt x="352311" y="2305"/>
                  </a:lnTo>
                  <a:lnTo>
                    <a:pt x="374599" y="45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5474820" y="1735569"/>
              <a:ext cx="533002" cy="533001"/>
            </a:xfrm>
            <a:prstGeom prst="ellipse">
              <a:avLst/>
            </a:prstGeom>
            <a:gradFill>
              <a:gsLst>
                <a:gs pos="0">
                  <a:srgbClr val="3F3F3F">
                    <a:alpha val="20000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5" name="Google Shape;225;p19"/>
          <p:cNvGrpSpPr/>
          <p:nvPr/>
        </p:nvGrpSpPr>
        <p:grpSpPr>
          <a:xfrm>
            <a:off x="3007395" y="1306759"/>
            <a:ext cx="790575" cy="790575"/>
            <a:chOff x="3007395" y="1629071"/>
            <a:chExt cx="790575" cy="790575"/>
          </a:xfrm>
        </p:grpSpPr>
        <p:sp>
          <p:nvSpPr>
            <p:cNvPr id="226" name="Google Shape;226;p19"/>
            <p:cNvSpPr/>
            <p:nvPr/>
          </p:nvSpPr>
          <p:spPr>
            <a:xfrm>
              <a:off x="3007395" y="1629071"/>
              <a:ext cx="790575" cy="790575"/>
            </a:xfrm>
            <a:custGeom>
              <a:rect b="b" l="l" r="r" t="t"/>
              <a:pathLst>
                <a:path extrusionOk="0" h="790575" w="790575">
                  <a:moveTo>
                    <a:pt x="396897" y="0"/>
                  </a:moveTo>
                  <a:lnTo>
                    <a:pt x="419186" y="686"/>
                  </a:lnTo>
                  <a:lnTo>
                    <a:pt x="441484" y="2534"/>
                  </a:lnTo>
                  <a:lnTo>
                    <a:pt x="446075" y="3677"/>
                  </a:lnTo>
                  <a:lnTo>
                    <a:pt x="450447" y="5753"/>
                  </a:lnTo>
                  <a:lnTo>
                    <a:pt x="453895" y="8744"/>
                  </a:lnTo>
                  <a:lnTo>
                    <a:pt x="457105" y="11963"/>
                  </a:lnTo>
                  <a:lnTo>
                    <a:pt x="459181" y="16107"/>
                  </a:lnTo>
                  <a:lnTo>
                    <a:pt x="460553" y="20707"/>
                  </a:lnTo>
                  <a:lnTo>
                    <a:pt x="460781" y="25537"/>
                  </a:lnTo>
                  <a:lnTo>
                    <a:pt x="460781" y="35662"/>
                  </a:lnTo>
                  <a:lnTo>
                    <a:pt x="461934" y="45330"/>
                  </a:lnTo>
                  <a:lnTo>
                    <a:pt x="464230" y="54988"/>
                  </a:lnTo>
                  <a:lnTo>
                    <a:pt x="467220" y="64199"/>
                  </a:lnTo>
                  <a:lnTo>
                    <a:pt x="471354" y="72933"/>
                  </a:lnTo>
                  <a:lnTo>
                    <a:pt x="476412" y="81220"/>
                  </a:lnTo>
                  <a:lnTo>
                    <a:pt x="482384" y="88583"/>
                  </a:lnTo>
                  <a:lnTo>
                    <a:pt x="489280" y="95717"/>
                  </a:lnTo>
                  <a:lnTo>
                    <a:pt x="496872" y="101698"/>
                  </a:lnTo>
                  <a:lnTo>
                    <a:pt x="505139" y="106994"/>
                  </a:lnTo>
                  <a:lnTo>
                    <a:pt x="514102" y="111357"/>
                  </a:lnTo>
                  <a:lnTo>
                    <a:pt x="523294" y="114586"/>
                  </a:lnTo>
                  <a:lnTo>
                    <a:pt x="532714" y="116653"/>
                  </a:lnTo>
                  <a:lnTo>
                    <a:pt x="542373" y="117805"/>
                  </a:lnTo>
                  <a:lnTo>
                    <a:pt x="552250" y="117577"/>
                  </a:lnTo>
                  <a:lnTo>
                    <a:pt x="562137" y="116196"/>
                  </a:lnTo>
                  <a:lnTo>
                    <a:pt x="571786" y="114119"/>
                  </a:lnTo>
                  <a:lnTo>
                    <a:pt x="580977" y="110900"/>
                  </a:lnTo>
                  <a:lnTo>
                    <a:pt x="589940" y="106756"/>
                  </a:lnTo>
                  <a:lnTo>
                    <a:pt x="598218" y="101927"/>
                  </a:lnTo>
                  <a:lnTo>
                    <a:pt x="605800" y="95945"/>
                  </a:lnTo>
                  <a:lnTo>
                    <a:pt x="612924" y="89506"/>
                  </a:lnTo>
                  <a:lnTo>
                    <a:pt x="616601" y="86049"/>
                  </a:lnTo>
                  <a:lnTo>
                    <a:pt x="620506" y="83753"/>
                  </a:lnTo>
                  <a:lnTo>
                    <a:pt x="624878" y="82372"/>
                  </a:lnTo>
                  <a:lnTo>
                    <a:pt x="629469" y="82144"/>
                  </a:lnTo>
                  <a:lnTo>
                    <a:pt x="634298" y="82601"/>
                  </a:lnTo>
                  <a:lnTo>
                    <a:pt x="638661" y="84439"/>
                  </a:lnTo>
                  <a:lnTo>
                    <a:pt x="642804" y="86973"/>
                  </a:lnTo>
                  <a:lnTo>
                    <a:pt x="659806" y="101241"/>
                  </a:lnTo>
                  <a:lnTo>
                    <a:pt x="675665" y="116653"/>
                  </a:lnTo>
                  <a:lnTo>
                    <a:pt x="691067" y="132988"/>
                  </a:lnTo>
                  <a:lnTo>
                    <a:pt x="705545" y="150019"/>
                  </a:lnTo>
                  <a:lnTo>
                    <a:pt x="707841" y="154162"/>
                  </a:lnTo>
                  <a:lnTo>
                    <a:pt x="709679" y="158525"/>
                  </a:lnTo>
                  <a:lnTo>
                    <a:pt x="710136" y="163135"/>
                  </a:lnTo>
                  <a:lnTo>
                    <a:pt x="709908" y="167735"/>
                  </a:lnTo>
                  <a:lnTo>
                    <a:pt x="708298" y="172336"/>
                  </a:lnTo>
                  <a:lnTo>
                    <a:pt x="706231" y="176479"/>
                  </a:lnTo>
                  <a:lnTo>
                    <a:pt x="703012" y="180156"/>
                  </a:lnTo>
                  <a:lnTo>
                    <a:pt x="696116" y="187062"/>
                  </a:lnTo>
                  <a:lnTo>
                    <a:pt x="689915" y="194882"/>
                  </a:lnTo>
                  <a:lnTo>
                    <a:pt x="685086" y="203168"/>
                  </a:lnTo>
                  <a:lnTo>
                    <a:pt x="680952" y="211684"/>
                  </a:lnTo>
                  <a:lnTo>
                    <a:pt x="677961" y="220885"/>
                  </a:lnTo>
                  <a:lnTo>
                    <a:pt x="675665" y="230086"/>
                  </a:lnTo>
                  <a:lnTo>
                    <a:pt x="674751" y="239754"/>
                  </a:lnTo>
                  <a:lnTo>
                    <a:pt x="674513" y="249183"/>
                  </a:lnTo>
                  <a:lnTo>
                    <a:pt x="675665" y="258842"/>
                  </a:lnTo>
                  <a:lnTo>
                    <a:pt x="677732" y="268281"/>
                  </a:lnTo>
                  <a:lnTo>
                    <a:pt x="680723" y="277711"/>
                  </a:lnTo>
                  <a:lnTo>
                    <a:pt x="685314" y="287150"/>
                  </a:lnTo>
                  <a:lnTo>
                    <a:pt x="691296" y="295894"/>
                  </a:lnTo>
                  <a:lnTo>
                    <a:pt x="697725" y="303943"/>
                  </a:lnTo>
                  <a:lnTo>
                    <a:pt x="705317" y="310848"/>
                  </a:lnTo>
                  <a:lnTo>
                    <a:pt x="713127" y="317287"/>
                  </a:lnTo>
                  <a:lnTo>
                    <a:pt x="722090" y="322355"/>
                  </a:lnTo>
                  <a:lnTo>
                    <a:pt x="731510" y="326260"/>
                  </a:lnTo>
                  <a:lnTo>
                    <a:pt x="741855" y="329479"/>
                  </a:lnTo>
                  <a:lnTo>
                    <a:pt x="752199" y="331327"/>
                  </a:lnTo>
                  <a:lnTo>
                    <a:pt x="762771" y="332013"/>
                  </a:lnTo>
                  <a:lnTo>
                    <a:pt x="767591" y="332470"/>
                  </a:lnTo>
                  <a:lnTo>
                    <a:pt x="772420" y="333851"/>
                  </a:lnTo>
                  <a:lnTo>
                    <a:pt x="777011" y="336156"/>
                  </a:lnTo>
                  <a:lnTo>
                    <a:pt x="781155" y="338919"/>
                  </a:lnTo>
                  <a:lnTo>
                    <a:pt x="784603" y="342595"/>
                  </a:lnTo>
                  <a:lnTo>
                    <a:pt x="786898" y="346739"/>
                  </a:lnTo>
                  <a:lnTo>
                    <a:pt x="788280" y="351339"/>
                  </a:lnTo>
                  <a:lnTo>
                    <a:pt x="790118" y="373656"/>
                  </a:lnTo>
                  <a:lnTo>
                    <a:pt x="790575" y="396440"/>
                  </a:lnTo>
                  <a:lnTo>
                    <a:pt x="789889" y="418986"/>
                  </a:lnTo>
                  <a:lnTo>
                    <a:pt x="788051" y="441303"/>
                  </a:lnTo>
                  <a:lnTo>
                    <a:pt x="786898" y="446132"/>
                  </a:lnTo>
                  <a:lnTo>
                    <a:pt x="784831" y="450504"/>
                  </a:lnTo>
                  <a:lnTo>
                    <a:pt x="781841" y="453962"/>
                  </a:lnTo>
                  <a:lnTo>
                    <a:pt x="778392" y="456952"/>
                  </a:lnTo>
                  <a:lnTo>
                    <a:pt x="774259" y="459019"/>
                  </a:lnTo>
                  <a:lnTo>
                    <a:pt x="769658" y="460629"/>
                  </a:lnTo>
                  <a:lnTo>
                    <a:pt x="765067" y="460629"/>
                  </a:lnTo>
                  <a:lnTo>
                    <a:pt x="760009" y="460629"/>
                  </a:lnTo>
                  <a:lnTo>
                    <a:pt x="749437" y="461096"/>
                  </a:lnTo>
                  <a:lnTo>
                    <a:pt x="739321" y="462934"/>
                  </a:lnTo>
                  <a:lnTo>
                    <a:pt x="729672" y="466154"/>
                  </a:lnTo>
                  <a:lnTo>
                    <a:pt x="720252" y="470297"/>
                  </a:lnTo>
                  <a:lnTo>
                    <a:pt x="711518" y="475355"/>
                  </a:lnTo>
                  <a:lnTo>
                    <a:pt x="703240" y="481336"/>
                  </a:lnTo>
                  <a:lnTo>
                    <a:pt x="695887" y="488471"/>
                  </a:lnTo>
                  <a:lnTo>
                    <a:pt x="689229" y="496062"/>
                  </a:lnTo>
                  <a:lnTo>
                    <a:pt x="683714" y="504806"/>
                  </a:lnTo>
                  <a:lnTo>
                    <a:pt x="679114" y="514007"/>
                  </a:lnTo>
                  <a:lnTo>
                    <a:pt x="675665" y="523446"/>
                  </a:lnTo>
                  <a:lnTo>
                    <a:pt x="673598" y="533105"/>
                  </a:lnTo>
                  <a:lnTo>
                    <a:pt x="672675" y="542773"/>
                  </a:lnTo>
                  <a:lnTo>
                    <a:pt x="672675" y="552440"/>
                  </a:lnTo>
                  <a:lnTo>
                    <a:pt x="673598" y="562099"/>
                  </a:lnTo>
                  <a:lnTo>
                    <a:pt x="675665" y="571529"/>
                  </a:lnTo>
                  <a:lnTo>
                    <a:pt x="678885" y="580739"/>
                  </a:lnTo>
                  <a:lnTo>
                    <a:pt x="683019" y="589483"/>
                  </a:lnTo>
                  <a:lnTo>
                    <a:pt x="688076" y="597989"/>
                  </a:lnTo>
                  <a:lnTo>
                    <a:pt x="694049" y="605590"/>
                  </a:lnTo>
                  <a:lnTo>
                    <a:pt x="701402" y="612715"/>
                  </a:lnTo>
                  <a:lnTo>
                    <a:pt x="704621" y="616401"/>
                  </a:lnTo>
                  <a:lnTo>
                    <a:pt x="706688" y="620316"/>
                  </a:lnTo>
                  <a:lnTo>
                    <a:pt x="708069" y="624916"/>
                  </a:lnTo>
                  <a:lnTo>
                    <a:pt x="708298" y="629517"/>
                  </a:lnTo>
                  <a:lnTo>
                    <a:pt x="707841" y="634117"/>
                  </a:lnTo>
                  <a:lnTo>
                    <a:pt x="706231" y="638718"/>
                  </a:lnTo>
                  <a:lnTo>
                    <a:pt x="703478" y="642861"/>
                  </a:lnTo>
                  <a:lnTo>
                    <a:pt x="688991" y="659883"/>
                  </a:lnTo>
                  <a:lnTo>
                    <a:pt x="673598" y="676218"/>
                  </a:lnTo>
                  <a:lnTo>
                    <a:pt x="656825" y="691410"/>
                  </a:lnTo>
                  <a:lnTo>
                    <a:pt x="639813" y="705907"/>
                  </a:lnTo>
                  <a:lnTo>
                    <a:pt x="635680" y="708431"/>
                  </a:lnTo>
                  <a:lnTo>
                    <a:pt x="631308" y="710041"/>
                  </a:lnTo>
                  <a:lnTo>
                    <a:pt x="626716" y="710508"/>
                  </a:lnTo>
                  <a:lnTo>
                    <a:pt x="622116" y="710279"/>
                  </a:lnTo>
                  <a:lnTo>
                    <a:pt x="617525" y="708898"/>
                  </a:lnTo>
                  <a:lnTo>
                    <a:pt x="613620" y="706822"/>
                  </a:lnTo>
                  <a:lnTo>
                    <a:pt x="609705" y="703602"/>
                  </a:lnTo>
                  <a:lnTo>
                    <a:pt x="603047" y="696697"/>
                  </a:lnTo>
                  <a:lnTo>
                    <a:pt x="595455" y="690943"/>
                  </a:lnTo>
                  <a:lnTo>
                    <a:pt x="586959" y="686114"/>
                  </a:lnTo>
                  <a:lnTo>
                    <a:pt x="578225" y="681971"/>
                  </a:lnTo>
                  <a:lnTo>
                    <a:pt x="569033" y="678980"/>
                  </a:lnTo>
                  <a:lnTo>
                    <a:pt x="559375" y="676685"/>
                  </a:lnTo>
                  <a:lnTo>
                    <a:pt x="549726" y="675532"/>
                  </a:lnTo>
                  <a:lnTo>
                    <a:pt x="540077" y="675303"/>
                  </a:lnTo>
                  <a:lnTo>
                    <a:pt x="530419" y="676218"/>
                  </a:lnTo>
                  <a:lnTo>
                    <a:pt x="520998" y="678294"/>
                  </a:lnTo>
                  <a:lnTo>
                    <a:pt x="512035" y="681285"/>
                  </a:lnTo>
                  <a:lnTo>
                    <a:pt x="502148" y="685886"/>
                  </a:lnTo>
                  <a:lnTo>
                    <a:pt x="493185" y="691639"/>
                  </a:lnTo>
                  <a:lnTo>
                    <a:pt x="485146" y="698544"/>
                  </a:lnTo>
                  <a:lnTo>
                    <a:pt x="477793" y="706136"/>
                  </a:lnTo>
                  <a:lnTo>
                    <a:pt x="471583" y="714651"/>
                  </a:lnTo>
                  <a:lnTo>
                    <a:pt x="466534" y="723852"/>
                  </a:lnTo>
                  <a:lnTo>
                    <a:pt x="462391" y="733739"/>
                  </a:lnTo>
                  <a:lnTo>
                    <a:pt x="459867" y="743864"/>
                  </a:lnTo>
                  <a:lnTo>
                    <a:pt x="458029" y="754685"/>
                  </a:lnTo>
                  <a:lnTo>
                    <a:pt x="457800" y="765496"/>
                  </a:lnTo>
                  <a:lnTo>
                    <a:pt x="457343" y="771020"/>
                  </a:lnTo>
                  <a:lnTo>
                    <a:pt x="455505" y="776078"/>
                  </a:lnTo>
                  <a:lnTo>
                    <a:pt x="452514" y="780679"/>
                  </a:lnTo>
                  <a:lnTo>
                    <a:pt x="448380" y="784365"/>
                  </a:lnTo>
                  <a:lnTo>
                    <a:pt x="443779" y="786660"/>
                  </a:lnTo>
                  <a:lnTo>
                    <a:pt x="438264" y="788270"/>
                  </a:lnTo>
                  <a:lnTo>
                    <a:pt x="416433" y="789889"/>
                  </a:lnTo>
                  <a:lnTo>
                    <a:pt x="394602" y="790575"/>
                  </a:lnTo>
                  <a:lnTo>
                    <a:pt x="372075" y="789889"/>
                  </a:lnTo>
                  <a:lnTo>
                    <a:pt x="349320" y="788041"/>
                  </a:lnTo>
                  <a:lnTo>
                    <a:pt x="344500" y="786660"/>
                  </a:lnTo>
                  <a:lnTo>
                    <a:pt x="340357" y="784822"/>
                  </a:lnTo>
                  <a:lnTo>
                    <a:pt x="336680" y="781831"/>
                  </a:lnTo>
                  <a:lnTo>
                    <a:pt x="333470" y="778383"/>
                  </a:lnTo>
                  <a:lnTo>
                    <a:pt x="331394" y="774240"/>
                  </a:lnTo>
                  <a:lnTo>
                    <a:pt x="330022" y="769639"/>
                  </a:lnTo>
                  <a:lnTo>
                    <a:pt x="329794" y="764810"/>
                  </a:lnTo>
                  <a:lnTo>
                    <a:pt x="329794" y="754913"/>
                  </a:lnTo>
                  <a:lnTo>
                    <a:pt x="328641" y="745017"/>
                  </a:lnTo>
                  <a:lnTo>
                    <a:pt x="326574" y="735587"/>
                  </a:lnTo>
                  <a:lnTo>
                    <a:pt x="323355" y="726376"/>
                  </a:lnTo>
                  <a:lnTo>
                    <a:pt x="319221" y="717642"/>
                  </a:lnTo>
                  <a:lnTo>
                    <a:pt x="313934" y="709355"/>
                  </a:lnTo>
                  <a:lnTo>
                    <a:pt x="308191" y="701993"/>
                  </a:lnTo>
                  <a:lnTo>
                    <a:pt x="301295" y="694858"/>
                  </a:lnTo>
                  <a:lnTo>
                    <a:pt x="293703" y="688877"/>
                  </a:lnTo>
                  <a:lnTo>
                    <a:pt x="285436" y="683581"/>
                  </a:lnTo>
                  <a:lnTo>
                    <a:pt x="276473" y="679218"/>
                  </a:lnTo>
                  <a:lnTo>
                    <a:pt x="267281" y="675761"/>
                  </a:lnTo>
                  <a:lnTo>
                    <a:pt x="257861" y="673922"/>
                  </a:lnTo>
                  <a:lnTo>
                    <a:pt x="248202" y="672770"/>
                  </a:lnTo>
                  <a:lnTo>
                    <a:pt x="238325" y="672998"/>
                  </a:lnTo>
                  <a:lnTo>
                    <a:pt x="228438" y="674380"/>
                  </a:lnTo>
                  <a:lnTo>
                    <a:pt x="218789" y="676456"/>
                  </a:lnTo>
                  <a:lnTo>
                    <a:pt x="209598" y="679675"/>
                  </a:lnTo>
                  <a:lnTo>
                    <a:pt x="200635" y="683581"/>
                  </a:lnTo>
                  <a:lnTo>
                    <a:pt x="192357" y="688648"/>
                  </a:lnTo>
                  <a:lnTo>
                    <a:pt x="184774" y="694401"/>
                  </a:lnTo>
                  <a:lnTo>
                    <a:pt x="177650" y="701069"/>
                  </a:lnTo>
                  <a:lnTo>
                    <a:pt x="174203" y="704526"/>
                  </a:lnTo>
                  <a:lnTo>
                    <a:pt x="170066" y="706822"/>
                  </a:lnTo>
                  <a:lnTo>
                    <a:pt x="165469" y="708203"/>
                  </a:lnTo>
                  <a:lnTo>
                    <a:pt x="160873" y="708431"/>
                  </a:lnTo>
                  <a:lnTo>
                    <a:pt x="156277" y="707974"/>
                  </a:lnTo>
                  <a:lnTo>
                    <a:pt x="151909" y="706136"/>
                  </a:lnTo>
                  <a:lnTo>
                    <a:pt x="147773" y="703602"/>
                  </a:lnTo>
                  <a:lnTo>
                    <a:pt x="130767" y="689105"/>
                  </a:lnTo>
                  <a:lnTo>
                    <a:pt x="114679" y="673922"/>
                  </a:lnTo>
                  <a:lnTo>
                    <a:pt x="99512" y="657358"/>
                  </a:lnTo>
                  <a:lnTo>
                    <a:pt x="85033" y="640328"/>
                  </a:lnTo>
                  <a:lnTo>
                    <a:pt x="82735" y="636184"/>
                  </a:lnTo>
                  <a:lnTo>
                    <a:pt x="81126" y="631812"/>
                  </a:lnTo>
                  <a:lnTo>
                    <a:pt x="80437" y="627212"/>
                  </a:lnTo>
                  <a:lnTo>
                    <a:pt x="80666" y="622611"/>
                  </a:lnTo>
                  <a:lnTo>
                    <a:pt x="82275" y="618239"/>
                  </a:lnTo>
                  <a:lnTo>
                    <a:pt x="84343" y="614096"/>
                  </a:lnTo>
                  <a:lnTo>
                    <a:pt x="87561" y="610419"/>
                  </a:lnTo>
                  <a:lnTo>
                    <a:pt x="94456" y="603513"/>
                  </a:lnTo>
                  <a:lnTo>
                    <a:pt x="100431" y="595693"/>
                  </a:lnTo>
                  <a:lnTo>
                    <a:pt x="105487" y="587407"/>
                  </a:lnTo>
                  <a:lnTo>
                    <a:pt x="109623" y="578891"/>
                  </a:lnTo>
                  <a:lnTo>
                    <a:pt x="112611" y="569690"/>
                  </a:lnTo>
                  <a:lnTo>
                    <a:pt x="114909" y="560261"/>
                  </a:lnTo>
                  <a:lnTo>
                    <a:pt x="115829" y="550821"/>
                  </a:lnTo>
                  <a:lnTo>
                    <a:pt x="116058" y="541163"/>
                  </a:lnTo>
                  <a:lnTo>
                    <a:pt x="114909" y="531733"/>
                  </a:lnTo>
                  <a:lnTo>
                    <a:pt x="112841" y="522065"/>
                  </a:lnTo>
                  <a:lnTo>
                    <a:pt x="109623" y="512864"/>
                  </a:lnTo>
                  <a:lnTo>
                    <a:pt x="105027" y="503196"/>
                  </a:lnTo>
                  <a:lnTo>
                    <a:pt x="99051" y="494224"/>
                  </a:lnTo>
                  <a:lnTo>
                    <a:pt x="92387" y="485937"/>
                  </a:lnTo>
                  <a:lnTo>
                    <a:pt x="84803" y="479041"/>
                  </a:lnTo>
                  <a:lnTo>
                    <a:pt x="76759" y="472592"/>
                  </a:lnTo>
                  <a:lnTo>
                    <a:pt x="67796" y="467535"/>
                  </a:lnTo>
                  <a:lnTo>
                    <a:pt x="58604" y="463391"/>
                  </a:lnTo>
                  <a:lnTo>
                    <a:pt x="48721" y="460629"/>
                  </a:lnTo>
                  <a:lnTo>
                    <a:pt x="38610" y="459019"/>
                  </a:lnTo>
                  <a:lnTo>
                    <a:pt x="28267" y="458562"/>
                  </a:lnTo>
                  <a:lnTo>
                    <a:pt x="23441" y="458105"/>
                  </a:lnTo>
                  <a:lnTo>
                    <a:pt x="18385" y="456724"/>
                  </a:lnTo>
                  <a:lnTo>
                    <a:pt x="13789" y="454419"/>
                  </a:lnTo>
                  <a:lnTo>
                    <a:pt x="9422" y="451656"/>
                  </a:lnTo>
                  <a:lnTo>
                    <a:pt x="5975" y="447980"/>
                  </a:lnTo>
                  <a:lnTo>
                    <a:pt x="3677" y="443608"/>
                  </a:lnTo>
                  <a:lnTo>
                    <a:pt x="2528" y="439007"/>
                  </a:lnTo>
                  <a:lnTo>
                    <a:pt x="460" y="416452"/>
                  </a:lnTo>
                  <a:lnTo>
                    <a:pt x="0" y="394364"/>
                  </a:lnTo>
                  <a:lnTo>
                    <a:pt x="0" y="394135"/>
                  </a:lnTo>
                  <a:lnTo>
                    <a:pt x="460" y="371589"/>
                  </a:lnTo>
                  <a:lnTo>
                    <a:pt x="2757" y="349272"/>
                  </a:lnTo>
                  <a:lnTo>
                    <a:pt x="3677" y="344443"/>
                  </a:lnTo>
                  <a:lnTo>
                    <a:pt x="5516" y="340300"/>
                  </a:lnTo>
                  <a:lnTo>
                    <a:pt x="8273" y="336842"/>
                  </a:lnTo>
                  <a:lnTo>
                    <a:pt x="11721" y="333623"/>
                  </a:lnTo>
                  <a:lnTo>
                    <a:pt x="15628" y="331556"/>
                  </a:lnTo>
                  <a:lnTo>
                    <a:pt x="20224" y="330175"/>
                  </a:lnTo>
                  <a:lnTo>
                    <a:pt x="25280" y="329717"/>
                  </a:lnTo>
                  <a:lnTo>
                    <a:pt x="36771" y="329251"/>
                  </a:lnTo>
                  <a:lnTo>
                    <a:pt x="47802" y="327412"/>
                  </a:lnTo>
                  <a:lnTo>
                    <a:pt x="58604" y="324421"/>
                  </a:lnTo>
                  <a:lnTo>
                    <a:pt x="68486" y="320278"/>
                  </a:lnTo>
                  <a:lnTo>
                    <a:pt x="77909" y="315220"/>
                  </a:lnTo>
                  <a:lnTo>
                    <a:pt x="86412" y="309239"/>
                  </a:lnTo>
                  <a:lnTo>
                    <a:pt x="93996" y="302104"/>
                  </a:lnTo>
                  <a:lnTo>
                    <a:pt x="100890" y="294513"/>
                  </a:lnTo>
                  <a:lnTo>
                    <a:pt x="106636" y="285769"/>
                  </a:lnTo>
                  <a:lnTo>
                    <a:pt x="111462" y="276330"/>
                  </a:lnTo>
                  <a:lnTo>
                    <a:pt x="114679" y="266900"/>
                  </a:lnTo>
                  <a:lnTo>
                    <a:pt x="116977" y="257470"/>
                  </a:lnTo>
                  <a:lnTo>
                    <a:pt x="118126" y="247802"/>
                  </a:lnTo>
                  <a:lnTo>
                    <a:pt x="118126" y="238135"/>
                  </a:lnTo>
                  <a:lnTo>
                    <a:pt x="116977" y="228476"/>
                  </a:lnTo>
                  <a:lnTo>
                    <a:pt x="114909" y="219046"/>
                  </a:lnTo>
                  <a:lnTo>
                    <a:pt x="111692" y="209836"/>
                  </a:lnTo>
                  <a:lnTo>
                    <a:pt x="107555" y="201092"/>
                  </a:lnTo>
                  <a:lnTo>
                    <a:pt x="102499" y="192586"/>
                  </a:lnTo>
                  <a:lnTo>
                    <a:pt x="96294" y="184985"/>
                  </a:lnTo>
                  <a:lnTo>
                    <a:pt x="89169" y="177622"/>
                  </a:lnTo>
                  <a:lnTo>
                    <a:pt x="86182" y="173945"/>
                  </a:lnTo>
                  <a:lnTo>
                    <a:pt x="83884" y="170031"/>
                  </a:lnTo>
                  <a:lnTo>
                    <a:pt x="82505" y="165659"/>
                  </a:lnTo>
                  <a:lnTo>
                    <a:pt x="82275" y="161058"/>
                  </a:lnTo>
                  <a:lnTo>
                    <a:pt x="82735" y="156458"/>
                  </a:lnTo>
                  <a:lnTo>
                    <a:pt x="84343" y="151857"/>
                  </a:lnTo>
                  <a:lnTo>
                    <a:pt x="87101" y="147714"/>
                  </a:lnTo>
                  <a:lnTo>
                    <a:pt x="101579" y="130454"/>
                  </a:lnTo>
                  <a:lnTo>
                    <a:pt x="116977" y="114357"/>
                  </a:lnTo>
                  <a:lnTo>
                    <a:pt x="133524" y="99165"/>
                  </a:lnTo>
                  <a:lnTo>
                    <a:pt x="150990" y="84668"/>
                  </a:lnTo>
                  <a:lnTo>
                    <a:pt x="155127" y="81915"/>
                  </a:lnTo>
                  <a:lnTo>
                    <a:pt x="159494" y="80534"/>
                  </a:lnTo>
                  <a:lnTo>
                    <a:pt x="164090" y="79839"/>
                  </a:lnTo>
                  <a:lnTo>
                    <a:pt x="168687" y="80296"/>
                  </a:lnTo>
                  <a:lnTo>
                    <a:pt x="172824" y="81677"/>
                  </a:lnTo>
                  <a:lnTo>
                    <a:pt x="176960" y="83753"/>
                  </a:lnTo>
                  <a:lnTo>
                    <a:pt x="180637" y="86973"/>
                  </a:lnTo>
                  <a:lnTo>
                    <a:pt x="187762" y="93878"/>
                  </a:lnTo>
                  <a:lnTo>
                    <a:pt x="195120" y="99632"/>
                  </a:lnTo>
                  <a:lnTo>
                    <a:pt x="203616" y="104461"/>
                  </a:lnTo>
                  <a:lnTo>
                    <a:pt x="212350" y="108604"/>
                  </a:lnTo>
                  <a:lnTo>
                    <a:pt x="221542" y="111595"/>
                  </a:lnTo>
                  <a:lnTo>
                    <a:pt x="231200" y="113890"/>
                  </a:lnTo>
                  <a:lnTo>
                    <a:pt x="240849" y="115043"/>
                  </a:lnTo>
                  <a:lnTo>
                    <a:pt x="250498" y="115043"/>
                  </a:lnTo>
                  <a:lnTo>
                    <a:pt x="260156" y="114357"/>
                  </a:lnTo>
                  <a:lnTo>
                    <a:pt x="269577" y="112281"/>
                  </a:lnTo>
                  <a:lnTo>
                    <a:pt x="278540" y="109290"/>
                  </a:lnTo>
                  <a:lnTo>
                    <a:pt x="288188" y="104689"/>
                  </a:lnTo>
                  <a:lnTo>
                    <a:pt x="297151" y="98936"/>
                  </a:lnTo>
                  <a:lnTo>
                    <a:pt x="305429" y="91802"/>
                  </a:lnTo>
                  <a:lnTo>
                    <a:pt x="312782" y="84439"/>
                  </a:lnTo>
                  <a:lnTo>
                    <a:pt x="318754" y="75695"/>
                  </a:lnTo>
                  <a:lnTo>
                    <a:pt x="324040" y="66494"/>
                  </a:lnTo>
                  <a:lnTo>
                    <a:pt x="327955" y="56836"/>
                  </a:lnTo>
                  <a:lnTo>
                    <a:pt x="330937" y="46711"/>
                  </a:lnTo>
                  <a:lnTo>
                    <a:pt x="332546" y="35890"/>
                  </a:lnTo>
                  <a:lnTo>
                    <a:pt x="332775" y="25079"/>
                  </a:lnTo>
                  <a:lnTo>
                    <a:pt x="333232" y="19326"/>
                  </a:lnTo>
                  <a:lnTo>
                    <a:pt x="335309" y="14268"/>
                  </a:lnTo>
                  <a:lnTo>
                    <a:pt x="338061" y="9896"/>
                  </a:lnTo>
                  <a:lnTo>
                    <a:pt x="342195" y="6210"/>
                  </a:lnTo>
                  <a:lnTo>
                    <a:pt x="346796" y="3677"/>
                  </a:lnTo>
                  <a:lnTo>
                    <a:pt x="352311" y="2305"/>
                  </a:lnTo>
                  <a:lnTo>
                    <a:pt x="374599" y="4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3136181" y="1757857"/>
              <a:ext cx="533002" cy="533001"/>
            </a:xfrm>
            <a:prstGeom prst="ellipse">
              <a:avLst/>
            </a:prstGeom>
            <a:gradFill>
              <a:gsLst>
                <a:gs pos="0">
                  <a:srgbClr val="3F3F3F">
                    <a:alpha val="20000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8" name="Google Shape;228;p19"/>
          <p:cNvGrpSpPr/>
          <p:nvPr/>
        </p:nvGrpSpPr>
        <p:grpSpPr>
          <a:xfrm>
            <a:off x="3456953" y="2047562"/>
            <a:ext cx="2279819" cy="2277162"/>
            <a:chOff x="3456953" y="2047562"/>
            <a:chExt cx="2279819" cy="2277162"/>
          </a:xfrm>
        </p:grpSpPr>
        <p:sp>
          <p:nvSpPr>
            <p:cNvPr id="229" name="Google Shape;229;p19"/>
            <p:cNvSpPr/>
            <p:nvPr/>
          </p:nvSpPr>
          <p:spPr>
            <a:xfrm>
              <a:off x="3456953" y="2047562"/>
              <a:ext cx="2279819" cy="2277162"/>
            </a:xfrm>
            <a:custGeom>
              <a:rect b="b" l="l" r="r" t="t"/>
              <a:pathLst>
                <a:path extrusionOk="0" h="3436" w="3440">
                  <a:moveTo>
                    <a:pt x="1723" y="1148"/>
                  </a:moveTo>
                  <a:lnTo>
                    <a:pt x="1664" y="1152"/>
                  </a:lnTo>
                  <a:lnTo>
                    <a:pt x="1607" y="1160"/>
                  </a:lnTo>
                  <a:lnTo>
                    <a:pt x="1552" y="1175"/>
                  </a:lnTo>
                  <a:lnTo>
                    <a:pt x="1500" y="1194"/>
                  </a:lnTo>
                  <a:lnTo>
                    <a:pt x="1449" y="1218"/>
                  </a:lnTo>
                  <a:lnTo>
                    <a:pt x="1402" y="1246"/>
                  </a:lnTo>
                  <a:lnTo>
                    <a:pt x="1358" y="1280"/>
                  </a:lnTo>
                  <a:lnTo>
                    <a:pt x="1318" y="1317"/>
                  </a:lnTo>
                  <a:lnTo>
                    <a:pt x="1280" y="1358"/>
                  </a:lnTo>
                  <a:lnTo>
                    <a:pt x="1247" y="1402"/>
                  </a:lnTo>
                  <a:lnTo>
                    <a:pt x="1219" y="1449"/>
                  </a:lnTo>
                  <a:lnTo>
                    <a:pt x="1194" y="1498"/>
                  </a:lnTo>
                  <a:lnTo>
                    <a:pt x="1174" y="1551"/>
                  </a:lnTo>
                  <a:lnTo>
                    <a:pt x="1161" y="1607"/>
                  </a:lnTo>
                  <a:lnTo>
                    <a:pt x="1152" y="1663"/>
                  </a:lnTo>
                  <a:lnTo>
                    <a:pt x="1149" y="1721"/>
                  </a:lnTo>
                  <a:lnTo>
                    <a:pt x="1152" y="1780"/>
                  </a:lnTo>
                  <a:lnTo>
                    <a:pt x="1161" y="1837"/>
                  </a:lnTo>
                  <a:lnTo>
                    <a:pt x="1174" y="1891"/>
                  </a:lnTo>
                  <a:lnTo>
                    <a:pt x="1194" y="1944"/>
                  </a:lnTo>
                  <a:lnTo>
                    <a:pt x="1219" y="1994"/>
                  </a:lnTo>
                  <a:lnTo>
                    <a:pt x="1247" y="2042"/>
                  </a:lnTo>
                  <a:lnTo>
                    <a:pt x="1280" y="2086"/>
                  </a:lnTo>
                  <a:lnTo>
                    <a:pt x="1318" y="2127"/>
                  </a:lnTo>
                  <a:lnTo>
                    <a:pt x="1358" y="2164"/>
                  </a:lnTo>
                  <a:lnTo>
                    <a:pt x="1402" y="2196"/>
                  </a:lnTo>
                  <a:lnTo>
                    <a:pt x="1449" y="2226"/>
                  </a:lnTo>
                  <a:lnTo>
                    <a:pt x="1500" y="2250"/>
                  </a:lnTo>
                  <a:lnTo>
                    <a:pt x="1552" y="2269"/>
                  </a:lnTo>
                  <a:lnTo>
                    <a:pt x="1607" y="2283"/>
                  </a:lnTo>
                  <a:lnTo>
                    <a:pt x="1664" y="2292"/>
                  </a:lnTo>
                  <a:lnTo>
                    <a:pt x="1723" y="2295"/>
                  </a:lnTo>
                  <a:lnTo>
                    <a:pt x="1782" y="2292"/>
                  </a:lnTo>
                  <a:lnTo>
                    <a:pt x="1838" y="2283"/>
                  </a:lnTo>
                  <a:lnTo>
                    <a:pt x="1893" y="2269"/>
                  </a:lnTo>
                  <a:lnTo>
                    <a:pt x="1946" y="2250"/>
                  </a:lnTo>
                  <a:lnTo>
                    <a:pt x="1996" y="2226"/>
                  </a:lnTo>
                  <a:lnTo>
                    <a:pt x="2044" y="2196"/>
                  </a:lnTo>
                  <a:lnTo>
                    <a:pt x="2088" y="2164"/>
                  </a:lnTo>
                  <a:lnTo>
                    <a:pt x="2128" y="2127"/>
                  </a:lnTo>
                  <a:lnTo>
                    <a:pt x="2166" y="2086"/>
                  </a:lnTo>
                  <a:lnTo>
                    <a:pt x="2198" y="2042"/>
                  </a:lnTo>
                  <a:lnTo>
                    <a:pt x="2227" y="1994"/>
                  </a:lnTo>
                  <a:lnTo>
                    <a:pt x="2251" y="1944"/>
                  </a:lnTo>
                  <a:lnTo>
                    <a:pt x="2271" y="1891"/>
                  </a:lnTo>
                  <a:lnTo>
                    <a:pt x="2285" y="1837"/>
                  </a:lnTo>
                  <a:lnTo>
                    <a:pt x="2294" y="1780"/>
                  </a:lnTo>
                  <a:lnTo>
                    <a:pt x="2296" y="1721"/>
                  </a:lnTo>
                  <a:lnTo>
                    <a:pt x="2294" y="1663"/>
                  </a:lnTo>
                  <a:lnTo>
                    <a:pt x="2285" y="1607"/>
                  </a:lnTo>
                  <a:lnTo>
                    <a:pt x="2271" y="1551"/>
                  </a:lnTo>
                  <a:lnTo>
                    <a:pt x="2251" y="1498"/>
                  </a:lnTo>
                  <a:lnTo>
                    <a:pt x="2227" y="1449"/>
                  </a:lnTo>
                  <a:lnTo>
                    <a:pt x="2198" y="1402"/>
                  </a:lnTo>
                  <a:lnTo>
                    <a:pt x="2166" y="1358"/>
                  </a:lnTo>
                  <a:lnTo>
                    <a:pt x="2128" y="1317"/>
                  </a:lnTo>
                  <a:lnTo>
                    <a:pt x="2088" y="1280"/>
                  </a:lnTo>
                  <a:lnTo>
                    <a:pt x="2044" y="1246"/>
                  </a:lnTo>
                  <a:lnTo>
                    <a:pt x="1996" y="1218"/>
                  </a:lnTo>
                  <a:lnTo>
                    <a:pt x="1946" y="1194"/>
                  </a:lnTo>
                  <a:lnTo>
                    <a:pt x="1893" y="1175"/>
                  </a:lnTo>
                  <a:lnTo>
                    <a:pt x="1838" y="1160"/>
                  </a:lnTo>
                  <a:lnTo>
                    <a:pt x="1782" y="1152"/>
                  </a:lnTo>
                  <a:lnTo>
                    <a:pt x="1723" y="1148"/>
                  </a:lnTo>
                  <a:close/>
                  <a:moveTo>
                    <a:pt x="1727" y="0"/>
                  </a:moveTo>
                  <a:lnTo>
                    <a:pt x="1727" y="0"/>
                  </a:lnTo>
                  <a:lnTo>
                    <a:pt x="1824" y="3"/>
                  </a:lnTo>
                  <a:lnTo>
                    <a:pt x="1921" y="11"/>
                  </a:lnTo>
                  <a:lnTo>
                    <a:pt x="1941" y="16"/>
                  </a:lnTo>
                  <a:lnTo>
                    <a:pt x="1960" y="25"/>
                  </a:lnTo>
                  <a:lnTo>
                    <a:pt x="1975" y="38"/>
                  </a:lnTo>
                  <a:lnTo>
                    <a:pt x="1989" y="52"/>
                  </a:lnTo>
                  <a:lnTo>
                    <a:pt x="1998" y="70"/>
                  </a:lnTo>
                  <a:lnTo>
                    <a:pt x="2004" y="90"/>
                  </a:lnTo>
                  <a:lnTo>
                    <a:pt x="2005" y="111"/>
                  </a:lnTo>
                  <a:lnTo>
                    <a:pt x="2005" y="155"/>
                  </a:lnTo>
                  <a:lnTo>
                    <a:pt x="2010" y="197"/>
                  </a:lnTo>
                  <a:lnTo>
                    <a:pt x="2020" y="239"/>
                  </a:lnTo>
                  <a:lnTo>
                    <a:pt x="2033" y="279"/>
                  </a:lnTo>
                  <a:lnTo>
                    <a:pt x="2051" y="317"/>
                  </a:lnTo>
                  <a:lnTo>
                    <a:pt x="2073" y="353"/>
                  </a:lnTo>
                  <a:lnTo>
                    <a:pt x="2099" y="385"/>
                  </a:lnTo>
                  <a:lnTo>
                    <a:pt x="2129" y="416"/>
                  </a:lnTo>
                  <a:lnTo>
                    <a:pt x="2162" y="442"/>
                  </a:lnTo>
                  <a:lnTo>
                    <a:pt x="2198" y="465"/>
                  </a:lnTo>
                  <a:lnTo>
                    <a:pt x="2237" y="484"/>
                  </a:lnTo>
                  <a:lnTo>
                    <a:pt x="2277" y="498"/>
                  </a:lnTo>
                  <a:lnTo>
                    <a:pt x="2318" y="507"/>
                  </a:lnTo>
                  <a:lnTo>
                    <a:pt x="2360" y="512"/>
                  </a:lnTo>
                  <a:lnTo>
                    <a:pt x="2403" y="511"/>
                  </a:lnTo>
                  <a:lnTo>
                    <a:pt x="2446" y="505"/>
                  </a:lnTo>
                  <a:lnTo>
                    <a:pt x="2488" y="496"/>
                  </a:lnTo>
                  <a:lnTo>
                    <a:pt x="2528" y="482"/>
                  </a:lnTo>
                  <a:lnTo>
                    <a:pt x="2567" y="464"/>
                  </a:lnTo>
                  <a:lnTo>
                    <a:pt x="2603" y="443"/>
                  </a:lnTo>
                  <a:lnTo>
                    <a:pt x="2636" y="417"/>
                  </a:lnTo>
                  <a:lnTo>
                    <a:pt x="2667" y="389"/>
                  </a:lnTo>
                  <a:lnTo>
                    <a:pt x="2683" y="374"/>
                  </a:lnTo>
                  <a:lnTo>
                    <a:pt x="2700" y="364"/>
                  </a:lnTo>
                  <a:lnTo>
                    <a:pt x="2719" y="358"/>
                  </a:lnTo>
                  <a:lnTo>
                    <a:pt x="2739" y="357"/>
                  </a:lnTo>
                  <a:lnTo>
                    <a:pt x="2760" y="359"/>
                  </a:lnTo>
                  <a:lnTo>
                    <a:pt x="2779" y="367"/>
                  </a:lnTo>
                  <a:lnTo>
                    <a:pt x="2797" y="378"/>
                  </a:lnTo>
                  <a:lnTo>
                    <a:pt x="2871" y="440"/>
                  </a:lnTo>
                  <a:lnTo>
                    <a:pt x="2940" y="507"/>
                  </a:lnTo>
                  <a:lnTo>
                    <a:pt x="3007" y="578"/>
                  </a:lnTo>
                  <a:lnTo>
                    <a:pt x="3070" y="652"/>
                  </a:lnTo>
                  <a:lnTo>
                    <a:pt x="3080" y="670"/>
                  </a:lnTo>
                  <a:lnTo>
                    <a:pt x="3088" y="689"/>
                  </a:lnTo>
                  <a:lnTo>
                    <a:pt x="3090" y="709"/>
                  </a:lnTo>
                  <a:lnTo>
                    <a:pt x="3089" y="729"/>
                  </a:lnTo>
                  <a:lnTo>
                    <a:pt x="3082" y="749"/>
                  </a:lnTo>
                  <a:lnTo>
                    <a:pt x="3073" y="767"/>
                  </a:lnTo>
                  <a:lnTo>
                    <a:pt x="3059" y="783"/>
                  </a:lnTo>
                  <a:lnTo>
                    <a:pt x="3029" y="813"/>
                  </a:lnTo>
                  <a:lnTo>
                    <a:pt x="3002" y="847"/>
                  </a:lnTo>
                  <a:lnTo>
                    <a:pt x="2981" y="883"/>
                  </a:lnTo>
                  <a:lnTo>
                    <a:pt x="2963" y="920"/>
                  </a:lnTo>
                  <a:lnTo>
                    <a:pt x="2950" y="960"/>
                  </a:lnTo>
                  <a:lnTo>
                    <a:pt x="2940" y="1000"/>
                  </a:lnTo>
                  <a:lnTo>
                    <a:pt x="2936" y="1042"/>
                  </a:lnTo>
                  <a:lnTo>
                    <a:pt x="2935" y="1083"/>
                  </a:lnTo>
                  <a:lnTo>
                    <a:pt x="2940" y="1125"/>
                  </a:lnTo>
                  <a:lnTo>
                    <a:pt x="2949" y="1166"/>
                  </a:lnTo>
                  <a:lnTo>
                    <a:pt x="2962" y="1207"/>
                  </a:lnTo>
                  <a:lnTo>
                    <a:pt x="2982" y="1248"/>
                  </a:lnTo>
                  <a:lnTo>
                    <a:pt x="3008" y="1286"/>
                  </a:lnTo>
                  <a:lnTo>
                    <a:pt x="3036" y="1321"/>
                  </a:lnTo>
                  <a:lnTo>
                    <a:pt x="3069" y="1351"/>
                  </a:lnTo>
                  <a:lnTo>
                    <a:pt x="3103" y="1379"/>
                  </a:lnTo>
                  <a:lnTo>
                    <a:pt x="3142" y="1401"/>
                  </a:lnTo>
                  <a:lnTo>
                    <a:pt x="3183" y="1418"/>
                  </a:lnTo>
                  <a:lnTo>
                    <a:pt x="3228" y="1432"/>
                  </a:lnTo>
                  <a:lnTo>
                    <a:pt x="3273" y="1440"/>
                  </a:lnTo>
                  <a:lnTo>
                    <a:pt x="3319" y="1443"/>
                  </a:lnTo>
                  <a:lnTo>
                    <a:pt x="3340" y="1445"/>
                  </a:lnTo>
                  <a:lnTo>
                    <a:pt x="3361" y="1451"/>
                  </a:lnTo>
                  <a:lnTo>
                    <a:pt x="3381" y="1461"/>
                  </a:lnTo>
                  <a:lnTo>
                    <a:pt x="3399" y="1473"/>
                  </a:lnTo>
                  <a:lnTo>
                    <a:pt x="3414" y="1489"/>
                  </a:lnTo>
                  <a:lnTo>
                    <a:pt x="3424" y="1507"/>
                  </a:lnTo>
                  <a:lnTo>
                    <a:pt x="3430" y="1527"/>
                  </a:lnTo>
                  <a:lnTo>
                    <a:pt x="3438" y="1624"/>
                  </a:lnTo>
                  <a:lnTo>
                    <a:pt x="3440" y="1723"/>
                  </a:lnTo>
                  <a:lnTo>
                    <a:pt x="3437" y="1821"/>
                  </a:lnTo>
                  <a:lnTo>
                    <a:pt x="3429" y="1918"/>
                  </a:lnTo>
                  <a:lnTo>
                    <a:pt x="3424" y="1939"/>
                  </a:lnTo>
                  <a:lnTo>
                    <a:pt x="3415" y="1958"/>
                  </a:lnTo>
                  <a:lnTo>
                    <a:pt x="3402" y="1973"/>
                  </a:lnTo>
                  <a:lnTo>
                    <a:pt x="3387" y="1986"/>
                  </a:lnTo>
                  <a:lnTo>
                    <a:pt x="3369" y="1995"/>
                  </a:lnTo>
                  <a:lnTo>
                    <a:pt x="3349" y="2002"/>
                  </a:lnTo>
                  <a:lnTo>
                    <a:pt x="3329" y="2002"/>
                  </a:lnTo>
                  <a:lnTo>
                    <a:pt x="3307" y="2002"/>
                  </a:lnTo>
                  <a:lnTo>
                    <a:pt x="3261" y="2004"/>
                  </a:lnTo>
                  <a:lnTo>
                    <a:pt x="3217" y="2012"/>
                  </a:lnTo>
                  <a:lnTo>
                    <a:pt x="3175" y="2026"/>
                  </a:lnTo>
                  <a:lnTo>
                    <a:pt x="3134" y="2044"/>
                  </a:lnTo>
                  <a:lnTo>
                    <a:pt x="3096" y="2066"/>
                  </a:lnTo>
                  <a:lnTo>
                    <a:pt x="3060" y="2092"/>
                  </a:lnTo>
                  <a:lnTo>
                    <a:pt x="3028" y="2123"/>
                  </a:lnTo>
                  <a:lnTo>
                    <a:pt x="2999" y="2156"/>
                  </a:lnTo>
                  <a:lnTo>
                    <a:pt x="2975" y="2194"/>
                  </a:lnTo>
                  <a:lnTo>
                    <a:pt x="2955" y="2234"/>
                  </a:lnTo>
                  <a:lnTo>
                    <a:pt x="2940" y="2275"/>
                  </a:lnTo>
                  <a:lnTo>
                    <a:pt x="2931" y="2317"/>
                  </a:lnTo>
                  <a:lnTo>
                    <a:pt x="2927" y="2359"/>
                  </a:lnTo>
                  <a:lnTo>
                    <a:pt x="2927" y="2401"/>
                  </a:lnTo>
                  <a:lnTo>
                    <a:pt x="2931" y="2443"/>
                  </a:lnTo>
                  <a:lnTo>
                    <a:pt x="2940" y="2484"/>
                  </a:lnTo>
                  <a:lnTo>
                    <a:pt x="2954" y="2524"/>
                  </a:lnTo>
                  <a:lnTo>
                    <a:pt x="2972" y="2562"/>
                  </a:lnTo>
                  <a:lnTo>
                    <a:pt x="2994" y="2599"/>
                  </a:lnTo>
                  <a:lnTo>
                    <a:pt x="3020" y="2632"/>
                  </a:lnTo>
                  <a:lnTo>
                    <a:pt x="3052" y="2663"/>
                  </a:lnTo>
                  <a:lnTo>
                    <a:pt x="3066" y="2679"/>
                  </a:lnTo>
                  <a:lnTo>
                    <a:pt x="3075" y="2696"/>
                  </a:lnTo>
                  <a:lnTo>
                    <a:pt x="3081" y="2716"/>
                  </a:lnTo>
                  <a:lnTo>
                    <a:pt x="3082" y="2736"/>
                  </a:lnTo>
                  <a:lnTo>
                    <a:pt x="3080" y="2756"/>
                  </a:lnTo>
                  <a:lnTo>
                    <a:pt x="3073" y="2776"/>
                  </a:lnTo>
                  <a:lnTo>
                    <a:pt x="3061" y="2794"/>
                  </a:lnTo>
                  <a:lnTo>
                    <a:pt x="2998" y="2868"/>
                  </a:lnTo>
                  <a:lnTo>
                    <a:pt x="2931" y="2939"/>
                  </a:lnTo>
                  <a:lnTo>
                    <a:pt x="2858" y="3005"/>
                  </a:lnTo>
                  <a:lnTo>
                    <a:pt x="2784" y="3068"/>
                  </a:lnTo>
                  <a:lnTo>
                    <a:pt x="2766" y="3079"/>
                  </a:lnTo>
                  <a:lnTo>
                    <a:pt x="2747" y="3086"/>
                  </a:lnTo>
                  <a:lnTo>
                    <a:pt x="2727" y="3088"/>
                  </a:lnTo>
                  <a:lnTo>
                    <a:pt x="2707" y="3087"/>
                  </a:lnTo>
                  <a:lnTo>
                    <a:pt x="2687" y="3081"/>
                  </a:lnTo>
                  <a:lnTo>
                    <a:pt x="2670" y="3072"/>
                  </a:lnTo>
                  <a:lnTo>
                    <a:pt x="2653" y="3058"/>
                  </a:lnTo>
                  <a:lnTo>
                    <a:pt x="2624" y="3028"/>
                  </a:lnTo>
                  <a:lnTo>
                    <a:pt x="2591" y="3003"/>
                  </a:lnTo>
                  <a:lnTo>
                    <a:pt x="2554" y="2982"/>
                  </a:lnTo>
                  <a:lnTo>
                    <a:pt x="2516" y="2964"/>
                  </a:lnTo>
                  <a:lnTo>
                    <a:pt x="2476" y="2951"/>
                  </a:lnTo>
                  <a:lnTo>
                    <a:pt x="2434" y="2941"/>
                  </a:lnTo>
                  <a:lnTo>
                    <a:pt x="2392" y="2936"/>
                  </a:lnTo>
                  <a:lnTo>
                    <a:pt x="2350" y="2935"/>
                  </a:lnTo>
                  <a:lnTo>
                    <a:pt x="2308" y="2939"/>
                  </a:lnTo>
                  <a:lnTo>
                    <a:pt x="2267" y="2948"/>
                  </a:lnTo>
                  <a:lnTo>
                    <a:pt x="2228" y="2961"/>
                  </a:lnTo>
                  <a:lnTo>
                    <a:pt x="2185" y="2981"/>
                  </a:lnTo>
                  <a:lnTo>
                    <a:pt x="2146" y="3006"/>
                  </a:lnTo>
                  <a:lnTo>
                    <a:pt x="2111" y="3036"/>
                  </a:lnTo>
                  <a:lnTo>
                    <a:pt x="2079" y="3069"/>
                  </a:lnTo>
                  <a:lnTo>
                    <a:pt x="2052" y="3106"/>
                  </a:lnTo>
                  <a:lnTo>
                    <a:pt x="2030" y="3146"/>
                  </a:lnTo>
                  <a:lnTo>
                    <a:pt x="2012" y="3189"/>
                  </a:lnTo>
                  <a:lnTo>
                    <a:pt x="2001" y="3233"/>
                  </a:lnTo>
                  <a:lnTo>
                    <a:pt x="1993" y="3280"/>
                  </a:lnTo>
                  <a:lnTo>
                    <a:pt x="1992" y="3327"/>
                  </a:lnTo>
                  <a:lnTo>
                    <a:pt x="1990" y="3351"/>
                  </a:lnTo>
                  <a:lnTo>
                    <a:pt x="1982" y="3373"/>
                  </a:lnTo>
                  <a:lnTo>
                    <a:pt x="1969" y="3393"/>
                  </a:lnTo>
                  <a:lnTo>
                    <a:pt x="1951" y="3409"/>
                  </a:lnTo>
                  <a:lnTo>
                    <a:pt x="1931" y="3419"/>
                  </a:lnTo>
                  <a:lnTo>
                    <a:pt x="1907" y="3426"/>
                  </a:lnTo>
                  <a:lnTo>
                    <a:pt x="1812" y="3433"/>
                  </a:lnTo>
                  <a:lnTo>
                    <a:pt x="1717" y="3436"/>
                  </a:lnTo>
                  <a:lnTo>
                    <a:pt x="1619" y="3433"/>
                  </a:lnTo>
                  <a:lnTo>
                    <a:pt x="1520" y="3425"/>
                  </a:lnTo>
                  <a:lnTo>
                    <a:pt x="1499" y="3419"/>
                  </a:lnTo>
                  <a:lnTo>
                    <a:pt x="1481" y="3411"/>
                  </a:lnTo>
                  <a:lnTo>
                    <a:pt x="1465" y="3398"/>
                  </a:lnTo>
                  <a:lnTo>
                    <a:pt x="1451" y="3383"/>
                  </a:lnTo>
                  <a:lnTo>
                    <a:pt x="1442" y="3365"/>
                  </a:lnTo>
                  <a:lnTo>
                    <a:pt x="1436" y="3345"/>
                  </a:lnTo>
                  <a:lnTo>
                    <a:pt x="1435" y="3324"/>
                  </a:lnTo>
                  <a:lnTo>
                    <a:pt x="1435" y="3281"/>
                  </a:lnTo>
                  <a:lnTo>
                    <a:pt x="1430" y="3238"/>
                  </a:lnTo>
                  <a:lnTo>
                    <a:pt x="1421" y="3197"/>
                  </a:lnTo>
                  <a:lnTo>
                    <a:pt x="1407" y="3157"/>
                  </a:lnTo>
                  <a:lnTo>
                    <a:pt x="1389" y="3119"/>
                  </a:lnTo>
                  <a:lnTo>
                    <a:pt x="1366" y="3083"/>
                  </a:lnTo>
                  <a:lnTo>
                    <a:pt x="1341" y="3051"/>
                  </a:lnTo>
                  <a:lnTo>
                    <a:pt x="1311" y="3020"/>
                  </a:lnTo>
                  <a:lnTo>
                    <a:pt x="1278" y="2994"/>
                  </a:lnTo>
                  <a:lnTo>
                    <a:pt x="1242" y="2971"/>
                  </a:lnTo>
                  <a:lnTo>
                    <a:pt x="1203" y="2952"/>
                  </a:lnTo>
                  <a:lnTo>
                    <a:pt x="1163" y="2937"/>
                  </a:lnTo>
                  <a:lnTo>
                    <a:pt x="1122" y="2929"/>
                  </a:lnTo>
                  <a:lnTo>
                    <a:pt x="1080" y="2924"/>
                  </a:lnTo>
                  <a:lnTo>
                    <a:pt x="1037" y="2925"/>
                  </a:lnTo>
                  <a:lnTo>
                    <a:pt x="994" y="2931"/>
                  </a:lnTo>
                  <a:lnTo>
                    <a:pt x="952" y="2940"/>
                  </a:lnTo>
                  <a:lnTo>
                    <a:pt x="912" y="2954"/>
                  </a:lnTo>
                  <a:lnTo>
                    <a:pt x="873" y="2971"/>
                  </a:lnTo>
                  <a:lnTo>
                    <a:pt x="837" y="2993"/>
                  </a:lnTo>
                  <a:lnTo>
                    <a:pt x="804" y="3018"/>
                  </a:lnTo>
                  <a:lnTo>
                    <a:pt x="773" y="3047"/>
                  </a:lnTo>
                  <a:lnTo>
                    <a:pt x="758" y="3062"/>
                  </a:lnTo>
                  <a:lnTo>
                    <a:pt x="740" y="3072"/>
                  </a:lnTo>
                  <a:lnTo>
                    <a:pt x="720" y="3078"/>
                  </a:lnTo>
                  <a:lnTo>
                    <a:pt x="700" y="3079"/>
                  </a:lnTo>
                  <a:lnTo>
                    <a:pt x="680" y="3077"/>
                  </a:lnTo>
                  <a:lnTo>
                    <a:pt x="661" y="3069"/>
                  </a:lnTo>
                  <a:lnTo>
                    <a:pt x="643" y="3058"/>
                  </a:lnTo>
                  <a:lnTo>
                    <a:pt x="569" y="2995"/>
                  </a:lnTo>
                  <a:lnTo>
                    <a:pt x="499" y="2929"/>
                  </a:lnTo>
                  <a:lnTo>
                    <a:pt x="433" y="2857"/>
                  </a:lnTo>
                  <a:lnTo>
                    <a:pt x="370" y="2783"/>
                  </a:lnTo>
                  <a:lnTo>
                    <a:pt x="360" y="2765"/>
                  </a:lnTo>
                  <a:lnTo>
                    <a:pt x="353" y="2746"/>
                  </a:lnTo>
                  <a:lnTo>
                    <a:pt x="350" y="2726"/>
                  </a:lnTo>
                  <a:lnTo>
                    <a:pt x="351" y="2706"/>
                  </a:lnTo>
                  <a:lnTo>
                    <a:pt x="358" y="2687"/>
                  </a:lnTo>
                  <a:lnTo>
                    <a:pt x="367" y="2669"/>
                  </a:lnTo>
                  <a:lnTo>
                    <a:pt x="381" y="2653"/>
                  </a:lnTo>
                  <a:lnTo>
                    <a:pt x="411" y="2623"/>
                  </a:lnTo>
                  <a:lnTo>
                    <a:pt x="437" y="2589"/>
                  </a:lnTo>
                  <a:lnTo>
                    <a:pt x="459" y="2553"/>
                  </a:lnTo>
                  <a:lnTo>
                    <a:pt x="477" y="2516"/>
                  </a:lnTo>
                  <a:lnTo>
                    <a:pt x="490" y="2476"/>
                  </a:lnTo>
                  <a:lnTo>
                    <a:pt x="500" y="2435"/>
                  </a:lnTo>
                  <a:lnTo>
                    <a:pt x="504" y="2394"/>
                  </a:lnTo>
                  <a:lnTo>
                    <a:pt x="505" y="2352"/>
                  </a:lnTo>
                  <a:lnTo>
                    <a:pt x="500" y="2311"/>
                  </a:lnTo>
                  <a:lnTo>
                    <a:pt x="491" y="2269"/>
                  </a:lnTo>
                  <a:lnTo>
                    <a:pt x="477" y="2229"/>
                  </a:lnTo>
                  <a:lnTo>
                    <a:pt x="457" y="2187"/>
                  </a:lnTo>
                  <a:lnTo>
                    <a:pt x="431" y="2148"/>
                  </a:lnTo>
                  <a:lnTo>
                    <a:pt x="402" y="2112"/>
                  </a:lnTo>
                  <a:lnTo>
                    <a:pt x="369" y="2082"/>
                  </a:lnTo>
                  <a:lnTo>
                    <a:pt x="334" y="2054"/>
                  </a:lnTo>
                  <a:lnTo>
                    <a:pt x="295" y="2032"/>
                  </a:lnTo>
                  <a:lnTo>
                    <a:pt x="255" y="2014"/>
                  </a:lnTo>
                  <a:lnTo>
                    <a:pt x="212" y="2002"/>
                  </a:lnTo>
                  <a:lnTo>
                    <a:pt x="168" y="1995"/>
                  </a:lnTo>
                  <a:lnTo>
                    <a:pt x="123" y="1993"/>
                  </a:lnTo>
                  <a:lnTo>
                    <a:pt x="102" y="1991"/>
                  </a:lnTo>
                  <a:lnTo>
                    <a:pt x="80" y="1985"/>
                  </a:lnTo>
                  <a:lnTo>
                    <a:pt x="60" y="1975"/>
                  </a:lnTo>
                  <a:lnTo>
                    <a:pt x="41" y="1963"/>
                  </a:lnTo>
                  <a:lnTo>
                    <a:pt x="26" y="1947"/>
                  </a:lnTo>
                  <a:lnTo>
                    <a:pt x="16" y="1928"/>
                  </a:lnTo>
                  <a:lnTo>
                    <a:pt x="11" y="1908"/>
                  </a:lnTo>
                  <a:lnTo>
                    <a:pt x="2" y="1810"/>
                  </a:lnTo>
                  <a:lnTo>
                    <a:pt x="0" y="1714"/>
                  </a:lnTo>
                  <a:lnTo>
                    <a:pt x="0" y="1713"/>
                  </a:lnTo>
                  <a:lnTo>
                    <a:pt x="2" y="1615"/>
                  </a:lnTo>
                  <a:lnTo>
                    <a:pt x="12" y="1518"/>
                  </a:lnTo>
                  <a:lnTo>
                    <a:pt x="16" y="1497"/>
                  </a:lnTo>
                  <a:lnTo>
                    <a:pt x="24" y="1479"/>
                  </a:lnTo>
                  <a:lnTo>
                    <a:pt x="36" y="1464"/>
                  </a:lnTo>
                  <a:lnTo>
                    <a:pt x="51" y="1450"/>
                  </a:lnTo>
                  <a:lnTo>
                    <a:pt x="68" y="1441"/>
                  </a:lnTo>
                  <a:lnTo>
                    <a:pt x="88" y="1435"/>
                  </a:lnTo>
                  <a:lnTo>
                    <a:pt x="110" y="1433"/>
                  </a:lnTo>
                  <a:lnTo>
                    <a:pt x="160" y="1431"/>
                  </a:lnTo>
                  <a:lnTo>
                    <a:pt x="208" y="1423"/>
                  </a:lnTo>
                  <a:lnTo>
                    <a:pt x="255" y="1410"/>
                  </a:lnTo>
                  <a:lnTo>
                    <a:pt x="298" y="1392"/>
                  </a:lnTo>
                  <a:lnTo>
                    <a:pt x="339" y="1370"/>
                  </a:lnTo>
                  <a:lnTo>
                    <a:pt x="376" y="1344"/>
                  </a:lnTo>
                  <a:lnTo>
                    <a:pt x="409" y="1313"/>
                  </a:lnTo>
                  <a:lnTo>
                    <a:pt x="439" y="1280"/>
                  </a:lnTo>
                  <a:lnTo>
                    <a:pt x="464" y="1242"/>
                  </a:lnTo>
                  <a:lnTo>
                    <a:pt x="485" y="1201"/>
                  </a:lnTo>
                  <a:lnTo>
                    <a:pt x="499" y="1160"/>
                  </a:lnTo>
                  <a:lnTo>
                    <a:pt x="509" y="1119"/>
                  </a:lnTo>
                  <a:lnTo>
                    <a:pt x="514" y="1077"/>
                  </a:lnTo>
                  <a:lnTo>
                    <a:pt x="514" y="1035"/>
                  </a:lnTo>
                  <a:lnTo>
                    <a:pt x="509" y="993"/>
                  </a:lnTo>
                  <a:lnTo>
                    <a:pt x="500" y="952"/>
                  </a:lnTo>
                  <a:lnTo>
                    <a:pt x="486" y="912"/>
                  </a:lnTo>
                  <a:lnTo>
                    <a:pt x="468" y="874"/>
                  </a:lnTo>
                  <a:lnTo>
                    <a:pt x="446" y="837"/>
                  </a:lnTo>
                  <a:lnTo>
                    <a:pt x="419" y="804"/>
                  </a:lnTo>
                  <a:lnTo>
                    <a:pt x="388" y="772"/>
                  </a:lnTo>
                  <a:lnTo>
                    <a:pt x="375" y="756"/>
                  </a:lnTo>
                  <a:lnTo>
                    <a:pt x="365" y="739"/>
                  </a:lnTo>
                  <a:lnTo>
                    <a:pt x="359" y="720"/>
                  </a:lnTo>
                  <a:lnTo>
                    <a:pt x="358" y="700"/>
                  </a:lnTo>
                  <a:lnTo>
                    <a:pt x="360" y="680"/>
                  </a:lnTo>
                  <a:lnTo>
                    <a:pt x="367" y="660"/>
                  </a:lnTo>
                  <a:lnTo>
                    <a:pt x="379" y="642"/>
                  </a:lnTo>
                  <a:lnTo>
                    <a:pt x="442" y="567"/>
                  </a:lnTo>
                  <a:lnTo>
                    <a:pt x="509" y="497"/>
                  </a:lnTo>
                  <a:lnTo>
                    <a:pt x="581" y="431"/>
                  </a:lnTo>
                  <a:lnTo>
                    <a:pt x="657" y="368"/>
                  </a:lnTo>
                  <a:lnTo>
                    <a:pt x="675" y="356"/>
                  </a:lnTo>
                  <a:lnTo>
                    <a:pt x="694" y="350"/>
                  </a:lnTo>
                  <a:lnTo>
                    <a:pt x="714" y="347"/>
                  </a:lnTo>
                  <a:lnTo>
                    <a:pt x="734" y="349"/>
                  </a:lnTo>
                  <a:lnTo>
                    <a:pt x="752" y="355"/>
                  </a:lnTo>
                  <a:lnTo>
                    <a:pt x="770" y="364"/>
                  </a:lnTo>
                  <a:lnTo>
                    <a:pt x="786" y="378"/>
                  </a:lnTo>
                  <a:lnTo>
                    <a:pt x="817" y="408"/>
                  </a:lnTo>
                  <a:lnTo>
                    <a:pt x="849" y="433"/>
                  </a:lnTo>
                  <a:lnTo>
                    <a:pt x="886" y="454"/>
                  </a:lnTo>
                  <a:lnTo>
                    <a:pt x="924" y="472"/>
                  </a:lnTo>
                  <a:lnTo>
                    <a:pt x="964" y="485"/>
                  </a:lnTo>
                  <a:lnTo>
                    <a:pt x="1006" y="495"/>
                  </a:lnTo>
                  <a:lnTo>
                    <a:pt x="1048" y="500"/>
                  </a:lnTo>
                  <a:lnTo>
                    <a:pt x="1090" y="500"/>
                  </a:lnTo>
                  <a:lnTo>
                    <a:pt x="1132" y="497"/>
                  </a:lnTo>
                  <a:lnTo>
                    <a:pt x="1173" y="488"/>
                  </a:lnTo>
                  <a:lnTo>
                    <a:pt x="1212" y="475"/>
                  </a:lnTo>
                  <a:lnTo>
                    <a:pt x="1254" y="455"/>
                  </a:lnTo>
                  <a:lnTo>
                    <a:pt x="1293" y="430"/>
                  </a:lnTo>
                  <a:lnTo>
                    <a:pt x="1329" y="399"/>
                  </a:lnTo>
                  <a:lnTo>
                    <a:pt x="1361" y="367"/>
                  </a:lnTo>
                  <a:lnTo>
                    <a:pt x="1387" y="329"/>
                  </a:lnTo>
                  <a:lnTo>
                    <a:pt x="1410" y="289"/>
                  </a:lnTo>
                  <a:lnTo>
                    <a:pt x="1427" y="247"/>
                  </a:lnTo>
                  <a:lnTo>
                    <a:pt x="1440" y="203"/>
                  </a:lnTo>
                  <a:lnTo>
                    <a:pt x="1447" y="156"/>
                  </a:lnTo>
                  <a:lnTo>
                    <a:pt x="1448" y="109"/>
                  </a:lnTo>
                  <a:lnTo>
                    <a:pt x="1450" y="84"/>
                  </a:lnTo>
                  <a:lnTo>
                    <a:pt x="1459" y="62"/>
                  </a:lnTo>
                  <a:lnTo>
                    <a:pt x="1471" y="43"/>
                  </a:lnTo>
                  <a:lnTo>
                    <a:pt x="1489" y="27"/>
                  </a:lnTo>
                  <a:lnTo>
                    <a:pt x="1509" y="16"/>
                  </a:lnTo>
                  <a:lnTo>
                    <a:pt x="1533" y="10"/>
                  </a:lnTo>
                  <a:lnTo>
                    <a:pt x="1630" y="2"/>
                  </a:lnTo>
                  <a:lnTo>
                    <a:pt x="1727" y="0"/>
                  </a:lnTo>
                  <a:close/>
                </a:path>
              </a:pathLst>
            </a:custGeom>
            <a:gradFill>
              <a:gsLst>
                <a:gs pos="0">
                  <a:srgbClr val="6E6E6E"/>
                </a:gs>
                <a:gs pos="50000">
                  <a:srgbClr val="9F9F9F"/>
                </a:gs>
                <a:gs pos="100000">
                  <a:srgbClr val="BFBFBF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30" name="Google Shape;230;p19"/>
            <p:cNvGrpSpPr/>
            <p:nvPr/>
          </p:nvGrpSpPr>
          <p:grpSpPr>
            <a:xfrm>
              <a:off x="3859724" y="2448263"/>
              <a:ext cx="1474276" cy="1475760"/>
              <a:chOff x="888347" y="1187607"/>
              <a:chExt cx="3304685" cy="1574800"/>
            </a:xfrm>
          </p:grpSpPr>
          <p:sp>
            <p:nvSpPr>
              <p:cNvPr id="231" name="Google Shape;231;p19"/>
              <p:cNvSpPr/>
              <p:nvPr/>
            </p:nvSpPr>
            <p:spPr>
              <a:xfrm>
                <a:off x="888347" y="1187607"/>
                <a:ext cx="3304685" cy="157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32" name="Google Shape;232;p19"/>
              <p:cNvSpPr/>
              <p:nvPr/>
            </p:nvSpPr>
            <p:spPr>
              <a:xfrm>
                <a:off x="888347" y="1187607"/>
                <a:ext cx="3304685" cy="1574800"/>
              </a:xfrm>
              <a:prstGeom prst="ellipse">
                <a:avLst/>
              </a:prstGeom>
              <a:gradFill>
                <a:gsLst>
                  <a:gs pos="0">
                    <a:srgbClr val="D8D8D8"/>
                  </a:gs>
                  <a:gs pos="50000">
                    <a:srgbClr val="F2F2F2">
                      <a:alpha val="49803"/>
                    </a:srgbClr>
                  </a:gs>
                  <a:gs pos="100000">
                    <a:srgbClr val="D8D8D8"/>
                  </a:gs>
                </a:gsLst>
                <a:path path="circle">
                  <a:fillToRect b="0%" l="100%" r="0%" t="100%"/>
                </a:path>
                <a:tileRect b="-100%" l="0%" r="-100%" t="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rgbClr val="3F3F3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233" name="Google Shape;233;p19"/>
          <p:cNvSpPr/>
          <p:nvPr/>
        </p:nvSpPr>
        <p:spPr>
          <a:xfrm>
            <a:off x="794058" y="3779669"/>
            <a:ext cx="1876726" cy="761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Market Penetration</a:t>
            </a:r>
            <a:endParaRPr/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Increase market share by selling more of existing products in the current market.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19"/>
          <p:cNvSpPr/>
          <p:nvPr/>
        </p:nvSpPr>
        <p:spPr>
          <a:xfrm flipH="1">
            <a:off x="6473219" y="3779669"/>
            <a:ext cx="1876724" cy="761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Diversification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Expand into new markets with new products, reducing reliance on existing business lines.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19"/>
          <p:cNvSpPr/>
          <p:nvPr/>
        </p:nvSpPr>
        <p:spPr>
          <a:xfrm flipH="1">
            <a:off x="918211" y="1321301"/>
            <a:ext cx="1876724" cy="761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Market Development</a:t>
            </a:r>
            <a:endParaRPr/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Enter new markets with existing products to reach new customer segments or regions.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6349064" y="1321301"/>
            <a:ext cx="1876726" cy="761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Product Development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Innovate or enhance products to meet current market needs, driving more sales.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4337782" y="2871745"/>
            <a:ext cx="518160" cy="628796"/>
          </a:xfrm>
          <a:custGeom>
            <a:rect b="b" l="l" r="r" t="t"/>
            <a:pathLst>
              <a:path extrusionOk="0" h="418331" w="344726">
                <a:moveTo>
                  <a:pt x="250032" y="320051"/>
                </a:moveTo>
                <a:lnTo>
                  <a:pt x="235452" y="363724"/>
                </a:lnTo>
                <a:cubicBezTo>
                  <a:pt x="235183" y="364533"/>
                  <a:pt x="235385" y="365209"/>
                  <a:pt x="236128" y="365749"/>
                </a:cubicBezTo>
                <a:cubicBezTo>
                  <a:pt x="237208" y="366559"/>
                  <a:pt x="237950" y="365951"/>
                  <a:pt x="238220" y="365749"/>
                </a:cubicBezTo>
                <a:cubicBezTo>
                  <a:pt x="244430" y="361023"/>
                  <a:pt x="254015" y="362103"/>
                  <a:pt x="259145" y="368179"/>
                </a:cubicBezTo>
                <a:cubicBezTo>
                  <a:pt x="262048" y="371621"/>
                  <a:pt x="263195" y="376009"/>
                  <a:pt x="262452" y="380531"/>
                </a:cubicBezTo>
                <a:lnTo>
                  <a:pt x="260023" y="395111"/>
                </a:lnTo>
                <a:cubicBezTo>
                  <a:pt x="259888" y="396124"/>
                  <a:pt x="260428" y="396731"/>
                  <a:pt x="260968" y="397001"/>
                </a:cubicBezTo>
                <a:cubicBezTo>
                  <a:pt x="261643" y="397406"/>
                  <a:pt x="262318" y="397339"/>
                  <a:pt x="262925" y="396866"/>
                </a:cubicBezTo>
                <a:lnTo>
                  <a:pt x="295933" y="369326"/>
                </a:lnTo>
                <a:cubicBezTo>
                  <a:pt x="284863" y="349481"/>
                  <a:pt x="269068" y="332606"/>
                  <a:pt x="250100" y="320119"/>
                </a:cubicBezTo>
                <a:close/>
                <a:moveTo>
                  <a:pt x="172340" y="283196"/>
                </a:moveTo>
                <a:cubicBezTo>
                  <a:pt x="251045" y="283196"/>
                  <a:pt x="316318" y="342123"/>
                  <a:pt x="326240" y="418196"/>
                </a:cubicBezTo>
                <a:lnTo>
                  <a:pt x="312605" y="418196"/>
                </a:lnTo>
                <a:cubicBezTo>
                  <a:pt x="310783" y="405371"/>
                  <a:pt x="307205" y="393086"/>
                  <a:pt x="302143" y="381611"/>
                </a:cubicBezTo>
                <a:lnTo>
                  <a:pt x="271565" y="407126"/>
                </a:lnTo>
                <a:cubicBezTo>
                  <a:pt x="268730" y="409488"/>
                  <a:pt x="265288" y="410703"/>
                  <a:pt x="261845" y="410703"/>
                </a:cubicBezTo>
                <a:cubicBezTo>
                  <a:pt x="259280" y="410703"/>
                  <a:pt x="256648" y="410029"/>
                  <a:pt x="254285" y="408679"/>
                </a:cubicBezTo>
                <a:cubicBezTo>
                  <a:pt x="248615" y="405506"/>
                  <a:pt x="245645" y="399296"/>
                  <a:pt x="246657" y="392884"/>
                </a:cubicBezTo>
                <a:lnTo>
                  <a:pt x="249088" y="378236"/>
                </a:lnTo>
                <a:cubicBezTo>
                  <a:pt x="249155" y="377696"/>
                  <a:pt x="249088" y="377291"/>
                  <a:pt x="248750" y="376886"/>
                </a:cubicBezTo>
                <a:cubicBezTo>
                  <a:pt x="248143" y="376144"/>
                  <a:pt x="246995" y="375941"/>
                  <a:pt x="246320" y="376481"/>
                </a:cubicBezTo>
                <a:cubicBezTo>
                  <a:pt x="240853" y="380599"/>
                  <a:pt x="233765" y="380734"/>
                  <a:pt x="228230" y="376751"/>
                </a:cubicBezTo>
                <a:cubicBezTo>
                  <a:pt x="222628" y="372836"/>
                  <a:pt x="220400" y="366019"/>
                  <a:pt x="222560" y="359539"/>
                </a:cubicBezTo>
                <a:lnTo>
                  <a:pt x="238085" y="313099"/>
                </a:lnTo>
                <a:cubicBezTo>
                  <a:pt x="218443" y="302703"/>
                  <a:pt x="196032" y="296831"/>
                  <a:pt x="172273" y="296831"/>
                </a:cubicBezTo>
                <a:cubicBezTo>
                  <a:pt x="163835" y="296831"/>
                  <a:pt x="155668" y="297574"/>
                  <a:pt x="147635" y="299059"/>
                </a:cubicBezTo>
                <a:cubicBezTo>
                  <a:pt x="149053" y="300679"/>
                  <a:pt x="150200" y="302568"/>
                  <a:pt x="151010" y="304594"/>
                </a:cubicBezTo>
                <a:cubicBezTo>
                  <a:pt x="153035" y="309521"/>
                  <a:pt x="152900" y="314988"/>
                  <a:pt x="150740" y="319849"/>
                </a:cubicBezTo>
                <a:lnTo>
                  <a:pt x="130828" y="364601"/>
                </a:lnTo>
                <a:cubicBezTo>
                  <a:pt x="129680" y="367301"/>
                  <a:pt x="130558" y="370541"/>
                  <a:pt x="133055" y="372161"/>
                </a:cubicBezTo>
                <a:lnTo>
                  <a:pt x="138185" y="375603"/>
                </a:lnTo>
                <a:cubicBezTo>
                  <a:pt x="145475" y="380464"/>
                  <a:pt x="148648" y="389711"/>
                  <a:pt x="145880" y="398014"/>
                </a:cubicBezTo>
                <a:lnTo>
                  <a:pt x="142235" y="408949"/>
                </a:lnTo>
                <a:cubicBezTo>
                  <a:pt x="141560" y="410974"/>
                  <a:pt x="142100" y="414686"/>
                  <a:pt x="143653" y="418331"/>
                </a:cubicBezTo>
                <a:lnTo>
                  <a:pt x="129478" y="418331"/>
                </a:lnTo>
                <a:cubicBezTo>
                  <a:pt x="128263" y="413606"/>
                  <a:pt x="128128" y="408814"/>
                  <a:pt x="129478" y="404696"/>
                </a:cubicBezTo>
                <a:lnTo>
                  <a:pt x="133123" y="393761"/>
                </a:lnTo>
                <a:cubicBezTo>
                  <a:pt x="134000" y="391196"/>
                  <a:pt x="132988" y="388294"/>
                  <a:pt x="130760" y="386809"/>
                </a:cubicBezTo>
                <a:lnTo>
                  <a:pt x="125630" y="383366"/>
                </a:lnTo>
                <a:cubicBezTo>
                  <a:pt x="117665" y="378033"/>
                  <a:pt x="114695" y="367841"/>
                  <a:pt x="118543" y="359134"/>
                </a:cubicBezTo>
                <a:lnTo>
                  <a:pt x="138455" y="314381"/>
                </a:lnTo>
                <a:cubicBezTo>
                  <a:pt x="139130" y="312828"/>
                  <a:pt x="139198" y="311141"/>
                  <a:pt x="138590" y="309656"/>
                </a:cubicBezTo>
                <a:cubicBezTo>
                  <a:pt x="137915" y="308103"/>
                  <a:pt x="136700" y="306821"/>
                  <a:pt x="135148" y="306213"/>
                </a:cubicBezTo>
                <a:lnTo>
                  <a:pt x="128803" y="303716"/>
                </a:lnTo>
                <a:cubicBezTo>
                  <a:pt x="103220" y="311951"/>
                  <a:pt x="80810" y="327341"/>
                  <a:pt x="63868" y="347456"/>
                </a:cubicBezTo>
                <a:cubicBezTo>
                  <a:pt x="69403" y="348806"/>
                  <a:pt x="73993" y="352113"/>
                  <a:pt x="77030" y="356906"/>
                </a:cubicBezTo>
                <a:cubicBezTo>
                  <a:pt x="80270" y="361969"/>
                  <a:pt x="81215" y="367976"/>
                  <a:pt x="79730" y="373781"/>
                </a:cubicBezTo>
                <a:lnTo>
                  <a:pt x="77705" y="381881"/>
                </a:lnTo>
                <a:cubicBezTo>
                  <a:pt x="77097" y="384109"/>
                  <a:pt x="77503" y="386404"/>
                  <a:pt x="78785" y="388294"/>
                </a:cubicBezTo>
                <a:lnTo>
                  <a:pt x="86345" y="399634"/>
                </a:lnTo>
                <a:cubicBezTo>
                  <a:pt x="90328" y="405574"/>
                  <a:pt x="89720" y="411041"/>
                  <a:pt x="88573" y="415564"/>
                </a:cubicBezTo>
                <a:cubicBezTo>
                  <a:pt x="88438" y="416103"/>
                  <a:pt x="88235" y="416576"/>
                  <a:pt x="87965" y="417049"/>
                </a:cubicBezTo>
                <a:lnTo>
                  <a:pt x="87290" y="418331"/>
                </a:lnTo>
                <a:lnTo>
                  <a:pt x="71900" y="418331"/>
                </a:lnTo>
                <a:cubicBezTo>
                  <a:pt x="72238" y="417724"/>
                  <a:pt x="72643" y="417116"/>
                  <a:pt x="73048" y="416576"/>
                </a:cubicBezTo>
                <a:lnTo>
                  <a:pt x="75613" y="411514"/>
                </a:lnTo>
                <a:cubicBezTo>
                  <a:pt x="76220" y="408949"/>
                  <a:pt x="75882" y="408273"/>
                  <a:pt x="75140" y="407193"/>
                </a:cubicBezTo>
                <a:lnTo>
                  <a:pt x="67580" y="395853"/>
                </a:lnTo>
                <a:cubicBezTo>
                  <a:pt x="64205" y="390859"/>
                  <a:pt x="63058" y="384514"/>
                  <a:pt x="64610" y="378574"/>
                </a:cubicBezTo>
                <a:lnTo>
                  <a:pt x="66635" y="370474"/>
                </a:lnTo>
                <a:cubicBezTo>
                  <a:pt x="67175" y="368246"/>
                  <a:pt x="66838" y="366019"/>
                  <a:pt x="65623" y="364129"/>
                </a:cubicBezTo>
                <a:cubicBezTo>
                  <a:pt x="64408" y="362238"/>
                  <a:pt x="62585" y="360956"/>
                  <a:pt x="60358" y="360484"/>
                </a:cubicBezTo>
                <a:lnTo>
                  <a:pt x="54890" y="359336"/>
                </a:lnTo>
                <a:cubicBezTo>
                  <a:pt x="43145" y="376684"/>
                  <a:pt x="35113" y="396731"/>
                  <a:pt x="32075" y="418331"/>
                </a:cubicBezTo>
                <a:lnTo>
                  <a:pt x="32075" y="418196"/>
                </a:lnTo>
                <a:lnTo>
                  <a:pt x="18440" y="418196"/>
                </a:lnTo>
                <a:cubicBezTo>
                  <a:pt x="28363" y="342123"/>
                  <a:pt x="93635" y="283196"/>
                  <a:pt x="172340" y="283196"/>
                </a:cubicBezTo>
                <a:close/>
                <a:moveTo>
                  <a:pt x="253341" y="269832"/>
                </a:moveTo>
                <a:lnTo>
                  <a:pt x="293841" y="269832"/>
                </a:lnTo>
                <a:lnTo>
                  <a:pt x="293841" y="283332"/>
                </a:lnTo>
                <a:lnTo>
                  <a:pt x="253341" y="283332"/>
                </a:lnTo>
                <a:close/>
                <a:moveTo>
                  <a:pt x="50841" y="269832"/>
                </a:moveTo>
                <a:lnTo>
                  <a:pt x="91341" y="269832"/>
                </a:lnTo>
                <a:lnTo>
                  <a:pt x="91341" y="283332"/>
                </a:lnTo>
                <a:lnTo>
                  <a:pt x="50841" y="283332"/>
                </a:lnTo>
                <a:close/>
                <a:moveTo>
                  <a:pt x="253341" y="236082"/>
                </a:moveTo>
                <a:lnTo>
                  <a:pt x="293841" y="236082"/>
                </a:lnTo>
                <a:lnTo>
                  <a:pt x="293841" y="249582"/>
                </a:lnTo>
                <a:lnTo>
                  <a:pt x="253341" y="249582"/>
                </a:lnTo>
                <a:close/>
                <a:moveTo>
                  <a:pt x="50841" y="236082"/>
                </a:moveTo>
                <a:lnTo>
                  <a:pt x="91341" y="236082"/>
                </a:lnTo>
                <a:lnTo>
                  <a:pt x="91341" y="249582"/>
                </a:lnTo>
                <a:lnTo>
                  <a:pt x="50841" y="249582"/>
                </a:lnTo>
                <a:close/>
                <a:moveTo>
                  <a:pt x="152091" y="229332"/>
                </a:moveTo>
                <a:lnTo>
                  <a:pt x="192591" y="229332"/>
                </a:lnTo>
                <a:cubicBezTo>
                  <a:pt x="196303" y="229332"/>
                  <a:pt x="199341" y="232370"/>
                  <a:pt x="199341" y="236082"/>
                </a:cubicBezTo>
                <a:lnTo>
                  <a:pt x="199341" y="269832"/>
                </a:lnTo>
                <a:lnTo>
                  <a:pt x="185841" y="269832"/>
                </a:lnTo>
                <a:lnTo>
                  <a:pt x="185841" y="242832"/>
                </a:lnTo>
                <a:lnTo>
                  <a:pt x="158841" y="242832"/>
                </a:lnTo>
                <a:lnTo>
                  <a:pt x="158841" y="269832"/>
                </a:lnTo>
                <a:lnTo>
                  <a:pt x="145341" y="269832"/>
                </a:lnTo>
                <a:lnTo>
                  <a:pt x="145341" y="236082"/>
                </a:lnTo>
                <a:cubicBezTo>
                  <a:pt x="145341" y="232370"/>
                  <a:pt x="148379" y="229332"/>
                  <a:pt x="152091" y="229332"/>
                </a:cubicBezTo>
                <a:close/>
                <a:moveTo>
                  <a:pt x="253341" y="202332"/>
                </a:moveTo>
                <a:lnTo>
                  <a:pt x="293841" y="202332"/>
                </a:lnTo>
                <a:lnTo>
                  <a:pt x="293841" y="215832"/>
                </a:lnTo>
                <a:lnTo>
                  <a:pt x="253341" y="215832"/>
                </a:lnTo>
                <a:close/>
                <a:moveTo>
                  <a:pt x="50841" y="202332"/>
                </a:moveTo>
                <a:lnTo>
                  <a:pt x="91341" y="202332"/>
                </a:lnTo>
                <a:lnTo>
                  <a:pt x="91341" y="215832"/>
                </a:lnTo>
                <a:lnTo>
                  <a:pt x="50841" y="215832"/>
                </a:lnTo>
                <a:close/>
                <a:moveTo>
                  <a:pt x="192591" y="188832"/>
                </a:moveTo>
                <a:lnTo>
                  <a:pt x="192591" y="195582"/>
                </a:lnTo>
                <a:lnTo>
                  <a:pt x="199341" y="195582"/>
                </a:lnTo>
                <a:lnTo>
                  <a:pt x="199341" y="188832"/>
                </a:lnTo>
                <a:close/>
                <a:moveTo>
                  <a:pt x="145341" y="188832"/>
                </a:moveTo>
                <a:lnTo>
                  <a:pt x="145341" y="195582"/>
                </a:lnTo>
                <a:lnTo>
                  <a:pt x="152091" y="195582"/>
                </a:lnTo>
                <a:lnTo>
                  <a:pt x="152091" y="188832"/>
                </a:lnTo>
                <a:close/>
                <a:moveTo>
                  <a:pt x="185841" y="175332"/>
                </a:moveTo>
                <a:lnTo>
                  <a:pt x="206091" y="175332"/>
                </a:lnTo>
                <a:cubicBezTo>
                  <a:pt x="209803" y="175332"/>
                  <a:pt x="212841" y="178370"/>
                  <a:pt x="212841" y="182082"/>
                </a:cubicBezTo>
                <a:lnTo>
                  <a:pt x="212841" y="202332"/>
                </a:lnTo>
                <a:cubicBezTo>
                  <a:pt x="212841" y="206044"/>
                  <a:pt x="209803" y="209082"/>
                  <a:pt x="206091" y="209082"/>
                </a:cubicBezTo>
                <a:lnTo>
                  <a:pt x="185841" y="209082"/>
                </a:lnTo>
                <a:cubicBezTo>
                  <a:pt x="182129" y="209082"/>
                  <a:pt x="179091" y="206044"/>
                  <a:pt x="179091" y="202332"/>
                </a:cubicBezTo>
                <a:lnTo>
                  <a:pt x="179091" y="182082"/>
                </a:lnTo>
                <a:cubicBezTo>
                  <a:pt x="179091" y="178370"/>
                  <a:pt x="182129" y="175332"/>
                  <a:pt x="185841" y="175332"/>
                </a:cubicBezTo>
                <a:close/>
                <a:moveTo>
                  <a:pt x="138591" y="175332"/>
                </a:moveTo>
                <a:lnTo>
                  <a:pt x="158841" y="175332"/>
                </a:lnTo>
                <a:cubicBezTo>
                  <a:pt x="162553" y="175332"/>
                  <a:pt x="165591" y="178370"/>
                  <a:pt x="165591" y="182082"/>
                </a:cubicBezTo>
                <a:lnTo>
                  <a:pt x="165591" y="202332"/>
                </a:lnTo>
                <a:cubicBezTo>
                  <a:pt x="165591" y="206044"/>
                  <a:pt x="162553" y="209082"/>
                  <a:pt x="158841" y="209082"/>
                </a:cubicBezTo>
                <a:lnTo>
                  <a:pt x="138591" y="209082"/>
                </a:lnTo>
                <a:cubicBezTo>
                  <a:pt x="134879" y="209082"/>
                  <a:pt x="131841" y="206044"/>
                  <a:pt x="131841" y="202332"/>
                </a:cubicBezTo>
                <a:lnTo>
                  <a:pt x="131841" y="182082"/>
                </a:lnTo>
                <a:cubicBezTo>
                  <a:pt x="131841" y="178370"/>
                  <a:pt x="134879" y="175332"/>
                  <a:pt x="138591" y="175332"/>
                </a:cubicBezTo>
                <a:close/>
                <a:moveTo>
                  <a:pt x="192591" y="134832"/>
                </a:moveTo>
                <a:lnTo>
                  <a:pt x="192591" y="141582"/>
                </a:lnTo>
                <a:lnTo>
                  <a:pt x="199341" y="141582"/>
                </a:lnTo>
                <a:lnTo>
                  <a:pt x="199341" y="134832"/>
                </a:lnTo>
                <a:close/>
                <a:moveTo>
                  <a:pt x="145341" y="134832"/>
                </a:moveTo>
                <a:lnTo>
                  <a:pt x="145341" y="141582"/>
                </a:lnTo>
                <a:lnTo>
                  <a:pt x="152091" y="141582"/>
                </a:lnTo>
                <a:lnTo>
                  <a:pt x="152091" y="134832"/>
                </a:lnTo>
                <a:close/>
                <a:moveTo>
                  <a:pt x="185841" y="121332"/>
                </a:moveTo>
                <a:lnTo>
                  <a:pt x="206091" y="121332"/>
                </a:lnTo>
                <a:cubicBezTo>
                  <a:pt x="209803" y="121332"/>
                  <a:pt x="212841" y="124370"/>
                  <a:pt x="212841" y="128082"/>
                </a:cubicBezTo>
                <a:lnTo>
                  <a:pt x="212841" y="148332"/>
                </a:lnTo>
                <a:cubicBezTo>
                  <a:pt x="212841" y="152044"/>
                  <a:pt x="209803" y="155082"/>
                  <a:pt x="206091" y="155082"/>
                </a:cubicBezTo>
                <a:lnTo>
                  <a:pt x="185841" y="155082"/>
                </a:lnTo>
                <a:cubicBezTo>
                  <a:pt x="182129" y="155082"/>
                  <a:pt x="179091" y="152044"/>
                  <a:pt x="179091" y="148332"/>
                </a:cubicBezTo>
                <a:lnTo>
                  <a:pt x="179091" y="128082"/>
                </a:lnTo>
                <a:cubicBezTo>
                  <a:pt x="179091" y="124370"/>
                  <a:pt x="182129" y="121332"/>
                  <a:pt x="185841" y="121332"/>
                </a:cubicBezTo>
                <a:close/>
                <a:moveTo>
                  <a:pt x="138591" y="121332"/>
                </a:moveTo>
                <a:lnTo>
                  <a:pt x="158841" y="121332"/>
                </a:lnTo>
                <a:cubicBezTo>
                  <a:pt x="162553" y="121332"/>
                  <a:pt x="165591" y="124370"/>
                  <a:pt x="165591" y="128082"/>
                </a:cubicBezTo>
                <a:lnTo>
                  <a:pt x="165591" y="148332"/>
                </a:lnTo>
                <a:cubicBezTo>
                  <a:pt x="165591" y="152044"/>
                  <a:pt x="162553" y="155082"/>
                  <a:pt x="158841" y="155082"/>
                </a:cubicBezTo>
                <a:lnTo>
                  <a:pt x="138591" y="155082"/>
                </a:lnTo>
                <a:cubicBezTo>
                  <a:pt x="134879" y="155082"/>
                  <a:pt x="131841" y="152044"/>
                  <a:pt x="131841" y="148332"/>
                </a:cubicBezTo>
                <a:lnTo>
                  <a:pt x="131841" y="128082"/>
                </a:lnTo>
                <a:cubicBezTo>
                  <a:pt x="131841" y="124370"/>
                  <a:pt x="134879" y="121332"/>
                  <a:pt x="138591" y="121332"/>
                </a:cubicBezTo>
                <a:close/>
                <a:moveTo>
                  <a:pt x="111591" y="94332"/>
                </a:moveTo>
                <a:lnTo>
                  <a:pt x="233091" y="94332"/>
                </a:lnTo>
                <a:cubicBezTo>
                  <a:pt x="236804" y="94332"/>
                  <a:pt x="239841" y="97369"/>
                  <a:pt x="239841" y="101082"/>
                </a:cubicBezTo>
                <a:lnTo>
                  <a:pt x="239841" y="168582"/>
                </a:lnTo>
                <a:lnTo>
                  <a:pt x="314091" y="168582"/>
                </a:lnTo>
                <a:cubicBezTo>
                  <a:pt x="317804" y="168582"/>
                  <a:pt x="320841" y="171620"/>
                  <a:pt x="320841" y="175332"/>
                </a:cubicBezTo>
                <a:lnTo>
                  <a:pt x="320841" y="323832"/>
                </a:lnTo>
                <a:lnTo>
                  <a:pt x="307341" y="323832"/>
                </a:lnTo>
                <a:lnTo>
                  <a:pt x="307341" y="182082"/>
                </a:lnTo>
                <a:lnTo>
                  <a:pt x="239841" y="182082"/>
                </a:lnTo>
                <a:lnTo>
                  <a:pt x="239841" y="269832"/>
                </a:lnTo>
                <a:lnTo>
                  <a:pt x="226341" y="269832"/>
                </a:lnTo>
                <a:lnTo>
                  <a:pt x="226341" y="107832"/>
                </a:lnTo>
                <a:lnTo>
                  <a:pt x="118341" y="107832"/>
                </a:lnTo>
                <a:lnTo>
                  <a:pt x="118341" y="269832"/>
                </a:lnTo>
                <a:lnTo>
                  <a:pt x="104841" y="269832"/>
                </a:lnTo>
                <a:lnTo>
                  <a:pt x="104841" y="182082"/>
                </a:lnTo>
                <a:lnTo>
                  <a:pt x="37341" y="182082"/>
                </a:lnTo>
                <a:lnTo>
                  <a:pt x="37341" y="323832"/>
                </a:lnTo>
                <a:lnTo>
                  <a:pt x="23841" y="323832"/>
                </a:lnTo>
                <a:lnTo>
                  <a:pt x="23841" y="175332"/>
                </a:lnTo>
                <a:cubicBezTo>
                  <a:pt x="23841" y="171620"/>
                  <a:pt x="26878" y="168582"/>
                  <a:pt x="30591" y="168582"/>
                </a:cubicBezTo>
                <a:lnTo>
                  <a:pt x="104841" y="168582"/>
                </a:lnTo>
                <a:lnTo>
                  <a:pt x="104841" y="101082"/>
                </a:lnTo>
                <a:cubicBezTo>
                  <a:pt x="104841" y="97369"/>
                  <a:pt x="107879" y="94332"/>
                  <a:pt x="111591" y="94332"/>
                </a:cubicBezTo>
                <a:close/>
                <a:moveTo>
                  <a:pt x="337040" y="43504"/>
                </a:moveTo>
                <a:cubicBezTo>
                  <a:pt x="339200" y="43167"/>
                  <a:pt x="341293" y="43909"/>
                  <a:pt x="342778" y="45394"/>
                </a:cubicBezTo>
                <a:cubicBezTo>
                  <a:pt x="344263" y="46879"/>
                  <a:pt x="344938" y="49039"/>
                  <a:pt x="344668" y="51132"/>
                </a:cubicBezTo>
                <a:lnTo>
                  <a:pt x="339875" y="84544"/>
                </a:lnTo>
                <a:lnTo>
                  <a:pt x="326510" y="82654"/>
                </a:lnTo>
                <a:lnTo>
                  <a:pt x="328400" y="69289"/>
                </a:lnTo>
                <a:lnTo>
                  <a:pt x="294987" y="102702"/>
                </a:lnTo>
                <a:lnTo>
                  <a:pt x="285470" y="93184"/>
                </a:lnTo>
                <a:lnTo>
                  <a:pt x="318883" y="59772"/>
                </a:lnTo>
                <a:lnTo>
                  <a:pt x="305518" y="61662"/>
                </a:lnTo>
                <a:lnTo>
                  <a:pt x="303628" y="48297"/>
                </a:lnTo>
                <a:close/>
                <a:moveTo>
                  <a:pt x="7708" y="43504"/>
                </a:moveTo>
                <a:lnTo>
                  <a:pt x="41120" y="48297"/>
                </a:lnTo>
                <a:lnTo>
                  <a:pt x="39230" y="61662"/>
                </a:lnTo>
                <a:lnTo>
                  <a:pt x="25865" y="59772"/>
                </a:lnTo>
                <a:lnTo>
                  <a:pt x="59278" y="93184"/>
                </a:lnTo>
                <a:lnTo>
                  <a:pt x="49760" y="102702"/>
                </a:lnTo>
                <a:lnTo>
                  <a:pt x="16348" y="69289"/>
                </a:lnTo>
                <a:lnTo>
                  <a:pt x="18238" y="82654"/>
                </a:lnTo>
                <a:lnTo>
                  <a:pt x="4873" y="84544"/>
                </a:lnTo>
                <a:lnTo>
                  <a:pt x="80" y="51132"/>
                </a:lnTo>
                <a:cubicBezTo>
                  <a:pt x="-257" y="49039"/>
                  <a:pt x="485" y="46879"/>
                  <a:pt x="1970" y="45394"/>
                </a:cubicBezTo>
                <a:cubicBezTo>
                  <a:pt x="3455" y="43909"/>
                  <a:pt x="5548" y="43234"/>
                  <a:pt x="7708" y="43504"/>
                </a:cubicBezTo>
                <a:close/>
                <a:moveTo>
                  <a:pt x="166941" y="2531"/>
                </a:moveTo>
                <a:cubicBezTo>
                  <a:pt x="169506" y="-844"/>
                  <a:pt x="175176" y="-844"/>
                  <a:pt x="177741" y="2531"/>
                </a:cubicBezTo>
                <a:lnTo>
                  <a:pt x="197991" y="29531"/>
                </a:lnTo>
                <a:lnTo>
                  <a:pt x="187191" y="37631"/>
                </a:lnTo>
                <a:lnTo>
                  <a:pt x="179091" y="26831"/>
                </a:lnTo>
                <a:lnTo>
                  <a:pt x="179091" y="74081"/>
                </a:lnTo>
                <a:lnTo>
                  <a:pt x="165591" y="74081"/>
                </a:lnTo>
                <a:lnTo>
                  <a:pt x="165591" y="26831"/>
                </a:lnTo>
                <a:lnTo>
                  <a:pt x="157491" y="37631"/>
                </a:lnTo>
                <a:lnTo>
                  <a:pt x="146691" y="29531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2777218" y="3195489"/>
            <a:ext cx="307362" cy="307054"/>
          </a:xfrm>
          <a:custGeom>
            <a:rect b="b" l="l" r="r" t="t"/>
            <a:pathLst>
              <a:path extrusionOk="0" h="429878" w="430312">
                <a:moveTo>
                  <a:pt x="15914" y="154565"/>
                </a:moveTo>
                <a:lnTo>
                  <a:pt x="82106" y="172301"/>
                </a:lnTo>
                <a:cubicBezTo>
                  <a:pt x="82689" y="172458"/>
                  <a:pt x="83276" y="172532"/>
                  <a:pt x="83855" y="172532"/>
                </a:cubicBezTo>
                <a:cubicBezTo>
                  <a:pt x="86612" y="172532"/>
                  <a:pt x="89173" y="170833"/>
                  <a:pt x="90177" y="168139"/>
                </a:cubicBezTo>
                <a:cubicBezTo>
                  <a:pt x="107924" y="120551"/>
                  <a:pt x="152012" y="86730"/>
                  <a:pt x="202497" y="81978"/>
                </a:cubicBezTo>
                <a:cubicBezTo>
                  <a:pt x="205964" y="81651"/>
                  <a:pt x="208615" y="78740"/>
                  <a:pt x="208615" y="75257"/>
                </a:cubicBezTo>
                <a:lnTo>
                  <a:pt x="208615" y="6750"/>
                </a:lnTo>
                <a:cubicBezTo>
                  <a:pt x="208615" y="4886"/>
                  <a:pt x="207844" y="3106"/>
                  <a:pt x="206486" y="1829"/>
                </a:cubicBezTo>
                <a:cubicBezTo>
                  <a:pt x="205127" y="554"/>
                  <a:pt x="203305" y="-104"/>
                  <a:pt x="201441" y="14"/>
                </a:cubicBezTo>
                <a:cubicBezTo>
                  <a:pt x="158315" y="2728"/>
                  <a:pt x="117467" y="18182"/>
                  <a:pt x="83314" y="44703"/>
                </a:cubicBezTo>
                <a:cubicBezTo>
                  <a:pt x="49717" y="70792"/>
                  <a:pt x="24802" y="105781"/>
                  <a:pt x="11265" y="145886"/>
                </a:cubicBezTo>
                <a:cubicBezTo>
                  <a:pt x="10668" y="147654"/>
                  <a:pt x="10830" y="149588"/>
                  <a:pt x="11710" y="151232"/>
                </a:cubicBezTo>
                <a:cubicBezTo>
                  <a:pt x="12591" y="152876"/>
                  <a:pt x="14113" y="154081"/>
                  <a:pt x="15914" y="154565"/>
                </a:cubicBezTo>
                <a:close/>
                <a:moveTo>
                  <a:pt x="195116" y="14065"/>
                </a:moveTo>
                <a:lnTo>
                  <a:pt x="195116" y="69242"/>
                </a:lnTo>
                <a:cubicBezTo>
                  <a:pt x="169675" y="72719"/>
                  <a:pt x="145630" y="82812"/>
                  <a:pt x="125238" y="98628"/>
                </a:cubicBezTo>
                <a:cubicBezTo>
                  <a:pt x="105195" y="114171"/>
                  <a:pt x="89579" y="134503"/>
                  <a:pt x="79799" y="157706"/>
                </a:cubicBezTo>
                <a:lnTo>
                  <a:pt x="26479" y="143420"/>
                </a:lnTo>
                <a:cubicBezTo>
                  <a:pt x="53614" y="71449"/>
                  <a:pt x="118627" y="21579"/>
                  <a:pt x="195116" y="14065"/>
                </a:cubicBezTo>
                <a:close/>
                <a:moveTo>
                  <a:pt x="371756" y="67190"/>
                </a:moveTo>
                <a:cubicBezTo>
                  <a:pt x="334160" y="27305"/>
                  <a:pt x="283416" y="3448"/>
                  <a:pt x="228871" y="14"/>
                </a:cubicBezTo>
                <a:cubicBezTo>
                  <a:pt x="227006" y="-105"/>
                  <a:pt x="225185" y="554"/>
                  <a:pt x="223827" y="1829"/>
                </a:cubicBezTo>
                <a:cubicBezTo>
                  <a:pt x="222468" y="3106"/>
                  <a:pt x="221698" y="4886"/>
                  <a:pt x="221698" y="6750"/>
                </a:cubicBezTo>
                <a:lnTo>
                  <a:pt x="221698" y="75257"/>
                </a:lnTo>
                <a:cubicBezTo>
                  <a:pt x="221698" y="78740"/>
                  <a:pt x="224348" y="81651"/>
                  <a:pt x="227815" y="81977"/>
                </a:cubicBezTo>
                <a:cubicBezTo>
                  <a:pt x="296619" y="88453"/>
                  <a:pt x="348505" y="145522"/>
                  <a:pt x="348505" y="214723"/>
                </a:cubicBezTo>
                <a:cubicBezTo>
                  <a:pt x="348505" y="222120"/>
                  <a:pt x="347886" y="229571"/>
                  <a:pt x="346663" y="236870"/>
                </a:cubicBezTo>
                <a:cubicBezTo>
                  <a:pt x="346089" y="240299"/>
                  <a:pt x="348215" y="243603"/>
                  <a:pt x="351574" y="244504"/>
                </a:cubicBezTo>
                <a:lnTo>
                  <a:pt x="417774" y="262243"/>
                </a:lnTo>
                <a:cubicBezTo>
                  <a:pt x="418349" y="262397"/>
                  <a:pt x="418935" y="262472"/>
                  <a:pt x="419520" y="262472"/>
                </a:cubicBezTo>
                <a:cubicBezTo>
                  <a:pt x="420768" y="262472"/>
                  <a:pt x="422003" y="262126"/>
                  <a:pt x="423083" y="261455"/>
                </a:cubicBezTo>
                <a:cubicBezTo>
                  <a:pt x="424669" y="260470"/>
                  <a:pt x="425774" y="258873"/>
                  <a:pt x="426140" y="257043"/>
                </a:cubicBezTo>
                <a:cubicBezTo>
                  <a:pt x="428909" y="243165"/>
                  <a:pt x="430313" y="228925"/>
                  <a:pt x="430313" y="214723"/>
                </a:cubicBezTo>
                <a:cubicBezTo>
                  <a:pt x="430313" y="159645"/>
                  <a:pt x="409517" y="107250"/>
                  <a:pt x="371756" y="67190"/>
                </a:cubicBezTo>
                <a:close/>
                <a:moveTo>
                  <a:pt x="414184" y="247306"/>
                </a:moveTo>
                <a:lnTo>
                  <a:pt x="360865" y="233018"/>
                </a:lnTo>
                <a:cubicBezTo>
                  <a:pt x="361622" y="226950"/>
                  <a:pt x="362005" y="220820"/>
                  <a:pt x="362005" y="214723"/>
                </a:cubicBezTo>
                <a:cubicBezTo>
                  <a:pt x="362005" y="177930"/>
                  <a:pt x="348333" y="142730"/>
                  <a:pt x="323507" y="115609"/>
                </a:cubicBezTo>
                <a:cubicBezTo>
                  <a:pt x="300237" y="90186"/>
                  <a:pt x="269071" y="73869"/>
                  <a:pt x="235198" y="69242"/>
                </a:cubicBezTo>
                <a:lnTo>
                  <a:pt x="235198" y="14066"/>
                </a:lnTo>
                <a:cubicBezTo>
                  <a:pt x="337609" y="24174"/>
                  <a:pt x="416813" y="110956"/>
                  <a:pt x="416813" y="214723"/>
                </a:cubicBezTo>
                <a:cubicBezTo>
                  <a:pt x="416813" y="225630"/>
                  <a:pt x="415930" y="236559"/>
                  <a:pt x="414184" y="247306"/>
                </a:cubicBezTo>
                <a:close/>
                <a:moveTo>
                  <a:pt x="168573" y="339702"/>
                </a:moveTo>
                <a:cubicBezTo>
                  <a:pt x="143543" y="330367"/>
                  <a:pt x="122081" y="313889"/>
                  <a:pt x="106508" y="292051"/>
                </a:cubicBezTo>
                <a:cubicBezTo>
                  <a:pt x="104487" y="289219"/>
                  <a:pt x="100650" y="288382"/>
                  <a:pt x="97637" y="290124"/>
                </a:cubicBezTo>
                <a:lnTo>
                  <a:pt x="38299" y="324384"/>
                </a:lnTo>
                <a:cubicBezTo>
                  <a:pt x="36683" y="325316"/>
                  <a:pt x="35525" y="326877"/>
                  <a:pt x="35101" y="328694"/>
                </a:cubicBezTo>
                <a:cubicBezTo>
                  <a:pt x="34676" y="330510"/>
                  <a:pt x="35023" y="332422"/>
                  <a:pt x="36059" y="333975"/>
                </a:cubicBezTo>
                <a:cubicBezTo>
                  <a:pt x="62394" y="373449"/>
                  <a:pt x="101550" y="403510"/>
                  <a:pt x="146316" y="418620"/>
                </a:cubicBezTo>
                <a:cubicBezTo>
                  <a:pt x="147019" y="418857"/>
                  <a:pt x="147748" y="418974"/>
                  <a:pt x="148476" y="418974"/>
                </a:cubicBezTo>
                <a:cubicBezTo>
                  <a:pt x="149577" y="418974"/>
                  <a:pt x="150673" y="418705"/>
                  <a:pt x="151662" y="418174"/>
                </a:cubicBezTo>
                <a:cubicBezTo>
                  <a:pt x="153306" y="417294"/>
                  <a:pt x="154513" y="415772"/>
                  <a:pt x="154995" y="413972"/>
                </a:cubicBezTo>
                <a:lnTo>
                  <a:pt x="172733" y="347774"/>
                </a:lnTo>
                <a:cubicBezTo>
                  <a:pt x="173634" y="344413"/>
                  <a:pt x="171832" y="340918"/>
                  <a:pt x="168573" y="339702"/>
                </a:cubicBezTo>
                <a:close/>
                <a:moveTo>
                  <a:pt x="143852" y="403401"/>
                </a:moveTo>
                <a:cubicBezTo>
                  <a:pt x="106968" y="389431"/>
                  <a:pt x="74553" y="364541"/>
                  <a:pt x="51399" y="332409"/>
                </a:cubicBezTo>
                <a:lnTo>
                  <a:pt x="99187" y="304819"/>
                </a:lnTo>
                <a:cubicBezTo>
                  <a:pt x="114708" y="324795"/>
                  <a:pt x="134900" y="340299"/>
                  <a:pt x="158139" y="350083"/>
                </a:cubicBezTo>
                <a:close/>
                <a:moveTo>
                  <a:pt x="414411" y="274885"/>
                </a:moveTo>
                <a:lnTo>
                  <a:pt x="348206" y="257146"/>
                </a:lnTo>
                <a:cubicBezTo>
                  <a:pt x="344846" y="256244"/>
                  <a:pt x="341350" y="258047"/>
                  <a:pt x="340134" y="261308"/>
                </a:cubicBezTo>
                <a:cubicBezTo>
                  <a:pt x="320783" y="313203"/>
                  <a:pt x="270558" y="348071"/>
                  <a:pt x="215156" y="348071"/>
                </a:cubicBezTo>
                <a:cubicBezTo>
                  <a:pt x="207759" y="348071"/>
                  <a:pt x="200307" y="347451"/>
                  <a:pt x="193009" y="346229"/>
                </a:cubicBezTo>
                <a:cubicBezTo>
                  <a:pt x="189584" y="345657"/>
                  <a:pt x="186276" y="347780"/>
                  <a:pt x="185374" y="351139"/>
                </a:cubicBezTo>
                <a:lnTo>
                  <a:pt x="167635" y="417342"/>
                </a:lnTo>
                <a:cubicBezTo>
                  <a:pt x="167153" y="419145"/>
                  <a:pt x="167438" y="421067"/>
                  <a:pt x="168423" y="422652"/>
                </a:cubicBezTo>
                <a:cubicBezTo>
                  <a:pt x="169407" y="424237"/>
                  <a:pt x="171005" y="425343"/>
                  <a:pt x="172835" y="425709"/>
                </a:cubicBezTo>
                <a:cubicBezTo>
                  <a:pt x="186698" y="428475"/>
                  <a:pt x="200937" y="429878"/>
                  <a:pt x="215156" y="429878"/>
                </a:cubicBezTo>
                <a:cubicBezTo>
                  <a:pt x="307583" y="429878"/>
                  <a:pt x="389526" y="371079"/>
                  <a:pt x="419060" y="283562"/>
                </a:cubicBezTo>
                <a:cubicBezTo>
                  <a:pt x="419657" y="281795"/>
                  <a:pt x="419496" y="279860"/>
                  <a:pt x="418615" y="278216"/>
                </a:cubicBezTo>
                <a:cubicBezTo>
                  <a:pt x="417735" y="276574"/>
                  <a:pt x="416213" y="275367"/>
                  <a:pt x="414411" y="274885"/>
                </a:cubicBezTo>
                <a:close/>
                <a:moveTo>
                  <a:pt x="215156" y="416379"/>
                </a:moveTo>
                <a:cubicBezTo>
                  <a:pt x="204239" y="416379"/>
                  <a:pt x="193308" y="415497"/>
                  <a:pt x="182573" y="413754"/>
                </a:cubicBezTo>
                <a:lnTo>
                  <a:pt x="196861" y="360432"/>
                </a:lnTo>
                <a:cubicBezTo>
                  <a:pt x="202929" y="361188"/>
                  <a:pt x="209060" y="361571"/>
                  <a:pt x="215157" y="361571"/>
                </a:cubicBezTo>
                <a:cubicBezTo>
                  <a:pt x="245692" y="361571"/>
                  <a:pt x="274968" y="352286"/>
                  <a:pt x="299819" y="334720"/>
                </a:cubicBezTo>
                <a:cubicBezTo>
                  <a:pt x="322431" y="318736"/>
                  <a:pt x="339863" y="297052"/>
                  <a:pt x="350517" y="271741"/>
                </a:cubicBezTo>
                <a:lnTo>
                  <a:pt x="403847" y="286030"/>
                </a:lnTo>
                <a:cubicBezTo>
                  <a:pt x="374307" y="364292"/>
                  <a:pt x="299375" y="416379"/>
                  <a:pt x="215156" y="416379"/>
                </a:cubicBezTo>
                <a:close/>
                <a:moveTo>
                  <a:pt x="93844" y="270150"/>
                </a:moveTo>
                <a:cubicBezTo>
                  <a:pt x="85858" y="252702"/>
                  <a:pt x="81809" y="234055"/>
                  <a:pt x="81809" y="214724"/>
                </a:cubicBezTo>
                <a:cubicBezTo>
                  <a:pt x="81809" y="207324"/>
                  <a:pt x="82428" y="199872"/>
                  <a:pt x="83650" y="192576"/>
                </a:cubicBezTo>
                <a:cubicBezTo>
                  <a:pt x="84224" y="189147"/>
                  <a:pt x="82099" y="185842"/>
                  <a:pt x="78740" y="184942"/>
                </a:cubicBezTo>
                <a:lnTo>
                  <a:pt x="12536" y="167203"/>
                </a:lnTo>
                <a:cubicBezTo>
                  <a:pt x="10734" y="166720"/>
                  <a:pt x="8811" y="167004"/>
                  <a:pt x="7226" y="167990"/>
                </a:cubicBezTo>
                <a:cubicBezTo>
                  <a:pt x="5640" y="168975"/>
                  <a:pt x="4535" y="170573"/>
                  <a:pt x="4169" y="172402"/>
                </a:cubicBezTo>
                <a:cubicBezTo>
                  <a:pt x="1402" y="186266"/>
                  <a:pt x="0" y="200505"/>
                  <a:pt x="0" y="214723"/>
                </a:cubicBezTo>
                <a:cubicBezTo>
                  <a:pt x="0" y="248246"/>
                  <a:pt x="7509" y="280376"/>
                  <a:pt x="22320" y="310220"/>
                </a:cubicBezTo>
                <a:cubicBezTo>
                  <a:pt x="23148" y="311890"/>
                  <a:pt x="24630" y="313142"/>
                  <a:pt x="26415" y="313681"/>
                </a:cubicBezTo>
                <a:cubicBezTo>
                  <a:pt x="27055" y="313874"/>
                  <a:pt x="27711" y="313970"/>
                  <a:pt x="28366" y="313970"/>
                </a:cubicBezTo>
                <a:cubicBezTo>
                  <a:pt x="29540" y="313970"/>
                  <a:pt x="30705" y="313663"/>
                  <a:pt x="31741" y="313065"/>
                </a:cubicBezTo>
                <a:lnTo>
                  <a:pt x="91080" y="278805"/>
                </a:lnTo>
                <a:cubicBezTo>
                  <a:pt x="94096" y="277064"/>
                  <a:pt x="95291" y="273316"/>
                  <a:pt x="93844" y="270150"/>
                </a:cubicBezTo>
                <a:close/>
                <a:moveTo>
                  <a:pt x="31326" y="297716"/>
                </a:moveTo>
                <a:cubicBezTo>
                  <a:pt x="19494" y="271608"/>
                  <a:pt x="13500" y="243724"/>
                  <a:pt x="13500" y="214723"/>
                </a:cubicBezTo>
                <a:cubicBezTo>
                  <a:pt x="13500" y="203806"/>
                  <a:pt x="14382" y="192875"/>
                  <a:pt x="16124" y="182140"/>
                </a:cubicBezTo>
                <a:lnTo>
                  <a:pt x="69447" y="196428"/>
                </a:lnTo>
                <a:cubicBezTo>
                  <a:pt x="68691" y="202494"/>
                  <a:pt x="68308" y="208626"/>
                  <a:pt x="68308" y="214724"/>
                </a:cubicBezTo>
                <a:cubicBezTo>
                  <a:pt x="68308" y="233937"/>
                  <a:pt x="71943" y="252541"/>
                  <a:pt x="79122" y="270120"/>
                </a:cubicBezTo>
                <a:close/>
                <a:moveTo>
                  <a:pt x="291111" y="139886"/>
                </a:moveTo>
                <a:cubicBezTo>
                  <a:pt x="288474" y="137250"/>
                  <a:pt x="284201" y="137252"/>
                  <a:pt x="281564" y="139886"/>
                </a:cubicBezTo>
                <a:lnTo>
                  <a:pt x="246561" y="174890"/>
                </a:lnTo>
                <a:lnTo>
                  <a:pt x="183754" y="174890"/>
                </a:lnTo>
                <a:lnTo>
                  <a:pt x="148750" y="139886"/>
                </a:lnTo>
                <a:cubicBezTo>
                  <a:pt x="146115" y="137252"/>
                  <a:pt x="141841" y="137250"/>
                  <a:pt x="139204" y="139886"/>
                </a:cubicBezTo>
                <a:cubicBezTo>
                  <a:pt x="136568" y="142523"/>
                  <a:pt x="136568" y="146796"/>
                  <a:pt x="139204" y="149432"/>
                </a:cubicBezTo>
                <a:lnTo>
                  <a:pt x="164661" y="174890"/>
                </a:lnTo>
                <a:lnTo>
                  <a:pt x="143773" y="174890"/>
                </a:lnTo>
                <a:cubicBezTo>
                  <a:pt x="137275" y="174890"/>
                  <a:pt x="131987" y="180178"/>
                  <a:pt x="131987" y="186676"/>
                </a:cubicBezTo>
                <a:lnTo>
                  <a:pt x="131987" y="199555"/>
                </a:lnTo>
                <a:cubicBezTo>
                  <a:pt x="131987" y="205275"/>
                  <a:pt x="136085" y="210052"/>
                  <a:pt x="141499" y="211116"/>
                </a:cubicBezTo>
                <a:lnTo>
                  <a:pt x="163904" y="283903"/>
                </a:lnTo>
                <a:cubicBezTo>
                  <a:pt x="165308" y="288469"/>
                  <a:pt x="169462" y="291537"/>
                  <a:pt x="174239" y="291537"/>
                </a:cubicBezTo>
                <a:lnTo>
                  <a:pt x="256075" y="291537"/>
                </a:lnTo>
                <a:cubicBezTo>
                  <a:pt x="260852" y="291537"/>
                  <a:pt x="265006" y="288469"/>
                  <a:pt x="266410" y="283904"/>
                </a:cubicBezTo>
                <a:lnTo>
                  <a:pt x="288815" y="211116"/>
                </a:lnTo>
                <a:cubicBezTo>
                  <a:pt x="294229" y="210052"/>
                  <a:pt x="298327" y="205275"/>
                  <a:pt x="298327" y="199555"/>
                </a:cubicBezTo>
                <a:lnTo>
                  <a:pt x="298327" y="186676"/>
                </a:lnTo>
                <a:cubicBezTo>
                  <a:pt x="298327" y="180178"/>
                  <a:pt x="293039" y="174890"/>
                  <a:pt x="286541" y="174890"/>
                </a:cubicBezTo>
                <a:lnTo>
                  <a:pt x="265653" y="174890"/>
                </a:lnTo>
                <a:lnTo>
                  <a:pt x="291111" y="149432"/>
                </a:lnTo>
                <a:cubicBezTo>
                  <a:pt x="293747" y="146797"/>
                  <a:pt x="293747" y="142523"/>
                  <a:pt x="291111" y="139886"/>
                </a:cubicBezTo>
                <a:close/>
                <a:moveTo>
                  <a:pt x="254091" y="278037"/>
                </a:moveTo>
                <a:lnTo>
                  <a:pt x="176222" y="278037"/>
                </a:lnTo>
                <a:lnTo>
                  <a:pt x="155692" y="211340"/>
                </a:lnTo>
                <a:lnTo>
                  <a:pt x="274620" y="211340"/>
                </a:lnTo>
                <a:close/>
                <a:moveTo>
                  <a:pt x="284826" y="197841"/>
                </a:moveTo>
                <a:lnTo>
                  <a:pt x="145486" y="197841"/>
                </a:lnTo>
                <a:lnTo>
                  <a:pt x="145486" y="188391"/>
                </a:lnTo>
                <a:lnTo>
                  <a:pt x="284827" y="188391"/>
                </a:lnTo>
                <a:lnTo>
                  <a:pt x="284827" y="197841"/>
                </a:lnTo>
                <a:close/>
                <a:moveTo>
                  <a:pt x="221906" y="227368"/>
                </a:moveTo>
                <a:lnTo>
                  <a:pt x="221906" y="257502"/>
                </a:lnTo>
                <a:cubicBezTo>
                  <a:pt x="221906" y="261230"/>
                  <a:pt x="218884" y="264252"/>
                  <a:pt x="215156" y="264252"/>
                </a:cubicBezTo>
                <a:cubicBezTo>
                  <a:pt x="211429" y="264252"/>
                  <a:pt x="208406" y="261230"/>
                  <a:pt x="208406" y="257502"/>
                </a:cubicBezTo>
                <a:lnTo>
                  <a:pt x="208406" y="227368"/>
                </a:lnTo>
                <a:cubicBezTo>
                  <a:pt x="208406" y="223640"/>
                  <a:pt x="211429" y="220618"/>
                  <a:pt x="215156" y="220618"/>
                </a:cubicBezTo>
                <a:cubicBezTo>
                  <a:pt x="218884" y="220618"/>
                  <a:pt x="221906" y="223640"/>
                  <a:pt x="221906" y="227368"/>
                </a:cubicBezTo>
                <a:close/>
                <a:moveTo>
                  <a:pt x="258492" y="229352"/>
                </a:moveTo>
                <a:lnTo>
                  <a:pt x="249220" y="259487"/>
                </a:lnTo>
                <a:cubicBezTo>
                  <a:pt x="248327" y="262389"/>
                  <a:pt x="245655" y="264253"/>
                  <a:pt x="242771" y="264253"/>
                </a:cubicBezTo>
                <a:cubicBezTo>
                  <a:pt x="242113" y="264253"/>
                  <a:pt x="241444" y="264157"/>
                  <a:pt x="240783" y="263954"/>
                </a:cubicBezTo>
                <a:cubicBezTo>
                  <a:pt x="237220" y="262857"/>
                  <a:pt x="235221" y="259080"/>
                  <a:pt x="236317" y="255517"/>
                </a:cubicBezTo>
                <a:lnTo>
                  <a:pt x="245589" y="225383"/>
                </a:lnTo>
                <a:cubicBezTo>
                  <a:pt x="246686" y="221819"/>
                  <a:pt x="250465" y="219820"/>
                  <a:pt x="254025" y="220916"/>
                </a:cubicBezTo>
                <a:cubicBezTo>
                  <a:pt x="257588" y="222013"/>
                  <a:pt x="259588" y="225790"/>
                  <a:pt x="258492" y="229352"/>
                </a:cubicBezTo>
                <a:close/>
                <a:moveTo>
                  <a:pt x="193996" y="255517"/>
                </a:moveTo>
                <a:cubicBezTo>
                  <a:pt x="195092" y="259080"/>
                  <a:pt x="193092" y="262857"/>
                  <a:pt x="189529" y="263954"/>
                </a:cubicBezTo>
                <a:cubicBezTo>
                  <a:pt x="188868" y="264157"/>
                  <a:pt x="188199" y="264253"/>
                  <a:pt x="187542" y="264253"/>
                </a:cubicBezTo>
                <a:cubicBezTo>
                  <a:pt x="184656" y="264253"/>
                  <a:pt x="181986" y="262389"/>
                  <a:pt x="181092" y="259487"/>
                </a:cubicBezTo>
                <a:lnTo>
                  <a:pt x="171820" y="229352"/>
                </a:lnTo>
                <a:cubicBezTo>
                  <a:pt x="170724" y="225789"/>
                  <a:pt x="172724" y="222013"/>
                  <a:pt x="176287" y="220916"/>
                </a:cubicBezTo>
                <a:cubicBezTo>
                  <a:pt x="179847" y="219817"/>
                  <a:pt x="183627" y="221819"/>
                  <a:pt x="184724" y="22538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5600763" y="1556802"/>
            <a:ext cx="281116" cy="290488"/>
          </a:xfrm>
          <a:custGeom>
            <a:rect b="b" l="l" r="r" t="t"/>
            <a:pathLst>
              <a:path extrusionOk="0" h="418500" w="404999">
                <a:moveTo>
                  <a:pt x="330749" y="320625"/>
                </a:moveTo>
                <a:cubicBezTo>
                  <a:pt x="317701" y="320625"/>
                  <a:pt x="307124" y="331202"/>
                  <a:pt x="307124" y="344250"/>
                </a:cubicBezTo>
                <a:cubicBezTo>
                  <a:pt x="307124" y="357298"/>
                  <a:pt x="317701" y="367875"/>
                  <a:pt x="330749" y="367875"/>
                </a:cubicBezTo>
                <a:cubicBezTo>
                  <a:pt x="343790" y="367859"/>
                  <a:pt x="354358" y="357291"/>
                  <a:pt x="354374" y="344250"/>
                </a:cubicBezTo>
                <a:cubicBezTo>
                  <a:pt x="354374" y="331202"/>
                  <a:pt x="343797" y="320625"/>
                  <a:pt x="330749" y="320625"/>
                </a:cubicBezTo>
                <a:close/>
                <a:moveTo>
                  <a:pt x="330749" y="307125"/>
                </a:moveTo>
                <a:cubicBezTo>
                  <a:pt x="351243" y="307148"/>
                  <a:pt x="367851" y="323756"/>
                  <a:pt x="367874" y="344250"/>
                </a:cubicBezTo>
                <a:cubicBezTo>
                  <a:pt x="367874" y="364754"/>
                  <a:pt x="351253" y="381375"/>
                  <a:pt x="330749" y="381375"/>
                </a:cubicBezTo>
                <a:cubicBezTo>
                  <a:pt x="310245" y="381375"/>
                  <a:pt x="293624" y="364754"/>
                  <a:pt x="293624" y="344250"/>
                </a:cubicBezTo>
                <a:cubicBezTo>
                  <a:pt x="293624" y="323746"/>
                  <a:pt x="310245" y="307125"/>
                  <a:pt x="330749" y="307125"/>
                </a:cubicBezTo>
                <a:close/>
                <a:moveTo>
                  <a:pt x="325225" y="283500"/>
                </a:moveTo>
                <a:lnTo>
                  <a:pt x="325225" y="285847"/>
                </a:lnTo>
                <a:cubicBezTo>
                  <a:pt x="325183" y="291483"/>
                  <a:pt x="321481" y="296438"/>
                  <a:pt x="316089" y="298078"/>
                </a:cubicBezTo>
                <a:cubicBezTo>
                  <a:pt x="313472" y="298912"/>
                  <a:pt x="310930" y="299967"/>
                  <a:pt x="308492" y="301232"/>
                </a:cubicBezTo>
                <a:cubicBezTo>
                  <a:pt x="303517" y="303902"/>
                  <a:pt x="297383" y="303018"/>
                  <a:pt x="293363" y="299053"/>
                </a:cubicBezTo>
                <a:lnTo>
                  <a:pt x="291696" y="297385"/>
                </a:lnTo>
                <a:lnTo>
                  <a:pt x="283884" y="305197"/>
                </a:lnTo>
                <a:lnTo>
                  <a:pt x="285552" y="306864"/>
                </a:lnTo>
                <a:cubicBezTo>
                  <a:pt x="289515" y="310887"/>
                  <a:pt x="290398" y="317020"/>
                  <a:pt x="287731" y="321996"/>
                </a:cubicBezTo>
                <a:cubicBezTo>
                  <a:pt x="286465" y="324433"/>
                  <a:pt x="285410" y="326973"/>
                  <a:pt x="284577" y="329590"/>
                </a:cubicBezTo>
                <a:cubicBezTo>
                  <a:pt x="282937" y="334983"/>
                  <a:pt x="277982" y="338684"/>
                  <a:pt x="272346" y="338726"/>
                </a:cubicBezTo>
                <a:lnTo>
                  <a:pt x="269999" y="338726"/>
                </a:lnTo>
                <a:lnTo>
                  <a:pt x="269999" y="349774"/>
                </a:lnTo>
                <a:lnTo>
                  <a:pt x="272346" y="349774"/>
                </a:lnTo>
                <a:cubicBezTo>
                  <a:pt x="277982" y="349816"/>
                  <a:pt x="282937" y="353518"/>
                  <a:pt x="284577" y="358910"/>
                </a:cubicBezTo>
                <a:cubicBezTo>
                  <a:pt x="285411" y="361527"/>
                  <a:pt x="286466" y="364069"/>
                  <a:pt x="287731" y="366507"/>
                </a:cubicBezTo>
                <a:cubicBezTo>
                  <a:pt x="290398" y="371483"/>
                  <a:pt x="289515" y="377615"/>
                  <a:pt x="285552" y="381636"/>
                </a:cubicBezTo>
                <a:lnTo>
                  <a:pt x="283884" y="383303"/>
                </a:lnTo>
                <a:lnTo>
                  <a:pt x="291696" y="391115"/>
                </a:lnTo>
                <a:lnTo>
                  <a:pt x="293363" y="389447"/>
                </a:lnTo>
                <a:cubicBezTo>
                  <a:pt x="297384" y="385482"/>
                  <a:pt x="303519" y="384599"/>
                  <a:pt x="308495" y="387268"/>
                </a:cubicBezTo>
                <a:cubicBezTo>
                  <a:pt x="310932" y="388534"/>
                  <a:pt x="313472" y="389589"/>
                  <a:pt x="316089" y="390422"/>
                </a:cubicBezTo>
                <a:cubicBezTo>
                  <a:pt x="321482" y="392062"/>
                  <a:pt x="325183" y="397017"/>
                  <a:pt x="325225" y="402653"/>
                </a:cubicBezTo>
                <a:lnTo>
                  <a:pt x="325225" y="405000"/>
                </a:lnTo>
                <a:lnTo>
                  <a:pt x="336273" y="405000"/>
                </a:lnTo>
                <a:lnTo>
                  <a:pt x="336273" y="402653"/>
                </a:lnTo>
                <a:cubicBezTo>
                  <a:pt x="336315" y="397017"/>
                  <a:pt x="340016" y="392062"/>
                  <a:pt x="345409" y="390422"/>
                </a:cubicBezTo>
                <a:cubicBezTo>
                  <a:pt x="348026" y="389588"/>
                  <a:pt x="350568" y="388533"/>
                  <a:pt x="353006" y="387268"/>
                </a:cubicBezTo>
                <a:cubicBezTo>
                  <a:pt x="357981" y="384597"/>
                  <a:pt x="364116" y="385480"/>
                  <a:pt x="368135" y="389447"/>
                </a:cubicBezTo>
                <a:lnTo>
                  <a:pt x="369802" y="391115"/>
                </a:lnTo>
                <a:lnTo>
                  <a:pt x="377614" y="383303"/>
                </a:lnTo>
                <a:lnTo>
                  <a:pt x="375946" y="381636"/>
                </a:lnTo>
                <a:cubicBezTo>
                  <a:pt x="371983" y="377613"/>
                  <a:pt x="371100" y="371480"/>
                  <a:pt x="373767" y="366504"/>
                </a:cubicBezTo>
                <a:cubicBezTo>
                  <a:pt x="375032" y="364067"/>
                  <a:pt x="376088" y="361527"/>
                  <a:pt x="376921" y="358910"/>
                </a:cubicBezTo>
                <a:cubicBezTo>
                  <a:pt x="378561" y="353517"/>
                  <a:pt x="383516" y="349816"/>
                  <a:pt x="389152" y="349774"/>
                </a:cubicBezTo>
                <a:lnTo>
                  <a:pt x="391499" y="349774"/>
                </a:lnTo>
                <a:lnTo>
                  <a:pt x="391499" y="338726"/>
                </a:lnTo>
                <a:lnTo>
                  <a:pt x="389152" y="338726"/>
                </a:lnTo>
                <a:cubicBezTo>
                  <a:pt x="383516" y="338684"/>
                  <a:pt x="378561" y="334982"/>
                  <a:pt x="376921" y="329590"/>
                </a:cubicBezTo>
                <a:cubicBezTo>
                  <a:pt x="376087" y="326973"/>
                  <a:pt x="375032" y="324431"/>
                  <a:pt x="373767" y="321993"/>
                </a:cubicBezTo>
                <a:cubicBezTo>
                  <a:pt x="371100" y="317017"/>
                  <a:pt x="371983" y="310885"/>
                  <a:pt x="375946" y="306864"/>
                </a:cubicBezTo>
                <a:lnTo>
                  <a:pt x="377614" y="305197"/>
                </a:lnTo>
                <a:lnTo>
                  <a:pt x="369802" y="297389"/>
                </a:lnTo>
                <a:lnTo>
                  <a:pt x="368135" y="299053"/>
                </a:lnTo>
                <a:cubicBezTo>
                  <a:pt x="364112" y="303014"/>
                  <a:pt x="357980" y="303897"/>
                  <a:pt x="353003" y="301232"/>
                </a:cubicBezTo>
                <a:cubicBezTo>
                  <a:pt x="350566" y="299966"/>
                  <a:pt x="348026" y="298911"/>
                  <a:pt x="345409" y="298078"/>
                </a:cubicBezTo>
                <a:cubicBezTo>
                  <a:pt x="340016" y="296438"/>
                  <a:pt x="336315" y="291483"/>
                  <a:pt x="336273" y="285847"/>
                </a:cubicBezTo>
                <a:lnTo>
                  <a:pt x="336273" y="283500"/>
                </a:lnTo>
                <a:close/>
                <a:moveTo>
                  <a:pt x="318475" y="270000"/>
                </a:moveTo>
                <a:lnTo>
                  <a:pt x="343023" y="270000"/>
                </a:lnTo>
                <a:cubicBezTo>
                  <a:pt x="346751" y="270000"/>
                  <a:pt x="349773" y="273022"/>
                  <a:pt x="349773" y="276750"/>
                </a:cubicBezTo>
                <a:lnTo>
                  <a:pt x="349773" y="285300"/>
                </a:lnTo>
                <a:cubicBezTo>
                  <a:pt x="352938" y="286324"/>
                  <a:pt x="356016" y="287602"/>
                  <a:pt x="358975" y="289123"/>
                </a:cubicBezTo>
                <a:lnTo>
                  <a:pt x="365030" y="283069"/>
                </a:lnTo>
                <a:cubicBezTo>
                  <a:pt x="366295" y="281802"/>
                  <a:pt x="368012" y="281091"/>
                  <a:pt x="369802" y="281091"/>
                </a:cubicBezTo>
                <a:lnTo>
                  <a:pt x="369805" y="281091"/>
                </a:lnTo>
                <a:cubicBezTo>
                  <a:pt x="371598" y="281092"/>
                  <a:pt x="373316" y="281805"/>
                  <a:pt x="374581" y="283075"/>
                </a:cubicBezTo>
                <a:lnTo>
                  <a:pt x="391931" y="300424"/>
                </a:lnTo>
                <a:cubicBezTo>
                  <a:pt x="391932" y="300425"/>
                  <a:pt x="391932" y="300426"/>
                  <a:pt x="391934" y="300427"/>
                </a:cubicBezTo>
                <a:cubicBezTo>
                  <a:pt x="394568" y="303062"/>
                  <a:pt x="394567" y="307335"/>
                  <a:pt x="391931" y="309969"/>
                </a:cubicBezTo>
                <a:lnTo>
                  <a:pt x="385876" y="316024"/>
                </a:lnTo>
                <a:cubicBezTo>
                  <a:pt x="387398" y="318983"/>
                  <a:pt x="388676" y="322060"/>
                  <a:pt x="389699" y="325226"/>
                </a:cubicBezTo>
                <a:lnTo>
                  <a:pt x="398249" y="325226"/>
                </a:lnTo>
                <a:cubicBezTo>
                  <a:pt x="401977" y="325226"/>
                  <a:pt x="404999" y="328248"/>
                  <a:pt x="404999" y="331976"/>
                </a:cubicBezTo>
                <a:lnTo>
                  <a:pt x="404999" y="356524"/>
                </a:lnTo>
                <a:cubicBezTo>
                  <a:pt x="404999" y="360252"/>
                  <a:pt x="401977" y="363274"/>
                  <a:pt x="398249" y="363274"/>
                </a:cubicBezTo>
                <a:lnTo>
                  <a:pt x="389699" y="363274"/>
                </a:lnTo>
                <a:cubicBezTo>
                  <a:pt x="388676" y="366439"/>
                  <a:pt x="387397" y="369517"/>
                  <a:pt x="385876" y="372476"/>
                </a:cubicBezTo>
                <a:lnTo>
                  <a:pt x="391931" y="378531"/>
                </a:lnTo>
                <a:cubicBezTo>
                  <a:pt x="391932" y="378531"/>
                  <a:pt x="391932" y="378533"/>
                  <a:pt x="391934" y="378533"/>
                </a:cubicBezTo>
                <a:cubicBezTo>
                  <a:pt x="394568" y="381169"/>
                  <a:pt x="394567" y="385441"/>
                  <a:pt x="391931" y="388076"/>
                </a:cubicBezTo>
                <a:lnTo>
                  <a:pt x="374575" y="405432"/>
                </a:lnTo>
                <a:cubicBezTo>
                  <a:pt x="374574" y="405433"/>
                  <a:pt x="374573" y="405433"/>
                  <a:pt x="374573" y="405435"/>
                </a:cubicBezTo>
                <a:cubicBezTo>
                  <a:pt x="371937" y="408069"/>
                  <a:pt x="367665" y="408068"/>
                  <a:pt x="365030" y="405432"/>
                </a:cubicBezTo>
                <a:lnTo>
                  <a:pt x="358975" y="399377"/>
                </a:lnTo>
                <a:cubicBezTo>
                  <a:pt x="356016" y="400899"/>
                  <a:pt x="352939" y="402177"/>
                  <a:pt x="349773" y="403200"/>
                </a:cubicBezTo>
                <a:lnTo>
                  <a:pt x="349773" y="411750"/>
                </a:lnTo>
                <a:cubicBezTo>
                  <a:pt x="349773" y="415478"/>
                  <a:pt x="346751" y="418500"/>
                  <a:pt x="343023" y="418500"/>
                </a:cubicBezTo>
                <a:lnTo>
                  <a:pt x="318475" y="418500"/>
                </a:lnTo>
                <a:cubicBezTo>
                  <a:pt x="314747" y="418500"/>
                  <a:pt x="311725" y="415478"/>
                  <a:pt x="311725" y="411750"/>
                </a:cubicBezTo>
                <a:lnTo>
                  <a:pt x="311725" y="403200"/>
                </a:lnTo>
                <a:cubicBezTo>
                  <a:pt x="308560" y="402177"/>
                  <a:pt x="305482" y="400898"/>
                  <a:pt x="302523" y="399377"/>
                </a:cubicBezTo>
                <a:lnTo>
                  <a:pt x="296468" y="405432"/>
                </a:lnTo>
                <a:cubicBezTo>
                  <a:pt x="296468" y="405433"/>
                  <a:pt x="296466" y="405433"/>
                  <a:pt x="296466" y="405435"/>
                </a:cubicBezTo>
                <a:cubicBezTo>
                  <a:pt x="293830" y="408069"/>
                  <a:pt x="289558" y="408068"/>
                  <a:pt x="286923" y="405432"/>
                </a:cubicBezTo>
                <a:lnTo>
                  <a:pt x="269567" y="388076"/>
                </a:lnTo>
                <a:cubicBezTo>
                  <a:pt x="269566" y="388075"/>
                  <a:pt x="269566" y="388074"/>
                  <a:pt x="269564" y="388074"/>
                </a:cubicBezTo>
                <a:cubicBezTo>
                  <a:pt x="266930" y="385438"/>
                  <a:pt x="266931" y="381166"/>
                  <a:pt x="269567" y="378531"/>
                </a:cubicBezTo>
                <a:lnTo>
                  <a:pt x="275622" y="372476"/>
                </a:lnTo>
                <a:cubicBezTo>
                  <a:pt x="274100" y="369517"/>
                  <a:pt x="272822" y="366440"/>
                  <a:pt x="271799" y="363274"/>
                </a:cubicBezTo>
                <a:lnTo>
                  <a:pt x="263249" y="363274"/>
                </a:lnTo>
                <a:cubicBezTo>
                  <a:pt x="259521" y="363274"/>
                  <a:pt x="256499" y="360252"/>
                  <a:pt x="256499" y="356524"/>
                </a:cubicBezTo>
                <a:lnTo>
                  <a:pt x="256499" y="331976"/>
                </a:lnTo>
                <a:cubicBezTo>
                  <a:pt x="256499" y="328248"/>
                  <a:pt x="259521" y="325226"/>
                  <a:pt x="263249" y="325226"/>
                </a:cubicBezTo>
                <a:lnTo>
                  <a:pt x="271799" y="325226"/>
                </a:lnTo>
                <a:cubicBezTo>
                  <a:pt x="272822" y="322061"/>
                  <a:pt x="274101" y="318983"/>
                  <a:pt x="275622" y="316024"/>
                </a:cubicBezTo>
                <a:lnTo>
                  <a:pt x="269567" y="309969"/>
                </a:lnTo>
                <a:cubicBezTo>
                  <a:pt x="269566" y="309969"/>
                  <a:pt x="269566" y="309967"/>
                  <a:pt x="269564" y="309967"/>
                </a:cubicBezTo>
                <a:cubicBezTo>
                  <a:pt x="266930" y="307331"/>
                  <a:pt x="266931" y="303059"/>
                  <a:pt x="269567" y="300424"/>
                </a:cubicBezTo>
                <a:lnTo>
                  <a:pt x="286923" y="283068"/>
                </a:lnTo>
                <a:cubicBezTo>
                  <a:pt x="286924" y="283067"/>
                  <a:pt x="286925" y="283067"/>
                  <a:pt x="286926" y="283065"/>
                </a:cubicBezTo>
                <a:cubicBezTo>
                  <a:pt x="289561" y="280431"/>
                  <a:pt x="293834" y="280432"/>
                  <a:pt x="296468" y="283068"/>
                </a:cubicBezTo>
                <a:lnTo>
                  <a:pt x="302523" y="289123"/>
                </a:lnTo>
                <a:cubicBezTo>
                  <a:pt x="305482" y="287601"/>
                  <a:pt x="308559" y="286323"/>
                  <a:pt x="311725" y="285300"/>
                </a:cubicBezTo>
                <a:lnTo>
                  <a:pt x="311725" y="276750"/>
                </a:lnTo>
                <a:cubicBezTo>
                  <a:pt x="311725" y="273022"/>
                  <a:pt x="314747" y="270000"/>
                  <a:pt x="318475" y="270000"/>
                </a:cubicBezTo>
                <a:close/>
                <a:moveTo>
                  <a:pt x="195749" y="227498"/>
                </a:moveTo>
                <a:lnTo>
                  <a:pt x="167124" y="260893"/>
                </a:lnTo>
                <a:cubicBezTo>
                  <a:pt x="165841" y="262388"/>
                  <a:pt x="163969" y="263250"/>
                  <a:pt x="161999" y="263250"/>
                </a:cubicBezTo>
                <a:cubicBezTo>
                  <a:pt x="161517" y="263250"/>
                  <a:pt x="161036" y="263198"/>
                  <a:pt x="160565" y="263095"/>
                </a:cubicBezTo>
                <a:lnTo>
                  <a:pt x="47249" y="238461"/>
                </a:lnTo>
                <a:lnTo>
                  <a:pt x="47249" y="352479"/>
                </a:lnTo>
                <a:lnTo>
                  <a:pt x="195749" y="389604"/>
                </a:lnTo>
                <a:close/>
                <a:moveTo>
                  <a:pt x="355455" y="189500"/>
                </a:moveTo>
                <a:lnTo>
                  <a:pt x="215346" y="213867"/>
                </a:lnTo>
                <a:lnTo>
                  <a:pt x="245500" y="249048"/>
                </a:lnTo>
                <a:lnTo>
                  <a:pt x="384732" y="218781"/>
                </a:lnTo>
                <a:close/>
                <a:moveTo>
                  <a:pt x="49543" y="189500"/>
                </a:moveTo>
                <a:lnTo>
                  <a:pt x="20265" y="218781"/>
                </a:lnTo>
                <a:lnTo>
                  <a:pt x="159497" y="249048"/>
                </a:lnTo>
                <a:lnTo>
                  <a:pt x="189651" y="213867"/>
                </a:lnTo>
                <a:close/>
                <a:moveTo>
                  <a:pt x="184126" y="168749"/>
                </a:moveTo>
                <a:cubicBezTo>
                  <a:pt x="186518" y="172912"/>
                  <a:pt x="190947" y="175485"/>
                  <a:pt x="195749" y="175499"/>
                </a:cubicBezTo>
                <a:lnTo>
                  <a:pt x="209249" y="175499"/>
                </a:lnTo>
                <a:cubicBezTo>
                  <a:pt x="214050" y="175485"/>
                  <a:pt x="218479" y="172912"/>
                  <a:pt x="220872" y="168749"/>
                </a:cubicBezTo>
                <a:close/>
                <a:moveTo>
                  <a:pt x="250991" y="155365"/>
                </a:moveTo>
                <a:lnTo>
                  <a:pt x="358991" y="175615"/>
                </a:lnTo>
                <a:lnTo>
                  <a:pt x="358982" y="175662"/>
                </a:lnTo>
                <a:cubicBezTo>
                  <a:pt x="360318" y="175896"/>
                  <a:pt x="361552" y="176529"/>
                  <a:pt x="362521" y="177477"/>
                </a:cubicBezTo>
                <a:lnTo>
                  <a:pt x="403021" y="217977"/>
                </a:lnTo>
                <a:cubicBezTo>
                  <a:pt x="403936" y="218893"/>
                  <a:pt x="404569" y="220052"/>
                  <a:pt x="404844" y="221317"/>
                </a:cubicBezTo>
                <a:cubicBezTo>
                  <a:pt x="405636" y="224960"/>
                  <a:pt x="403325" y="228553"/>
                  <a:pt x="399682" y="229345"/>
                </a:cubicBezTo>
                <a:lnTo>
                  <a:pt x="371249" y="235526"/>
                </a:lnTo>
                <a:lnTo>
                  <a:pt x="371249" y="270000"/>
                </a:lnTo>
                <a:lnTo>
                  <a:pt x="357749" y="270000"/>
                </a:lnTo>
                <a:lnTo>
                  <a:pt x="357749" y="238461"/>
                </a:lnTo>
                <a:lnTo>
                  <a:pt x="244432" y="263094"/>
                </a:lnTo>
                <a:cubicBezTo>
                  <a:pt x="243961" y="263198"/>
                  <a:pt x="243481" y="263250"/>
                  <a:pt x="242999" y="263250"/>
                </a:cubicBezTo>
                <a:cubicBezTo>
                  <a:pt x="241028" y="263250"/>
                  <a:pt x="239157" y="262388"/>
                  <a:pt x="237873" y="260893"/>
                </a:cubicBezTo>
                <a:lnTo>
                  <a:pt x="209249" y="227498"/>
                </a:lnTo>
                <a:lnTo>
                  <a:pt x="209249" y="389604"/>
                </a:lnTo>
                <a:lnTo>
                  <a:pt x="254860" y="378201"/>
                </a:lnTo>
                <a:lnTo>
                  <a:pt x="258137" y="391298"/>
                </a:lnTo>
                <a:lnTo>
                  <a:pt x="204137" y="404798"/>
                </a:lnTo>
                <a:lnTo>
                  <a:pt x="204119" y="404730"/>
                </a:lnTo>
                <a:cubicBezTo>
                  <a:pt x="203062" y="405066"/>
                  <a:pt x="201931" y="405090"/>
                  <a:pt x="200860" y="404798"/>
                </a:cubicBezTo>
                <a:lnTo>
                  <a:pt x="38861" y="364298"/>
                </a:lnTo>
                <a:cubicBezTo>
                  <a:pt x="35856" y="363546"/>
                  <a:pt x="33749" y="360846"/>
                  <a:pt x="33749" y="357750"/>
                </a:cubicBezTo>
                <a:lnTo>
                  <a:pt x="33749" y="235526"/>
                </a:lnTo>
                <a:lnTo>
                  <a:pt x="5315" y="229345"/>
                </a:lnTo>
                <a:cubicBezTo>
                  <a:pt x="4050" y="229070"/>
                  <a:pt x="2890" y="228437"/>
                  <a:pt x="1975" y="227521"/>
                </a:cubicBezTo>
                <a:cubicBezTo>
                  <a:pt x="-660" y="224885"/>
                  <a:pt x="-659" y="220613"/>
                  <a:pt x="1976" y="217977"/>
                </a:cubicBezTo>
                <a:lnTo>
                  <a:pt x="42476" y="177477"/>
                </a:lnTo>
                <a:cubicBezTo>
                  <a:pt x="43446" y="176529"/>
                  <a:pt x="44679" y="175896"/>
                  <a:pt x="46015" y="175663"/>
                </a:cubicBezTo>
                <a:lnTo>
                  <a:pt x="46006" y="175616"/>
                </a:lnTo>
                <a:lnTo>
                  <a:pt x="154007" y="155366"/>
                </a:lnTo>
                <a:lnTo>
                  <a:pt x="156491" y="168635"/>
                </a:lnTo>
                <a:lnTo>
                  <a:pt x="85211" y="182000"/>
                </a:lnTo>
                <a:lnTo>
                  <a:pt x="202499" y="202398"/>
                </a:lnTo>
                <a:lnTo>
                  <a:pt x="319787" y="182000"/>
                </a:lnTo>
                <a:lnTo>
                  <a:pt x="248506" y="168635"/>
                </a:lnTo>
                <a:close/>
                <a:moveTo>
                  <a:pt x="182249" y="148499"/>
                </a:moveTo>
                <a:lnTo>
                  <a:pt x="182249" y="155249"/>
                </a:lnTo>
                <a:lnTo>
                  <a:pt x="222749" y="155249"/>
                </a:lnTo>
                <a:lnTo>
                  <a:pt x="222749" y="148499"/>
                </a:lnTo>
                <a:close/>
                <a:moveTo>
                  <a:pt x="269999" y="81000"/>
                </a:moveTo>
                <a:lnTo>
                  <a:pt x="290249" y="81000"/>
                </a:lnTo>
                <a:lnTo>
                  <a:pt x="290249" y="94500"/>
                </a:lnTo>
                <a:lnTo>
                  <a:pt x="269999" y="94500"/>
                </a:lnTo>
                <a:close/>
                <a:moveTo>
                  <a:pt x="114749" y="81000"/>
                </a:moveTo>
                <a:lnTo>
                  <a:pt x="134999" y="81000"/>
                </a:lnTo>
                <a:lnTo>
                  <a:pt x="134999" y="94500"/>
                </a:lnTo>
                <a:lnTo>
                  <a:pt x="114749" y="94500"/>
                </a:lnTo>
                <a:close/>
                <a:moveTo>
                  <a:pt x="202532" y="40496"/>
                </a:moveTo>
                <a:cubicBezTo>
                  <a:pt x="200717" y="40496"/>
                  <a:pt x="198903" y="40600"/>
                  <a:pt x="197100" y="40806"/>
                </a:cubicBezTo>
                <a:cubicBezTo>
                  <a:pt x="174872" y="43904"/>
                  <a:pt x="157664" y="61836"/>
                  <a:pt x="155486" y="84173"/>
                </a:cubicBezTo>
                <a:cubicBezTo>
                  <a:pt x="153899" y="100092"/>
                  <a:pt x="160122" y="115793"/>
                  <a:pt x="172183" y="126301"/>
                </a:cubicBezTo>
                <a:cubicBezTo>
                  <a:pt x="174961" y="128742"/>
                  <a:pt x="177244" y="131695"/>
                  <a:pt x="178904" y="134999"/>
                </a:cubicBezTo>
                <a:lnTo>
                  <a:pt x="195749" y="134999"/>
                </a:lnTo>
                <a:lnTo>
                  <a:pt x="195749" y="124874"/>
                </a:lnTo>
                <a:lnTo>
                  <a:pt x="175268" y="109512"/>
                </a:lnTo>
                <a:cubicBezTo>
                  <a:pt x="171173" y="106428"/>
                  <a:pt x="168760" y="101603"/>
                  <a:pt x="168749" y="96477"/>
                </a:cubicBezTo>
                <a:lnTo>
                  <a:pt x="168749" y="90545"/>
                </a:lnTo>
                <a:cubicBezTo>
                  <a:pt x="168749" y="86223"/>
                  <a:pt x="170465" y="82078"/>
                  <a:pt x="173522" y="79022"/>
                </a:cubicBezTo>
                <a:cubicBezTo>
                  <a:pt x="179885" y="72658"/>
                  <a:pt x="190203" y="72658"/>
                  <a:pt x="196566" y="79022"/>
                </a:cubicBezTo>
                <a:lnTo>
                  <a:pt x="200522" y="82977"/>
                </a:lnTo>
                <a:cubicBezTo>
                  <a:pt x="201615" y="84065"/>
                  <a:pt x="203382" y="84065"/>
                  <a:pt x="204476" y="82977"/>
                </a:cubicBezTo>
                <a:lnTo>
                  <a:pt x="208431" y="79022"/>
                </a:lnTo>
                <a:cubicBezTo>
                  <a:pt x="211487" y="75967"/>
                  <a:pt x="215631" y="74250"/>
                  <a:pt x="219953" y="74250"/>
                </a:cubicBezTo>
                <a:cubicBezTo>
                  <a:pt x="228953" y="74249"/>
                  <a:pt x="236249" y="81545"/>
                  <a:pt x="236249" y="90545"/>
                </a:cubicBezTo>
                <a:lnTo>
                  <a:pt x="236249" y="96477"/>
                </a:lnTo>
                <a:cubicBezTo>
                  <a:pt x="236237" y="101605"/>
                  <a:pt x="233822" y="106431"/>
                  <a:pt x="229726" y="109515"/>
                </a:cubicBezTo>
                <a:lnTo>
                  <a:pt x="220049" y="116773"/>
                </a:lnTo>
                <a:lnTo>
                  <a:pt x="211948" y="105976"/>
                </a:lnTo>
                <a:lnTo>
                  <a:pt x="221628" y="98715"/>
                </a:lnTo>
                <a:cubicBezTo>
                  <a:pt x="222331" y="98186"/>
                  <a:pt x="222745" y="97357"/>
                  <a:pt x="222748" y="96477"/>
                </a:cubicBezTo>
                <a:lnTo>
                  <a:pt x="222748" y="90545"/>
                </a:lnTo>
                <a:cubicBezTo>
                  <a:pt x="222699" y="89940"/>
                  <a:pt x="222461" y="89367"/>
                  <a:pt x="222069" y="88904"/>
                </a:cubicBezTo>
                <a:cubicBezTo>
                  <a:pt x="221032" y="87681"/>
                  <a:pt x="219200" y="87529"/>
                  <a:pt x="217976" y="88567"/>
                </a:cubicBezTo>
                <a:lnTo>
                  <a:pt x="214021" y="92522"/>
                </a:lnTo>
                <a:cubicBezTo>
                  <a:pt x="207573" y="98678"/>
                  <a:pt x="197424" y="98678"/>
                  <a:pt x="190976" y="92522"/>
                </a:cubicBezTo>
                <a:lnTo>
                  <a:pt x="187021" y="88567"/>
                </a:lnTo>
                <a:cubicBezTo>
                  <a:pt x="186559" y="88175"/>
                  <a:pt x="185984" y="87937"/>
                  <a:pt x="185379" y="87887"/>
                </a:cubicBezTo>
                <a:cubicBezTo>
                  <a:pt x="183782" y="87756"/>
                  <a:pt x="182380" y="88946"/>
                  <a:pt x="182249" y="90545"/>
                </a:cubicBezTo>
                <a:lnTo>
                  <a:pt x="182249" y="96477"/>
                </a:lnTo>
                <a:cubicBezTo>
                  <a:pt x="182251" y="97355"/>
                  <a:pt x="182664" y="98182"/>
                  <a:pt x="183366" y="98711"/>
                </a:cubicBezTo>
                <a:lnTo>
                  <a:pt x="206549" y="116101"/>
                </a:lnTo>
                <a:cubicBezTo>
                  <a:pt x="208250" y="117375"/>
                  <a:pt x="209250" y="119375"/>
                  <a:pt x="209249" y="121499"/>
                </a:cubicBezTo>
                <a:lnTo>
                  <a:pt x="209249" y="134999"/>
                </a:lnTo>
                <a:lnTo>
                  <a:pt x="226055" y="134999"/>
                </a:lnTo>
                <a:cubicBezTo>
                  <a:pt x="227684" y="131730"/>
                  <a:pt x="229937" y="128811"/>
                  <a:pt x="232686" y="126407"/>
                </a:cubicBezTo>
                <a:cubicBezTo>
                  <a:pt x="234208" y="125088"/>
                  <a:pt x="235648" y="123678"/>
                  <a:pt x="236998" y="122184"/>
                </a:cubicBezTo>
                <a:cubicBezTo>
                  <a:pt x="255296" y="101932"/>
                  <a:pt x="253712" y="70682"/>
                  <a:pt x="233460" y="52384"/>
                </a:cubicBezTo>
                <a:cubicBezTo>
                  <a:pt x="224983" y="44722"/>
                  <a:pt x="213959" y="40484"/>
                  <a:pt x="202532" y="40496"/>
                </a:cubicBezTo>
                <a:close/>
                <a:moveTo>
                  <a:pt x="195577" y="27391"/>
                </a:moveTo>
                <a:cubicBezTo>
                  <a:pt x="212626" y="25355"/>
                  <a:pt x="229721" y="30798"/>
                  <a:pt x="242455" y="42315"/>
                </a:cubicBezTo>
                <a:cubicBezTo>
                  <a:pt x="244399" y="44067"/>
                  <a:pt x="246231" y="45939"/>
                  <a:pt x="247942" y="47920"/>
                </a:cubicBezTo>
                <a:cubicBezTo>
                  <a:pt x="270660" y="74218"/>
                  <a:pt x="267758" y="113953"/>
                  <a:pt x="241460" y="136671"/>
                </a:cubicBezTo>
                <a:cubicBezTo>
                  <a:pt x="238100" y="139607"/>
                  <a:pt x="236195" y="143869"/>
                  <a:pt x="236249" y="148331"/>
                </a:cubicBezTo>
                <a:lnTo>
                  <a:pt x="236249" y="161999"/>
                </a:lnTo>
                <a:cubicBezTo>
                  <a:pt x="236232" y="176904"/>
                  <a:pt x="224153" y="188983"/>
                  <a:pt x="209249" y="188999"/>
                </a:cubicBezTo>
                <a:lnTo>
                  <a:pt x="195749" y="188999"/>
                </a:lnTo>
                <a:cubicBezTo>
                  <a:pt x="180844" y="188983"/>
                  <a:pt x="168766" y="176904"/>
                  <a:pt x="168749" y="161999"/>
                </a:cubicBezTo>
                <a:lnTo>
                  <a:pt x="168749" y="148335"/>
                </a:lnTo>
                <a:cubicBezTo>
                  <a:pt x="168764" y="143805"/>
                  <a:pt x="166802" y="139495"/>
                  <a:pt x="163376" y="136532"/>
                </a:cubicBezTo>
                <a:cubicBezTo>
                  <a:pt x="147994" y="123165"/>
                  <a:pt x="140044" y="103172"/>
                  <a:pt x="142046" y="82891"/>
                </a:cubicBezTo>
                <a:cubicBezTo>
                  <a:pt x="144635" y="54112"/>
                  <a:pt x="166911" y="31018"/>
                  <a:pt x="195577" y="27391"/>
                </a:cubicBezTo>
                <a:close/>
                <a:moveTo>
                  <a:pt x="145222" y="20928"/>
                </a:moveTo>
                <a:lnTo>
                  <a:pt x="159540" y="35246"/>
                </a:lnTo>
                <a:lnTo>
                  <a:pt x="149995" y="44791"/>
                </a:lnTo>
                <a:lnTo>
                  <a:pt x="135677" y="30473"/>
                </a:lnTo>
                <a:close/>
                <a:moveTo>
                  <a:pt x="259776" y="20928"/>
                </a:moveTo>
                <a:lnTo>
                  <a:pt x="269321" y="30473"/>
                </a:lnTo>
                <a:lnTo>
                  <a:pt x="255003" y="44790"/>
                </a:lnTo>
                <a:lnTo>
                  <a:pt x="245458" y="35245"/>
                </a:lnTo>
                <a:close/>
                <a:moveTo>
                  <a:pt x="195749" y="0"/>
                </a:moveTo>
                <a:lnTo>
                  <a:pt x="209249" y="0"/>
                </a:lnTo>
                <a:lnTo>
                  <a:pt x="209249" y="20250"/>
                </a:lnTo>
                <a:lnTo>
                  <a:pt x="195749" y="2025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6135522" y="3199088"/>
            <a:ext cx="299858" cy="299856"/>
          </a:xfrm>
          <a:custGeom>
            <a:rect b="b" l="l" r="r" t="t"/>
            <a:pathLst>
              <a:path extrusionOk="0" h="431999" w="432000">
                <a:moveTo>
                  <a:pt x="216000" y="381374"/>
                </a:moveTo>
                <a:cubicBezTo>
                  <a:pt x="205532" y="381374"/>
                  <a:pt x="197016" y="389891"/>
                  <a:pt x="197016" y="400359"/>
                </a:cubicBezTo>
                <a:cubicBezTo>
                  <a:pt x="197016" y="410826"/>
                  <a:pt x="205532" y="419343"/>
                  <a:pt x="216000" y="419343"/>
                </a:cubicBezTo>
                <a:cubicBezTo>
                  <a:pt x="226468" y="419343"/>
                  <a:pt x="234984" y="410826"/>
                  <a:pt x="234984" y="400359"/>
                </a:cubicBezTo>
                <a:cubicBezTo>
                  <a:pt x="234984" y="389891"/>
                  <a:pt x="226468" y="381374"/>
                  <a:pt x="216000" y="381374"/>
                </a:cubicBezTo>
                <a:close/>
                <a:moveTo>
                  <a:pt x="346362" y="327458"/>
                </a:moveTo>
                <a:cubicBezTo>
                  <a:pt x="341477" y="327458"/>
                  <a:pt x="336592" y="329285"/>
                  <a:pt x="332938" y="332939"/>
                </a:cubicBezTo>
                <a:cubicBezTo>
                  <a:pt x="325620" y="340256"/>
                  <a:pt x="325620" y="352468"/>
                  <a:pt x="332938" y="359785"/>
                </a:cubicBezTo>
                <a:cubicBezTo>
                  <a:pt x="340340" y="367188"/>
                  <a:pt x="352385" y="367187"/>
                  <a:pt x="359786" y="359785"/>
                </a:cubicBezTo>
                <a:cubicBezTo>
                  <a:pt x="367104" y="352468"/>
                  <a:pt x="367104" y="340256"/>
                  <a:pt x="359786" y="332939"/>
                </a:cubicBezTo>
                <a:cubicBezTo>
                  <a:pt x="356133" y="329285"/>
                  <a:pt x="351247" y="327458"/>
                  <a:pt x="346362" y="327458"/>
                </a:cubicBezTo>
                <a:close/>
                <a:moveTo>
                  <a:pt x="85638" y="327457"/>
                </a:moveTo>
                <a:cubicBezTo>
                  <a:pt x="80753" y="327458"/>
                  <a:pt x="75868" y="329285"/>
                  <a:pt x="72214" y="332938"/>
                </a:cubicBezTo>
                <a:cubicBezTo>
                  <a:pt x="64895" y="340255"/>
                  <a:pt x="64897" y="352467"/>
                  <a:pt x="72214" y="359785"/>
                </a:cubicBezTo>
                <a:cubicBezTo>
                  <a:pt x="79616" y="367186"/>
                  <a:pt x="91660" y="367187"/>
                  <a:pt x="99062" y="359784"/>
                </a:cubicBezTo>
                <a:cubicBezTo>
                  <a:pt x="106380" y="352467"/>
                  <a:pt x="106380" y="340255"/>
                  <a:pt x="99062" y="332938"/>
                </a:cubicBezTo>
                <a:cubicBezTo>
                  <a:pt x="95409" y="329284"/>
                  <a:pt x="90523" y="327457"/>
                  <a:pt x="85638" y="327457"/>
                </a:cubicBezTo>
                <a:close/>
                <a:moveTo>
                  <a:pt x="400359" y="197016"/>
                </a:moveTo>
                <a:cubicBezTo>
                  <a:pt x="389891" y="197016"/>
                  <a:pt x="381375" y="205532"/>
                  <a:pt x="381375" y="216000"/>
                </a:cubicBezTo>
                <a:cubicBezTo>
                  <a:pt x="381375" y="226468"/>
                  <a:pt x="389891" y="234984"/>
                  <a:pt x="400359" y="234984"/>
                </a:cubicBezTo>
                <a:cubicBezTo>
                  <a:pt x="410828" y="234984"/>
                  <a:pt x="419344" y="226468"/>
                  <a:pt x="419344" y="216000"/>
                </a:cubicBezTo>
                <a:cubicBezTo>
                  <a:pt x="419344" y="205532"/>
                  <a:pt x="410828" y="197016"/>
                  <a:pt x="400359" y="197016"/>
                </a:cubicBezTo>
                <a:close/>
                <a:moveTo>
                  <a:pt x="31641" y="197015"/>
                </a:moveTo>
                <a:cubicBezTo>
                  <a:pt x="21172" y="197015"/>
                  <a:pt x="12656" y="205532"/>
                  <a:pt x="12656" y="215999"/>
                </a:cubicBezTo>
                <a:cubicBezTo>
                  <a:pt x="12656" y="226467"/>
                  <a:pt x="21172" y="234984"/>
                  <a:pt x="31641" y="234984"/>
                </a:cubicBezTo>
                <a:cubicBezTo>
                  <a:pt x="42109" y="234984"/>
                  <a:pt x="50625" y="226467"/>
                  <a:pt x="50625" y="215999"/>
                </a:cubicBezTo>
                <a:cubicBezTo>
                  <a:pt x="50625" y="205532"/>
                  <a:pt x="42109" y="197015"/>
                  <a:pt x="31641" y="197015"/>
                </a:cubicBezTo>
                <a:close/>
                <a:moveTo>
                  <a:pt x="216000" y="154828"/>
                </a:moveTo>
                <a:cubicBezTo>
                  <a:pt x="219496" y="154828"/>
                  <a:pt x="222328" y="157661"/>
                  <a:pt x="222328" y="161156"/>
                </a:cubicBezTo>
                <a:lnTo>
                  <a:pt x="222328" y="168222"/>
                </a:lnTo>
                <a:cubicBezTo>
                  <a:pt x="234408" y="171086"/>
                  <a:pt x="243422" y="181963"/>
                  <a:pt x="243422" y="194906"/>
                </a:cubicBezTo>
                <a:cubicBezTo>
                  <a:pt x="243422" y="198401"/>
                  <a:pt x="240589" y="201234"/>
                  <a:pt x="237094" y="201234"/>
                </a:cubicBezTo>
                <a:cubicBezTo>
                  <a:pt x="233598" y="201234"/>
                  <a:pt x="230766" y="198401"/>
                  <a:pt x="230766" y="194906"/>
                </a:cubicBezTo>
                <a:cubicBezTo>
                  <a:pt x="230766" y="186765"/>
                  <a:pt x="224141" y="180141"/>
                  <a:pt x="216000" y="180141"/>
                </a:cubicBezTo>
                <a:cubicBezTo>
                  <a:pt x="207859" y="180141"/>
                  <a:pt x="201234" y="186765"/>
                  <a:pt x="201234" y="194906"/>
                </a:cubicBezTo>
                <a:cubicBezTo>
                  <a:pt x="201234" y="203047"/>
                  <a:pt x="207859" y="209672"/>
                  <a:pt x="216000" y="209672"/>
                </a:cubicBezTo>
                <a:cubicBezTo>
                  <a:pt x="231121" y="209672"/>
                  <a:pt x="243422" y="221974"/>
                  <a:pt x="243422" y="237094"/>
                </a:cubicBezTo>
                <a:cubicBezTo>
                  <a:pt x="243422" y="250037"/>
                  <a:pt x="234408" y="260914"/>
                  <a:pt x="222328" y="263778"/>
                </a:cubicBezTo>
                <a:lnTo>
                  <a:pt x="222328" y="270844"/>
                </a:lnTo>
                <a:cubicBezTo>
                  <a:pt x="222328" y="274338"/>
                  <a:pt x="219496" y="277172"/>
                  <a:pt x="216000" y="277172"/>
                </a:cubicBezTo>
                <a:cubicBezTo>
                  <a:pt x="212504" y="277172"/>
                  <a:pt x="209672" y="274338"/>
                  <a:pt x="209672" y="270844"/>
                </a:cubicBezTo>
                <a:lnTo>
                  <a:pt x="209672" y="263778"/>
                </a:lnTo>
                <a:cubicBezTo>
                  <a:pt x="197592" y="260914"/>
                  <a:pt x="188578" y="250037"/>
                  <a:pt x="188578" y="237094"/>
                </a:cubicBezTo>
                <a:cubicBezTo>
                  <a:pt x="188578" y="233599"/>
                  <a:pt x="191410" y="230766"/>
                  <a:pt x="194906" y="230766"/>
                </a:cubicBezTo>
                <a:cubicBezTo>
                  <a:pt x="198402" y="230766"/>
                  <a:pt x="201234" y="233599"/>
                  <a:pt x="201234" y="237094"/>
                </a:cubicBezTo>
                <a:cubicBezTo>
                  <a:pt x="201234" y="245235"/>
                  <a:pt x="207859" y="251859"/>
                  <a:pt x="216000" y="251859"/>
                </a:cubicBezTo>
                <a:cubicBezTo>
                  <a:pt x="224141" y="251859"/>
                  <a:pt x="230766" y="245235"/>
                  <a:pt x="230766" y="237094"/>
                </a:cubicBezTo>
                <a:cubicBezTo>
                  <a:pt x="230766" y="228952"/>
                  <a:pt x="224141" y="222328"/>
                  <a:pt x="216000" y="222328"/>
                </a:cubicBezTo>
                <a:cubicBezTo>
                  <a:pt x="200879" y="222328"/>
                  <a:pt x="188578" y="210026"/>
                  <a:pt x="188578" y="194906"/>
                </a:cubicBezTo>
                <a:cubicBezTo>
                  <a:pt x="188578" y="181963"/>
                  <a:pt x="197592" y="171086"/>
                  <a:pt x="209672" y="168222"/>
                </a:cubicBezTo>
                <a:lnTo>
                  <a:pt x="209672" y="161156"/>
                </a:lnTo>
                <a:cubicBezTo>
                  <a:pt x="209672" y="157661"/>
                  <a:pt x="212504" y="154828"/>
                  <a:pt x="216000" y="154828"/>
                </a:cubicBezTo>
                <a:close/>
                <a:moveTo>
                  <a:pt x="215999" y="142171"/>
                </a:moveTo>
                <a:cubicBezTo>
                  <a:pt x="175290" y="142171"/>
                  <a:pt x="142171" y="175290"/>
                  <a:pt x="142171" y="215999"/>
                </a:cubicBezTo>
                <a:cubicBezTo>
                  <a:pt x="142171" y="256709"/>
                  <a:pt x="175290" y="289828"/>
                  <a:pt x="215999" y="289828"/>
                </a:cubicBezTo>
                <a:cubicBezTo>
                  <a:pt x="256709" y="289828"/>
                  <a:pt x="289828" y="256709"/>
                  <a:pt x="289828" y="215999"/>
                </a:cubicBezTo>
                <a:cubicBezTo>
                  <a:pt x="289828" y="175290"/>
                  <a:pt x="256709" y="142171"/>
                  <a:pt x="215999" y="142171"/>
                </a:cubicBezTo>
                <a:close/>
                <a:moveTo>
                  <a:pt x="215999" y="129515"/>
                </a:moveTo>
                <a:cubicBezTo>
                  <a:pt x="263687" y="129515"/>
                  <a:pt x="302484" y="168311"/>
                  <a:pt x="302484" y="215999"/>
                </a:cubicBezTo>
                <a:cubicBezTo>
                  <a:pt x="302484" y="263687"/>
                  <a:pt x="263687" y="302484"/>
                  <a:pt x="215999" y="302484"/>
                </a:cubicBezTo>
                <a:cubicBezTo>
                  <a:pt x="168311" y="302484"/>
                  <a:pt x="129515" y="263687"/>
                  <a:pt x="129515" y="215999"/>
                </a:cubicBezTo>
                <a:cubicBezTo>
                  <a:pt x="129515" y="168311"/>
                  <a:pt x="168311" y="129515"/>
                  <a:pt x="215999" y="129515"/>
                </a:cubicBezTo>
                <a:close/>
                <a:moveTo>
                  <a:pt x="346362" y="66734"/>
                </a:moveTo>
                <a:cubicBezTo>
                  <a:pt x="341477" y="66734"/>
                  <a:pt x="336592" y="68561"/>
                  <a:pt x="332938" y="72215"/>
                </a:cubicBezTo>
                <a:cubicBezTo>
                  <a:pt x="325620" y="79532"/>
                  <a:pt x="325620" y="91744"/>
                  <a:pt x="332938" y="99061"/>
                </a:cubicBezTo>
                <a:cubicBezTo>
                  <a:pt x="340340" y="106464"/>
                  <a:pt x="352385" y="106464"/>
                  <a:pt x="359786" y="99061"/>
                </a:cubicBezTo>
                <a:cubicBezTo>
                  <a:pt x="367104" y="91744"/>
                  <a:pt x="367104" y="79532"/>
                  <a:pt x="359786" y="72215"/>
                </a:cubicBezTo>
                <a:cubicBezTo>
                  <a:pt x="356133" y="68561"/>
                  <a:pt x="351247" y="66734"/>
                  <a:pt x="346362" y="66734"/>
                </a:cubicBezTo>
                <a:close/>
                <a:moveTo>
                  <a:pt x="85638" y="66733"/>
                </a:moveTo>
                <a:cubicBezTo>
                  <a:pt x="80753" y="66733"/>
                  <a:pt x="75868" y="68560"/>
                  <a:pt x="72214" y="72214"/>
                </a:cubicBezTo>
                <a:cubicBezTo>
                  <a:pt x="64896" y="79531"/>
                  <a:pt x="64896" y="91744"/>
                  <a:pt x="72214" y="99060"/>
                </a:cubicBezTo>
                <a:cubicBezTo>
                  <a:pt x="79616" y="106463"/>
                  <a:pt x="91660" y="106463"/>
                  <a:pt x="99062" y="99060"/>
                </a:cubicBezTo>
                <a:cubicBezTo>
                  <a:pt x="106381" y="91744"/>
                  <a:pt x="106379" y="79531"/>
                  <a:pt x="99062" y="72213"/>
                </a:cubicBezTo>
                <a:cubicBezTo>
                  <a:pt x="95409" y="68560"/>
                  <a:pt x="90523" y="66733"/>
                  <a:pt x="85638" y="66733"/>
                </a:cubicBezTo>
                <a:close/>
                <a:moveTo>
                  <a:pt x="85638" y="54011"/>
                </a:moveTo>
                <a:cubicBezTo>
                  <a:pt x="93741" y="54011"/>
                  <a:pt x="101843" y="57096"/>
                  <a:pt x="108011" y="63264"/>
                </a:cubicBezTo>
                <a:cubicBezTo>
                  <a:pt x="118500" y="73752"/>
                  <a:pt x="120265" y="90704"/>
                  <a:pt x="112041" y="103090"/>
                </a:cubicBezTo>
                <a:lnTo>
                  <a:pt x="141552" y="132601"/>
                </a:lnTo>
                <a:cubicBezTo>
                  <a:pt x="146977" y="127754"/>
                  <a:pt x="152877" y="123427"/>
                  <a:pt x="159167" y="119707"/>
                </a:cubicBezTo>
                <a:cubicBezTo>
                  <a:pt x="162176" y="117928"/>
                  <a:pt x="166056" y="118925"/>
                  <a:pt x="167835" y="121932"/>
                </a:cubicBezTo>
                <a:cubicBezTo>
                  <a:pt x="169613" y="124940"/>
                  <a:pt x="168617" y="128821"/>
                  <a:pt x="165609" y="130600"/>
                </a:cubicBezTo>
                <a:cubicBezTo>
                  <a:pt x="151030" y="139222"/>
                  <a:pt x="138815" y="151513"/>
                  <a:pt x="130286" y="166145"/>
                </a:cubicBezTo>
                <a:cubicBezTo>
                  <a:pt x="121502" y="181212"/>
                  <a:pt x="116859" y="198452"/>
                  <a:pt x="116859" y="215999"/>
                </a:cubicBezTo>
                <a:cubicBezTo>
                  <a:pt x="116859" y="270666"/>
                  <a:pt x="161333" y="315140"/>
                  <a:pt x="215999" y="315140"/>
                </a:cubicBezTo>
                <a:cubicBezTo>
                  <a:pt x="224387" y="315140"/>
                  <a:pt x="232716" y="314092"/>
                  <a:pt x="240756" y="312026"/>
                </a:cubicBezTo>
                <a:cubicBezTo>
                  <a:pt x="244138" y="311151"/>
                  <a:pt x="247590" y="313192"/>
                  <a:pt x="248460" y="316578"/>
                </a:cubicBezTo>
                <a:cubicBezTo>
                  <a:pt x="249331" y="319964"/>
                  <a:pt x="247292" y="323413"/>
                  <a:pt x="243907" y="324283"/>
                </a:cubicBezTo>
                <a:cubicBezTo>
                  <a:pt x="236867" y="326093"/>
                  <a:pt x="229633" y="327209"/>
                  <a:pt x="222327" y="327619"/>
                </a:cubicBezTo>
                <a:lnTo>
                  <a:pt x="222327" y="369354"/>
                </a:lnTo>
                <a:cubicBezTo>
                  <a:pt x="236752" y="372294"/>
                  <a:pt x="247640" y="385078"/>
                  <a:pt x="247640" y="400359"/>
                </a:cubicBezTo>
                <a:cubicBezTo>
                  <a:pt x="247640" y="417806"/>
                  <a:pt x="233446" y="431999"/>
                  <a:pt x="215999" y="431999"/>
                </a:cubicBezTo>
                <a:cubicBezTo>
                  <a:pt x="198552" y="431999"/>
                  <a:pt x="184359" y="417806"/>
                  <a:pt x="184359" y="400359"/>
                </a:cubicBezTo>
                <a:cubicBezTo>
                  <a:pt x="184359" y="385078"/>
                  <a:pt x="195246" y="372294"/>
                  <a:pt x="209671" y="369354"/>
                </a:cubicBezTo>
                <a:lnTo>
                  <a:pt x="209671" y="327619"/>
                </a:lnTo>
                <a:cubicBezTo>
                  <a:pt x="183603" y="326158"/>
                  <a:pt x="159893" y="315724"/>
                  <a:pt x="141585" y="299363"/>
                </a:cubicBezTo>
                <a:lnTo>
                  <a:pt x="112041" y="328908"/>
                </a:lnTo>
                <a:cubicBezTo>
                  <a:pt x="120264" y="341294"/>
                  <a:pt x="118500" y="358246"/>
                  <a:pt x="108011" y="368734"/>
                </a:cubicBezTo>
                <a:cubicBezTo>
                  <a:pt x="95829" y="380906"/>
                  <a:pt x="75446" y="380917"/>
                  <a:pt x="63264" y="368735"/>
                </a:cubicBezTo>
                <a:cubicBezTo>
                  <a:pt x="51069" y="356538"/>
                  <a:pt x="51069" y="336185"/>
                  <a:pt x="63264" y="323988"/>
                </a:cubicBezTo>
                <a:cubicBezTo>
                  <a:pt x="74069" y="313184"/>
                  <a:pt x="90808" y="311842"/>
                  <a:pt x="103087" y="319963"/>
                </a:cubicBezTo>
                <a:lnTo>
                  <a:pt x="132636" y="290414"/>
                </a:lnTo>
                <a:cubicBezTo>
                  <a:pt x="116276" y="272105"/>
                  <a:pt x="105842" y="248395"/>
                  <a:pt x="104380" y="222327"/>
                </a:cubicBezTo>
                <a:lnTo>
                  <a:pt x="62645" y="222327"/>
                </a:lnTo>
                <a:cubicBezTo>
                  <a:pt x="59705" y="236752"/>
                  <a:pt x="46921" y="247640"/>
                  <a:pt x="31641" y="247640"/>
                </a:cubicBezTo>
                <a:cubicBezTo>
                  <a:pt x="14194" y="247640"/>
                  <a:pt x="0" y="233446"/>
                  <a:pt x="0" y="215999"/>
                </a:cubicBezTo>
                <a:cubicBezTo>
                  <a:pt x="0" y="198552"/>
                  <a:pt x="14194" y="184359"/>
                  <a:pt x="31641" y="184358"/>
                </a:cubicBezTo>
                <a:cubicBezTo>
                  <a:pt x="46921" y="184358"/>
                  <a:pt x="59705" y="195245"/>
                  <a:pt x="62645" y="209670"/>
                </a:cubicBezTo>
                <a:lnTo>
                  <a:pt x="104382" y="209670"/>
                </a:lnTo>
                <a:cubicBezTo>
                  <a:pt x="105376" y="192086"/>
                  <a:pt x="110501" y="174952"/>
                  <a:pt x="119353" y="159769"/>
                </a:cubicBezTo>
                <a:cubicBezTo>
                  <a:pt x="123151" y="153254"/>
                  <a:pt x="127599" y="147150"/>
                  <a:pt x="132602" y="141550"/>
                </a:cubicBezTo>
                <a:lnTo>
                  <a:pt x="103087" y="112035"/>
                </a:lnTo>
                <a:cubicBezTo>
                  <a:pt x="90704" y="120223"/>
                  <a:pt x="73751" y="118496"/>
                  <a:pt x="63264" y="108010"/>
                </a:cubicBezTo>
                <a:cubicBezTo>
                  <a:pt x="51069" y="95815"/>
                  <a:pt x="51068" y="75460"/>
                  <a:pt x="63264" y="63264"/>
                </a:cubicBezTo>
                <a:cubicBezTo>
                  <a:pt x="69433" y="57095"/>
                  <a:pt x="77535" y="54011"/>
                  <a:pt x="85638" y="54011"/>
                </a:cubicBezTo>
                <a:close/>
                <a:moveTo>
                  <a:pt x="216000" y="12656"/>
                </a:moveTo>
                <a:cubicBezTo>
                  <a:pt x="205532" y="12656"/>
                  <a:pt x="197016" y="21173"/>
                  <a:pt x="197016" y="31641"/>
                </a:cubicBezTo>
                <a:cubicBezTo>
                  <a:pt x="197016" y="42108"/>
                  <a:pt x="205532" y="50625"/>
                  <a:pt x="216000" y="50625"/>
                </a:cubicBezTo>
                <a:cubicBezTo>
                  <a:pt x="226468" y="50625"/>
                  <a:pt x="234984" y="42108"/>
                  <a:pt x="234984" y="31641"/>
                </a:cubicBezTo>
                <a:cubicBezTo>
                  <a:pt x="234984" y="21173"/>
                  <a:pt x="226468" y="12656"/>
                  <a:pt x="216000" y="12656"/>
                </a:cubicBezTo>
                <a:close/>
                <a:moveTo>
                  <a:pt x="216000" y="0"/>
                </a:moveTo>
                <a:cubicBezTo>
                  <a:pt x="233447" y="0"/>
                  <a:pt x="247641" y="14194"/>
                  <a:pt x="247641" y="31641"/>
                </a:cubicBezTo>
                <a:cubicBezTo>
                  <a:pt x="247641" y="46921"/>
                  <a:pt x="236753" y="59705"/>
                  <a:pt x="222328" y="62645"/>
                </a:cubicBezTo>
                <a:lnTo>
                  <a:pt x="222328" y="104380"/>
                </a:lnTo>
                <a:cubicBezTo>
                  <a:pt x="248396" y="105842"/>
                  <a:pt x="272106" y="116276"/>
                  <a:pt x="290414" y="132636"/>
                </a:cubicBezTo>
                <a:lnTo>
                  <a:pt x="319958" y="103091"/>
                </a:lnTo>
                <a:cubicBezTo>
                  <a:pt x="311734" y="90706"/>
                  <a:pt x="313499" y="73753"/>
                  <a:pt x="323988" y="63264"/>
                </a:cubicBezTo>
                <a:cubicBezTo>
                  <a:pt x="336325" y="50927"/>
                  <a:pt x="356398" y="50927"/>
                  <a:pt x="368735" y="63264"/>
                </a:cubicBezTo>
                <a:cubicBezTo>
                  <a:pt x="380931" y="75461"/>
                  <a:pt x="380931" y="95815"/>
                  <a:pt x="368735" y="108011"/>
                </a:cubicBezTo>
                <a:cubicBezTo>
                  <a:pt x="358249" y="118496"/>
                  <a:pt x="341294" y="120226"/>
                  <a:pt x="328913" y="112037"/>
                </a:cubicBezTo>
                <a:lnTo>
                  <a:pt x="299364" y="141585"/>
                </a:lnTo>
                <a:cubicBezTo>
                  <a:pt x="315724" y="159894"/>
                  <a:pt x="326158" y="183604"/>
                  <a:pt x="327620" y="209672"/>
                </a:cubicBezTo>
                <a:lnTo>
                  <a:pt x="369355" y="209672"/>
                </a:lnTo>
                <a:cubicBezTo>
                  <a:pt x="372295" y="195247"/>
                  <a:pt x="385079" y="184359"/>
                  <a:pt x="400359" y="184359"/>
                </a:cubicBezTo>
                <a:cubicBezTo>
                  <a:pt x="417806" y="184359"/>
                  <a:pt x="432000" y="198553"/>
                  <a:pt x="432000" y="216000"/>
                </a:cubicBezTo>
                <a:cubicBezTo>
                  <a:pt x="432000" y="233447"/>
                  <a:pt x="417806" y="247641"/>
                  <a:pt x="400359" y="247641"/>
                </a:cubicBezTo>
                <a:cubicBezTo>
                  <a:pt x="385079" y="247641"/>
                  <a:pt x="372295" y="236753"/>
                  <a:pt x="369355" y="222328"/>
                </a:cubicBezTo>
                <a:lnTo>
                  <a:pt x="327618" y="222328"/>
                </a:lnTo>
                <a:cubicBezTo>
                  <a:pt x="326624" y="239913"/>
                  <a:pt x="321499" y="257046"/>
                  <a:pt x="312647" y="272229"/>
                </a:cubicBezTo>
                <a:cubicBezTo>
                  <a:pt x="308849" y="278745"/>
                  <a:pt x="304401" y="284848"/>
                  <a:pt x="299398" y="290448"/>
                </a:cubicBezTo>
                <a:lnTo>
                  <a:pt x="328913" y="319964"/>
                </a:lnTo>
                <a:cubicBezTo>
                  <a:pt x="341191" y="311842"/>
                  <a:pt x="357930" y="313184"/>
                  <a:pt x="368735" y="323989"/>
                </a:cubicBezTo>
                <a:cubicBezTo>
                  <a:pt x="380931" y="336185"/>
                  <a:pt x="380931" y="356539"/>
                  <a:pt x="368735" y="368736"/>
                </a:cubicBezTo>
                <a:cubicBezTo>
                  <a:pt x="356557" y="380913"/>
                  <a:pt x="336166" y="380913"/>
                  <a:pt x="323988" y="368736"/>
                </a:cubicBezTo>
                <a:cubicBezTo>
                  <a:pt x="313499" y="358247"/>
                  <a:pt x="311734" y="341294"/>
                  <a:pt x="319958" y="328909"/>
                </a:cubicBezTo>
                <a:lnTo>
                  <a:pt x="290448" y="299398"/>
                </a:lnTo>
                <a:cubicBezTo>
                  <a:pt x="285023" y="304245"/>
                  <a:pt x="279123" y="308572"/>
                  <a:pt x="272833" y="312292"/>
                </a:cubicBezTo>
                <a:cubicBezTo>
                  <a:pt x="269864" y="314050"/>
                  <a:pt x="265920" y="313033"/>
                  <a:pt x="264165" y="310067"/>
                </a:cubicBezTo>
                <a:cubicBezTo>
                  <a:pt x="262387" y="307059"/>
                  <a:pt x="263383" y="303178"/>
                  <a:pt x="266391" y="301399"/>
                </a:cubicBezTo>
                <a:cubicBezTo>
                  <a:pt x="280970" y="292777"/>
                  <a:pt x="293185" y="280486"/>
                  <a:pt x="301714" y="265855"/>
                </a:cubicBezTo>
                <a:cubicBezTo>
                  <a:pt x="310498" y="250787"/>
                  <a:pt x="315141" y="233547"/>
                  <a:pt x="315141" y="216000"/>
                </a:cubicBezTo>
                <a:cubicBezTo>
                  <a:pt x="315141" y="161333"/>
                  <a:pt x="270667" y="116859"/>
                  <a:pt x="216001" y="116859"/>
                </a:cubicBezTo>
                <a:cubicBezTo>
                  <a:pt x="207613" y="116859"/>
                  <a:pt x="199284" y="117907"/>
                  <a:pt x="191244" y="119974"/>
                </a:cubicBezTo>
                <a:cubicBezTo>
                  <a:pt x="187860" y="120844"/>
                  <a:pt x="184410" y="118806"/>
                  <a:pt x="183540" y="115421"/>
                </a:cubicBezTo>
                <a:cubicBezTo>
                  <a:pt x="182669" y="112036"/>
                  <a:pt x="184708" y="108586"/>
                  <a:pt x="188093" y="107717"/>
                </a:cubicBezTo>
                <a:cubicBezTo>
                  <a:pt x="195133" y="105907"/>
                  <a:pt x="202367" y="104790"/>
                  <a:pt x="209672" y="104380"/>
                </a:cubicBezTo>
                <a:lnTo>
                  <a:pt x="209672" y="62645"/>
                </a:lnTo>
                <a:cubicBezTo>
                  <a:pt x="195247" y="59705"/>
                  <a:pt x="184359" y="46921"/>
                  <a:pt x="184359" y="31641"/>
                </a:cubicBezTo>
                <a:cubicBezTo>
                  <a:pt x="184359" y="14194"/>
                  <a:pt x="198553" y="0"/>
                  <a:pt x="2160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3255097" y="1554461"/>
            <a:ext cx="295170" cy="295170"/>
          </a:xfrm>
          <a:custGeom>
            <a:rect b="b" l="l" r="r" t="t"/>
            <a:pathLst>
              <a:path extrusionOk="0" h="425249" w="425248">
                <a:moveTo>
                  <a:pt x="412574" y="170853"/>
                </a:moveTo>
                <a:lnTo>
                  <a:pt x="387232" y="165856"/>
                </a:lnTo>
                <a:lnTo>
                  <a:pt x="369159" y="122232"/>
                </a:lnTo>
                <a:lnTo>
                  <a:pt x="383549" y="100777"/>
                </a:lnTo>
                <a:cubicBezTo>
                  <a:pt x="387785" y="94459"/>
                  <a:pt x="386986" y="86289"/>
                  <a:pt x="381607" y="80911"/>
                </a:cubicBezTo>
                <a:lnTo>
                  <a:pt x="344338" y="43642"/>
                </a:lnTo>
                <a:cubicBezTo>
                  <a:pt x="338961" y="38263"/>
                  <a:pt x="330791" y="37465"/>
                  <a:pt x="324472" y="41702"/>
                </a:cubicBezTo>
                <a:lnTo>
                  <a:pt x="303016" y="56090"/>
                </a:lnTo>
                <a:lnTo>
                  <a:pt x="259393" y="38017"/>
                </a:lnTo>
                <a:lnTo>
                  <a:pt x="254397" y="12676"/>
                </a:lnTo>
                <a:cubicBezTo>
                  <a:pt x="252926" y="5212"/>
                  <a:pt x="246585" y="0"/>
                  <a:pt x="238978" y="0"/>
                </a:cubicBezTo>
                <a:lnTo>
                  <a:pt x="186270" y="0"/>
                </a:lnTo>
                <a:cubicBezTo>
                  <a:pt x="178662" y="0"/>
                  <a:pt x="172322" y="5213"/>
                  <a:pt x="170852" y="12676"/>
                </a:cubicBezTo>
                <a:lnTo>
                  <a:pt x="165854" y="38017"/>
                </a:lnTo>
                <a:lnTo>
                  <a:pt x="122232" y="56090"/>
                </a:lnTo>
                <a:lnTo>
                  <a:pt x="100776" y="41702"/>
                </a:lnTo>
                <a:cubicBezTo>
                  <a:pt x="94458" y="37465"/>
                  <a:pt x="86288" y="38264"/>
                  <a:pt x="80911" y="43642"/>
                </a:cubicBezTo>
                <a:lnTo>
                  <a:pt x="43641" y="80911"/>
                </a:lnTo>
                <a:cubicBezTo>
                  <a:pt x="38262" y="86289"/>
                  <a:pt x="37464" y="94459"/>
                  <a:pt x="41701" y="100776"/>
                </a:cubicBezTo>
                <a:lnTo>
                  <a:pt x="56089" y="122232"/>
                </a:lnTo>
                <a:lnTo>
                  <a:pt x="38016" y="165855"/>
                </a:lnTo>
                <a:lnTo>
                  <a:pt x="12677" y="170852"/>
                </a:lnTo>
                <a:cubicBezTo>
                  <a:pt x="5213" y="172322"/>
                  <a:pt x="0" y="178663"/>
                  <a:pt x="0" y="186270"/>
                </a:cubicBezTo>
                <a:lnTo>
                  <a:pt x="0" y="238978"/>
                </a:lnTo>
                <a:cubicBezTo>
                  <a:pt x="0" y="246586"/>
                  <a:pt x="5213" y="252927"/>
                  <a:pt x="12676" y="254397"/>
                </a:cubicBezTo>
                <a:lnTo>
                  <a:pt x="38016" y="259393"/>
                </a:lnTo>
                <a:lnTo>
                  <a:pt x="56089" y="303017"/>
                </a:lnTo>
                <a:lnTo>
                  <a:pt x="41700" y="324473"/>
                </a:lnTo>
                <a:cubicBezTo>
                  <a:pt x="37463" y="330791"/>
                  <a:pt x="38262" y="338960"/>
                  <a:pt x="43641" y="344338"/>
                </a:cubicBezTo>
                <a:lnTo>
                  <a:pt x="80911" y="381607"/>
                </a:lnTo>
                <a:cubicBezTo>
                  <a:pt x="86289" y="386986"/>
                  <a:pt x="94458" y="387782"/>
                  <a:pt x="100776" y="383546"/>
                </a:cubicBezTo>
                <a:lnTo>
                  <a:pt x="122232" y="369158"/>
                </a:lnTo>
                <a:lnTo>
                  <a:pt x="165854" y="387231"/>
                </a:lnTo>
                <a:lnTo>
                  <a:pt x="170852" y="412573"/>
                </a:lnTo>
                <a:cubicBezTo>
                  <a:pt x="172322" y="420036"/>
                  <a:pt x="178663" y="425249"/>
                  <a:pt x="186270" y="425249"/>
                </a:cubicBezTo>
                <a:lnTo>
                  <a:pt x="238978" y="425249"/>
                </a:lnTo>
                <a:cubicBezTo>
                  <a:pt x="246586" y="425249"/>
                  <a:pt x="252926" y="420036"/>
                  <a:pt x="254397" y="412573"/>
                </a:cubicBezTo>
                <a:lnTo>
                  <a:pt x="259393" y="387231"/>
                </a:lnTo>
                <a:lnTo>
                  <a:pt x="303016" y="369158"/>
                </a:lnTo>
                <a:lnTo>
                  <a:pt x="324471" y="383546"/>
                </a:lnTo>
                <a:cubicBezTo>
                  <a:pt x="330789" y="387782"/>
                  <a:pt x="338959" y="386986"/>
                  <a:pt x="344338" y="381607"/>
                </a:cubicBezTo>
                <a:lnTo>
                  <a:pt x="381607" y="344338"/>
                </a:lnTo>
                <a:cubicBezTo>
                  <a:pt x="386987" y="338959"/>
                  <a:pt x="387785" y="330789"/>
                  <a:pt x="383548" y="324472"/>
                </a:cubicBezTo>
                <a:lnTo>
                  <a:pt x="369159" y="303017"/>
                </a:lnTo>
                <a:lnTo>
                  <a:pt x="387232" y="259393"/>
                </a:lnTo>
                <a:lnTo>
                  <a:pt x="412573" y="254397"/>
                </a:lnTo>
                <a:cubicBezTo>
                  <a:pt x="420036" y="252926"/>
                  <a:pt x="425248" y="246585"/>
                  <a:pt x="425248" y="238978"/>
                </a:cubicBezTo>
                <a:lnTo>
                  <a:pt x="425248" y="186270"/>
                </a:lnTo>
                <a:cubicBezTo>
                  <a:pt x="425248" y="178663"/>
                  <a:pt x="420036" y="172323"/>
                  <a:pt x="412574" y="170852"/>
                </a:cubicBezTo>
                <a:close/>
                <a:moveTo>
                  <a:pt x="413436" y="238979"/>
                </a:moveTo>
                <a:cubicBezTo>
                  <a:pt x="413436" y="240898"/>
                  <a:pt x="412171" y="242438"/>
                  <a:pt x="410289" y="242809"/>
                </a:cubicBezTo>
                <a:lnTo>
                  <a:pt x="381844" y="248417"/>
                </a:lnTo>
                <a:cubicBezTo>
                  <a:pt x="379905" y="248799"/>
                  <a:pt x="378286" y="250125"/>
                  <a:pt x="377530" y="251951"/>
                </a:cubicBezTo>
                <a:lnTo>
                  <a:pt x="357035" y="301419"/>
                </a:lnTo>
                <a:cubicBezTo>
                  <a:pt x="356279" y="303245"/>
                  <a:pt x="356486" y="305328"/>
                  <a:pt x="357586" y="306969"/>
                </a:cubicBezTo>
                <a:lnTo>
                  <a:pt x="373737" y="331051"/>
                </a:lnTo>
                <a:cubicBezTo>
                  <a:pt x="374807" y="332645"/>
                  <a:pt x="374612" y="334628"/>
                  <a:pt x="373256" y="335985"/>
                </a:cubicBezTo>
                <a:lnTo>
                  <a:pt x="335986" y="373255"/>
                </a:lnTo>
                <a:cubicBezTo>
                  <a:pt x="334628" y="374612"/>
                  <a:pt x="332645" y="374806"/>
                  <a:pt x="331050" y="373736"/>
                </a:cubicBezTo>
                <a:lnTo>
                  <a:pt x="306967" y="357585"/>
                </a:lnTo>
                <a:cubicBezTo>
                  <a:pt x="305327" y="356484"/>
                  <a:pt x="303243" y="356279"/>
                  <a:pt x="301417" y="357035"/>
                </a:cubicBezTo>
                <a:lnTo>
                  <a:pt x="251950" y="377529"/>
                </a:lnTo>
                <a:cubicBezTo>
                  <a:pt x="250125" y="378285"/>
                  <a:pt x="248798" y="379904"/>
                  <a:pt x="248416" y="381843"/>
                </a:cubicBezTo>
                <a:lnTo>
                  <a:pt x="242808" y="410288"/>
                </a:lnTo>
                <a:cubicBezTo>
                  <a:pt x="242438" y="412171"/>
                  <a:pt x="240898" y="413436"/>
                  <a:pt x="238979" y="413436"/>
                </a:cubicBezTo>
                <a:lnTo>
                  <a:pt x="186270" y="413436"/>
                </a:lnTo>
                <a:cubicBezTo>
                  <a:pt x="184352" y="413436"/>
                  <a:pt x="182812" y="412170"/>
                  <a:pt x="182441" y="410287"/>
                </a:cubicBezTo>
                <a:lnTo>
                  <a:pt x="176832" y="381842"/>
                </a:lnTo>
                <a:cubicBezTo>
                  <a:pt x="176451" y="379903"/>
                  <a:pt x="175125" y="378284"/>
                  <a:pt x="173299" y="377528"/>
                </a:cubicBezTo>
                <a:lnTo>
                  <a:pt x="123831" y="357034"/>
                </a:lnTo>
                <a:cubicBezTo>
                  <a:pt x="123105" y="356732"/>
                  <a:pt x="122337" y="356584"/>
                  <a:pt x="121572" y="356584"/>
                </a:cubicBezTo>
                <a:cubicBezTo>
                  <a:pt x="120417" y="356584"/>
                  <a:pt x="119269" y="356922"/>
                  <a:pt x="118282" y="357585"/>
                </a:cubicBezTo>
                <a:lnTo>
                  <a:pt x="94198" y="373736"/>
                </a:lnTo>
                <a:cubicBezTo>
                  <a:pt x="92603" y="374806"/>
                  <a:pt x="90621" y="374612"/>
                  <a:pt x="89264" y="373255"/>
                </a:cubicBezTo>
                <a:lnTo>
                  <a:pt x="51994" y="335985"/>
                </a:lnTo>
                <a:cubicBezTo>
                  <a:pt x="50638" y="334628"/>
                  <a:pt x="50444" y="332645"/>
                  <a:pt x="51513" y="331050"/>
                </a:cubicBezTo>
                <a:lnTo>
                  <a:pt x="67663" y="306968"/>
                </a:lnTo>
                <a:cubicBezTo>
                  <a:pt x="68764" y="305327"/>
                  <a:pt x="68971" y="303244"/>
                  <a:pt x="68214" y="301418"/>
                </a:cubicBezTo>
                <a:lnTo>
                  <a:pt x="47720" y="251950"/>
                </a:lnTo>
                <a:cubicBezTo>
                  <a:pt x="46964" y="250124"/>
                  <a:pt x="45345" y="248798"/>
                  <a:pt x="43406" y="248416"/>
                </a:cubicBezTo>
                <a:lnTo>
                  <a:pt x="14961" y="242808"/>
                </a:lnTo>
                <a:cubicBezTo>
                  <a:pt x="13079" y="242437"/>
                  <a:pt x="11814" y="240897"/>
                  <a:pt x="11814" y="238978"/>
                </a:cubicBezTo>
                <a:lnTo>
                  <a:pt x="11814" y="186270"/>
                </a:lnTo>
                <a:cubicBezTo>
                  <a:pt x="11814" y="184351"/>
                  <a:pt x="13080" y="182812"/>
                  <a:pt x="14963" y="182441"/>
                </a:cubicBezTo>
                <a:lnTo>
                  <a:pt x="43407" y="176832"/>
                </a:lnTo>
                <a:cubicBezTo>
                  <a:pt x="45345" y="176450"/>
                  <a:pt x="46964" y="175124"/>
                  <a:pt x="47720" y="173299"/>
                </a:cubicBezTo>
                <a:lnTo>
                  <a:pt x="68214" y="123830"/>
                </a:lnTo>
                <a:cubicBezTo>
                  <a:pt x="68970" y="122005"/>
                  <a:pt x="68763" y="119921"/>
                  <a:pt x="67663" y="118280"/>
                </a:cubicBezTo>
                <a:lnTo>
                  <a:pt x="51513" y="94197"/>
                </a:lnTo>
                <a:cubicBezTo>
                  <a:pt x="50444" y="92603"/>
                  <a:pt x="50638" y="90620"/>
                  <a:pt x="51994" y="89263"/>
                </a:cubicBezTo>
                <a:lnTo>
                  <a:pt x="89264" y="51994"/>
                </a:lnTo>
                <a:cubicBezTo>
                  <a:pt x="90622" y="50638"/>
                  <a:pt x="92604" y="50444"/>
                  <a:pt x="94199" y="51512"/>
                </a:cubicBezTo>
                <a:lnTo>
                  <a:pt x="118281" y="67662"/>
                </a:lnTo>
                <a:cubicBezTo>
                  <a:pt x="119921" y="68764"/>
                  <a:pt x="122006" y="68970"/>
                  <a:pt x="123830" y="68213"/>
                </a:cubicBezTo>
                <a:lnTo>
                  <a:pt x="173299" y="47718"/>
                </a:lnTo>
                <a:cubicBezTo>
                  <a:pt x="175125" y="46962"/>
                  <a:pt x="176451" y="45343"/>
                  <a:pt x="176832" y="43404"/>
                </a:cubicBezTo>
                <a:lnTo>
                  <a:pt x="182442" y="14960"/>
                </a:lnTo>
                <a:cubicBezTo>
                  <a:pt x="182812" y="13076"/>
                  <a:pt x="184352" y="11812"/>
                  <a:pt x="186270" y="11812"/>
                </a:cubicBezTo>
                <a:lnTo>
                  <a:pt x="238979" y="11812"/>
                </a:lnTo>
                <a:cubicBezTo>
                  <a:pt x="240898" y="11812"/>
                  <a:pt x="242438" y="13076"/>
                  <a:pt x="242808" y="14960"/>
                </a:cubicBezTo>
                <a:lnTo>
                  <a:pt x="248416" y="43404"/>
                </a:lnTo>
                <a:cubicBezTo>
                  <a:pt x="248798" y="45343"/>
                  <a:pt x="250125" y="46961"/>
                  <a:pt x="251951" y="47718"/>
                </a:cubicBezTo>
                <a:lnTo>
                  <a:pt x="301419" y="68213"/>
                </a:lnTo>
                <a:cubicBezTo>
                  <a:pt x="303243" y="68969"/>
                  <a:pt x="305328" y="68762"/>
                  <a:pt x="306968" y="67662"/>
                </a:cubicBezTo>
                <a:lnTo>
                  <a:pt x="331050" y="51513"/>
                </a:lnTo>
                <a:cubicBezTo>
                  <a:pt x="332643" y="50442"/>
                  <a:pt x="334627" y="50637"/>
                  <a:pt x="335986" y="51994"/>
                </a:cubicBezTo>
                <a:lnTo>
                  <a:pt x="373256" y="89263"/>
                </a:lnTo>
                <a:cubicBezTo>
                  <a:pt x="374612" y="90620"/>
                  <a:pt x="374806" y="92603"/>
                  <a:pt x="373737" y="94198"/>
                </a:cubicBezTo>
                <a:lnTo>
                  <a:pt x="357586" y="118280"/>
                </a:lnTo>
                <a:cubicBezTo>
                  <a:pt x="356485" y="119921"/>
                  <a:pt x="356279" y="122005"/>
                  <a:pt x="357035" y="123830"/>
                </a:cubicBezTo>
                <a:lnTo>
                  <a:pt x="377530" y="173299"/>
                </a:lnTo>
                <a:cubicBezTo>
                  <a:pt x="378286" y="175125"/>
                  <a:pt x="379905" y="176450"/>
                  <a:pt x="381843" y="176832"/>
                </a:cubicBezTo>
                <a:lnTo>
                  <a:pt x="410288" y="182441"/>
                </a:lnTo>
                <a:cubicBezTo>
                  <a:pt x="412171" y="182812"/>
                  <a:pt x="413436" y="184351"/>
                  <a:pt x="413436" y="186270"/>
                </a:cubicBezTo>
                <a:lnTo>
                  <a:pt x="413436" y="238978"/>
                </a:lnTo>
                <a:close/>
                <a:moveTo>
                  <a:pt x="212624" y="68646"/>
                </a:moveTo>
                <a:cubicBezTo>
                  <a:pt x="133233" y="68646"/>
                  <a:pt x="68644" y="133235"/>
                  <a:pt x="68644" y="212626"/>
                </a:cubicBezTo>
                <a:cubicBezTo>
                  <a:pt x="68644" y="292017"/>
                  <a:pt x="133233" y="356606"/>
                  <a:pt x="212624" y="356606"/>
                </a:cubicBezTo>
                <a:cubicBezTo>
                  <a:pt x="292015" y="356606"/>
                  <a:pt x="356604" y="292017"/>
                  <a:pt x="356604" y="212626"/>
                </a:cubicBezTo>
                <a:cubicBezTo>
                  <a:pt x="356604" y="133235"/>
                  <a:pt x="292015" y="68646"/>
                  <a:pt x="212624" y="68646"/>
                </a:cubicBezTo>
                <a:close/>
                <a:moveTo>
                  <a:pt x="212624" y="344793"/>
                </a:moveTo>
                <a:cubicBezTo>
                  <a:pt x="139747" y="344793"/>
                  <a:pt x="80457" y="285502"/>
                  <a:pt x="80457" y="212625"/>
                </a:cubicBezTo>
                <a:cubicBezTo>
                  <a:pt x="80457" y="139748"/>
                  <a:pt x="139747" y="80457"/>
                  <a:pt x="212624" y="80457"/>
                </a:cubicBezTo>
                <a:cubicBezTo>
                  <a:pt x="285501" y="80457"/>
                  <a:pt x="344792" y="139748"/>
                  <a:pt x="344792" y="212625"/>
                </a:cubicBezTo>
                <a:cubicBezTo>
                  <a:pt x="344792" y="285502"/>
                  <a:pt x="285501" y="344793"/>
                  <a:pt x="212624" y="344793"/>
                </a:cubicBezTo>
                <a:close/>
                <a:moveTo>
                  <a:pt x="262757" y="108876"/>
                </a:moveTo>
                <a:lnTo>
                  <a:pt x="162490" y="108876"/>
                </a:lnTo>
                <a:cubicBezTo>
                  <a:pt x="155021" y="108876"/>
                  <a:pt x="148596" y="112585"/>
                  <a:pt x="144863" y="119053"/>
                </a:cubicBezTo>
                <a:lnTo>
                  <a:pt x="114985" y="170800"/>
                </a:lnTo>
                <a:cubicBezTo>
                  <a:pt x="114466" y="171698"/>
                  <a:pt x="114194" y="172716"/>
                  <a:pt x="114194" y="173753"/>
                </a:cubicBezTo>
                <a:lnTo>
                  <a:pt x="114194" y="184117"/>
                </a:lnTo>
                <a:cubicBezTo>
                  <a:pt x="114194" y="193541"/>
                  <a:pt x="118584" y="201876"/>
                  <a:pt x="125666" y="207083"/>
                </a:cubicBezTo>
                <a:lnTo>
                  <a:pt x="125666" y="286875"/>
                </a:lnTo>
                <a:cubicBezTo>
                  <a:pt x="125666" y="296421"/>
                  <a:pt x="133433" y="304188"/>
                  <a:pt x="142979" y="304188"/>
                </a:cubicBezTo>
                <a:lnTo>
                  <a:pt x="282270" y="304188"/>
                </a:lnTo>
                <a:cubicBezTo>
                  <a:pt x="291815" y="304188"/>
                  <a:pt x="299583" y="296421"/>
                  <a:pt x="299583" y="286875"/>
                </a:cubicBezTo>
                <a:lnTo>
                  <a:pt x="299583" y="207083"/>
                </a:lnTo>
                <a:cubicBezTo>
                  <a:pt x="306664" y="201876"/>
                  <a:pt x="311055" y="193541"/>
                  <a:pt x="311055" y="184117"/>
                </a:cubicBezTo>
                <a:lnTo>
                  <a:pt x="311055" y="173753"/>
                </a:lnTo>
                <a:cubicBezTo>
                  <a:pt x="311055" y="172716"/>
                  <a:pt x="310783" y="171698"/>
                  <a:pt x="310264" y="170800"/>
                </a:cubicBezTo>
                <a:lnTo>
                  <a:pt x="280387" y="119052"/>
                </a:lnTo>
                <a:cubicBezTo>
                  <a:pt x="276652" y="112585"/>
                  <a:pt x="270227" y="108875"/>
                  <a:pt x="262758" y="108875"/>
                </a:cubicBezTo>
                <a:close/>
                <a:moveTo>
                  <a:pt x="270156" y="124959"/>
                </a:moveTo>
                <a:lnTo>
                  <a:pt x="294918" y="167847"/>
                </a:lnTo>
                <a:lnTo>
                  <a:pt x="263037" y="167847"/>
                </a:lnTo>
                <a:lnTo>
                  <a:pt x="246066" y="120688"/>
                </a:lnTo>
                <a:lnTo>
                  <a:pt x="262756" y="120688"/>
                </a:lnTo>
                <a:cubicBezTo>
                  <a:pt x="265937" y="120688"/>
                  <a:pt x="268565" y="122205"/>
                  <a:pt x="270155" y="124959"/>
                </a:cubicBezTo>
                <a:close/>
                <a:moveTo>
                  <a:pt x="285668" y="200558"/>
                </a:moveTo>
                <a:cubicBezTo>
                  <a:pt x="284469" y="200789"/>
                  <a:pt x="283240" y="200906"/>
                  <a:pt x="282017" y="200906"/>
                </a:cubicBezTo>
                <a:cubicBezTo>
                  <a:pt x="274681" y="200906"/>
                  <a:pt x="268043" y="196758"/>
                  <a:pt x="264792" y="190255"/>
                </a:cubicBezTo>
                <a:lnTo>
                  <a:pt x="264792" y="179660"/>
                </a:lnTo>
                <a:lnTo>
                  <a:pt x="299242" y="179660"/>
                </a:lnTo>
                <a:lnTo>
                  <a:pt x="299242" y="184117"/>
                </a:lnTo>
                <a:cubicBezTo>
                  <a:pt x="299242" y="192257"/>
                  <a:pt x="293660" y="199018"/>
                  <a:pt x="285668" y="200558"/>
                </a:cubicBezTo>
                <a:close/>
                <a:moveTo>
                  <a:pt x="126006" y="184117"/>
                </a:moveTo>
                <a:lnTo>
                  <a:pt x="126006" y="179660"/>
                </a:lnTo>
                <a:lnTo>
                  <a:pt x="160456" y="179660"/>
                </a:lnTo>
                <a:lnTo>
                  <a:pt x="160456" y="190255"/>
                </a:lnTo>
                <a:cubicBezTo>
                  <a:pt x="157206" y="196757"/>
                  <a:pt x="150567" y="200906"/>
                  <a:pt x="143232" y="200906"/>
                </a:cubicBezTo>
                <a:cubicBezTo>
                  <a:pt x="142008" y="200906"/>
                  <a:pt x="140780" y="200789"/>
                  <a:pt x="139581" y="200558"/>
                </a:cubicBezTo>
                <a:cubicBezTo>
                  <a:pt x="131588" y="199018"/>
                  <a:pt x="126006" y="192257"/>
                  <a:pt x="126006" y="184117"/>
                </a:cubicBezTo>
                <a:close/>
                <a:moveTo>
                  <a:pt x="172268" y="179660"/>
                </a:moveTo>
                <a:lnTo>
                  <a:pt x="206717" y="179660"/>
                </a:lnTo>
                <a:lnTo>
                  <a:pt x="206717" y="190255"/>
                </a:lnTo>
                <a:cubicBezTo>
                  <a:pt x="203468" y="196757"/>
                  <a:pt x="196829" y="200905"/>
                  <a:pt x="189493" y="200905"/>
                </a:cubicBezTo>
                <a:cubicBezTo>
                  <a:pt x="182156" y="200905"/>
                  <a:pt x="175519" y="196757"/>
                  <a:pt x="172268" y="190254"/>
                </a:cubicBezTo>
                <a:lnTo>
                  <a:pt x="172268" y="179659"/>
                </a:lnTo>
                <a:close/>
                <a:moveTo>
                  <a:pt x="206717" y="167847"/>
                </a:moveTo>
                <a:lnTo>
                  <a:pt x="174764" y="167847"/>
                </a:lnTo>
                <a:lnTo>
                  <a:pt x="191733" y="120688"/>
                </a:lnTo>
                <a:lnTo>
                  <a:pt x="206717" y="120688"/>
                </a:lnTo>
                <a:close/>
                <a:moveTo>
                  <a:pt x="218530" y="120688"/>
                </a:moveTo>
                <a:lnTo>
                  <a:pt x="233514" y="120688"/>
                </a:lnTo>
                <a:lnTo>
                  <a:pt x="250483" y="167847"/>
                </a:lnTo>
                <a:lnTo>
                  <a:pt x="218530" y="167847"/>
                </a:lnTo>
                <a:close/>
                <a:moveTo>
                  <a:pt x="218530" y="179660"/>
                </a:moveTo>
                <a:lnTo>
                  <a:pt x="252979" y="179660"/>
                </a:lnTo>
                <a:lnTo>
                  <a:pt x="252979" y="190255"/>
                </a:lnTo>
                <a:cubicBezTo>
                  <a:pt x="249729" y="196757"/>
                  <a:pt x="243090" y="200906"/>
                  <a:pt x="235755" y="200906"/>
                </a:cubicBezTo>
                <a:cubicBezTo>
                  <a:pt x="228419" y="200906"/>
                  <a:pt x="221780" y="196758"/>
                  <a:pt x="218530" y="190255"/>
                </a:cubicBezTo>
                <a:close/>
                <a:moveTo>
                  <a:pt x="155092" y="124959"/>
                </a:moveTo>
                <a:cubicBezTo>
                  <a:pt x="156682" y="122205"/>
                  <a:pt x="159309" y="120687"/>
                  <a:pt x="162490" y="120687"/>
                </a:cubicBezTo>
                <a:lnTo>
                  <a:pt x="179180" y="120687"/>
                </a:lnTo>
                <a:lnTo>
                  <a:pt x="162210" y="167846"/>
                </a:lnTo>
                <a:lnTo>
                  <a:pt x="130331" y="167846"/>
                </a:lnTo>
                <a:lnTo>
                  <a:pt x="155093" y="124958"/>
                </a:lnTo>
                <a:close/>
                <a:moveTo>
                  <a:pt x="202184" y="292375"/>
                </a:moveTo>
                <a:lnTo>
                  <a:pt x="168972" y="292375"/>
                </a:lnTo>
                <a:lnTo>
                  <a:pt x="168972" y="241923"/>
                </a:lnTo>
                <a:lnTo>
                  <a:pt x="202184" y="241923"/>
                </a:lnTo>
                <a:close/>
                <a:moveTo>
                  <a:pt x="282269" y="292375"/>
                </a:moveTo>
                <a:lnTo>
                  <a:pt x="213996" y="292375"/>
                </a:lnTo>
                <a:lnTo>
                  <a:pt x="213996" y="236017"/>
                </a:lnTo>
                <a:cubicBezTo>
                  <a:pt x="213996" y="232755"/>
                  <a:pt x="211352" y="230111"/>
                  <a:pt x="208090" y="230111"/>
                </a:cubicBezTo>
                <a:lnTo>
                  <a:pt x="163066" y="230111"/>
                </a:lnTo>
                <a:cubicBezTo>
                  <a:pt x="159804" y="230111"/>
                  <a:pt x="157159" y="232755"/>
                  <a:pt x="157159" y="236017"/>
                </a:cubicBezTo>
                <a:lnTo>
                  <a:pt x="157159" y="292375"/>
                </a:lnTo>
                <a:lnTo>
                  <a:pt x="142979" y="292375"/>
                </a:lnTo>
                <a:cubicBezTo>
                  <a:pt x="139945" y="292375"/>
                  <a:pt x="137478" y="289907"/>
                  <a:pt x="137478" y="286874"/>
                </a:cubicBezTo>
                <a:lnTo>
                  <a:pt x="137478" y="212178"/>
                </a:lnTo>
                <a:cubicBezTo>
                  <a:pt x="139370" y="212534"/>
                  <a:pt x="141305" y="212717"/>
                  <a:pt x="143231" y="212717"/>
                </a:cubicBezTo>
                <a:cubicBezTo>
                  <a:pt x="152221" y="212717"/>
                  <a:pt x="160570" y="208859"/>
                  <a:pt x="166361" y="202404"/>
                </a:cubicBezTo>
                <a:cubicBezTo>
                  <a:pt x="172153" y="208859"/>
                  <a:pt x="180502" y="212717"/>
                  <a:pt x="189492" y="212717"/>
                </a:cubicBezTo>
                <a:cubicBezTo>
                  <a:pt x="198482" y="212717"/>
                  <a:pt x="206832" y="208859"/>
                  <a:pt x="212622" y="202404"/>
                </a:cubicBezTo>
                <a:cubicBezTo>
                  <a:pt x="218414" y="208859"/>
                  <a:pt x="226764" y="212717"/>
                  <a:pt x="235754" y="212717"/>
                </a:cubicBezTo>
                <a:cubicBezTo>
                  <a:pt x="244744" y="212717"/>
                  <a:pt x="253093" y="208859"/>
                  <a:pt x="258884" y="202404"/>
                </a:cubicBezTo>
                <a:cubicBezTo>
                  <a:pt x="264676" y="208859"/>
                  <a:pt x="273025" y="212717"/>
                  <a:pt x="282015" y="212717"/>
                </a:cubicBezTo>
                <a:cubicBezTo>
                  <a:pt x="283942" y="212717"/>
                  <a:pt x="285876" y="212534"/>
                  <a:pt x="287768" y="212178"/>
                </a:cubicBezTo>
                <a:lnTo>
                  <a:pt x="287768" y="286874"/>
                </a:lnTo>
                <a:cubicBezTo>
                  <a:pt x="287768" y="289907"/>
                  <a:pt x="285301" y="292375"/>
                  <a:pt x="282267" y="292375"/>
                </a:cubicBezTo>
                <a:close/>
                <a:moveTo>
                  <a:pt x="233152" y="230112"/>
                </a:moveTo>
                <a:lnTo>
                  <a:pt x="268613" y="230112"/>
                </a:lnTo>
                <a:lnTo>
                  <a:pt x="268613" y="241924"/>
                </a:lnTo>
                <a:lnTo>
                  <a:pt x="233152" y="241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19"/>
          <p:cNvSpPr txBox="1"/>
          <p:nvPr>
            <p:ph type="title"/>
          </p:nvPr>
        </p:nvSpPr>
        <p:spPr>
          <a:xfrm>
            <a:off x="387821" y="282613"/>
            <a:ext cx="8368363" cy="409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None/>
            </a:pPr>
            <a:r>
              <a:rPr b="1" lang="en-US"/>
              <a:t>Business Expansion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20"/>
          <p:cNvGrpSpPr/>
          <p:nvPr/>
        </p:nvGrpSpPr>
        <p:grpSpPr>
          <a:xfrm>
            <a:off x="387819" y="1094581"/>
            <a:ext cx="3047917" cy="932589"/>
            <a:chOff x="76200" y="1094581"/>
            <a:chExt cx="3213788" cy="983341"/>
          </a:xfrm>
        </p:grpSpPr>
        <p:sp>
          <p:nvSpPr>
            <p:cNvPr id="248" name="Google Shape;248;p20"/>
            <p:cNvSpPr/>
            <p:nvPr/>
          </p:nvSpPr>
          <p:spPr>
            <a:xfrm>
              <a:off x="395623" y="1391804"/>
              <a:ext cx="2894365" cy="686118"/>
            </a:xfrm>
            <a:prstGeom prst="rightArrow">
              <a:avLst>
                <a:gd fmla="val 69415" name="adj1"/>
                <a:gd fmla="val 47307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395624" y="1496729"/>
              <a:ext cx="1195283" cy="476268"/>
            </a:xfrm>
            <a:custGeom>
              <a:rect b="b" l="l" r="r" t="t"/>
              <a:pathLst>
                <a:path extrusionOk="0" h="476268" w="964837">
                  <a:moveTo>
                    <a:pt x="0" y="0"/>
                  </a:moveTo>
                  <a:lnTo>
                    <a:pt x="964837" y="0"/>
                  </a:lnTo>
                  <a:lnTo>
                    <a:pt x="964837" y="476268"/>
                  </a:lnTo>
                  <a:lnTo>
                    <a:pt x="0" y="4762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34901"/>
                  </a:srgbClr>
                </a:gs>
                <a:gs pos="20000">
                  <a:srgbClr val="000000">
                    <a:alpha val="3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76200" y="1094581"/>
              <a:ext cx="882357" cy="879493"/>
            </a:xfrm>
            <a:custGeom>
              <a:rect b="b" l="l" r="r" t="t"/>
              <a:pathLst>
                <a:path extrusionOk="0" h="257" w="260">
                  <a:moveTo>
                    <a:pt x="260" y="99"/>
                  </a:moveTo>
                  <a:cubicBezTo>
                    <a:pt x="186" y="132"/>
                    <a:pt x="168" y="224"/>
                    <a:pt x="94" y="257"/>
                  </a:cubicBezTo>
                  <a:cubicBezTo>
                    <a:pt x="63" y="224"/>
                    <a:pt x="31" y="191"/>
                    <a:pt x="0" y="158"/>
                  </a:cubicBezTo>
                  <a:cubicBezTo>
                    <a:pt x="74" y="125"/>
                    <a:pt x="92" y="33"/>
                    <a:pt x="167" y="0"/>
                  </a:cubicBezTo>
                  <a:cubicBezTo>
                    <a:pt x="198" y="33"/>
                    <a:pt x="229" y="66"/>
                    <a:pt x="260" y="99"/>
                  </a:cubicBezTo>
                  <a:close/>
                </a:path>
              </a:pathLst>
            </a:custGeom>
            <a:gradFill>
              <a:gsLst>
                <a:gs pos="0">
                  <a:srgbClr val="B7B7B7"/>
                </a:gs>
                <a:gs pos="50000">
                  <a:srgbClr val="D2D2D2"/>
                </a:gs>
                <a:gs pos="100000">
                  <a:srgbClr val="E8E8E8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1" name="Google Shape;251;p20"/>
          <p:cNvGrpSpPr/>
          <p:nvPr/>
        </p:nvGrpSpPr>
        <p:grpSpPr>
          <a:xfrm>
            <a:off x="387819" y="1945336"/>
            <a:ext cx="3047917" cy="932589"/>
            <a:chOff x="76200" y="1094581"/>
            <a:chExt cx="3213788" cy="983341"/>
          </a:xfrm>
        </p:grpSpPr>
        <p:sp>
          <p:nvSpPr>
            <p:cNvPr id="252" name="Google Shape;252;p20"/>
            <p:cNvSpPr/>
            <p:nvPr/>
          </p:nvSpPr>
          <p:spPr>
            <a:xfrm>
              <a:off x="395623" y="1391804"/>
              <a:ext cx="2894365" cy="686118"/>
            </a:xfrm>
            <a:prstGeom prst="rightArrow">
              <a:avLst>
                <a:gd fmla="val 69415" name="adj1"/>
                <a:gd fmla="val 47307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3" name="Google Shape;253;p20"/>
            <p:cNvSpPr/>
            <p:nvPr/>
          </p:nvSpPr>
          <p:spPr>
            <a:xfrm>
              <a:off x="395624" y="1496729"/>
              <a:ext cx="1195283" cy="476268"/>
            </a:xfrm>
            <a:custGeom>
              <a:rect b="b" l="l" r="r" t="t"/>
              <a:pathLst>
                <a:path extrusionOk="0" h="476268" w="964837">
                  <a:moveTo>
                    <a:pt x="0" y="0"/>
                  </a:moveTo>
                  <a:lnTo>
                    <a:pt x="964837" y="0"/>
                  </a:lnTo>
                  <a:lnTo>
                    <a:pt x="964837" y="476268"/>
                  </a:lnTo>
                  <a:lnTo>
                    <a:pt x="0" y="4762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34901"/>
                  </a:srgbClr>
                </a:gs>
                <a:gs pos="20000">
                  <a:srgbClr val="000000">
                    <a:alpha val="3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76200" y="1094581"/>
              <a:ext cx="882357" cy="879493"/>
            </a:xfrm>
            <a:custGeom>
              <a:rect b="b" l="l" r="r" t="t"/>
              <a:pathLst>
                <a:path extrusionOk="0" h="257" w="260">
                  <a:moveTo>
                    <a:pt x="260" y="99"/>
                  </a:moveTo>
                  <a:cubicBezTo>
                    <a:pt x="186" y="132"/>
                    <a:pt x="168" y="224"/>
                    <a:pt x="94" y="257"/>
                  </a:cubicBezTo>
                  <a:cubicBezTo>
                    <a:pt x="63" y="224"/>
                    <a:pt x="31" y="191"/>
                    <a:pt x="0" y="158"/>
                  </a:cubicBezTo>
                  <a:cubicBezTo>
                    <a:pt x="74" y="125"/>
                    <a:pt x="92" y="33"/>
                    <a:pt x="167" y="0"/>
                  </a:cubicBezTo>
                  <a:cubicBezTo>
                    <a:pt x="198" y="33"/>
                    <a:pt x="229" y="66"/>
                    <a:pt x="260" y="99"/>
                  </a:cubicBezTo>
                  <a:close/>
                </a:path>
              </a:pathLst>
            </a:custGeom>
            <a:gradFill>
              <a:gsLst>
                <a:gs pos="0">
                  <a:srgbClr val="B7B7B7"/>
                </a:gs>
                <a:gs pos="50000">
                  <a:srgbClr val="D2D2D2"/>
                </a:gs>
                <a:gs pos="100000">
                  <a:srgbClr val="E8E8E8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5" name="Google Shape;255;p20"/>
          <p:cNvGrpSpPr/>
          <p:nvPr/>
        </p:nvGrpSpPr>
        <p:grpSpPr>
          <a:xfrm>
            <a:off x="387819" y="2796091"/>
            <a:ext cx="3047917" cy="932589"/>
            <a:chOff x="76200" y="1094581"/>
            <a:chExt cx="3213788" cy="983341"/>
          </a:xfrm>
        </p:grpSpPr>
        <p:sp>
          <p:nvSpPr>
            <p:cNvPr id="256" name="Google Shape;256;p20"/>
            <p:cNvSpPr/>
            <p:nvPr/>
          </p:nvSpPr>
          <p:spPr>
            <a:xfrm>
              <a:off x="395623" y="1391804"/>
              <a:ext cx="2894365" cy="686118"/>
            </a:xfrm>
            <a:prstGeom prst="rightArrow">
              <a:avLst>
                <a:gd fmla="val 69415" name="adj1"/>
                <a:gd fmla="val 47307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395624" y="1496729"/>
              <a:ext cx="1195283" cy="476268"/>
            </a:xfrm>
            <a:custGeom>
              <a:rect b="b" l="l" r="r" t="t"/>
              <a:pathLst>
                <a:path extrusionOk="0" h="476268" w="964837">
                  <a:moveTo>
                    <a:pt x="0" y="0"/>
                  </a:moveTo>
                  <a:lnTo>
                    <a:pt x="964837" y="0"/>
                  </a:lnTo>
                  <a:lnTo>
                    <a:pt x="964837" y="476268"/>
                  </a:lnTo>
                  <a:lnTo>
                    <a:pt x="0" y="4762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34901"/>
                  </a:srgbClr>
                </a:gs>
                <a:gs pos="20000">
                  <a:srgbClr val="000000">
                    <a:alpha val="3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76200" y="1094581"/>
              <a:ext cx="882357" cy="879493"/>
            </a:xfrm>
            <a:custGeom>
              <a:rect b="b" l="l" r="r" t="t"/>
              <a:pathLst>
                <a:path extrusionOk="0" h="257" w="260">
                  <a:moveTo>
                    <a:pt x="260" y="99"/>
                  </a:moveTo>
                  <a:cubicBezTo>
                    <a:pt x="186" y="132"/>
                    <a:pt x="168" y="224"/>
                    <a:pt x="94" y="257"/>
                  </a:cubicBezTo>
                  <a:cubicBezTo>
                    <a:pt x="63" y="224"/>
                    <a:pt x="31" y="191"/>
                    <a:pt x="0" y="158"/>
                  </a:cubicBezTo>
                  <a:cubicBezTo>
                    <a:pt x="74" y="125"/>
                    <a:pt x="92" y="33"/>
                    <a:pt x="167" y="0"/>
                  </a:cubicBezTo>
                  <a:cubicBezTo>
                    <a:pt x="198" y="33"/>
                    <a:pt x="229" y="66"/>
                    <a:pt x="260" y="99"/>
                  </a:cubicBezTo>
                  <a:close/>
                </a:path>
              </a:pathLst>
            </a:custGeom>
            <a:gradFill>
              <a:gsLst>
                <a:gs pos="0">
                  <a:srgbClr val="B7B7B7"/>
                </a:gs>
                <a:gs pos="50000">
                  <a:srgbClr val="D2D2D2"/>
                </a:gs>
                <a:gs pos="100000">
                  <a:srgbClr val="E8E8E8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9" name="Google Shape;259;p20"/>
          <p:cNvGrpSpPr/>
          <p:nvPr/>
        </p:nvGrpSpPr>
        <p:grpSpPr>
          <a:xfrm>
            <a:off x="387819" y="3646845"/>
            <a:ext cx="3047917" cy="932589"/>
            <a:chOff x="76200" y="1094581"/>
            <a:chExt cx="3213788" cy="983341"/>
          </a:xfrm>
        </p:grpSpPr>
        <p:sp>
          <p:nvSpPr>
            <p:cNvPr id="260" name="Google Shape;260;p20"/>
            <p:cNvSpPr/>
            <p:nvPr/>
          </p:nvSpPr>
          <p:spPr>
            <a:xfrm>
              <a:off x="395623" y="1391804"/>
              <a:ext cx="2894365" cy="686118"/>
            </a:xfrm>
            <a:prstGeom prst="rightArrow">
              <a:avLst>
                <a:gd fmla="val 69415" name="adj1"/>
                <a:gd fmla="val 47307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395624" y="1496729"/>
              <a:ext cx="1195283" cy="476268"/>
            </a:xfrm>
            <a:custGeom>
              <a:rect b="b" l="l" r="r" t="t"/>
              <a:pathLst>
                <a:path extrusionOk="0" h="476268" w="964837">
                  <a:moveTo>
                    <a:pt x="0" y="0"/>
                  </a:moveTo>
                  <a:lnTo>
                    <a:pt x="964837" y="0"/>
                  </a:lnTo>
                  <a:lnTo>
                    <a:pt x="964837" y="476268"/>
                  </a:lnTo>
                  <a:lnTo>
                    <a:pt x="0" y="4762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34901"/>
                  </a:srgbClr>
                </a:gs>
                <a:gs pos="20000">
                  <a:srgbClr val="000000">
                    <a:alpha val="3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76200" y="1094581"/>
              <a:ext cx="882357" cy="879493"/>
            </a:xfrm>
            <a:custGeom>
              <a:rect b="b" l="l" r="r" t="t"/>
              <a:pathLst>
                <a:path extrusionOk="0" h="257" w="260">
                  <a:moveTo>
                    <a:pt x="260" y="99"/>
                  </a:moveTo>
                  <a:cubicBezTo>
                    <a:pt x="186" y="132"/>
                    <a:pt x="168" y="224"/>
                    <a:pt x="94" y="257"/>
                  </a:cubicBezTo>
                  <a:cubicBezTo>
                    <a:pt x="63" y="224"/>
                    <a:pt x="31" y="191"/>
                    <a:pt x="0" y="158"/>
                  </a:cubicBezTo>
                  <a:cubicBezTo>
                    <a:pt x="74" y="125"/>
                    <a:pt x="92" y="33"/>
                    <a:pt x="167" y="0"/>
                  </a:cubicBezTo>
                  <a:cubicBezTo>
                    <a:pt x="198" y="33"/>
                    <a:pt x="229" y="66"/>
                    <a:pt x="260" y="99"/>
                  </a:cubicBezTo>
                  <a:close/>
                </a:path>
              </a:pathLst>
            </a:custGeom>
            <a:gradFill>
              <a:gsLst>
                <a:gs pos="0">
                  <a:srgbClr val="B7B7B7"/>
                </a:gs>
                <a:gs pos="50000">
                  <a:srgbClr val="D2D2D2"/>
                </a:gs>
                <a:gs pos="100000">
                  <a:srgbClr val="E8E8E8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63" name="Google Shape;263;p20"/>
          <p:cNvSpPr/>
          <p:nvPr/>
        </p:nvSpPr>
        <p:spPr>
          <a:xfrm>
            <a:off x="1370580" y="1609483"/>
            <a:ext cx="1570739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Market Penetration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1370580" y="2460238"/>
            <a:ext cx="1570739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Market Development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1370580" y="3310993"/>
            <a:ext cx="1570739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Product Development</a:t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1370580" y="4161747"/>
            <a:ext cx="1570739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Diversification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3946164" y="1524205"/>
            <a:ext cx="4542515" cy="355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Boost sales of existing products within the current market through improved marketing, pricing, or product enhancements.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20"/>
          <p:cNvSpPr/>
          <p:nvPr/>
        </p:nvSpPr>
        <p:spPr>
          <a:xfrm flipH="1">
            <a:off x="3946164" y="4076469"/>
            <a:ext cx="4542511" cy="355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Venture into new markets with new products to spread risk and explore new growth opportunities, though it involves higher risk.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20"/>
          <p:cNvSpPr/>
          <p:nvPr/>
        </p:nvSpPr>
        <p:spPr>
          <a:xfrm flipH="1">
            <a:off x="3946164" y="2374960"/>
            <a:ext cx="4542511" cy="355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Expand into new markets or customer segments with existing products, exploring new geographic areas or demographics.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3946164" y="3225715"/>
            <a:ext cx="4542515" cy="355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Introduce new or improved products to current markets to meet evolving customer needs and increase sales.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0"/>
          <p:cNvSpPr/>
          <p:nvPr/>
        </p:nvSpPr>
        <p:spPr>
          <a:xfrm rot="-2691355">
            <a:off x="573113" y="1453153"/>
            <a:ext cx="4400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/>
          </a:p>
        </p:txBody>
      </p:sp>
      <p:sp>
        <p:nvSpPr>
          <p:cNvPr id="272" name="Google Shape;272;p20"/>
          <p:cNvSpPr/>
          <p:nvPr/>
        </p:nvSpPr>
        <p:spPr>
          <a:xfrm rot="-2691355">
            <a:off x="573113" y="2303908"/>
            <a:ext cx="4400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/>
          </a:p>
        </p:txBody>
      </p:sp>
      <p:sp>
        <p:nvSpPr>
          <p:cNvPr id="273" name="Google Shape;273;p20"/>
          <p:cNvSpPr/>
          <p:nvPr/>
        </p:nvSpPr>
        <p:spPr>
          <a:xfrm rot="-2691355">
            <a:off x="573113" y="3109718"/>
            <a:ext cx="4400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 rot="-2691355">
            <a:off x="573113" y="4005417"/>
            <a:ext cx="4400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3603459" y="1574889"/>
            <a:ext cx="278800" cy="253856"/>
          </a:xfrm>
          <a:custGeom>
            <a:rect b="b" l="l" r="r" t="t"/>
            <a:pathLst>
              <a:path extrusionOk="0" h="345352" w="379288">
                <a:moveTo>
                  <a:pt x="149538" y="46275"/>
                </a:moveTo>
                <a:cubicBezTo>
                  <a:pt x="166072" y="46257"/>
                  <a:pt x="182493" y="48986"/>
                  <a:pt x="198131" y="54350"/>
                </a:cubicBezTo>
                <a:cubicBezTo>
                  <a:pt x="202471" y="55841"/>
                  <a:pt x="204780" y="60568"/>
                  <a:pt x="203288" y="64908"/>
                </a:cubicBezTo>
                <a:cubicBezTo>
                  <a:pt x="201797" y="69248"/>
                  <a:pt x="197071" y="71556"/>
                  <a:pt x="192731" y="70065"/>
                </a:cubicBezTo>
                <a:cubicBezTo>
                  <a:pt x="178828" y="65297"/>
                  <a:pt x="164229" y="62873"/>
                  <a:pt x="149531" y="62890"/>
                </a:cubicBezTo>
                <a:cubicBezTo>
                  <a:pt x="76236" y="62890"/>
                  <a:pt x="16608" y="122520"/>
                  <a:pt x="16608" y="195814"/>
                </a:cubicBezTo>
                <a:cubicBezTo>
                  <a:pt x="16608" y="269107"/>
                  <a:pt x="76236" y="328737"/>
                  <a:pt x="149531" y="328737"/>
                </a:cubicBezTo>
                <a:cubicBezTo>
                  <a:pt x="222826" y="328737"/>
                  <a:pt x="282454" y="269107"/>
                  <a:pt x="282454" y="195814"/>
                </a:cubicBezTo>
                <a:cubicBezTo>
                  <a:pt x="282457" y="186820"/>
                  <a:pt x="281553" y="177849"/>
                  <a:pt x="279757" y="169037"/>
                </a:cubicBezTo>
                <a:cubicBezTo>
                  <a:pt x="278839" y="164541"/>
                  <a:pt x="281739" y="160150"/>
                  <a:pt x="286235" y="159231"/>
                </a:cubicBezTo>
                <a:cubicBezTo>
                  <a:pt x="290732" y="158313"/>
                  <a:pt x="295122" y="161214"/>
                  <a:pt x="296040" y="165710"/>
                </a:cubicBezTo>
                <a:cubicBezTo>
                  <a:pt x="298059" y="175618"/>
                  <a:pt x="299075" y="185702"/>
                  <a:pt x="299074" y="195814"/>
                </a:cubicBezTo>
                <a:cubicBezTo>
                  <a:pt x="299077" y="278270"/>
                  <a:pt x="231994" y="345352"/>
                  <a:pt x="149538" y="345352"/>
                </a:cubicBezTo>
                <a:cubicBezTo>
                  <a:pt x="67083" y="345352"/>
                  <a:pt x="0" y="278270"/>
                  <a:pt x="0" y="195814"/>
                </a:cubicBezTo>
                <a:cubicBezTo>
                  <a:pt x="0" y="113357"/>
                  <a:pt x="67083" y="46275"/>
                  <a:pt x="149538" y="46275"/>
                </a:cubicBezTo>
                <a:close/>
                <a:moveTo>
                  <a:pt x="334370" y="0"/>
                </a:moveTo>
                <a:lnTo>
                  <a:pt x="370980" y="0"/>
                </a:lnTo>
                <a:cubicBezTo>
                  <a:pt x="375568" y="0"/>
                  <a:pt x="379288" y="3719"/>
                  <a:pt x="379288" y="8307"/>
                </a:cubicBezTo>
                <a:cubicBezTo>
                  <a:pt x="379288" y="10678"/>
                  <a:pt x="378276" y="12936"/>
                  <a:pt x="376505" y="14513"/>
                </a:cubicBezTo>
                <a:cubicBezTo>
                  <a:pt x="272540" y="107114"/>
                  <a:pt x="159481" y="304559"/>
                  <a:pt x="158351" y="306543"/>
                </a:cubicBezTo>
                <a:cubicBezTo>
                  <a:pt x="156883" y="309120"/>
                  <a:pt x="154152" y="310719"/>
                  <a:pt x="151187" y="310738"/>
                </a:cubicBezTo>
                <a:lnTo>
                  <a:pt x="151133" y="310739"/>
                </a:lnTo>
                <a:cubicBezTo>
                  <a:pt x="148186" y="310739"/>
                  <a:pt x="145459" y="309178"/>
                  <a:pt x="143968" y="306637"/>
                </a:cubicBezTo>
                <a:cubicBezTo>
                  <a:pt x="116364" y="259610"/>
                  <a:pt x="42772" y="159474"/>
                  <a:pt x="42033" y="158468"/>
                </a:cubicBezTo>
                <a:cubicBezTo>
                  <a:pt x="39589" y="155146"/>
                  <a:pt x="39952" y="150535"/>
                  <a:pt x="42886" y="147636"/>
                </a:cubicBezTo>
                <a:lnTo>
                  <a:pt x="65515" y="125273"/>
                </a:lnTo>
                <a:cubicBezTo>
                  <a:pt x="68367" y="122455"/>
                  <a:pt x="72825" y="122076"/>
                  <a:pt x="76112" y="124372"/>
                </a:cubicBezTo>
                <a:lnTo>
                  <a:pt x="149404" y="175547"/>
                </a:lnTo>
                <a:cubicBezTo>
                  <a:pt x="198447" y="112658"/>
                  <a:pt x="244003" y="69209"/>
                  <a:pt x="273974" y="43571"/>
                </a:cubicBezTo>
                <a:cubicBezTo>
                  <a:pt x="307717" y="14711"/>
                  <a:pt x="329196" y="1719"/>
                  <a:pt x="330095" y="1184"/>
                </a:cubicBezTo>
                <a:cubicBezTo>
                  <a:pt x="331386" y="409"/>
                  <a:pt x="332864" y="0"/>
                  <a:pt x="3343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3603459" y="3276399"/>
            <a:ext cx="278800" cy="253856"/>
          </a:xfrm>
          <a:custGeom>
            <a:rect b="b" l="l" r="r" t="t"/>
            <a:pathLst>
              <a:path extrusionOk="0" h="345352" w="379288">
                <a:moveTo>
                  <a:pt x="149538" y="46275"/>
                </a:moveTo>
                <a:cubicBezTo>
                  <a:pt x="166072" y="46257"/>
                  <a:pt x="182493" y="48986"/>
                  <a:pt x="198131" y="54350"/>
                </a:cubicBezTo>
                <a:cubicBezTo>
                  <a:pt x="202471" y="55841"/>
                  <a:pt x="204780" y="60568"/>
                  <a:pt x="203288" y="64908"/>
                </a:cubicBezTo>
                <a:cubicBezTo>
                  <a:pt x="201797" y="69248"/>
                  <a:pt x="197071" y="71556"/>
                  <a:pt x="192731" y="70065"/>
                </a:cubicBezTo>
                <a:cubicBezTo>
                  <a:pt x="178828" y="65297"/>
                  <a:pt x="164229" y="62873"/>
                  <a:pt x="149531" y="62890"/>
                </a:cubicBezTo>
                <a:cubicBezTo>
                  <a:pt x="76236" y="62890"/>
                  <a:pt x="16608" y="122520"/>
                  <a:pt x="16608" y="195814"/>
                </a:cubicBezTo>
                <a:cubicBezTo>
                  <a:pt x="16608" y="269107"/>
                  <a:pt x="76236" y="328737"/>
                  <a:pt x="149531" y="328737"/>
                </a:cubicBezTo>
                <a:cubicBezTo>
                  <a:pt x="222826" y="328737"/>
                  <a:pt x="282454" y="269107"/>
                  <a:pt x="282454" y="195814"/>
                </a:cubicBezTo>
                <a:cubicBezTo>
                  <a:pt x="282457" y="186820"/>
                  <a:pt x="281553" y="177849"/>
                  <a:pt x="279757" y="169037"/>
                </a:cubicBezTo>
                <a:cubicBezTo>
                  <a:pt x="278839" y="164541"/>
                  <a:pt x="281739" y="160150"/>
                  <a:pt x="286235" y="159231"/>
                </a:cubicBezTo>
                <a:cubicBezTo>
                  <a:pt x="290732" y="158313"/>
                  <a:pt x="295122" y="161214"/>
                  <a:pt x="296040" y="165710"/>
                </a:cubicBezTo>
                <a:cubicBezTo>
                  <a:pt x="298059" y="175618"/>
                  <a:pt x="299075" y="185702"/>
                  <a:pt x="299074" y="195814"/>
                </a:cubicBezTo>
                <a:cubicBezTo>
                  <a:pt x="299077" y="278270"/>
                  <a:pt x="231994" y="345352"/>
                  <a:pt x="149538" y="345352"/>
                </a:cubicBezTo>
                <a:cubicBezTo>
                  <a:pt x="67083" y="345352"/>
                  <a:pt x="0" y="278270"/>
                  <a:pt x="0" y="195814"/>
                </a:cubicBezTo>
                <a:cubicBezTo>
                  <a:pt x="0" y="113357"/>
                  <a:pt x="67083" y="46275"/>
                  <a:pt x="149538" y="46275"/>
                </a:cubicBezTo>
                <a:close/>
                <a:moveTo>
                  <a:pt x="334370" y="0"/>
                </a:moveTo>
                <a:lnTo>
                  <a:pt x="370980" y="0"/>
                </a:lnTo>
                <a:cubicBezTo>
                  <a:pt x="375568" y="0"/>
                  <a:pt x="379288" y="3719"/>
                  <a:pt x="379288" y="8307"/>
                </a:cubicBezTo>
                <a:cubicBezTo>
                  <a:pt x="379288" y="10678"/>
                  <a:pt x="378276" y="12936"/>
                  <a:pt x="376505" y="14513"/>
                </a:cubicBezTo>
                <a:cubicBezTo>
                  <a:pt x="272540" y="107114"/>
                  <a:pt x="159481" y="304559"/>
                  <a:pt x="158351" y="306543"/>
                </a:cubicBezTo>
                <a:cubicBezTo>
                  <a:pt x="156883" y="309120"/>
                  <a:pt x="154152" y="310719"/>
                  <a:pt x="151187" y="310738"/>
                </a:cubicBezTo>
                <a:lnTo>
                  <a:pt x="151133" y="310739"/>
                </a:lnTo>
                <a:cubicBezTo>
                  <a:pt x="148186" y="310739"/>
                  <a:pt x="145459" y="309178"/>
                  <a:pt x="143968" y="306637"/>
                </a:cubicBezTo>
                <a:cubicBezTo>
                  <a:pt x="116364" y="259610"/>
                  <a:pt x="42772" y="159474"/>
                  <a:pt x="42033" y="158468"/>
                </a:cubicBezTo>
                <a:cubicBezTo>
                  <a:pt x="39589" y="155146"/>
                  <a:pt x="39952" y="150535"/>
                  <a:pt x="42886" y="147636"/>
                </a:cubicBezTo>
                <a:lnTo>
                  <a:pt x="65515" y="125273"/>
                </a:lnTo>
                <a:cubicBezTo>
                  <a:pt x="68367" y="122455"/>
                  <a:pt x="72825" y="122076"/>
                  <a:pt x="76112" y="124372"/>
                </a:cubicBezTo>
                <a:lnTo>
                  <a:pt x="149404" y="175547"/>
                </a:lnTo>
                <a:cubicBezTo>
                  <a:pt x="198447" y="112658"/>
                  <a:pt x="244003" y="69209"/>
                  <a:pt x="273974" y="43571"/>
                </a:cubicBezTo>
                <a:cubicBezTo>
                  <a:pt x="307717" y="14711"/>
                  <a:pt x="329196" y="1719"/>
                  <a:pt x="330095" y="1184"/>
                </a:cubicBezTo>
                <a:cubicBezTo>
                  <a:pt x="331386" y="409"/>
                  <a:pt x="332864" y="0"/>
                  <a:pt x="3343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3603459" y="4127153"/>
            <a:ext cx="278800" cy="253856"/>
          </a:xfrm>
          <a:custGeom>
            <a:rect b="b" l="l" r="r" t="t"/>
            <a:pathLst>
              <a:path extrusionOk="0" h="345352" w="379288">
                <a:moveTo>
                  <a:pt x="149538" y="46275"/>
                </a:moveTo>
                <a:cubicBezTo>
                  <a:pt x="166072" y="46257"/>
                  <a:pt x="182493" y="48986"/>
                  <a:pt x="198131" y="54350"/>
                </a:cubicBezTo>
                <a:cubicBezTo>
                  <a:pt x="202471" y="55841"/>
                  <a:pt x="204780" y="60568"/>
                  <a:pt x="203288" y="64908"/>
                </a:cubicBezTo>
                <a:cubicBezTo>
                  <a:pt x="201797" y="69248"/>
                  <a:pt x="197071" y="71556"/>
                  <a:pt x="192731" y="70065"/>
                </a:cubicBezTo>
                <a:cubicBezTo>
                  <a:pt x="178828" y="65297"/>
                  <a:pt x="164229" y="62873"/>
                  <a:pt x="149531" y="62890"/>
                </a:cubicBezTo>
                <a:cubicBezTo>
                  <a:pt x="76236" y="62890"/>
                  <a:pt x="16608" y="122520"/>
                  <a:pt x="16608" y="195814"/>
                </a:cubicBezTo>
                <a:cubicBezTo>
                  <a:pt x="16608" y="269107"/>
                  <a:pt x="76236" y="328737"/>
                  <a:pt x="149531" y="328737"/>
                </a:cubicBezTo>
                <a:cubicBezTo>
                  <a:pt x="222826" y="328737"/>
                  <a:pt x="282454" y="269107"/>
                  <a:pt x="282454" y="195814"/>
                </a:cubicBezTo>
                <a:cubicBezTo>
                  <a:pt x="282457" y="186820"/>
                  <a:pt x="281553" y="177849"/>
                  <a:pt x="279757" y="169037"/>
                </a:cubicBezTo>
                <a:cubicBezTo>
                  <a:pt x="278839" y="164541"/>
                  <a:pt x="281739" y="160150"/>
                  <a:pt x="286235" y="159231"/>
                </a:cubicBezTo>
                <a:cubicBezTo>
                  <a:pt x="290732" y="158313"/>
                  <a:pt x="295122" y="161214"/>
                  <a:pt x="296040" y="165710"/>
                </a:cubicBezTo>
                <a:cubicBezTo>
                  <a:pt x="298059" y="175618"/>
                  <a:pt x="299075" y="185702"/>
                  <a:pt x="299074" y="195814"/>
                </a:cubicBezTo>
                <a:cubicBezTo>
                  <a:pt x="299077" y="278270"/>
                  <a:pt x="231994" y="345352"/>
                  <a:pt x="149538" y="345352"/>
                </a:cubicBezTo>
                <a:cubicBezTo>
                  <a:pt x="67083" y="345352"/>
                  <a:pt x="0" y="278270"/>
                  <a:pt x="0" y="195814"/>
                </a:cubicBezTo>
                <a:cubicBezTo>
                  <a:pt x="0" y="113357"/>
                  <a:pt x="67083" y="46275"/>
                  <a:pt x="149538" y="46275"/>
                </a:cubicBezTo>
                <a:close/>
                <a:moveTo>
                  <a:pt x="334370" y="0"/>
                </a:moveTo>
                <a:lnTo>
                  <a:pt x="370980" y="0"/>
                </a:lnTo>
                <a:cubicBezTo>
                  <a:pt x="375568" y="0"/>
                  <a:pt x="379288" y="3719"/>
                  <a:pt x="379288" y="8307"/>
                </a:cubicBezTo>
                <a:cubicBezTo>
                  <a:pt x="379288" y="10678"/>
                  <a:pt x="378276" y="12936"/>
                  <a:pt x="376505" y="14513"/>
                </a:cubicBezTo>
                <a:cubicBezTo>
                  <a:pt x="272540" y="107114"/>
                  <a:pt x="159481" y="304559"/>
                  <a:pt x="158351" y="306543"/>
                </a:cubicBezTo>
                <a:cubicBezTo>
                  <a:pt x="156883" y="309120"/>
                  <a:pt x="154152" y="310719"/>
                  <a:pt x="151187" y="310738"/>
                </a:cubicBezTo>
                <a:lnTo>
                  <a:pt x="151133" y="310739"/>
                </a:lnTo>
                <a:cubicBezTo>
                  <a:pt x="148186" y="310739"/>
                  <a:pt x="145459" y="309178"/>
                  <a:pt x="143968" y="306637"/>
                </a:cubicBezTo>
                <a:cubicBezTo>
                  <a:pt x="116364" y="259610"/>
                  <a:pt x="42772" y="159474"/>
                  <a:pt x="42033" y="158468"/>
                </a:cubicBezTo>
                <a:cubicBezTo>
                  <a:pt x="39589" y="155146"/>
                  <a:pt x="39952" y="150535"/>
                  <a:pt x="42886" y="147636"/>
                </a:cubicBezTo>
                <a:lnTo>
                  <a:pt x="65515" y="125273"/>
                </a:lnTo>
                <a:cubicBezTo>
                  <a:pt x="68367" y="122455"/>
                  <a:pt x="72825" y="122076"/>
                  <a:pt x="76112" y="124372"/>
                </a:cubicBezTo>
                <a:lnTo>
                  <a:pt x="149404" y="175547"/>
                </a:lnTo>
                <a:cubicBezTo>
                  <a:pt x="198447" y="112658"/>
                  <a:pt x="244003" y="69209"/>
                  <a:pt x="273974" y="43571"/>
                </a:cubicBezTo>
                <a:cubicBezTo>
                  <a:pt x="307717" y="14711"/>
                  <a:pt x="329196" y="1719"/>
                  <a:pt x="330095" y="1184"/>
                </a:cubicBezTo>
                <a:cubicBezTo>
                  <a:pt x="331386" y="409"/>
                  <a:pt x="332864" y="0"/>
                  <a:pt x="33437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8" name="Google Shape;278;p20"/>
          <p:cNvCxnSpPr/>
          <p:nvPr/>
        </p:nvCxnSpPr>
        <p:spPr>
          <a:xfrm>
            <a:off x="3946164" y="3828705"/>
            <a:ext cx="17454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20"/>
          <p:cNvCxnSpPr/>
          <p:nvPr/>
        </p:nvCxnSpPr>
        <p:spPr>
          <a:xfrm>
            <a:off x="3946164" y="2977950"/>
            <a:ext cx="17454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20"/>
          <p:cNvSpPr/>
          <p:nvPr/>
        </p:nvSpPr>
        <p:spPr>
          <a:xfrm>
            <a:off x="3603459" y="2425644"/>
            <a:ext cx="278800" cy="253856"/>
          </a:xfrm>
          <a:custGeom>
            <a:rect b="b" l="l" r="r" t="t"/>
            <a:pathLst>
              <a:path extrusionOk="0" h="345352" w="379288">
                <a:moveTo>
                  <a:pt x="149538" y="46275"/>
                </a:moveTo>
                <a:cubicBezTo>
                  <a:pt x="166072" y="46257"/>
                  <a:pt x="182493" y="48986"/>
                  <a:pt x="198131" y="54350"/>
                </a:cubicBezTo>
                <a:cubicBezTo>
                  <a:pt x="202471" y="55841"/>
                  <a:pt x="204780" y="60568"/>
                  <a:pt x="203288" y="64908"/>
                </a:cubicBezTo>
                <a:cubicBezTo>
                  <a:pt x="201797" y="69248"/>
                  <a:pt x="197071" y="71556"/>
                  <a:pt x="192731" y="70065"/>
                </a:cubicBezTo>
                <a:cubicBezTo>
                  <a:pt x="178828" y="65297"/>
                  <a:pt x="164229" y="62873"/>
                  <a:pt x="149531" y="62890"/>
                </a:cubicBezTo>
                <a:cubicBezTo>
                  <a:pt x="76236" y="62890"/>
                  <a:pt x="16608" y="122520"/>
                  <a:pt x="16608" y="195814"/>
                </a:cubicBezTo>
                <a:cubicBezTo>
                  <a:pt x="16608" y="269107"/>
                  <a:pt x="76236" y="328737"/>
                  <a:pt x="149531" y="328737"/>
                </a:cubicBezTo>
                <a:cubicBezTo>
                  <a:pt x="222826" y="328737"/>
                  <a:pt x="282454" y="269107"/>
                  <a:pt x="282454" y="195814"/>
                </a:cubicBezTo>
                <a:cubicBezTo>
                  <a:pt x="282457" y="186820"/>
                  <a:pt x="281553" y="177849"/>
                  <a:pt x="279757" y="169037"/>
                </a:cubicBezTo>
                <a:cubicBezTo>
                  <a:pt x="278839" y="164541"/>
                  <a:pt x="281739" y="160150"/>
                  <a:pt x="286235" y="159231"/>
                </a:cubicBezTo>
                <a:cubicBezTo>
                  <a:pt x="290732" y="158313"/>
                  <a:pt x="295122" y="161214"/>
                  <a:pt x="296040" y="165710"/>
                </a:cubicBezTo>
                <a:cubicBezTo>
                  <a:pt x="298059" y="175618"/>
                  <a:pt x="299075" y="185702"/>
                  <a:pt x="299074" y="195814"/>
                </a:cubicBezTo>
                <a:cubicBezTo>
                  <a:pt x="299077" y="278270"/>
                  <a:pt x="231994" y="345352"/>
                  <a:pt x="149538" y="345352"/>
                </a:cubicBezTo>
                <a:cubicBezTo>
                  <a:pt x="67083" y="345352"/>
                  <a:pt x="0" y="278270"/>
                  <a:pt x="0" y="195814"/>
                </a:cubicBezTo>
                <a:cubicBezTo>
                  <a:pt x="0" y="113357"/>
                  <a:pt x="67083" y="46275"/>
                  <a:pt x="149538" y="46275"/>
                </a:cubicBezTo>
                <a:close/>
                <a:moveTo>
                  <a:pt x="334370" y="0"/>
                </a:moveTo>
                <a:lnTo>
                  <a:pt x="370980" y="0"/>
                </a:lnTo>
                <a:cubicBezTo>
                  <a:pt x="375568" y="0"/>
                  <a:pt x="379288" y="3719"/>
                  <a:pt x="379288" y="8307"/>
                </a:cubicBezTo>
                <a:cubicBezTo>
                  <a:pt x="379288" y="10678"/>
                  <a:pt x="378276" y="12936"/>
                  <a:pt x="376505" y="14513"/>
                </a:cubicBezTo>
                <a:cubicBezTo>
                  <a:pt x="272540" y="107114"/>
                  <a:pt x="159481" y="304559"/>
                  <a:pt x="158351" y="306543"/>
                </a:cubicBezTo>
                <a:cubicBezTo>
                  <a:pt x="156883" y="309120"/>
                  <a:pt x="154152" y="310719"/>
                  <a:pt x="151187" y="310738"/>
                </a:cubicBezTo>
                <a:lnTo>
                  <a:pt x="151133" y="310739"/>
                </a:lnTo>
                <a:cubicBezTo>
                  <a:pt x="148186" y="310739"/>
                  <a:pt x="145459" y="309178"/>
                  <a:pt x="143968" y="306637"/>
                </a:cubicBezTo>
                <a:cubicBezTo>
                  <a:pt x="116364" y="259610"/>
                  <a:pt x="42772" y="159474"/>
                  <a:pt x="42033" y="158468"/>
                </a:cubicBezTo>
                <a:cubicBezTo>
                  <a:pt x="39589" y="155146"/>
                  <a:pt x="39952" y="150535"/>
                  <a:pt x="42886" y="147636"/>
                </a:cubicBezTo>
                <a:lnTo>
                  <a:pt x="65515" y="125273"/>
                </a:lnTo>
                <a:cubicBezTo>
                  <a:pt x="68367" y="122455"/>
                  <a:pt x="72825" y="122076"/>
                  <a:pt x="76112" y="124372"/>
                </a:cubicBezTo>
                <a:lnTo>
                  <a:pt x="149404" y="175547"/>
                </a:lnTo>
                <a:cubicBezTo>
                  <a:pt x="198447" y="112658"/>
                  <a:pt x="244003" y="69209"/>
                  <a:pt x="273974" y="43571"/>
                </a:cubicBezTo>
                <a:cubicBezTo>
                  <a:pt x="307717" y="14711"/>
                  <a:pt x="329196" y="1719"/>
                  <a:pt x="330095" y="1184"/>
                </a:cubicBezTo>
                <a:cubicBezTo>
                  <a:pt x="331386" y="409"/>
                  <a:pt x="332864" y="0"/>
                  <a:pt x="3343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1" name="Google Shape;281;p20"/>
          <p:cNvCxnSpPr/>
          <p:nvPr/>
        </p:nvCxnSpPr>
        <p:spPr>
          <a:xfrm>
            <a:off x="3946164" y="2127195"/>
            <a:ext cx="17454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20"/>
          <p:cNvSpPr txBox="1"/>
          <p:nvPr>
            <p:ph type="title"/>
          </p:nvPr>
        </p:nvSpPr>
        <p:spPr>
          <a:xfrm>
            <a:off x="387821" y="282613"/>
            <a:ext cx="8368363" cy="409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None/>
            </a:pPr>
            <a:r>
              <a:rPr b="1" lang="en-US"/>
              <a:t>Business Expansion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21"/>
          <p:cNvGrpSpPr/>
          <p:nvPr/>
        </p:nvGrpSpPr>
        <p:grpSpPr>
          <a:xfrm>
            <a:off x="387350" y="1173480"/>
            <a:ext cx="4710232" cy="3970020"/>
            <a:chOff x="387350" y="1173480"/>
            <a:chExt cx="4710232" cy="3970020"/>
          </a:xfrm>
        </p:grpSpPr>
        <p:sp>
          <p:nvSpPr>
            <p:cNvPr id="289" name="Google Shape;289;p21"/>
            <p:cNvSpPr/>
            <p:nvPr/>
          </p:nvSpPr>
          <p:spPr>
            <a:xfrm>
              <a:off x="387350" y="1173480"/>
              <a:ext cx="4710232" cy="3239491"/>
            </a:xfrm>
            <a:custGeom>
              <a:rect b="b" l="l" r="r" t="t"/>
              <a:pathLst>
                <a:path extrusionOk="0" h="3239491" w="4710232">
                  <a:moveTo>
                    <a:pt x="3956050" y="67767"/>
                  </a:moveTo>
                  <a:lnTo>
                    <a:pt x="4017553" y="67767"/>
                  </a:lnTo>
                  <a:cubicBezTo>
                    <a:pt x="4100466" y="67767"/>
                    <a:pt x="4189097" y="67767"/>
                    <a:pt x="4283841" y="67767"/>
                  </a:cubicBezTo>
                  <a:lnTo>
                    <a:pt x="4413252" y="67767"/>
                  </a:lnTo>
                  <a:lnTo>
                    <a:pt x="4413252" y="480017"/>
                  </a:lnTo>
                  <a:lnTo>
                    <a:pt x="4405351" y="480017"/>
                  </a:lnTo>
                  <a:cubicBezTo>
                    <a:pt x="4364338" y="480017"/>
                    <a:pt x="4256680" y="480017"/>
                    <a:pt x="3974076" y="480017"/>
                  </a:cubicBezTo>
                  <a:lnTo>
                    <a:pt x="3956050" y="480017"/>
                  </a:lnTo>
                  <a:lnTo>
                    <a:pt x="3956050" y="480018"/>
                  </a:lnTo>
                  <a:lnTo>
                    <a:pt x="3882546" y="480018"/>
                  </a:lnTo>
                  <a:cubicBezTo>
                    <a:pt x="3534215" y="480018"/>
                    <a:pt x="3027551" y="480018"/>
                    <a:pt x="2290586" y="480018"/>
                  </a:cubicBezTo>
                  <a:cubicBezTo>
                    <a:pt x="1252488" y="480018"/>
                    <a:pt x="411854" y="1321458"/>
                    <a:pt x="411854" y="2360553"/>
                  </a:cubicBezTo>
                  <a:cubicBezTo>
                    <a:pt x="411854" y="2360553"/>
                    <a:pt x="411854" y="2360553"/>
                    <a:pt x="411854" y="3223834"/>
                  </a:cubicBezTo>
                  <a:lnTo>
                    <a:pt x="411854" y="3239491"/>
                  </a:lnTo>
                  <a:lnTo>
                    <a:pt x="0" y="3239491"/>
                  </a:lnTo>
                  <a:lnTo>
                    <a:pt x="0" y="3202566"/>
                  </a:lnTo>
                  <a:cubicBezTo>
                    <a:pt x="0" y="2987679"/>
                    <a:pt x="0" y="2712624"/>
                    <a:pt x="0" y="2360553"/>
                  </a:cubicBezTo>
                  <a:cubicBezTo>
                    <a:pt x="0" y="1095568"/>
                    <a:pt x="1026814" y="67768"/>
                    <a:pt x="2290586" y="67768"/>
                  </a:cubicBezTo>
                  <a:cubicBezTo>
                    <a:pt x="2290586" y="67768"/>
                    <a:pt x="2290586" y="67768"/>
                    <a:pt x="3870455" y="67768"/>
                  </a:cubicBezTo>
                  <a:lnTo>
                    <a:pt x="3956050" y="67768"/>
                  </a:lnTo>
                  <a:close/>
                  <a:moveTo>
                    <a:pt x="4439424" y="0"/>
                  </a:moveTo>
                  <a:cubicBezTo>
                    <a:pt x="4439424" y="0"/>
                    <a:pt x="4439424" y="0"/>
                    <a:pt x="4710232" y="271068"/>
                  </a:cubicBezTo>
                  <a:cubicBezTo>
                    <a:pt x="4710232" y="271068"/>
                    <a:pt x="4710232" y="271068"/>
                    <a:pt x="4439424" y="547784"/>
                  </a:cubicBezTo>
                  <a:cubicBezTo>
                    <a:pt x="4439424" y="547784"/>
                    <a:pt x="4439424" y="547784"/>
                    <a:pt x="4439424" y="480017"/>
                  </a:cubicBezTo>
                  <a:cubicBezTo>
                    <a:pt x="4439424" y="480017"/>
                    <a:pt x="4439424" y="480017"/>
                    <a:pt x="4423879" y="480017"/>
                  </a:cubicBezTo>
                  <a:lnTo>
                    <a:pt x="4414112" y="480017"/>
                  </a:lnTo>
                  <a:lnTo>
                    <a:pt x="4414112" y="67767"/>
                  </a:lnTo>
                  <a:lnTo>
                    <a:pt x="4439424" y="6776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0" name="Google Shape;290;p21"/>
            <p:cNvSpPr/>
            <p:nvPr/>
          </p:nvSpPr>
          <p:spPr>
            <a:xfrm>
              <a:off x="387350" y="4412970"/>
              <a:ext cx="411854" cy="730530"/>
            </a:xfrm>
            <a:custGeom>
              <a:rect b="b" l="l" r="r" t="t"/>
              <a:pathLst>
                <a:path extrusionOk="0" h="63780" w="411854">
                  <a:moveTo>
                    <a:pt x="0" y="0"/>
                  </a:moveTo>
                  <a:lnTo>
                    <a:pt x="411854" y="0"/>
                  </a:lnTo>
                  <a:lnTo>
                    <a:pt x="411854" y="63780"/>
                  </a:lnTo>
                  <a:lnTo>
                    <a:pt x="0" y="63780"/>
                  </a:lnTo>
                  <a:lnTo>
                    <a:pt x="0" y="51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1" name="Google Shape;291;p21"/>
          <p:cNvGrpSpPr/>
          <p:nvPr/>
        </p:nvGrpSpPr>
        <p:grpSpPr>
          <a:xfrm>
            <a:off x="761026" y="1547157"/>
            <a:ext cx="4336556" cy="3596341"/>
            <a:chOff x="761026" y="1547157"/>
            <a:chExt cx="4336556" cy="3596341"/>
          </a:xfrm>
        </p:grpSpPr>
        <p:sp>
          <p:nvSpPr>
            <p:cNvPr id="292" name="Google Shape;292;p21"/>
            <p:cNvSpPr/>
            <p:nvPr/>
          </p:nvSpPr>
          <p:spPr>
            <a:xfrm>
              <a:off x="761027" y="4412969"/>
              <a:ext cx="411652" cy="730529"/>
            </a:xfrm>
            <a:custGeom>
              <a:rect b="b" l="l" r="r" t="t"/>
              <a:pathLst>
                <a:path extrusionOk="0" h="63780" w="411652">
                  <a:moveTo>
                    <a:pt x="0" y="0"/>
                  </a:moveTo>
                  <a:lnTo>
                    <a:pt x="411652" y="0"/>
                  </a:lnTo>
                  <a:lnTo>
                    <a:pt x="411652" y="63780"/>
                  </a:lnTo>
                  <a:lnTo>
                    <a:pt x="0" y="63780"/>
                  </a:lnTo>
                  <a:lnTo>
                    <a:pt x="0" y="51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3" name="Google Shape;293;p21"/>
            <p:cNvSpPr/>
            <p:nvPr/>
          </p:nvSpPr>
          <p:spPr>
            <a:xfrm>
              <a:off x="761026" y="1547157"/>
              <a:ext cx="4336556" cy="2865813"/>
            </a:xfrm>
            <a:custGeom>
              <a:rect b="b" l="l" r="r" t="t"/>
              <a:pathLst>
                <a:path extrusionOk="0" h="2865813" w="4336556">
                  <a:moveTo>
                    <a:pt x="1917282" y="67749"/>
                  </a:moveTo>
                  <a:cubicBezTo>
                    <a:pt x="1917282" y="67749"/>
                    <a:pt x="1917282" y="67749"/>
                    <a:pt x="3438688" y="67749"/>
                  </a:cubicBezTo>
                  <a:lnTo>
                    <a:pt x="3582373" y="67749"/>
                  </a:lnTo>
                  <a:lnTo>
                    <a:pt x="3593449" y="67749"/>
                  </a:lnTo>
                  <a:cubicBezTo>
                    <a:pt x="3665687" y="67749"/>
                    <a:pt x="3748626" y="67749"/>
                    <a:pt x="3843853" y="67749"/>
                  </a:cubicBezTo>
                  <a:lnTo>
                    <a:pt x="3858153" y="67749"/>
                  </a:lnTo>
                  <a:lnTo>
                    <a:pt x="3858153" y="479889"/>
                  </a:lnTo>
                  <a:lnTo>
                    <a:pt x="3849625" y="479889"/>
                  </a:lnTo>
                  <a:cubicBezTo>
                    <a:pt x="3805926" y="479889"/>
                    <a:pt x="3734134" y="479889"/>
                    <a:pt x="3616190" y="479889"/>
                  </a:cubicBezTo>
                  <a:lnTo>
                    <a:pt x="3582373" y="479889"/>
                  </a:lnTo>
                  <a:lnTo>
                    <a:pt x="3557105" y="479889"/>
                  </a:lnTo>
                  <a:cubicBezTo>
                    <a:pt x="3158229" y="479889"/>
                    <a:pt x="2626394" y="479889"/>
                    <a:pt x="1917282" y="479889"/>
                  </a:cubicBezTo>
                  <a:cubicBezTo>
                    <a:pt x="1082701" y="479889"/>
                    <a:pt x="411652" y="1157379"/>
                    <a:pt x="411652" y="1987304"/>
                  </a:cubicBezTo>
                  <a:cubicBezTo>
                    <a:pt x="411652" y="1987304"/>
                    <a:pt x="411652" y="1987304"/>
                    <a:pt x="411652" y="2850355"/>
                  </a:cubicBezTo>
                  <a:lnTo>
                    <a:pt x="411652" y="2865813"/>
                  </a:lnTo>
                  <a:lnTo>
                    <a:pt x="0" y="2865813"/>
                  </a:lnTo>
                  <a:lnTo>
                    <a:pt x="0" y="2829093"/>
                  </a:lnTo>
                  <a:cubicBezTo>
                    <a:pt x="0" y="2614263"/>
                    <a:pt x="0" y="2339281"/>
                    <a:pt x="0" y="1987304"/>
                  </a:cubicBezTo>
                  <a:cubicBezTo>
                    <a:pt x="0" y="931549"/>
                    <a:pt x="857138" y="67749"/>
                    <a:pt x="1917282" y="67749"/>
                  </a:cubicBezTo>
                  <a:close/>
                  <a:moveTo>
                    <a:pt x="4065881" y="0"/>
                  </a:moveTo>
                  <a:cubicBezTo>
                    <a:pt x="4065881" y="0"/>
                    <a:pt x="4065881" y="0"/>
                    <a:pt x="4336556" y="270996"/>
                  </a:cubicBezTo>
                  <a:cubicBezTo>
                    <a:pt x="4336556" y="270996"/>
                    <a:pt x="4336556" y="270996"/>
                    <a:pt x="4065881" y="547638"/>
                  </a:cubicBezTo>
                  <a:cubicBezTo>
                    <a:pt x="4065881" y="547638"/>
                    <a:pt x="4065881" y="547638"/>
                    <a:pt x="4065881" y="479889"/>
                  </a:cubicBezTo>
                  <a:cubicBezTo>
                    <a:pt x="4065881" y="479889"/>
                    <a:pt x="4065881" y="479889"/>
                    <a:pt x="3916303" y="479889"/>
                  </a:cubicBezTo>
                  <a:lnTo>
                    <a:pt x="3858154" y="479889"/>
                  </a:lnTo>
                  <a:lnTo>
                    <a:pt x="3858154" y="67749"/>
                  </a:lnTo>
                  <a:lnTo>
                    <a:pt x="4065881" y="677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4" name="Google Shape;294;p21"/>
          <p:cNvGrpSpPr/>
          <p:nvPr/>
        </p:nvGrpSpPr>
        <p:grpSpPr>
          <a:xfrm>
            <a:off x="1132325" y="1918455"/>
            <a:ext cx="3965258" cy="3225043"/>
            <a:chOff x="1132325" y="1918455"/>
            <a:chExt cx="3965258" cy="3225043"/>
          </a:xfrm>
        </p:grpSpPr>
        <p:sp>
          <p:nvSpPr>
            <p:cNvPr id="295" name="Google Shape;295;p21"/>
            <p:cNvSpPr/>
            <p:nvPr/>
          </p:nvSpPr>
          <p:spPr>
            <a:xfrm>
              <a:off x="1132325" y="1918455"/>
              <a:ext cx="3965258" cy="2494515"/>
            </a:xfrm>
            <a:custGeom>
              <a:rect b="b" l="l" r="r" t="t"/>
              <a:pathLst>
                <a:path extrusionOk="0" h="2494515" w="3965258">
                  <a:moveTo>
                    <a:pt x="3688875" y="0"/>
                  </a:moveTo>
                  <a:cubicBezTo>
                    <a:pt x="3688875" y="0"/>
                    <a:pt x="3688875" y="0"/>
                    <a:pt x="3965258" y="271107"/>
                  </a:cubicBezTo>
                  <a:cubicBezTo>
                    <a:pt x="3965258" y="271107"/>
                    <a:pt x="3965258" y="271107"/>
                    <a:pt x="3688875" y="547862"/>
                  </a:cubicBezTo>
                  <a:cubicBezTo>
                    <a:pt x="3688875" y="547862"/>
                    <a:pt x="3688875" y="547862"/>
                    <a:pt x="3688875" y="480086"/>
                  </a:cubicBezTo>
                  <a:cubicBezTo>
                    <a:pt x="3688875" y="480086"/>
                    <a:pt x="3688875" y="480086"/>
                    <a:pt x="1545492" y="480086"/>
                  </a:cubicBezTo>
                  <a:cubicBezTo>
                    <a:pt x="919398" y="480086"/>
                    <a:pt x="411755" y="988411"/>
                    <a:pt x="411755" y="1615347"/>
                  </a:cubicBezTo>
                  <a:cubicBezTo>
                    <a:pt x="411755" y="1615347"/>
                    <a:pt x="411755" y="1615347"/>
                    <a:pt x="411755" y="2478752"/>
                  </a:cubicBezTo>
                  <a:lnTo>
                    <a:pt x="411755" y="2494515"/>
                  </a:lnTo>
                  <a:lnTo>
                    <a:pt x="0" y="2494515"/>
                  </a:lnTo>
                  <a:lnTo>
                    <a:pt x="0" y="2457481"/>
                  </a:lnTo>
                  <a:cubicBezTo>
                    <a:pt x="0" y="2242563"/>
                    <a:pt x="0" y="1967468"/>
                    <a:pt x="0" y="1615347"/>
                  </a:cubicBezTo>
                  <a:cubicBezTo>
                    <a:pt x="0" y="762489"/>
                    <a:pt x="693779" y="67777"/>
                    <a:pt x="1545492" y="67777"/>
                  </a:cubicBezTo>
                  <a:cubicBezTo>
                    <a:pt x="1545492" y="67777"/>
                    <a:pt x="1545492" y="67777"/>
                    <a:pt x="3688875" y="67777"/>
                  </a:cubicBezTo>
                  <a:lnTo>
                    <a:pt x="368887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6" name="Google Shape;296;p21"/>
            <p:cNvSpPr/>
            <p:nvPr/>
          </p:nvSpPr>
          <p:spPr>
            <a:xfrm>
              <a:off x="1132326" y="4412970"/>
              <a:ext cx="411755" cy="730528"/>
            </a:xfrm>
            <a:custGeom>
              <a:rect b="b" l="l" r="r" t="t"/>
              <a:pathLst>
                <a:path extrusionOk="0" h="63780" w="411755">
                  <a:moveTo>
                    <a:pt x="0" y="0"/>
                  </a:moveTo>
                  <a:lnTo>
                    <a:pt x="411755" y="0"/>
                  </a:lnTo>
                  <a:lnTo>
                    <a:pt x="411755" y="63780"/>
                  </a:lnTo>
                  <a:lnTo>
                    <a:pt x="0" y="63780"/>
                  </a:lnTo>
                  <a:lnTo>
                    <a:pt x="0" y="514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7" name="Google Shape;297;p21"/>
          <p:cNvGrpSpPr/>
          <p:nvPr/>
        </p:nvGrpSpPr>
        <p:grpSpPr>
          <a:xfrm>
            <a:off x="1506001" y="2292131"/>
            <a:ext cx="3591583" cy="2851365"/>
            <a:chOff x="1506001" y="2292131"/>
            <a:chExt cx="3591583" cy="2851365"/>
          </a:xfrm>
        </p:grpSpPr>
        <p:sp>
          <p:nvSpPr>
            <p:cNvPr id="298" name="Google Shape;298;p21"/>
            <p:cNvSpPr/>
            <p:nvPr/>
          </p:nvSpPr>
          <p:spPr>
            <a:xfrm>
              <a:off x="1506001" y="4412969"/>
              <a:ext cx="411800" cy="730527"/>
            </a:xfrm>
            <a:custGeom>
              <a:rect b="b" l="l" r="r" t="t"/>
              <a:pathLst>
                <a:path extrusionOk="0" h="63780" w="411800">
                  <a:moveTo>
                    <a:pt x="0" y="0"/>
                  </a:moveTo>
                  <a:lnTo>
                    <a:pt x="411800" y="0"/>
                  </a:lnTo>
                  <a:lnTo>
                    <a:pt x="411800" y="63780"/>
                  </a:lnTo>
                  <a:lnTo>
                    <a:pt x="0" y="63780"/>
                  </a:lnTo>
                  <a:lnTo>
                    <a:pt x="0" y="51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9" name="Google Shape;299;p21"/>
            <p:cNvSpPr/>
            <p:nvPr/>
          </p:nvSpPr>
          <p:spPr>
            <a:xfrm>
              <a:off x="1506001" y="2359886"/>
              <a:ext cx="2684999" cy="2053084"/>
            </a:xfrm>
            <a:custGeom>
              <a:rect b="b" l="l" r="r" t="t"/>
              <a:pathLst>
                <a:path extrusionOk="0" h="2053084" w="2684999">
                  <a:moveTo>
                    <a:pt x="1173348" y="0"/>
                  </a:moveTo>
                  <a:cubicBezTo>
                    <a:pt x="1173348" y="0"/>
                    <a:pt x="1173348" y="0"/>
                    <a:pt x="2640560" y="0"/>
                  </a:cubicBezTo>
                  <a:lnTo>
                    <a:pt x="2684999" y="0"/>
                  </a:lnTo>
                  <a:lnTo>
                    <a:pt x="2684999" y="412178"/>
                  </a:lnTo>
                  <a:lnTo>
                    <a:pt x="2585473" y="412178"/>
                  </a:lnTo>
                  <a:cubicBezTo>
                    <a:pt x="2241983" y="412178"/>
                    <a:pt x="1783997" y="412178"/>
                    <a:pt x="1173348" y="412178"/>
                  </a:cubicBezTo>
                  <a:cubicBezTo>
                    <a:pt x="750266" y="412178"/>
                    <a:pt x="411800" y="750955"/>
                    <a:pt x="411800" y="1174425"/>
                  </a:cubicBezTo>
                  <a:cubicBezTo>
                    <a:pt x="411800" y="1174425"/>
                    <a:pt x="411800" y="1174425"/>
                    <a:pt x="411800" y="2037556"/>
                  </a:cubicBezTo>
                  <a:lnTo>
                    <a:pt x="411800" y="2053084"/>
                  </a:lnTo>
                  <a:lnTo>
                    <a:pt x="0" y="2053084"/>
                  </a:lnTo>
                  <a:lnTo>
                    <a:pt x="0" y="2016292"/>
                  </a:lnTo>
                  <a:cubicBezTo>
                    <a:pt x="0" y="1801442"/>
                    <a:pt x="0" y="1526435"/>
                    <a:pt x="0" y="1174425"/>
                  </a:cubicBezTo>
                  <a:cubicBezTo>
                    <a:pt x="0" y="525104"/>
                    <a:pt x="524622" y="0"/>
                    <a:pt x="11733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0" name="Google Shape;300;p21"/>
            <p:cNvSpPr/>
            <p:nvPr/>
          </p:nvSpPr>
          <p:spPr>
            <a:xfrm>
              <a:off x="3972068" y="2292131"/>
              <a:ext cx="1125516" cy="547689"/>
            </a:xfrm>
            <a:custGeom>
              <a:rect b="b" l="l" r="r" t="t"/>
              <a:pathLst>
                <a:path extrusionOk="0" h="547689" w="1125516">
                  <a:moveTo>
                    <a:pt x="854744" y="0"/>
                  </a:moveTo>
                  <a:cubicBezTo>
                    <a:pt x="854744" y="0"/>
                    <a:pt x="854744" y="0"/>
                    <a:pt x="1125516" y="271021"/>
                  </a:cubicBezTo>
                  <a:cubicBezTo>
                    <a:pt x="1125516" y="271021"/>
                    <a:pt x="1125516" y="271021"/>
                    <a:pt x="854744" y="547689"/>
                  </a:cubicBezTo>
                  <a:cubicBezTo>
                    <a:pt x="854744" y="547689"/>
                    <a:pt x="854744" y="547689"/>
                    <a:pt x="854744" y="479933"/>
                  </a:cubicBezTo>
                  <a:cubicBezTo>
                    <a:pt x="854744" y="479933"/>
                    <a:pt x="854744" y="479933"/>
                    <a:pt x="61020" y="479933"/>
                  </a:cubicBezTo>
                  <a:lnTo>
                    <a:pt x="0" y="479933"/>
                  </a:lnTo>
                  <a:lnTo>
                    <a:pt x="0" y="67755"/>
                  </a:lnTo>
                  <a:lnTo>
                    <a:pt x="48497" y="67755"/>
                  </a:lnTo>
                  <a:cubicBezTo>
                    <a:pt x="282261" y="67755"/>
                    <a:pt x="549420" y="67755"/>
                    <a:pt x="854744" y="67755"/>
                  </a:cubicBezTo>
                  <a:lnTo>
                    <a:pt x="85474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01" name="Google Shape;301;p21"/>
          <p:cNvSpPr/>
          <p:nvPr/>
        </p:nvSpPr>
        <p:spPr>
          <a:xfrm>
            <a:off x="1877298" y="4412969"/>
            <a:ext cx="406104" cy="730528"/>
          </a:xfrm>
          <a:custGeom>
            <a:rect b="b" l="l" r="r" t="t"/>
            <a:pathLst>
              <a:path extrusionOk="0" h="63780" w="406104">
                <a:moveTo>
                  <a:pt x="0" y="0"/>
                </a:moveTo>
                <a:lnTo>
                  <a:pt x="406104" y="0"/>
                </a:lnTo>
                <a:lnTo>
                  <a:pt x="406104" y="63780"/>
                </a:lnTo>
                <a:lnTo>
                  <a:pt x="0" y="63780"/>
                </a:lnTo>
                <a:lnTo>
                  <a:pt x="0" y="512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02" name="Google Shape;302;p21"/>
          <p:cNvGrpSpPr/>
          <p:nvPr/>
        </p:nvGrpSpPr>
        <p:grpSpPr>
          <a:xfrm>
            <a:off x="1877298" y="2663427"/>
            <a:ext cx="3220285" cy="1749543"/>
            <a:chOff x="1877298" y="2663427"/>
            <a:chExt cx="3220285" cy="1749543"/>
          </a:xfrm>
        </p:grpSpPr>
        <p:sp>
          <p:nvSpPr>
            <p:cNvPr id="303" name="Google Shape;303;p21"/>
            <p:cNvSpPr/>
            <p:nvPr/>
          </p:nvSpPr>
          <p:spPr>
            <a:xfrm>
              <a:off x="4190999" y="2731220"/>
              <a:ext cx="459397" cy="412403"/>
            </a:xfrm>
            <a:custGeom>
              <a:rect b="b" l="l" r="r" t="t"/>
              <a:pathLst>
                <a:path extrusionOk="0" h="412403" w="76200">
                  <a:moveTo>
                    <a:pt x="0" y="0"/>
                  </a:moveTo>
                  <a:lnTo>
                    <a:pt x="76200" y="0"/>
                  </a:lnTo>
                  <a:lnTo>
                    <a:pt x="76200" y="412403"/>
                  </a:lnTo>
                  <a:lnTo>
                    <a:pt x="27036" y="412403"/>
                  </a:lnTo>
                  <a:lnTo>
                    <a:pt x="0" y="4124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4" name="Google Shape;304;p21"/>
            <p:cNvSpPr/>
            <p:nvPr/>
          </p:nvSpPr>
          <p:spPr>
            <a:xfrm>
              <a:off x="4650398" y="2663427"/>
              <a:ext cx="447185" cy="547989"/>
            </a:xfrm>
            <a:custGeom>
              <a:rect b="b" l="l" r="r" t="t"/>
              <a:pathLst>
                <a:path extrusionOk="0" h="547989" w="447185">
                  <a:moveTo>
                    <a:pt x="170809" y="0"/>
                  </a:moveTo>
                  <a:cubicBezTo>
                    <a:pt x="170809" y="0"/>
                    <a:pt x="170809" y="0"/>
                    <a:pt x="447185" y="271170"/>
                  </a:cubicBezTo>
                  <a:cubicBezTo>
                    <a:pt x="447185" y="271170"/>
                    <a:pt x="447185" y="271170"/>
                    <a:pt x="170809" y="547989"/>
                  </a:cubicBezTo>
                  <a:cubicBezTo>
                    <a:pt x="170809" y="547989"/>
                    <a:pt x="170809" y="547989"/>
                    <a:pt x="170809" y="480196"/>
                  </a:cubicBezTo>
                  <a:cubicBezTo>
                    <a:pt x="170809" y="480196"/>
                    <a:pt x="170809" y="480196"/>
                    <a:pt x="23444" y="480196"/>
                  </a:cubicBezTo>
                  <a:lnTo>
                    <a:pt x="0" y="480196"/>
                  </a:lnTo>
                  <a:lnTo>
                    <a:pt x="0" y="67793"/>
                  </a:lnTo>
                  <a:lnTo>
                    <a:pt x="10931" y="67793"/>
                  </a:lnTo>
                  <a:cubicBezTo>
                    <a:pt x="62541" y="67793"/>
                    <a:pt x="115816" y="67793"/>
                    <a:pt x="170809" y="67793"/>
                  </a:cubicBezTo>
                  <a:lnTo>
                    <a:pt x="1708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5" name="Google Shape;305;p21"/>
            <p:cNvSpPr/>
            <p:nvPr/>
          </p:nvSpPr>
          <p:spPr>
            <a:xfrm>
              <a:off x="1877298" y="2731220"/>
              <a:ext cx="2313702" cy="1681750"/>
            </a:xfrm>
            <a:custGeom>
              <a:rect b="b" l="l" r="r" t="t"/>
              <a:pathLst>
                <a:path extrusionOk="0" h="1681750" w="2313702">
                  <a:moveTo>
                    <a:pt x="800927" y="0"/>
                  </a:moveTo>
                  <a:cubicBezTo>
                    <a:pt x="800927" y="0"/>
                    <a:pt x="800927" y="0"/>
                    <a:pt x="2250944" y="0"/>
                  </a:cubicBezTo>
                  <a:lnTo>
                    <a:pt x="2313702" y="0"/>
                  </a:lnTo>
                  <a:lnTo>
                    <a:pt x="2313702" y="412403"/>
                  </a:lnTo>
                  <a:lnTo>
                    <a:pt x="2247507" y="412403"/>
                  </a:lnTo>
                  <a:cubicBezTo>
                    <a:pt x="2003904" y="412403"/>
                    <a:pt x="1570832" y="412403"/>
                    <a:pt x="800927" y="412403"/>
                  </a:cubicBezTo>
                  <a:cubicBezTo>
                    <a:pt x="586595" y="412403"/>
                    <a:pt x="406104" y="587534"/>
                    <a:pt x="406104" y="802210"/>
                  </a:cubicBezTo>
                  <a:cubicBezTo>
                    <a:pt x="406104" y="802210"/>
                    <a:pt x="406104" y="802210"/>
                    <a:pt x="406104" y="1665814"/>
                  </a:cubicBezTo>
                  <a:lnTo>
                    <a:pt x="406104" y="1681750"/>
                  </a:lnTo>
                  <a:lnTo>
                    <a:pt x="0" y="1681750"/>
                  </a:lnTo>
                  <a:lnTo>
                    <a:pt x="0" y="1644538"/>
                  </a:lnTo>
                  <a:cubicBezTo>
                    <a:pt x="0" y="1429571"/>
                    <a:pt x="0" y="1154412"/>
                    <a:pt x="0" y="802210"/>
                  </a:cubicBezTo>
                  <a:cubicBezTo>
                    <a:pt x="0" y="361559"/>
                    <a:pt x="360981" y="0"/>
                    <a:pt x="8009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6" name="Google Shape;306;p21"/>
          <p:cNvGrpSpPr/>
          <p:nvPr/>
        </p:nvGrpSpPr>
        <p:grpSpPr>
          <a:xfrm>
            <a:off x="1544401" y="4765960"/>
            <a:ext cx="329455" cy="330331"/>
            <a:chOff x="4018308" y="1757094"/>
            <a:chExt cx="581638" cy="583192"/>
          </a:xfrm>
        </p:grpSpPr>
        <p:sp>
          <p:nvSpPr>
            <p:cNvPr id="307" name="Google Shape;307;p21"/>
            <p:cNvSpPr/>
            <p:nvPr/>
          </p:nvSpPr>
          <p:spPr>
            <a:xfrm>
              <a:off x="4018308" y="1757094"/>
              <a:ext cx="581638" cy="583192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4084278" y="1823239"/>
              <a:ext cx="449703" cy="450904"/>
            </a:xfrm>
            <a:prstGeom prst="ellipse">
              <a:avLst/>
            </a:prstGeom>
            <a:gradFill>
              <a:gsLst>
                <a:gs pos="0">
                  <a:srgbClr val="3F3F3F">
                    <a:alpha val="20000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/>
            </a:p>
          </p:txBody>
        </p:sp>
      </p:grpSp>
      <p:grpSp>
        <p:nvGrpSpPr>
          <p:cNvPr id="309" name="Google Shape;309;p21"/>
          <p:cNvGrpSpPr/>
          <p:nvPr/>
        </p:nvGrpSpPr>
        <p:grpSpPr>
          <a:xfrm>
            <a:off x="1922052" y="4765960"/>
            <a:ext cx="329455" cy="330331"/>
            <a:chOff x="4542811" y="1233835"/>
            <a:chExt cx="581638" cy="583192"/>
          </a:xfrm>
        </p:grpSpPr>
        <p:sp>
          <p:nvSpPr>
            <p:cNvPr id="310" name="Google Shape;310;p21"/>
            <p:cNvSpPr/>
            <p:nvPr/>
          </p:nvSpPr>
          <p:spPr>
            <a:xfrm>
              <a:off x="4542811" y="1233835"/>
              <a:ext cx="581638" cy="583192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1" name="Google Shape;311;p21"/>
            <p:cNvSpPr/>
            <p:nvPr/>
          </p:nvSpPr>
          <p:spPr>
            <a:xfrm>
              <a:off x="4608781" y="1299980"/>
              <a:ext cx="449703" cy="450904"/>
            </a:xfrm>
            <a:prstGeom prst="ellipse">
              <a:avLst/>
            </a:prstGeom>
            <a:gradFill>
              <a:gsLst>
                <a:gs pos="0">
                  <a:srgbClr val="3F3F3F">
                    <a:alpha val="20000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/>
            </a:p>
          </p:txBody>
        </p:sp>
      </p:grpSp>
      <p:grpSp>
        <p:nvGrpSpPr>
          <p:cNvPr id="312" name="Google Shape;312;p21"/>
          <p:cNvGrpSpPr/>
          <p:nvPr/>
        </p:nvGrpSpPr>
        <p:grpSpPr>
          <a:xfrm>
            <a:off x="1166750" y="4766401"/>
            <a:ext cx="329455" cy="329450"/>
            <a:chOff x="4542811" y="2281750"/>
            <a:chExt cx="581638" cy="581635"/>
          </a:xfrm>
        </p:grpSpPr>
        <p:sp>
          <p:nvSpPr>
            <p:cNvPr id="313" name="Google Shape;313;p21"/>
            <p:cNvSpPr/>
            <p:nvPr/>
          </p:nvSpPr>
          <p:spPr>
            <a:xfrm>
              <a:off x="4542811" y="2281750"/>
              <a:ext cx="581638" cy="581635"/>
            </a:xfrm>
            <a:prstGeom prst="ellipse">
              <a:avLst/>
            </a:prstGeom>
            <a:solidFill>
              <a:schemeClr val="accent3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4" name="Google Shape;314;p21"/>
            <p:cNvSpPr/>
            <p:nvPr/>
          </p:nvSpPr>
          <p:spPr>
            <a:xfrm>
              <a:off x="4608781" y="2347723"/>
              <a:ext cx="449703" cy="449700"/>
            </a:xfrm>
            <a:prstGeom prst="ellipse">
              <a:avLst/>
            </a:prstGeom>
            <a:gradFill>
              <a:gsLst>
                <a:gs pos="0">
                  <a:srgbClr val="3F3F3F">
                    <a:alpha val="20000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/>
            </a:p>
          </p:txBody>
        </p:sp>
      </p:grpSp>
      <p:grpSp>
        <p:nvGrpSpPr>
          <p:cNvPr id="315" name="Google Shape;315;p21"/>
          <p:cNvGrpSpPr/>
          <p:nvPr/>
        </p:nvGrpSpPr>
        <p:grpSpPr>
          <a:xfrm>
            <a:off x="789099" y="4766401"/>
            <a:ext cx="329455" cy="329450"/>
            <a:chOff x="4542811" y="2281750"/>
            <a:chExt cx="581638" cy="581635"/>
          </a:xfrm>
        </p:grpSpPr>
        <p:sp>
          <p:nvSpPr>
            <p:cNvPr id="316" name="Google Shape;316;p21"/>
            <p:cNvSpPr/>
            <p:nvPr/>
          </p:nvSpPr>
          <p:spPr>
            <a:xfrm>
              <a:off x="4542811" y="2281750"/>
              <a:ext cx="581638" cy="581635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7" name="Google Shape;317;p21"/>
            <p:cNvSpPr/>
            <p:nvPr/>
          </p:nvSpPr>
          <p:spPr>
            <a:xfrm>
              <a:off x="4608781" y="2347723"/>
              <a:ext cx="449703" cy="449700"/>
            </a:xfrm>
            <a:prstGeom prst="ellipse">
              <a:avLst/>
            </a:prstGeom>
            <a:gradFill>
              <a:gsLst>
                <a:gs pos="0">
                  <a:srgbClr val="3F3F3F">
                    <a:alpha val="20000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/>
            </a:p>
          </p:txBody>
        </p:sp>
      </p:grpSp>
      <p:grpSp>
        <p:nvGrpSpPr>
          <p:cNvPr id="318" name="Google Shape;318;p21"/>
          <p:cNvGrpSpPr/>
          <p:nvPr/>
        </p:nvGrpSpPr>
        <p:grpSpPr>
          <a:xfrm>
            <a:off x="411448" y="4766401"/>
            <a:ext cx="329455" cy="329450"/>
            <a:chOff x="4542811" y="2281750"/>
            <a:chExt cx="581638" cy="581635"/>
          </a:xfrm>
        </p:grpSpPr>
        <p:sp>
          <p:nvSpPr>
            <p:cNvPr id="319" name="Google Shape;319;p21"/>
            <p:cNvSpPr/>
            <p:nvPr/>
          </p:nvSpPr>
          <p:spPr>
            <a:xfrm>
              <a:off x="4542811" y="2281750"/>
              <a:ext cx="581638" cy="581635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0" name="Google Shape;320;p21"/>
            <p:cNvSpPr/>
            <p:nvPr/>
          </p:nvSpPr>
          <p:spPr>
            <a:xfrm>
              <a:off x="4608781" y="2347723"/>
              <a:ext cx="449703" cy="449700"/>
            </a:xfrm>
            <a:prstGeom prst="ellipse">
              <a:avLst/>
            </a:prstGeom>
            <a:gradFill>
              <a:gsLst>
                <a:gs pos="0">
                  <a:srgbClr val="3F3F3F">
                    <a:alpha val="20000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/>
            </a:p>
          </p:txBody>
        </p:sp>
      </p:grpSp>
      <p:sp>
        <p:nvSpPr>
          <p:cNvPr id="321" name="Google Shape;321;p21"/>
          <p:cNvSpPr/>
          <p:nvPr/>
        </p:nvSpPr>
        <p:spPr>
          <a:xfrm rot="-5400000">
            <a:off x="-242275" y="3756566"/>
            <a:ext cx="1636899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Strategic Alliances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21"/>
          <p:cNvSpPr/>
          <p:nvPr/>
        </p:nvSpPr>
        <p:spPr>
          <a:xfrm rot="-5400000">
            <a:off x="135376" y="3756566"/>
            <a:ext cx="1636899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Diversification</a:t>
            </a:r>
            <a:endParaRPr/>
          </a:p>
        </p:txBody>
      </p:sp>
      <p:sp>
        <p:nvSpPr>
          <p:cNvPr id="323" name="Google Shape;323;p21"/>
          <p:cNvSpPr/>
          <p:nvPr/>
        </p:nvSpPr>
        <p:spPr>
          <a:xfrm rot="-5400000">
            <a:off x="513028" y="3756567"/>
            <a:ext cx="1636897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Product Development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21"/>
          <p:cNvSpPr/>
          <p:nvPr/>
        </p:nvSpPr>
        <p:spPr>
          <a:xfrm rot="-5400000">
            <a:off x="890679" y="3756567"/>
            <a:ext cx="1636897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Market Development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21"/>
          <p:cNvSpPr/>
          <p:nvPr/>
        </p:nvSpPr>
        <p:spPr>
          <a:xfrm rot="-5400000">
            <a:off x="1268331" y="3756567"/>
            <a:ext cx="1636896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Market Penetration</a:t>
            </a:r>
            <a:endParaRPr/>
          </a:p>
        </p:txBody>
      </p:sp>
      <p:sp>
        <p:nvSpPr>
          <p:cNvPr id="326" name="Google Shape;326;p21"/>
          <p:cNvSpPr/>
          <p:nvPr/>
        </p:nvSpPr>
        <p:spPr>
          <a:xfrm>
            <a:off x="3511027" y="2861174"/>
            <a:ext cx="536539" cy="16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5%</a:t>
            </a:r>
            <a:endParaRPr/>
          </a:p>
        </p:txBody>
      </p:sp>
      <p:sp>
        <p:nvSpPr>
          <p:cNvPr id="327" name="Google Shape;327;p21"/>
          <p:cNvSpPr/>
          <p:nvPr/>
        </p:nvSpPr>
        <p:spPr>
          <a:xfrm>
            <a:off x="3511027" y="2460056"/>
            <a:ext cx="536539" cy="16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20%</a:t>
            </a:r>
            <a:endParaRPr/>
          </a:p>
        </p:txBody>
      </p:sp>
      <p:sp>
        <p:nvSpPr>
          <p:cNvPr id="328" name="Google Shape;328;p21"/>
          <p:cNvSpPr/>
          <p:nvPr/>
        </p:nvSpPr>
        <p:spPr>
          <a:xfrm>
            <a:off x="3511027" y="2077595"/>
            <a:ext cx="536539" cy="16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50%</a:t>
            </a:r>
            <a:endParaRPr/>
          </a:p>
        </p:txBody>
      </p:sp>
      <p:sp>
        <p:nvSpPr>
          <p:cNvPr id="329" name="Google Shape;329;p21"/>
          <p:cNvSpPr/>
          <p:nvPr/>
        </p:nvSpPr>
        <p:spPr>
          <a:xfrm>
            <a:off x="3511027" y="1714406"/>
            <a:ext cx="536539" cy="16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60%</a:t>
            </a:r>
            <a:endParaRPr/>
          </a:p>
        </p:txBody>
      </p:sp>
      <p:sp>
        <p:nvSpPr>
          <p:cNvPr id="330" name="Google Shape;330;p21"/>
          <p:cNvSpPr/>
          <p:nvPr/>
        </p:nvSpPr>
        <p:spPr>
          <a:xfrm>
            <a:off x="3511027" y="1343109"/>
            <a:ext cx="536539" cy="16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90%</a:t>
            </a:r>
            <a:endParaRPr/>
          </a:p>
        </p:txBody>
      </p:sp>
      <p:sp>
        <p:nvSpPr>
          <p:cNvPr id="331" name="Google Shape;331;p21"/>
          <p:cNvSpPr/>
          <p:nvPr/>
        </p:nvSpPr>
        <p:spPr>
          <a:xfrm flipH="1">
            <a:off x="5612357" y="1883805"/>
            <a:ext cx="3144290" cy="355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Expand into new markets with new products, either related or entirely different.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5612357" y="1113680"/>
            <a:ext cx="3144293" cy="355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Partner with other companies to share resources, enter new markets, or gain new capabilities.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21"/>
          <p:cNvSpPr/>
          <p:nvPr/>
        </p:nvSpPr>
        <p:spPr>
          <a:xfrm flipH="1">
            <a:off x="5612357" y="4194183"/>
            <a:ext cx="3144290" cy="355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Increase market share by selling more existing products to current customers.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5612357" y="2653930"/>
            <a:ext cx="3144293" cy="355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Innovate or enhance products to meet customer needs in the same market.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5201525" y="1164364"/>
            <a:ext cx="278800" cy="253856"/>
          </a:xfrm>
          <a:custGeom>
            <a:rect b="b" l="l" r="r" t="t"/>
            <a:pathLst>
              <a:path extrusionOk="0" h="345352" w="379288">
                <a:moveTo>
                  <a:pt x="149538" y="46275"/>
                </a:moveTo>
                <a:cubicBezTo>
                  <a:pt x="166072" y="46257"/>
                  <a:pt x="182493" y="48986"/>
                  <a:pt x="198131" y="54350"/>
                </a:cubicBezTo>
                <a:cubicBezTo>
                  <a:pt x="202471" y="55841"/>
                  <a:pt x="204780" y="60568"/>
                  <a:pt x="203288" y="64908"/>
                </a:cubicBezTo>
                <a:cubicBezTo>
                  <a:pt x="201797" y="69248"/>
                  <a:pt x="197071" y="71556"/>
                  <a:pt x="192731" y="70065"/>
                </a:cubicBezTo>
                <a:cubicBezTo>
                  <a:pt x="178828" y="65297"/>
                  <a:pt x="164229" y="62873"/>
                  <a:pt x="149531" y="62890"/>
                </a:cubicBezTo>
                <a:cubicBezTo>
                  <a:pt x="76236" y="62890"/>
                  <a:pt x="16608" y="122520"/>
                  <a:pt x="16608" y="195814"/>
                </a:cubicBezTo>
                <a:cubicBezTo>
                  <a:pt x="16608" y="269107"/>
                  <a:pt x="76236" y="328737"/>
                  <a:pt x="149531" y="328737"/>
                </a:cubicBezTo>
                <a:cubicBezTo>
                  <a:pt x="222826" y="328737"/>
                  <a:pt x="282454" y="269107"/>
                  <a:pt x="282454" y="195814"/>
                </a:cubicBezTo>
                <a:cubicBezTo>
                  <a:pt x="282457" y="186820"/>
                  <a:pt x="281553" y="177849"/>
                  <a:pt x="279757" y="169037"/>
                </a:cubicBezTo>
                <a:cubicBezTo>
                  <a:pt x="278839" y="164541"/>
                  <a:pt x="281739" y="160150"/>
                  <a:pt x="286235" y="159231"/>
                </a:cubicBezTo>
                <a:cubicBezTo>
                  <a:pt x="290732" y="158313"/>
                  <a:pt x="295122" y="161214"/>
                  <a:pt x="296040" y="165710"/>
                </a:cubicBezTo>
                <a:cubicBezTo>
                  <a:pt x="298059" y="175618"/>
                  <a:pt x="299075" y="185702"/>
                  <a:pt x="299074" y="195814"/>
                </a:cubicBezTo>
                <a:cubicBezTo>
                  <a:pt x="299077" y="278270"/>
                  <a:pt x="231994" y="345352"/>
                  <a:pt x="149538" y="345352"/>
                </a:cubicBezTo>
                <a:cubicBezTo>
                  <a:pt x="67083" y="345352"/>
                  <a:pt x="0" y="278270"/>
                  <a:pt x="0" y="195814"/>
                </a:cubicBezTo>
                <a:cubicBezTo>
                  <a:pt x="0" y="113357"/>
                  <a:pt x="67083" y="46275"/>
                  <a:pt x="149538" y="46275"/>
                </a:cubicBezTo>
                <a:close/>
                <a:moveTo>
                  <a:pt x="334370" y="0"/>
                </a:moveTo>
                <a:lnTo>
                  <a:pt x="370980" y="0"/>
                </a:lnTo>
                <a:cubicBezTo>
                  <a:pt x="375568" y="0"/>
                  <a:pt x="379288" y="3719"/>
                  <a:pt x="379288" y="8307"/>
                </a:cubicBezTo>
                <a:cubicBezTo>
                  <a:pt x="379288" y="10678"/>
                  <a:pt x="378276" y="12936"/>
                  <a:pt x="376505" y="14513"/>
                </a:cubicBezTo>
                <a:cubicBezTo>
                  <a:pt x="272540" y="107114"/>
                  <a:pt x="159481" y="304559"/>
                  <a:pt x="158351" y="306543"/>
                </a:cubicBezTo>
                <a:cubicBezTo>
                  <a:pt x="156883" y="309120"/>
                  <a:pt x="154152" y="310719"/>
                  <a:pt x="151187" y="310738"/>
                </a:cubicBezTo>
                <a:lnTo>
                  <a:pt x="151133" y="310739"/>
                </a:lnTo>
                <a:cubicBezTo>
                  <a:pt x="148186" y="310739"/>
                  <a:pt x="145459" y="309178"/>
                  <a:pt x="143968" y="306637"/>
                </a:cubicBezTo>
                <a:cubicBezTo>
                  <a:pt x="116364" y="259610"/>
                  <a:pt x="42772" y="159474"/>
                  <a:pt x="42033" y="158468"/>
                </a:cubicBezTo>
                <a:cubicBezTo>
                  <a:pt x="39589" y="155146"/>
                  <a:pt x="39952" y="150535"/>
                  <a:pt x="42886" y="147636"/>
                </a:cubicBezTo>
                <a:lnTo>
                  <a:pt x="65515" y="125273"/>
                </a:lnTo>
                <a:cubicBezTo>
                  <a:pt x="68367" y="122455"/>
                  <a:pt x="72825" y="122076"/>
                  <a:pt x="76112" y="124372"/>
                </a:cubicBezTo>
                <a:lnTo>
                  <a:pt x="149404" y="175547"/>
                </a:lnTo>
                <a:cubicBezTo>
                  <a:pt x="198447" y="112658"/>
                  <a:pt x="244003" y="69209"/>
                  <a:pt x="273974" y="43571"/>
                </a:cubicBezTo>
                <a:cubicBezTo>
                  <a:pt x="307717" y="14711"/>
                  <a:pt x="329196" y="1719"/>
                  <a:pt x="330095" y="1184"/>
                </a:cubicBezTo>
                <a:cubicBezTo>
                  <a:pt x="331386" y="409"/>
                  <a:pt x="332864" y="0"/>
                  <a:pt x="33437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5201525" y="2704616"/>
            <a:ext cx="278800" cy="253856"/>
          </a:xfrm>
          <a:custGeom>
            <a:rect b="b" l="l" r="r" t="t"/>
            <a:pathLst>
              <a:path extrusionOk="0" h="345352" w="379288">
                <a:moveTo>
                  <a:pt x="149538" y="46275"/>
                </a:moveTo>
                <a:cubicBezTo>
                  <a:pt x="166072" y="46257"/>
                  <a:pt x="182493" y="48986"/>
                  <a:pt x="198131" y="54350"/>
                </a:cubicBezTo>
                <a:cubicBezTo>
                  <a:pt x="202471" y="55841"/>
                  <a:pt x="204780" y="60568"/>
                  <a:pt x="203288" y="64908"/>
                </a:cubicBezTo>
                <a:cubicBezTo>
                  <a:pt x="201797" y="69248"/>
                  <a:pt x="197071" y="71556"/>
                  <a:pt x="192731" y="70065"/>
                </a:cubicBezTo>
                <a:cubicBezTo>
                  <a:pt x="178828" y="65297"/>
                  <a:pt x="164229" y="62873"/>
                  <a:pt x="149531" y="62890"/>
                </a:cubicBezTo>
                <a:cubicBezTo>
                  <a:pt x="76236" y="62890"/>
                  <a:pt x="16608" y="122520"/>
                  <a:pt x="16608" y="195814"/>
                </a:cubicBezTo>
                <a:cubicBezTo>
                  <a:pt x="16608" y="269107"/>
                  <a:pt x="76236" y="328737"/>
                  <a:pt x="149531" y="328737"/>
                </a:cubicBezTo>
                <a:cubicBezTo>
                  <a:pt x="222826" y="328737"/>
                  <a:pt x="282454" y="269107"/>
                  <a:pt x="282454" y="195814"/>
                </a:cubicBezTo>
                <a:cubicBezTo>
                  <a:pt x="282457" y="186820"/>
                  <a:pt x="281553" y="177849"/>
                  <a:pt x="279757" y="169037"/>
                </a:cubicBezTo>
                <a:cubicBezTo>
                  <a:pt x="278839" y="164541"/>
                  <a:pt x="281739" y="160150"/>
                  <a:pt x="286235" y="159231"/>
                </a:cubicBezTo>
                <a:cubicBezTo>
                  <a:pt x="290732" y="158313"/>
                  <a:pt x="295122" y="161214"/>
                  <a:pt x="296040" y="165710"/>
                </a:cubicBezTo>
                <a:cubicBezTo>
                  <a:pt x="298059" y="175618"/>
                  <a:pt x="299075" y="185702"/>
                  <a:pt x="299074" y="195814"/>
                </a:cubicBezTo>
                <a:cubicBezTo>
                  <a:pt x="299077" y="278270"/>
                  <a:pt x="231994" y="345352"/>
                  <a:pt x="149538" y="345352"/>
                </a:cubicBezTo>
                <a:cubicBezTo>
                  <a:pt x="67083" y="345352"/>
                  <a:pt x="0" y="278270"/>
                  <a:pt x="0" y="195814"/>
                </a:cubicBezTo>
                <a:cubicBezTo>
                  <a:pt x="0" y="113357"/>
                  <a:pt x="67083" y="46275"/>
                  <a:pt x="149538" y="46275"/>
                </a:cubicBezTo>
                <a:close/>
                <a:moveTo>
                  <a:pt x="334370" y="0"/>
                </a:moveTo>
                <a:lnTo>
                  <a:pt x="370980" y="0"/>
                </a:lnTo>
                <a:cubicBezTo>
                  <a:pt x="375568" y="0"/>
                  <a:pt x="379288" y="3719"/>
                  <a:pt x="379288" y="8307"/>
                </a:cubicBezTo>
                <a:cubicBezTo>
                  <a:pt x="379288" y="10678"/>
                  <a:pt x="378276" y="12936"/>
                  <a:pt x="376505" y="14513"/>
                </a:cubicBezTo>
                <a:cubicBezTo>
                  <a:pt x="272540" y="107114"/>
                  <a:pt x="159481" y="304559"/>
                  <a:pt x="158351" y="306543"/>
                </a:cubicBezTo>
                <a:cubicBezTo>
                  <a:pt x="156883" y="309120"/>
                  <a:pt x="154152" y="310719"/>
                  <a:pt x="151187" y="310738"/>
                </a:cubicBezTo>
                <a:lnTo>
                  <a:pt x="151133" y="310739"/>
                </a:lnTo>
                <a:cubicBezTo>
                  <a:pt x="148186" y="310739"/>
                  <a:pt x="145459" y="309178"/>
                  <a:pt x="143968" y="306637"/>
                </a:cubicBezTo>
                <a:cubicBezTo>
                  <a:pt x="116364" y="259610"/>
                  <a:pt x="42772" y="159474"/>
                  <a:pt x="42033" y="158468"/>
                </a:cubicBezTo>
                <a:cubicBezTo>
                  <a:pt x="39589" y="155146"/>
                  <a:pt x="39952" y="150535"/>
                  <a:pt x="42886" y="147636"/>
                </a:cubicBezTo>
                <a:lnTo>
                  <a:pt x="65515" y="125273"/>
                </a:lnTo>
                <a:cubicBezTo>
                  <a:pt x="68367" y="122455"/>
                  <a:pt x="72825" y="122076"/>
                  <a:pt x="76112" y="124372"/>
                </a:cubicBezTo>
                <a:lnTo>
                  <a:pt x="149404" y="175547"/>
                </a:lnTo>
                <a:cubicBezTo>
                  <a:pt x="198447" y="112658"/>
                  <a:pt x="244003" y="69209"/>
                  <a:pt x="273974" y="43571"/>
                </a:cubicBezTo>
                <a:cubicBezTo>
                  <a:pt x="307717" y="14711"/>
                  <a:pt x="329196" y="1719"/>
                  <a:pt x="330095" y="1184"/>
                </a:cubicBezTo>
                <a:cubicBezTo>
                  <a:pt x="331386" y="409"/>
                  <a:pt x="332864" y="0"/>
                  <a:pt x="3343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5201525" y="4244867"/>
            <a:ext cx="278800" cy="253856"/>
          </a:xfrm>
          <a:custGeom>
            <a:rect b="b" l="l" r="r" t="t"/>
            <a:pathLst>
              <a:path extrusionOk="0" h="345352" w="379288">
                <a:moveTo>
                  <a:pt x="149538" y="46275"/>
                </a:moveTo>
                <a:cubicBezTo>
                  <a:pt x="166072" y="46257"/>
                  <a:pt x="182493" y="48986"/>
                  <a:pt x="198131" y="54350"/>
                </a:cubicBezTo>
                <a:cubicBezTo>
                  <a:pt x="202471" y="55841"/>
                  <a:pt x="204780" y="60568"/>
                  <a:pt x="203288" y="64908"/>
                </a:cubicBezTo>
                <a:cubicBezTo>
                  <a:pt x="201797" y="69248"/>
                  <a:pt x="197071" y="71556"/>
                  <a:pt x="192731" y="70065"/>
                </a:cubicBezTo>
                <a:cubicBezTo>
                  <a:pt x="178828" y="65297"/>
                  <a:pt x="164229" y="62873"/>
                  <a:pt x="149531" y="62890"/>
                </a:cubicBezTo>
                <a:cubicBezTo>
                  <a:pt x="76236" y="62890"/>
                  <a:pt x="16608" y="122520"/>
                  <a:pt x="16608" y="195814"/>
                </a:cubicBezTo>
                <a:cubicBezTo>
                  <a:pt x="16608" y="269107"/>
                  <a:pt x="76236" y="328737"/>
                  <a:pt x="149531" y="328737"/>
                </a:cubicBezTo>
                <a:cubicBezTo>
                  <a:pt x="222826" y="328737"/>
                  <a:pt x="282454" y="269107"/>
                  <a:pt x="282454" y="195814"/>
                </a:cubicBezTo>
                <a:cubicBezTo>
                  <a:pt x="282457" y="186820"/>
                  <a:pt x="281553" y="177849"/>
                  <a:pt x="279757" y="169037"/>
                </a:cubicBezTo>
                <a:cubicBezTo>
                  <a:pt x="278839" y="164541"/>
                  <a:pt x="281739" y="160150"/>
                  <a:pt x="286235" y="159231"/>
                </a:cubicBezTo>
                <a:cubicBezTo>
                  <a:pt x="290732" y="158313"/>
                  <a:pt x="295122" y="161214"/>
                  <a:pt x="296040" y="165710"/>
                </a:cubicBezTo>
                <a:cubicBezTo>
                  <a:pt x="298059" y="175618"/>
                  <a:pt x="299075" y="185702"/>
                  <a:pt x="299074" y="195814"/>
                </a:cubicBezTo>
                <a:cubicBezTo>
                  <a:pt x="299077" y="278270"/>
                  <a:pt x="231994" y="345352"/>
                  <a:pt x="149538" y="345352"/>
                </a:cubicBezTo>
                <a:cubicBezTo>
                  <a:pt x="67083" y="345352"/>
                  <a:pt x="0" y="278270"/>
                  <a:pt x="0" y="195814"/>
                </a:cubicBezTo>
                <a:cubicBezTo>
                  <a:pt x="0" y="113357"/>
                  <a:pt x="67083" y="46275"/>
                  <a:pt x="149538" y="46275"/>
                </a:cubicBezTo>
                <a:close/>
                <a:moveTo>
                  <a:pt x="334370" y="0"/>
                </a:moveTo>
                <a:lnTo>
                  <a:pt x="370980" y="0"/>
                </a:lnTo>
                <a:cubicBezTo>
                  <a:pt x="375568" y="0"/>
                  <a:pt x="379288" y="3719"/>
                  <a:pt x="379288" y="8307"/>
                </a:cubicBezTo>
                <a:cubicBezTo>
                  <a:pt x="379288" y="10678"/>
                  <a:pt x="378276" y="12936"/>
                  <a:pt x="376505" y="14513"/>
                </a:cubicBezTo>
                <a:cubicBezTo>
                  <a:pt x="272540" y="107114"/>
                  <a:pt x="159481" y="304559"/>
                  <a:pt x="158351" y="306543"/>
                </a:cubicBezTo>
                <a:cubicBezTo>
                  <a:pt x="156883" y="309120"/>
                  <a:pt x="154152" y="310719"/>
                  <a:pt x="151187" y="310738"/>
                </a:cubicBezTo>
                <a:lnTo>
                  <a:pt x="151133" y="310739"/>
                </a:lnTo>
                <a:cubicBezTo>
                  <a:pt x="148186" y="310739"/>
                  <a:pt x="145459" y="309178"/>
                  <a:pt x="143968" y="306637"/>
                </a:cubicBezTo>
                <a:cubicBezTo>
                  <a:pt x="116364" y="259610"/>
                  <a:pt x="42772" y="159474"/>
                  <a:pt x="42033" y="158468"/>
                </a:cubicBezTo>
                <a:cubicBezTo>
                  <a:pt x="39589" y="155146"/>
                  <a:pt x="39952" y="150535"/>
                  <a:pt x="42886" y="147636"/>
                </a:cubicBezTo>
                <a:lnTo>
                  <a:pt x="65515" y="125273"/>
                </a:lnTo>
                <a:cubicBezTo>
                  <a:pt x="68367" y="122455"/>
                  <a:pt x="72825" y="122076"/>
                  <a:pt x="76112" y="124372"/>
                </a:cubicBezTo>
                <a:lnTo>
                  <a:pt x="149404" y="175547"/>
                </a:lnTo>
                <a:cubicBezTo>
                  <a:pt x="198447" y="112658"/>
                  <a:pt x="244003" y="69209"/>
                  <a:pt x="273974" y="43571"/>
                </a:cubicBezTo>
                <a:cubicBezTo>
                  <a:pt x="307717" y="14711"/>
                  <a:pt x="329196" y="1719"/>
                  <a:pt x="330095" y="1184"/>
                </a:cubicBezTo>
                <a:cubicBezTo>
                  <a:pt x="331386" y="409"/>
                  <a:pt x="332864" y="0"/>
                  <a:pt x="3343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8" name="Google Shape;338;p21"/>
          <p:cNvCxnSpPr/>
          <p:nvPr/>
        </p:nvCxnSpPr>
        <p:spPr>
          <a:xfrm>
            <a:off x="5612357" y="3986730"/>
            <a:ext cx="17454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21"/>
          <p:cNvCxnSpPr/>
          <p:nvPr/>
        </p:nvCxnSpPr>
        <p:spPr>
          <a:xfrm>
            <a:off x="5612357" y="2446480"/>
            <a:ext cx="17454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21"/>
          <p:cNvSpPr/>
          <p:nvPr/>
        </p:nvSpPr>
        <p:spPr>
          <a:xfrm>
            <a:off x="5201525" y="1934490"/>
            <a:ext cx="278800" cy="253856"/>
          </a:xfrm>
          <a:custGeom>
            <a:rect b="b" l="l" r="r" t="t"/>
            <a:pathLst>
              <a:path extrusionOk="0" h="345352" w="379288">
                <a:moveTo>
                  <a:pt x="149538" y="46275"/>
                </a:moveTo>
                <a:cubicBezTo>
                  <a:pt x="166072" y="46257"/>
                  <a:pt x="182493" y="48986"/>
                  <a:pt x="198131" y="54350"/>
                </a:cubicBezTo>
                <a:cubicBezTo>
                  <a:pt x="202471" y="55841"/>
                  <a:pt x="204780" y="60568"/>
                  <a:pt x="203288" y="64908"/>
                </a:cubicBezTo>
                <a:cubicBezTo>
                  <a:pt x="201797" y="69248"/>
                  <a:pt x="197071" y="71556"/>
                  <a:pt x="192731" y="70065"/>
                </a:cubicBezTo>
                <a:cubicBezTo>
                  <a:pt x="178828" y="65297"/>
                  <a:pt x="164229" y="62873"/>
                  <a:pt x="149531" y="62890"/>
                </a:cubicBezTo>
                <a:cubicBezTo>
                  <a:pt x="76236" y="62890"/>
                  <a:pt x="16608" y="122520"/>
                  <a:pt x="16608" y="195814"/>
                </a:cubicBezTo>
                <a:cubicBezTo>
                  <a:pt x="16608" y="269107"/>
                  <a:pt x="76236" y="328737"/>
                  <a:pt x="149531" y="328737"/>
                </a:cubicBezTo>
                <a:cubicBezTo>
                  <a:pt x="222826" y="328737"/>
                  <a:pt x="282454" y="269107"/>
                  <a:pt x="282454" y="195814"/>
                </a:cubicBezTo>
                <a:cubicBezTo>
                  <a:pt x="282457" y="186820"/>
                  <a:pt x="281553" y="177849"/>
                  <a:pt x="279757" y="169037"/>
                </a:cubicBezTo>
                <a:cubicBezTo>
                  <a:pt x="278839" y="164541"/>
                  <a:pt x="281739" y="160150"/>
                  <a:pt x="286235" y="159231"/>
                </a:cubicBezTo>
                <a:cubicBezTo>
                  <a:pt x="290732" y="158313"/>
                  <a:pt x="295122" y="161214"/>
                  <a:pt x="296040" y="165710"/>
                </a:cubicBezTo>
                <a:cubicBezTo>
                  <a:pt x="298059" y="175618"/>
                  <a:pt x="299075" y="185702"/>
                  <a:pt x="299074" y="195814"/>
                </a:cubicBezTo>
                <a:cubicBezTo>
                  <a:pt x="299077" y="278270"/>
                  <a:pt x="231994" y="345352"/>
                  <a:pt x="149538" y="345352"/>
                </a:cubicBezTo>
                <a:cubicBezTo>
                  <a:pt x="67083" y="345352"/>
                  <a:pt x="0" y="278270"/>
                  <a:pt x="0" y="195814"/>
                </a:cubicBezTo>
                <a:cubicBezTo>
                  <a:pt x="0" y="113357"/>
                  <a:pt x="67083" y="46275"/>
                  <a:pt x="149538" y="46275"/>
                </a:cubicBezTo>
                <a:close/>
                <a:moveTo>
                  <a:pt x="334370" y="0"/>
                </a:moveTo>
                <a:lnTo>
                  <a:pt x="370980" y="0"/>
                </a:lnTo>
                <a:cubicBezTo>
                  <a:pt x="375568" y="0"/>
                  <a:pt x="379288" y="3719"/>
                  <a:pt x="379288" y="8307"/>
                </a:cubicBezTo>
                <a:cubicBezTo>
                  <a:pt x="379288" y="10678"/>
                  <a:pt x="378276" y="12936"/>
                  <a:pt x="376505" y="14513"/>
                </a:cubicBezTo>
                <a:cubicBezTo>
                  <a:pt x="272540" y="107114"/>
                  <a:pt x="159481" y="304559"/>
                  <a:pt x="158351" y="306543"/>
                </a:cubicBezTo>
                <a:cubicBezTo>
                  <a:pt x="156883" y="309120"/>
                  <a:pt x="154152" y="310719"/>
                  <a:pt x="151187" y="310738"/>
                </a:cubicBezTo>
                <a:lnTo>
                  <a:pt x="151133" y="310739"/>
                </a:lnTo>
                <a:cubicBezTo>
                  <a:pt x="148186" y="310739"/>
                  <a:pt x="145459" y="309178"/>
                  <a:pt x="143968" y="306637"/>
                </a:cubicBezTo>
                <a:cubicBezTo>
                  <a:pt x="116364" y="259610"/>
                  <a:pt x="42772" y="159474"/>
                  <a:pt x="42033" y="158468"/>
                </a:cubicBezTo>
                <a:cubicBezTo>
                  <a:pt x="39589" y="155146"/>
                  <a:pt x="39952" y="150535"/>
                  <a:pt x="42886" y="147636"/>
                </a:cubicBezTo>
                <a:lnTo>
                  <a:pt x="65515" y="125273"/>
                </a:lnTo>
                <a:cubicBezTo>
                  <a:pt x="68367" y="122455"/>
                  <a:pt x="72825" y="122076"/>
                  <a:pt x="76112" y="124372"/>
                </a:cubicBezTo>
                <a:lnTo>
                  <a:pt x="149404" y="175547"/>
                </a:lnTo>
                <a:cubicBezTo>
                  <a:pt x="198447" y="112658"/>
                  <a:pt x="244003" y="69209"/>
                  <a:pt x="273974" y="43571"/>
                </a:cubicBezTo>
                <a:cubicBezTo>
                  <a:pt x="307717" y="14711"/>
                  <a:pt x="329196" y="1719"/>
                  <a:pt x="330095" y="1184"/>
                </a:cubicBezTo>
                <a:cubicBezTo>
                  <a:pt x="331386" y="409"/>
                  <a:pt x="332864" y="0"/>
                  <a:pt x="33437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1" name="Google Shape;341;p21"/>
          <p:cNvCxnSpPr/>
          <p:nvPr/>
        </p:nvCxnSpPr>
        <p:spPr>
          <a:xfrm>
            <a:off x="5612357" y="1676355"/>
            <a:ext cx="17454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21"/>
          <p:cNvSpPr/>
          <p:nvPr/>
        </p:nvSpPr>
        <p:spPr>
          <a:xfrm flipH="1">
            <a:off x="5612357" y="3424055"/>
            <a:ext cx="3144290" cy="355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Enter new markets with existing products to reach a broader audience.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3" name="Google Shape;343;p21"/>
          <p:cNvCxnSpPr/>
          <p:nvPr/>
        </p:nvCxnSpPr>
        <p:spPr>
          <a:xfrm>
            <a:off x="5612357" y="3216605"/>
            <a:ext cx="17454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21"/>
          <p:cNvSpPr/>
          <p:nvPr/>
        </p:nvSpPr>
        <p:spPr>
          <a:xfrm>
            <a:off x="5201525" y="3474742"/>
            <a:ext cx="278800" cy="253856"/>
          </a:xfrm>
          <a:custGeom>
            <a:rect b="b" l="l" r="r" t="t"/>
            <a:pathLst>
              <a:path extrusionOk="0" h="345352" w="379288">
                <a:moveTo>
                  <a:pt x="149538" y="46275"/>
                </a:moveTo>
                <a:cubicBezTo>
                  <a:pt x="166072" y="46257"/>
                  <a:pt x="182493" y="48986"/>
                  <a:pt x="198131" y="54350"/>
                </a:cubicBezTo>
                <a:cubicBezTo>
                  <a:pt x="202471" y="55841"/>
                  <a:pt x="204780" y="60568"/>
                  <a:pt x="203288" y="64908"/>
                </a:cubicBezTo>
                <a:cubicBezTo>
                  <a:pt x="201797" y="69248"/>
                  <a:pt x="197071" y="71556"/>
                  <a:pt x="192731" y="70065"/>
                </a:cubicBezTo>
                <a:cubicBezTo>
                  <a:pt x="178828" y="65297"/>
                  <a:pt x="164229" y="62873"/>
                  <a:pt x="149531" y="62890"/>
                </a:cubicBezTo>
                <a:cubicBezTo>
                  <a:pt x="76236" y="62890"/>
                  <a:pt x="16608" y="122520"/>
                  <a:pt x="16608" y="195814"/>
                </a:cubicBezTo>
                <a:cubicBezTo>
                  <a:pt x="16608" y="269107"/>
                  <a:pt x="76236" y="328737"/>
                  <a:pt x="149531" y="328737"/>
                </a:cubicBezTo>
                <a:cubicBezTo>
                  <a:pt x="222826" y="328737"/>
                  <a:pt x="282454" y="269107"/>
                  <a:pt x="282454" y="195814"/>
                </a:cubicBezTo>
                <a:cubicBezTo>
                  <a:pt x="282457" y="186820"/>
                  <a:pt x="281553" y="177849"/>
                  <a:pt x="279757" y="169037"/>
                </a:cubicBezTo>
                <a:cubicBezTo>
                  <a:pt x="278839" y="164541"/>
                  <a:pt x="281739" y="160150"/>
                  <a:pt x="286235" y="159231"/>
                </a:cubicBezTo>
                <a:cubicBezTo>
                  <a:pt x="290732" y="158313"/>
                  <a:pt x="295122" y="161214"/>
                  <a:pt x="296040" y="165710"/>
                </a:cubicBezTo>
                <a:cubicBezTo>
                  <a:pt x="298059" y="175618"/>
                  <a:pt x="299075" y="185702"/>
                  <a:pt x="299074" y="195814"/>
                </a:cubicBezTo>
                <a:cubicBezTo>
                  <a:pt x="299077" y="278270"/>
                  <a:pt x="231994" y="345352"/>
                  <a:pt x="149538" y="345352"/>
                </a:cubicBezTo>
                <a:cubicBezTo>
                  <a:pt x="67083" y="345352"/>
                  <a:pt x="0" y="278270"/>
                  <a:pt x="0" y="195814"/>
                </a:cubicBezTo>
                <a:cubicBezTo>
                  <a:pt x="0" y="113357"/>
                  <a:pt x="67083" y="46275"/>
                  <a:pt x="149538" y="46275"/>
                </a:cubicBezTo>
                <a:close/>
                <a:moveTo>
                  <a:pt x="334370" y="0"/>
                </a:moveTo>
                <a:lnTo>
                  <a:pt x="370980" y="0"/>
                </a:lnTo>
                <a:cubicBezTo>
                  <a:pt x="375568" y="0"/>
                  <a:pt x="379288" y="3719"/>
                  <a:pt x="379288" y="8307"/>
                </a:cubicBezTo>
                <a:cubicBezTo>
                  <a:pt x="379288" y="10678"/>
                  <a:pt x="378276" y="12936"/>
                  <a:pt x="376505" y="14513"/>
                </a:cubicBezTo>
                <a:cubicBezTo>
                  <a:pt x="272540" y="107114"/>
                  <a:pt x="159481" y="304559"/>
                  <a:pt x="158351" y="306543"/>
                </a:cubicBezTo>
                <a:cubicBezTo>
                  <a:pt x="156883" y="309120"/>
                  <a:pt x="154152" y="310719"/>
                  <a:pt x="151187" y="310738"/>
                </a:cubicBezTo>
                <a:lnTo>
                  <a:pt x="151133" y="310739"/>
                </a:lnTo>
                <a:cubicBezTo>
                  <a:pt x="148186" y="310739"/>
                  <a:pt x="145459" y="309178"/>
                  <a:pt x="143968" y="306637"/>
                </a:cubicBezTo>
                <a:cubicBezTo>
                  <a:pt x="116364" y="259610"/>
                  <a:pt x="42772" y="159474"/>
                  <a:pt x="42033" y="158468"/>
                </a:cubicBezTo>
                <a:cubicBezTo>
                  <a:pt x="39589" y="155146"/>
                  <a:pt x="39952" y="150535"/>
                  <a:pt x="42886" y="147636"/>
                </a:cubicBezTo>
                <a:lnTo>
                  <a:pt x="65515" y="125273"/>
                </a:lnTo>
                <a:cubicBezTo>
                  <a:pt x="68367" y="122455"/>
                  <a:pt x="72825" y="122076"/>
                  <a:pt x="76112" y="124372"/>
                </a:cubicBezTo>
                <a:lnTo>
                  <a:pt x="149404" y="175547"/>
                </a:lnTo>
                <a:cubicBezTo>
                  <a:pt x="198447" y="112658"/>
                  <a:pt x="244003" y="69209"/>
                  <a:pt x="273974" y="43571"/>
                </a:cubicBezTo>
                <a:cubicBezTo>
                  <a:pt x="307717" y="14711"/>
                  <a:pt x="329196" y="1719"/>
                  <a:pt x="330095" y="1184"/>
                </a:cubicBezTo>
                <a:cubicBezTo>
                  <a:pt x="331386" y="409"/>
                  <a:pt x="332864" y="0"/>
                  <a:pt x="3343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21"/>
          <p:cNvSpPr txBox="1"/>
          <p:nvPr>
            <p:ph type="title"/>
          </p:nvPr>
        </p:nvSpPr>
        <p:spPr>
          <a:xfrm>
            <a:off x="387821" y="282613"/>
            <a:ext cx="8368363" cy="409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None/>
            </a:pPr>
            <a:r>
              <a:rPr b="1" lang="en-US"/>
              <a:t>Business Expansion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2"/>
          <p:cNvGrpSpPr/>
          <p:nvPr/>
        </p:nvGrpSpPr>
        <p:grpSpPr>
          <a:xfrm>
            <a:off x="387819" y="3433504"/>
            <a:ext cx="4081813" cy="1524575"/>
            <a:chOff x="387819" y="3433504"/>
            <a:chExt cx="4081813" cy="1524575"/>
          </a:xfrm>
        </p:grpSpPr>
        <p:grpSp>
          <p:nvGrpSpPr>
            <p:cNvPr id="351" name="Google Shape;351;p22"/>
            <p:cNvGrpSpPr/>
            <p:nvPr/>
          </p:nvGrpSpPr>
          <p:grpSpPr>
            <a:xfrm>
              <a:off x="387819" y="3433504"/>
              <a:ext cx="4081813" cy="1524574"/>
              <a:chOff x="5590207" y="3433504"/>
              <a:chExt cx="4081813" cy="1524574"/>
            </a:xfrm>
          </p:grpSpPr>
          <p:sp>
            <p:nvSpPr>
              <p:cNvPr id="352" name="Google Shape;352;p22"/>
              <p:cNvSpPr/>
              <p:nvPr/>
            </p:nvSpPr>
            <p:spPr>
              <a:xfrm>
                <a:off x="8534400" y="3433505"/>
                <a:ext cx="1137620" cy="527737"/>
              </a:xfrm>
              <a:prstGeom prst="homePlate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53" name="Google Shape;353;p22"/>
              <p:cNvSpPr/>
              <p:nvPr/>
            </p:nvSpPr>
            <p:spPr>
              <a:xfrm>
                <a:off x="5590207" y="3433504"/>
                <a:ext cx="2944193" cy="1524574"/>
              </a:xfrm>
              <a:custGeom>
                <a:rect b="b" l="l" r="r" t="t"/>
                <a:pathLst>
                  <a:path extrusionOk="0" h="1524574" w="2944193">
                    <a:moveTo>
                      <a:pt x="995759" y="0"/>
                    </a:moveTo>
                    <a:cubicBezTo>
                      <a:pt x="1777356" y="0"/>
                      <a:pt x="2387979" y="0"/>
                      <a:pt x="2865028" y="0"/>
                    </a:cubicBezTo>
                    <a:lnTo>
                      <a:pt x="2944193" y="0"/>
                    </a:lnTo>
                    <a:lnTo>
                      <a:pt x="2944193" y="527737"/>
                    </a:lnTo>
                    <a:lnTo>
                      <a:pt x="2912242" y="527737"/>
                    </a:lnTo>
                    <a:cubicBezTo>
                      <a:pt x="995759" y="527737"/>
                      <a:pt x="995759" y="527737"/>
                      <a:pt x="995759" y="527737"/>
                    </a:cubicBezTo>
                    <a:cubicBezTo>
                      <a:pt x="445163" y="527737"/>
                      <a:pt x="0" y="973382"/>
                      <a:pt x="0" y="1524574"/>
                    </a:cubicBezTo>
                    <a:cubicBezTo>
                      <a:pt x="0" y="996837"/>
                      <a:pt x="0" y="996837"/>
                      <a:pt x="0" y="996837"/>
                    </a:cubicBezTo>
                    <a:cubicBezTo>
                      <a:pt x="0" y="445645"/>
                      <a:pt x="445163" y="0"/>
                      <a:pt x="9957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354" name="Google Shape;354;p22"/>
            <p:cNvSpPr/>
            <p:nvPr/>
          </p:nvSpPr>
          <p:spPr>
            <a:xfrm>
              <a:off x="387819" y="3433505"/>
              <a:ext cx="1371600" cy="1524574"/>
            </a:xfrm>
            <a:custGeom>
              <a:rect b="b" l="l" r="r" t="t"/>
              <a:pathLst>
                <a:path extrusionOk="0" h="1524574" w="1371600">
                  <a:moveTo>
                    <a:pt x="995759" y="0"/>
                  </a:moveTo>
                  <a:cubicBezTo>
                    <a:pt x="1107416" y="0"/>
                    <a:pt x="1215583" y="0"/>
                    <a:pt x="1320371" y="0"/>
                  </a:cubicBezTo>
                  <a:lnTo>
                    <a:pt x="1371600" y="0"/>
                  </a:lnTo>
                  <a:lnTo>
                    <a:pt x="1371600" y="527737"/>
                  </a:lnTo>
                  <a:lnTo>
                    <a:pt x="1363768" y="527737"/>
                  </a:lnTo>
                  <a:cubicBezTo>
                    <a:pt x="995759" y="527737"/>
                    <a:pt x="995759" y="527737"/>
                    <a:pt x="995759" y="527737"/>
                  </a:cubicBezTo>
                  <a:cubicBezTo>
                    <a:pt x="445163" y="527737"/>
                    <a:pt x="0" y="973382"/>
                    <a:pt x="0" y="1524574"/>
                  </a:cubicBezTo>
                  <a:cubicBezTo>
                    <a:pt x="0" y="996837"/>
                    <a:pt x="0" y="996837"/>
                    <a:pt x="0" y="996837"/>
                  </a:cubicBezTo>
                  <a:cubicBezTo>
                    <a:pt x="0" y="445645"/>
                    <a:pt x="445163" y="0"/>
                    <a:pt x="995759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34901"/>
                  </a:srgbClr>
                </a:gs>
                <a:gs pos="20000">
                  <a:srgbClr val="000000">
                    <a:alpha val="3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5" name="Google Shape;355;p22"/>
          <p:cNvGrpSpPr/>
          <p:nvPr/>
        </p:nvGrpSpPr>
        <p:grpSpPr>
          <a:xfrm>
            <a:off x="387819" y="2873575"/>
            <a:ext cx="4081813" cy="1524574"/>
            <a:chOff x="387819" y="2873575"/>
            <a:chExt cx="4081813" cy="1524574"/>
          </a:xfrm>
        </p:grpSpPr>
        <p:grpSp>
          <p:nvGrpSpPr>
            <p:cNvPr id="356" name="Google Shape;356;p22"/>
            <p:cNvGrpSpPr/>
            <p:nvPr/>
          </p:nvGrpSpPr>
          <p:grpSpPr>
            <a:xfrm>
              <a:off x="387819" y="2873575"/>
              <a:ext cx="4081813" cy="1524574"/>
              <a:chOff x="5590207" y="2873575"/>
              <a:chExt cx="4081813" cy="1524574"/>
            </a:xfrm>
          </p:grpSpPr>
          <p:sp>
            <p:nvSpPr>
              <p:cNvPr id="357" name="Google Shape;357;p22"/>
              <p:cNvSpPr/>
              <p:nvPr/>
            </p:nvSpPr>
            <p:spPr>
              <a:xfrm>
                <a:off x="8534400" y="2873576"/>
                <a:ext cx="1137620" cy="527737"/>
              </a:xfrm>
              <a:prstGeom prst="homePlate">
                <a:avLst>
                  <a:gd fmla="val 50000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58" name="Google Shape;358;p22"/>
              <p:cNvSpPr/>
              <p:nvPr/>
            </p:nvSpPr>
            <p:spPr>
              <a:xfrm>
                <a:off x="5590207" y="2873575"/>
                <a:ext cx="2944193" cy="1524574"/>
              </a:xfrm>
              <a:custGeom>
                <a:rect b="b" l="l" r="r" t="t"/>
                <a:pathLst>
                  <a:path extrusionOk="0" h="1524574" w="2944193">
                    <a:moveTo>
                      <a:pt x="995829" y="0"/>
                    </a:moveTo>
                    <a:cubicBezTo>
                      <a:pt x="1862419" y="0"/>
                      <a:pt x="2485281" y="0"/>
                      <a:pt x="2932963" y="0"/>
                    </a:cubicBezTo>
                    <a:lnTo>
                      <a:pt x="2944193" y="0"/>
                    </a:lnTo>
                    <a:lnTo>
                      <a:pt x="2944193" y="527737"/>
                    </a:lnTo>
                    <a:lnTo>
                      <a:pt x="2846642" y="527737"/>
                    </a:lnTo>
                    <a:cubicBezTo>
                      <a:pt x="995829" y="527737"/>
                      <a:pt x="995829" y="527737"/>
                      <a:pt x="995829" y="527737"/>
                    </a:cubicBezTo>
                    <a:cubicBezTo>
                      <a:pt x="445194" y="527737"/>
                      <a:pt x="0" y="973382"/>
                      <a:pt x="0" y="1524574"/>
                    </a:cubicBezTo>
                    <a:cubicBezTo>
                      <a:pt x="0" y="996837"/>
                      <a:pt x="0" y="996837"/>
                      <a:pt x="0" y="996837"/>
                    </a:cubicBezTo>
                    <a:cubicBezTo>
                      <a:pt x="0" y="445645"/>
                      <a:pt x="445194" y="0"/>
                      <a:pt x="99582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359" name="Google Shape;359;p22"/>
            <p:cNvSpPr/>
            <p:nvPr/>
          </p:nvSpPr>
          <p:spPr>
            <a:xfrm>
              <a:off x="387819" y="2873575"/>
              <a:ext cx="1371600" cy="1524574"/>
            </a:xfrm>
            <a:custGeom>
              <a:rect b="b" l="l" r="r" t="t"/>
              <a:pathLst>
                <a:path extrusionOk="0" h="1524574" w="1371600">
                  <a:moveTo>
                    <a:pt x="995828" y="0"/>
                  </a:moveTo>
                  <a:cubicBezTo>
                    <a:pt x="1092116" y="0"/>
                    <a:pt x="1185395" y="0"/>
                    <a:pt x="1275758" y="0"/>
                  </a:cubicBezTo>
                  <a:lnTo>
                    <a:pt x="1371600" y="0"/>
                  </a:lnTo>
                  <a:lnTo>
                    <a:pt x="1371600" y="527737"/>
                  </a:lnTo>
                  <a:lnTo>
                    <a:pt x="1313183" y="527737"/>
                  </a:lnTo>
                  <a:cubicBezTo>
                    <a:pt x="995828" y="527737"/>
                    <a:pt x="995828" y="527737"/>
                    <a:pt x="995828" y="527737"/>
                  </a:cubicBezTo>
                  <a:cubicBezTo>
                    <a:pt x="445194" y="527737"/>
                    <a:pt x="0" y="973382"/>
                    <a:pt x="0" y="1524574"/>
                  </a:cubicBezTo>
                  <a:cubicBezTo>
                    <a:pt x="0" y="996837"/>
                    <a:pt x="0" y="996837"/>
                    <a:pt x="0" y="996837"/>
                  </a:cubicBezTo>
                  <a:cubicBezTo>
                    <a:pt x="0" y="445645"/>
                    <a:pt x="445194" y="0"/>
                    <a:pt x="995828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34901"/>
                  </a:srgbClr>
                </a:gs>
                <a:gs pos="20000">
                  <a:srgbClr val="000000">
                    <a:alpha val="3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0" name="Google Shape;360;p22"/>
          <p:cNvGrpSpPr/>
          <p:nvPr/>
        </p:nvGrpSpPr>
        <p:grpSpPr>
          <a:xfrm>
            <a:off x="387819" y="2318638"/>
            <a:ext cx="4081813" cy="1519580"/>
            <a:chOff x="387819" y="2318638"/>
            <a:chExt cx="4081813" cy="1519580"/>
          </a:xfrm>
        </p:grpSpPr>
        <p:grpSp>
          <p:nvGrpSpPr>
            <p:cNvPr id="361" name="Google Shape;361;p22"/>
            <p:cNvGrpSpPr/>
            <p:nvPr/>
          </p:nvGrpSpPr>
          <p:grpSpPr>
            <a:xfrm>
              <a:off x="387819" y="2318638"/>
              <a:ext cx="4081813" cy="1519580"/>
              <a:chOff x="5590207" y="2318638"/>
              <a:chExt cx="4081813" cy="1519580"/>
            </a:xfrm>
          </p:grpSpPr>
          <p:sp>
            <p:nvSpPr>
              <p:cNvPr id="362" name="Google Shape;362;p22"/>
              <p:cNvSpPr/>
              <p:nvPr/>
            </p:nvSpPr>
            <p:spPr>
              <a:xfrm>
                <a:off x="8534400" y="2318639"/>
                <a:ext cx="1137620" cy="528039"/>
              </a:xfrm>
              <a:prstGeom prst="homePlate">
                <a:avLst>
                  <a:gd fmla="val 50000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63" name="Google Shape;363;p22"/>
              <p:cNvSpPr/>
              <p:nvPr/>
            </p:nvSpPr>
            <p:spPr>
              <a:xfrm>
                <a:off x="5590207" y="2318638"/>
                <a:ext cx="2944193" cy="1519580"/>
              </a:xfrm>
              <a:custGeom>
                <a:rect b="b" l="l" r="r" t="t"/>
                <a:pathLst>
                  <a:path extrusionOk="0" h="1519580" w="2944193">
                    <a:moveTo>
                      <a:pt x="995779" y="0"/>
                    </a:moveTo>
                    <a:cubicBezTo>
                      <a:pt x="1753047" y="0"/>
                      <a:pt x="2344663" y="0"/>
                      <a:pt x="2806863" y="0"/>
                    </a:cubicBezTo>
                    <a:lnTo>
                      <a:pt x="2944193" y="0"/>
                    </a:lnTo>
                    <a:lnTo>
                      <a:pt x="2944193" y="528039"/>
                    </a:lnTo>
                    <a:lnTo>
                      <a:pt x="2852607" y="528039"/>
                    </a:lnTo>
                    <a:cubicBezTo>
                      <a:pt x="995779" y="528039"/>
                      <a:pt x="995779" y="528039"/>
                      <a:pt x="995779" y="528039"/>
                    </a:cubicBezTo>
                    <a:cubicBezTo>
                      <a:pt x="445172" y="528039"/>
                      <a:pt x="0" y="973939"/>
                      <a:pt x="0" y="1519580"/>
                    </a:cubicBezTo>
                    <a:cubicBezTo>
                      <a:pt x="0" y="991541"/>
                      <a:pt x="0" y="991541"/>
                      <a:pt x="0" y="991541"/>
                    </a:cubicBezTo>
                    <a:cubicBezTo>
                      <a:pt x="0" y="445900"/>
                      <a:pt x="445172" y="0"/>
                      <a:pt x="99577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364" name="Google Shape;364;p22"/>
            <p:cNvSpPr/>
            <p:nvPr/>
          </p:nvSpPr>
          <p:spPr>
            <a:xfrm>
              <a:off x="387819" y="2318638"/>
              <a:ext cx="1371600" cy="1519580"/>
            </a:xfrm>
            <a:custGeom>
              <a:rect b="b" l="l" r="r" t="t"/>
              <a:pathLst>
                <a:path extrusionOk="0" h="1519580" w="1371600">
                  <a:moveTo>
                    <a:pt x="995779" y="0"/>
                  </a:moveTo>
                  <a:cubicBezTo>
                    <a:pt x="1103960" y="0"/>
                    <a:pt x="1208761" y="0"/>
                    <a:pt x="1310286" y="0"/>
                  </a:cubicBezTo>
                  <a:lnTo>
                    <a:pt x="1371600" y="0"/>
                  </a:lnTo>
                  <a:lnTo>
                    <a:pt x="1371600" y="528039"/>
                  </a:lnTo>
                  <a:lnTo>
                    <a:pt x="1352333" y="528039"/>
                  </a:lnTo>
                  <a:cubicBezTo>
                    <a:pt x="995779" y="528039"/>
                    <a:pt x="995779" y="528039"/>
                    <a:pt x="995779" y="528039"/>
                  </a:cubicBezTo>
                  <a:cubicBezTo>
                    <a:pt x="445172" y="528039"/>
                    <a:pt x="0" y="973939"/>
                    <a:pt x="0" y="1519580"/>
                  </a:cubicBezTo>
                  <a:cubicBezTo>
                    <a:pt x="0" y="991541"/>
                    <a:pt x="0" y="991541"/>
                    <a:pt x="0" y="991541"/>
                  </a:cubicBezTo>
                  <a:cubicBezTo>
                    <a:pt x="0" y="445900"/>
                    <a:pt x="445172" y="0"/>
                    <a:pt x="995779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34901"/>
                  </a:srgbClr>
                </a:gs>
                <a:gs pos="20000">
                  <a:srgbClr val="000000">
                    <a:alpha val="3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5" name="Google Shape;365;p22"/>
          <p:cNvGrpSpPr/>
          <p:nvPr/>
        </p:nvGrpSpPr>
        <p:grpSpPr>
          <a:xfrm>
            <a:off x="387819" y="1758652"/>
            <a:ext cx="4081813" cy="1524574"/>
            <a:chOff x="387819" y="1758652"/>
            <a:chExt cx="4081813" cy="1524574"/>
          </a:xfrm>
        </p:grpSpPr>
        <p:grpSp>
          <p:nvGrpSpPr>
            <p:cNvPr id="366" name="Google Shape;366;p22"/>
            <p:cNvGrpSpPr/>
            <p:nvPr/>
          </p:nvGrpSpPr>
          <p:grpSpPr>
            <a:xfrm>
              <a:off x="387819" y="1758652"/>
              <a:ext cx="4081813" cy="1524574"/>
              <a:chOff x="5590207" y="1758652"/>
              <a:chExt cx="4081813" cy="1524574"/>
            </a:xfrm>
          </p:grpSpPr>
          <p:sp>
            <p:nvSpPr>
              <p:cNvPr id="367" name="Google Shape;367;p22"/>
              <p:cNvSpPr/>
              <p:nvPr/>
            </p:nvSpPr>
            <p:spPr>
              <a:xfrm>
                <a:off x="8534400" y="1758653"/>
                <a:ext cx="1137620" cy="527737"/>
              </a:xfrm>
              <a:prstGeom prst="homePlate">
                <a:avLst>
                  <a:gd fmla="val 50000" name="adj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68" name="Google Shape;368;p22"/>
              <p:cNvSpPr/>
              <p:nvPr/>
            </p:nvSpPr>
            <p:spPr>
              <a:xfrm>
                <a:off x="5590207" y="1758652"/>
                <a:ext cx="2944193" cy="1524574"/>
              </a:xfrm>
              <a:custGeom>
                <a:rect b="b" l="l" r="r" t="t"/>
                <a:pathLst>
                  <a:path extrusionOk="0" h="1524574" w="2944193">
                    <a:moveTo>
                      <a:pt x="995829" y="0"/>
                    </a:moveTo>
                    <a:cubicBezTo>
                      <a:pt x="1862419" y="0"/>
                      <a:pt x="2485281" y="0"/>
                      <a:pt x="2932963" y="0"/>
                    </a:cubicBezTo>
                    <a:lnTo>
                      <a:pt x="2944193" y="0"/>
                    </a:lnTo>
                    <a:lnTo>
                      <a:pt x="2944193" y="527737"/>
                    </a:lnTo>
                    <a:lnTo>
                      <a:pt x="2846642" y="527737"/>
                    </a:lnTo>
                    <a:cubicBezTo>
                      <a:pt x="995829" y="527737"/>
                      <a:pt x="995829" y="527737"/>
                      <a:pt x="995829" y="527737"/>
                    </a:cubicBezTo>
                    <a:cubicBezTo>
                      <a:pt x="445194" y="527737"/>
                      <a:pt x="0" y="973382"/>
                      <a:pt x="0" y="1524574"/>
                    </a:cubicBezTo>
                    <a:cubicBezTo>
                      <a:pt x="0" y="996837"/>
                      <a:pt x="0" y="996837"/>
                      <a:pt x="0" y="996837"/>
                    </a:cubicBezTo>
                    <a:cubicBezTo>
                      <a:pt x="0" y="445645"/>
                      <a:pt x="445194" y="0"/>
                      <a:pt x="99582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369" name="Google Shape;369;p22"/>
            <p:cNvSpPr/>
            <p:nvPr/>
          </p:nvSpPr>
          <p:spPr>
            <a:xfrm>
              <a:off x="387819" y="1758652"/>
              <a:ext cx="1371600" cy="1524574"/>
            </a:xfrm>
            <a:custGeom>
              <a:rect b="b" l="l" r="r" t="t"/>
              <a:pathLst>
                <a:path extrusionOk="0" h="1524574" w="1371600">
                  <a:moveTo>
                    <a:pt x="995828" y="0"/>
                  </a:moveTo>
                  <a:cubicBezTo>
                    <a:pt x="1092116" y="0"/>
                    <a:pt x="1185395" y="0"/>
                    <a:pt x="1275758" y="0"/>
                  </a:cubicBezTo>
                  <a:lnTo>
                    <a:pt x="1371600" y="0"/>
                  </a:lnTo>
                  <a:lnTo>
                    <a:pt x="1371600" y="527737"/>
                  </a:lnTo>
                  <a:lnTo>
                    <a:pt x="1313183" y="527737"/>
                  </a:lnTo>
                  <a:cubicBezTo>
                    <a:pt x="995828" y="527737"/>
                    <a:pt x="995828" y="527737"/>
                    <a:pt x="995828" y="527737"/>
                  </a:cubicBezTo>
                  <a:cubicBezTo>
                    <a:pt x="445194" y="527737"/>
                    <a:pt x="0" y="973382"/>
                    <a:pt x="0" y="1524574"/>
                  </a:cubicBezTo>
                  <a:cubicBezTo>
                    <a:pt x="0" y="996837"/>
                    <a:pt x="0" y="996837"/>
                    <a:pt x="0" y="996837"/>
                  </a:cubicBezTo>
                  <a:cubicBezTo>
                    <a:pt x="0" y="445645"/>
                    <a:pt x="445194" y="0"/>
                    <a:pt x="995828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34901"/>
                  </a:srgbClr>
                </a:gs>
                <a:gs pos="20000">
                  <a:srgbClr val="000000">
                    <a:alpha val="3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0" name="Google Shape;370;p22"/>
          <p:cNvGrpSpPr/>
          <p:nvPr/>
        </p:nvGrpSpPr>
        <p:grpSpPr>
          <a:xfrm>
            <a:off x="387819" y="1198720"/>
            <a:ext cx="4081813" cy="1524574"/>
            <a:chOff x="387819" y="1198720"/>
            <a:chExt cx="4081813" cy="1524574"/>
          </a:xfrm>
        </p:grpSpPr>
        <p:grpSp>
          <p:nvGrpSpPr>
            <p:cNvPr id="371" name="Google Shape;371;p22"/>
            <p:cNvGrpSpPr/>
            <p:nvPr/>
          </p:nvGrpSpPr>
          <p:grpSpPr>
            <a:xfrm>
              <a:off x="387819" y="1198720"/>
              <a:ext cx="4081813" cy="1524574"/>
              <a:chOff x="5590207" y="1198720"/>
              <a:chExt cx="4081813" cy="1524574"/>
            </a:xfrm>
          </p:grpSpPr>
          <p:sp>
            <p:nvSpPr>
              <p:cNvPr id="372" name="Google Shape;372;p22"/>
              <p:cNvSpPr/>
              <p:nvPr/>
            </p:nvSpPr>
            <p:spPr>
              <a:xfrm>
                <a:off x="8534400" y="1198721"/>
                <a:ext cx="1137620" cy="527737"/>
              </a:xfrm>
              <a:prstGeom prst="homePlate">
                <a:avLst>
                  <a:gd fmla="val 50000" name="adj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73" name="Google Shape;373;p22"/>
              <p:cNvSpPr/>
              <p:nvPr/>
            </p:nvSpPr>
            <p:spPr>
              <a:xfrm>
                <a:off x="5590207" y="1198720"/>
                <a:ext cx="2944193" cy="1524574"/>
              </a:xfrm>
              <a:custGeom>
                <a:rect b="b" l="l" r="r" t="t"/>
                <a:pathLst>
                  <a:path extrusionOk="0" h="1524574" w="2944193">
                    <a:moveTo>
                      <a:pt x="995564" y="0"/>
                    </a:moveTo>
                    <a:cubicBezTo>
                      <a:pt x="1922317" y="0"/>
                      <a:pt x="2501538" y="0"/>
                      <a:pt x="2863551" y="0"/>
                    </a:cubicBezTo>
                    <a:lnTo>
                      <a:pt x="2944193" y="0"/>
                    </a:lnTo>
                    <a:lnTo>
                      <a:pt x="2944193" y="527737"/>
                    </a:lnTo>
                    <a:lnTo>
                      <a:pt x="2834967" y="527737"/>
                    </a:lnTo>
                    <a:cubicBezTo>
                      <a:pt x="995564" y="527737"/>
                      <a:pt x="995564" y="527737"/>
                      <a:pt x="995564" y="527737"/>
                    </a:cubicBezTo>
                    <a:cubicBezTo>
                      <a:pt x="445076" y="527737"/>
                      <a:pt x="0" y="973382"/>
                      <a:pt x="0" y="1524574"/>
                    </a:cubicBezTo>
                    <a:cubicBezTo>
                      <a:pt x="0" y="996837"/>
                      <a:pt x="0" y="996837"/>
                      <a:pt x="0" y="996837"/>
                    </a:cubicBezTo>
                    <a:cubicBezTo>
                      <a:pt x="0" y="445645"/>
                      <a:pt x="445076" y="0"/>
                      <a:pt x="9955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374" name="Google Shape;374;p22"/>
            <p:cNvSpPr/>
            <p:nvPr/>
          </p:nvSpPr>
          <p:spPr>
            <a:xfrm>
              <a:off x="387819" y="1198720"/>
              <a:ext cx="1371600" cy="1524574"/>
            </a:xfrm>
            <a:custGeom>
              <a:rect b="b" l="l" r="r" t="t"/>
              <a:pathLst>
                <a:path extrusionOk="0" h="1524574" w="1371600">
                  <a:moveTo>
                    <a:pt x="995564" y="0"/>
                  </a:moveTo>
                  <a:cubicBezTo>
                    <a:pt x="1072793" y="0"/>
                    <a:pt x="1147609" y="0"/>
                    <a:pt x="1220087" y="0"/>
                  </a:cubicBezTo>
                  <a:lnTo>
                    <a:pt x="1371600" y="0"/>
                  </a:lnTo>
                  <a:lnTo>
                    <a:pt x="1371600" y="527737"/>
                  </a:lnTo>
                  <a:lnTo>
                    <a:pt x="1366099" y="527737"/>
                  </a:lnTo>
                  <a:cubicBezTo>
                    <a:pt x="995564" y="527737"/>
                    <a:pt x="995564" y="527737"/>
                    <a:pt x="995564" y="527737"/>
                  </a:cubicBezTo>
                  <a:cubicBezTo>
                    <a:pt x="445076" y="527737"/>
                    <a:pt x="0" y="973382"/>
                    <a:pt x="0" y="1524574"/>
                  </a:cubicBezTo>
                  <a:cubicBezTo>
                    <a:pt x="0" y="996837"/>
                    <a:pt x="0" y="996837"/>
                    <a:pt x="0" y="996837"/>
                  </a:cubicBezTo>
                  <a:cubicBezTo>
                    <a:pt x="0" y="445645"/>
                    <a:pt x="445076" y="0"/>
                    <a:pt x="995564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34901"/>
                  </a:srgbClr>
                </a:gs>
                <a:gs pos="20000">
                  <a:srgbClr val="000000">
                    <a:alpha val="3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75" name="Google Shape;375;p22"/>
          <p:cNvSpPr txBox="1"/>
          <p:nvPr>
            <p:ph type="title"/>
          </p:nvPr>
        </p:nvSpPr>
        <p:spPr>
          <a:xfrm>
            <a:off x="387821" y="282613"/>
            <a:ext cx="8368363" cy="409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None/>
            </a:pPr>
            <a:r>
              <a:rPr b="1" lang="en-US"/>
              <a:t>Business Expansion</a:t>
            </a:r>
            <a:endParaRPr/>
          </a:p>
        </p:txBody>
      </p:sp>
      <p:sp>
        <p:nvSpPr>
          <p:cNvPr id="376" name="Google Shape;376;p22"/>
          <p:cNvSpPr/>
          <p:nvPr/>
        </p:nvSpPr>
        <p:spPr>
          <a:xfrm>
            <a:off x="3800337" y="3606240"/>
            <a:ext cx="523809" cy="181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10%</a:t>
            </a:r>
            <a:endParaRPr/>
          </a:p>
        </p:txBody>
      </p:sp>
      <p:sp>
        <p:nvSpPr>
          <p:cNvPr id="377" name="Google Shape;377;p22"/>
          <p:cNvSpPr/>
          <p:nvPr/>
        </p:nvSpPr>
        <p:spPr>
          <a:xfrm>
            <a:off x="3800337" y="3047016"/>
            <a:ext cx="523809" cy="181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20%</a:t>
            </a:r>
            <a:endParaRPr/>
          </a:p>
        </p:txBody>
      </p:sp>
      <p:sp>
        <p:nvSpPr>
          <p:cNvPr id="378" name="Google Shape;378;p22"/>
          <p:cNvSpPr/>
          <p:nvPr/>
        </p:nvSpPr>
        <p:spPr>
          <a:xfrm>
            <a:off x="3800337" y="2482788"/>
            <a:ext cx="523809" cy="181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30%</a:t>
            </a:r>
            <a:endParaRPr/>
          </a:p>
        </p:txBody>
      </p:sp>
      <p:sp>
        <p:nvSpPr>
          <p:cNvPr id="379" name="Google Shape;379;p22"/>
          <p:cNvSpPr/>
          <p:nvPr/>
        </p:nvSpPr>
        <p:spPr>
          <a:xfrm>
            <a:off x="3800337" y="1912992"/>
            <a:ext cx="523809" cy="181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40%</a:t>
            </a:r>
            <a:endParaRPr/>
          </a:p>
        </p:txBody>
      </p:sp>
      <p:sp>
        <p:nvSpPr>
          <p:cNvPr id="380" name="Google Shape;380;p22"/>
          <p:cNvSpPr/>
          <p:nvPr/>
        </p:nvSpPr>
        <p:spPr>
          <a:xfrm>
            <a:off x="3800337" y="1369130"/>
            <a:ext cx="523809" cy="181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50%</a:t>
            </a:r>
            <a:endParaRPr/>
          </a:p>
        </p:txBody>
      </p:sp>
      <p:sp>
        <p:nvSpPr>
          <p:cNvPr id="381" name="Google Shape;381;p22"/>
          <p:cNvSpPr/>
          <p:nvPr/>
        </p:nvSpPr>
        <p:spPr>
          <a:xfrm>
            <a:off x="1241227" y="1287593"/>
            <a:ext cx="12401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Strategic Alliances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1241227" y="1935366"/>
            <a:ext cx="1240106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Diversification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1241227" y="2398473"/>
            <a:ext cx="12401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Product Development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1241227" y="2953913"/>
            <a:ext cx="12401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Market Development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1241227" y="3509353"/>
            <a:ext cx="12401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Market Penetration</a:t>
            </a:r>
            <a:endParaRPr/>
          </a:p>
        </p:txBody>
      </p:sp>
      <p:sp>
        <p:nvSpPr>
          <p:cNvPr id="386" name="Google Shape;386;p22"/>
          <p:cNvSpPr/>
          <p:nvPr/>
        </p:nvSpPr>
        <p:spPr>
          <a:xfrm flipH="1">
            <a:off x="5085307" y="1883805"/>
            <a:ext cx="3144290" cy="355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Expand into new markets with new products, either related or entirely different.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5085307" y="1113680"/>
            <a:ext cx="3144293" cy="355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Partner with other companies to share resources, enter new markets, or gain new capabilities.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22"/>
          <p:cNvSpPr/>
          <p:nvPr/>
        </p:nvSpPr>
        <p:spPr>
          <a:xfrm flipH="1">
            <a:off x="5085307" y="4194183"/>
            <a:ext cx="3144290" cy="355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Increase market share by selling more existing products to current customers.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5085307" y="2653930"/>
            <a:ext cx="3144293" cy="355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Innovate or enhance products to meet customer needs in the same market.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4674475" y="1164364"/>
            <a:ext cx="278800" cy="253856"/>
          </a:xfrm>
          <a:custGeom>
            <a:rect b="b" l="l" r="r" t="t"/>
            <a:pathLst>
              <a:path extrusionOk="0" h="345352" w="379288">
                <a:moveTo>
                  <a:pt x="149538" y="46275"/>
                </a:moveTo>
                <a:cubicBezTo>
                  <a:pt x="166072" y="46257"/>
                  <a:pt x="182493" y="48986"/>
                  <a:pt x="198131" y="54350"/>
                </a:cubicBezTo>
                <a:cubicBezTo>
                  <a:pt x="202471" y="55841"/>
                  <a:pt x="204780" y="60568"/>
                  <a:pt x="203288" y="64908"/>
                </a:cubicBezTo>
                <a:cubicBezTo>
                  <a:pt x="201797" y="69248"/>
                  <a:pt x="197071" y="71556"/>
                  <a:pt x="192731" y="70065"/>
                </a:cubicBezTo>
                <a:cubicBezTo>
                  <a:pt x="178828" y="65297"/>
                  <a:pt x="164229" y="62873"/>
                  <a:pt x="149531" y="62890"/>
                </a:cubicBezTo>
                <a:cubicBezTo>
                  <a:pt x="76236" y="62890"/>
                  <a:pt x="16608" y="122520"/>
                  <a:pt x="16608" y="195814"/>
                </a:cubicBezTo>
                <a:cubicBezTo>
                  <a:pt x="16608" y="269107"/>
                  <a:pt x="76236" y="328737"/>
                  <a:pt x="149531" y="328737"/>
                </a:cubicBezTo>
                <a:cubicBezTo>
                  <a:pt x="222826" y="328737"/>
                  <a:pt x="282454" y="269107"/>
                  <a:pt x="282454" y="195814"/>
                </a:cubicBezTo>
                <a:cubicBezTo>
                  <a:pt x="282457" y="186820"/>
                  <a:pt x="281553" y="177849"/>
                  <a:pt x="279757" y="169037"/>
                </a:cubicBezTo>
                <a:cubicBezTo>
                  <a:pt x="278839" y="164541"/>
                  <a:pt x="281739" y="160150"/>
                  <a:pt x="286235" y="159231"/>
                </a:cubicBezTo>
                <a:cubicBezTo>
                  <a:pt x="290732" y="158313"/>
                  <a:pt x="295122" y="161214"/>
                  <a:pt x="296040" y="165710"/>
                </a:cubicBezTo>
                <a:cubicBezTo>
                  <a:pt x="298059" y="175618"/>
                  <a:pt x="299075" y="185702"/>
                  <a:pt x="299074" y="195814"/>
                </a:cubicBezTo>
                <a:cubicBezTo>
                  <a:pt x="299077" y="278270"/>
                  <a:pt x="231994" y="345352"/>
                  <a:pt x="149538" y="345352"/>
                </a:cubicBezTo>
                <a:cubicBezTo>
                  <a:pt x="67083" y="345352"/>
                  <a:pt x="0" y="278270"/>
                  <a:pt x="0" y="195814"/>
                </a:cubicBezTo>
                <a:cubicBezTo>
                  <a:pt x="0" y="113357"/>
                  <a:pt x="67083" y="46275"/>
                  <a:pt x="149538" y="46275"/>
                </a:cubicBezTo>
                <a:close/>
                <a:moveTo>
                  <a:pt x="334370" y="0"/>
                </a:moveTo>
                <a:lnTo>
                  <a:pt x="370980" y="0"/>
                </a:lnTo>
                <a:cubicBezTo>
                  <a:pt x="375568" y="0"/>
                  <a:pt x="379288" y="3719"/>
                  <a:pt x="379288" y="8307"/>
                </a:cubicBezTo>
                <a:cubicBezTo>
                  <a:pt x="379288" y="10678"/>
                  <a:pt x="378276" y="12936"/>
                  <a:pt x="376505" y="14513"/>
                </a:cubicBezTo>
                <a:cubicBezTo>
                  <a:pt x="272540" y="107114"/>
                  <a:pt x="159481" y="304559"/>
                  <a:pt x="158351" y="306543"/>
                </a:cubicBezTo>
                <a:cubicBezTo>
                  <a:pt x="156883" y="309120"/>
                  <a:pt x="154152" y="310719"/>
                  <a:pt x="151187" y="310738"/>
                </a:cubicBezTo>
                <a:lnTo>
                  <a:pt x="151133" y="310739"/>
                </a:lnTo>
                <a:cubicBezTo>
                  <a:pt x="148186" y="310739"/>
                  <a:pt x="145459" y="309178"/>
                  <a:pt x="143968" y="306637"/>
                </a:cubicBezTo>
                <a:cubicBezTo>
                  <a:pt x="116364" y="259610"/>
                  <a:pt x="42772" y="159474"/>
                  <a:pt x="42033" y="158468"/>
                </a:cubicBezTo>
                <a:cubicBezTo>
                  <a:pt x="39589" y="155146"/>
                  <a:pt x="39952" y="150535"/>
                  <a:pt x="42886" y="147636"/>
                </a:cubicBezTo>
                <a:lnTo>
                  <a:pt x="65515" y="125273"/>
                </a:lnTo>
                <a:cubicBezTo>
                  <a:pt x="68367" y="122455"/>
                  <a:pt x="72825" y="122076"/>
                  <a:pt x="76112" y="124372"/>
                </a:cubicBezTo>
                <a:lnTo>
                  <a:pt x="149404" y="175547"/>
                </a:lnTo>
                <a:cubicBezTo>
                  <a:pt x="198447" y="112658"/>
                  <a:pt x="244003" y="69209"/>
                  <a:pt x="273974" y="43571"/>
                </a:cubicBezTo>
                <a:cubicBezTo>
                  <a:pt x="307717" y="14711"/>
                  <a:pt x="329196" y="1719"/>
                  <a:pt x="330095" y="1184"/>
                </a:cubicBezTo>
                <a:cubicBezTo>
                  <a:pt x="331386" y="409"/>
                  <a:pt x="332864" y="0"/>
                  <a:pt x="33437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4674475" y="2704616"/>
            <a:ext cx="278800" cy="253856"/>
          </a:xfrm>
          <a:custGeom>
            <a:rect b="b" l="l" r="r" t="t"/>
            <a:pathLst>
              <a:path extrusionOk="0" h="345352" w="379288">
                <a:moveTo>
                  <a:pt x="149538" y="46275"/>
                </a:moveTo>
                <a:cubicBezTo>
                  <a:pt x="166072" y="46257"/>
                  <a:pt x="182493" y="48986"/>
                  <a:pt x="198131" y="54350"/>
                </a:cubicBezTo>
                <a:cubicBezTo>
                  <a:pt x="202471" y="55841"/>
                  <a:pt x="204780" y="60568"/>
                  <a:pt x="203288" y="64908"/>
                </a:cubicBezTo>
                <a:cubicBezTo>
                  <a:pt x="201797" y="69248"/>
                  <a:pt x="197071" y="71556"/>
                  <a:pt x="192731" y="70065"/>
                </a:cubicBezTo>
                <a:cubicBezTo>
                  <a:pt x="178828" y="65297"/>
                  <a:pt x="164229" y="62873"/>
                  <a:pt x="149531" y="62890"/>
                </a:cubicBezTo>
                <a:cubicBezTo>
                  <a:pt x="76236" y="62890"/>
                  <a:pt x="16608" y="122520"/>
                  <a:pt x="16608" y="195814"/>
                </a:cubicBezTo>
                <a:cubicBezTo>
                  <a:pt x="16608" y="269107"/>
                  <a:pt x="76236" y="328737"/>
                  <a:pt x="149531" y="328737"/>
                </a:cubicBezTo>
                <a:cubicBezTo>
                  <a:pt x="222826" y="328737"/>
                  <a:pt x="282454" y="269107"/>
                  <a:pt x="282454" y="195814"/>
                </a:cubicBezTo>
                <a:cubicBezTo>
                  <a:pt x="282457" y="186820"/>
                  <a:pt x="281553" y="177849"/>
                  <a:pt x="279757" y="169037"/>
                </a:cubicBezTo>
                <a:cubicBezTo>
                  <a:pt x="278839" y="164541"/>
                  <a:pt x="281739" y="160150"/>
                  <a:pt x="286235" y="159231"/>
                </a:cubicBezTo>
                <a:cubicBezTo>
                  <a:pt x="290732" y="158313"/>
                  <a:pt x="295122" y="161214"/>
                  <a:pt x="296040" y="165710"/>
                </a:cubicBezTo>
                <a:cubicBezTo>
                  <a:pt x="298059" y="175618"/>
                  <a:pt x="299075" y="185702"/>
                  <a:pt x="299074" y="195814"/>
                </a:cubicBezTo>
                <a:cubicBezTo>
                  <a:pt x="299077" y="278270"/>
                  <a:pt x="231994" y="345352"/>
                  <a:pt x="149538" y="345352"/>
                </a:cubicBezTo>
                <a:cubicBezTo>
                  <a:pt x="67083" y="345352"/>
                  <a:pt x="0" y="278270"/>
                  <a:pt x="0" y="195814"/>
                </a:cubicBezTo>
                <a:cubicBezTo>
                  <a:pt x="0" y="113357"/>
                  <a:pt x="67083" y="46275"/>
                  <a:pt x="149538" y="46275"/>
                </a:cubicBezTo>
                <a:close/>
                <a:moveTo>
                  <a:pt x="334370" y="0"/>
                </a:moveTo>
                <a:lnTo>
                  <a:pt x="370980" y="0"/>
                </a:lnTo>
                <a:cubicBezTo>
                  <a:pt x="375568" y="0"/>
                  <a:pt x="379288" y="3719"/>
                  <a:pt x="379288" y="8307"/>
                </a:cubicBezTo>
                <a:cubicBezTo>
                  <a:pt x="379288" y="10678"/>
                  <a:pt x="378276" y="12936"/>
                  <a:pt x="376505" y="14513"/>
                </a:cubicBezTo>
                <a:cubicBezTo>
                  <a:pt x="272540" y="107114"/>
                  <a:pt x="159481" y="304559"/>
                  <a:pt x="158351" y="306543"/>
                </a:cubicBezTo>
                <a:cubicBezTo>
                  <a:pt x="156883" y="309120"/>
                  <a:pt x="154152" y="310719"/>
                  <a:pt x="151187" y="310738"/>
                </a:cubicBezTo>
                <a:lnTo>
                  <a:pt x="151133" y="310739"/>
                </a:lnTo>
                <a:cubicBezTo>
                  <a:pt x="148186" y="310739"/>
                  <a:pt x="145459" y="309178"/>
                  <a:pt x="143968" y="306637"/>
                </a:cubicBezTo>
                <a:cubicBezTo>
                  <a:pt x="116364" y="259610"/>
                  <a:pt x="42772" y="159474"/>
                  <a:pt x="42033" y="158468"/>
                </a:cubicBezTo>
                <a:cubicBezTo>
                  <a:pt x="39589" y="155146"/>
                  <a:pt x="39952" y="150535"/>
                  <a:pt x="42886" y="147636"/>
                </a:cubicBezTo>
                <a:lnTo>
                  <a:pt x="65515" y="125273"/>
                </a:lnTo>
                <a:cubicBezTo>
                  <a:pt x="68367" y="122455"/>
                  <a:pt x="72825" y="122076"/>
                  <a:pt x="76112" y="124372"/>
                </a:cubicBezTo>
                <a:lnTo>
                  <a:pt x="149404" y="175547"/>
                </a:lnTo>
                <a:cubicBezTo>
                  <a:pt x="198447" y="112658"/>
                  <a:pt x="244003" y="69209"/>
                  <a:pt x="273974" y="43571"/>
                </a:cubicBezTo>
                <a:cubicBezTo>
                  <a:pt x="307717" y="14711"/>
                  <a:pt x="329196" y="1719"/>
                  <a:pt x="330095" y="1184"/>
                </a:cubicBezTo>
                <a:cubicBezTo>
                  <a:pt x="331386" y="409"/>
                  <a:pt x="332864" y="0"/>
                  <a:pt x="3343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22"/>
          <p:cNvSpPr/>
          <p:nvPr/>
        </p:nvSpPr>
        <p:spPr>
          <a:xfrm>
            <a:off x="4674475" y="4244867"/>
            <a:ext cx="278800" cy="253856"/>
          </a:xfrm>
          <a:custGeom>
            <a:rect b="b" l="l" r="r" t="t"/>
            <a:pathLst>
              <a:path extrusionOk="0" h="345352" w="379288">
                <a:moveTo>
                  <a:pt x="149538" y="46275"/>
                </a:moveTo>
                <a:cubicBezTo>
                  <a:pt x="166072" y="46257"/>
                  <a:pt x="182493" y="48986"/>
                  <a:pt x="198131" y="54350"/>
                </a:cubicBezTo>
                <a:cubicBezTo>
                  <a:pt x="202471" y="55841"/>
                  <a:pt x="204780" y="60568"/>
                  <a:pt x="203288" y="64908"/>
                </a:cubicBezTo>
                <a:cubicBezTo>
                  <a:pt x="201797" y="69248"/>
                  <a:pt x="197071" y="71556"/>
                  <a:pt x="192731" y="70065"/>
                </a:cubicBezTo>
                <a:cubicBezTo>
                  <a:pt x="178828" y="65297"/>
                  <a:pt x="164229" y="62873"/>
                  <a:pt x="149531" y="62890"/>
                </a:cubicBezTo>
                <a:cubicBezTo>
                  <a:pt x="76236" y="62890"/>
                  <a:pt x="16608" y="122520"/>
                  <a:pt x="16608" y="195814"/>
                </a:cubicBezTo>
                <a:cubicBezTo>
                  <a:pt x="16608" y="269107"/>
                  <a:pt x="76236" y="328737"/>
                  <a:pt x="149531" y="328737"/>
                </a:cubicBezTo>
                <a:cubicBezTo>
                  <a:pt x="222826" y="328737"/>
                  <a:pt x="282454" y="269107"/>
                  <a:pt x="282454" y="195814"/>
                </a:cubicBezTo>
                <a:cubicBezTo>
                  <a:pt x="282457" y="186820"/>
                  <a:pt x="281553" y="177849"/>
                  <a:pt x="279757" y="169037"/>
                </a:cubicBezTo>
                <a:cubicBezTo>
                  <a:pt x="278839" y="164541"/>
                  <a:pt x="281739" y="160150"/>
                  <a:pt x="286235" y="159231"/>
                </a:cubicBezTo>
                <a:cubicBezTo>
                  <a:pt x="290732" y="158313"/>
                  <a:pt x="295122" y="161214"/>
                  <a:pt x="296040" y="165710"/>
                </a:cubicBezTo>
                <a:cubicBezTo>
                  <a:pt x="298059" y="175618"/>
                  <a:pt x="299075" y="185702"/>
                  <a:pt x="299074" y="195814"/>
                </a:cubicBezTo>
                <a:cubicBezTo>
                  <a:pt x="299077" y="278270"/>
                  <a:pt x="231994" y="345352"/>
                  <a:pt x="149538" y="345352"/>
                </a:cubicBezTo>
                <a:cubicBezTo>
                  <a:pt x="67083" y="345352"/>
                  <a:pt x="0" y="278270"/>
                  <a:pt x="0" y="195814"/>
                </a:cubicBezTo>
                <a:cubicBezTo>
                  <a:pt x="0" y="113357"/>
                  <a:pt x="67083" y="46275"/>
                  <a:pt x="149538" y="46275"/>
                </a:cubicBezTo>
                <a:close/>
                <a:moveTo>
                  <a:pt x="334370" y="0"/>
                </a:moveTo>
                <a:lnTo>
                  <a:pt x="370980" y="0"/>
                </a:lnTo>
                <a:cubicBezTo>
                  <a:pt x="375568" y="0"/>
                  <a:pt x="379288" y="3719"/>
                  <a:pt x="379288" y="8307"/>
                </a:cubicBezTo>
                <a:cubicBezTo>
                  <a:pt x="379288" y="10678"/>
                  <a:pt x="378276" y="12936"/>
                  <a:pt x="376505" y="14513"/>
                </a:cubicBezTo>
                <a:cubicBezTo>
                  <a:pt x="272540" y="107114"/>
                  <a:pt x="159481" y="304559"/>
                  <a:pt x="158351" y="306543"/>
                </a:cubicBezTo>
                <a:cubicBezTo>
                  <a:pt x="156883" y="309120"/>
                  <a:pt x="154152" y="310719"/>
                  <a:pt x="151187" y="310738"/>
                </a:cubicBezTo>
                <a:lnTo>
                  <a:pt x="151133" y="310739"/>
                </a:lnTo>
                <a:cubicBezTo>
                  <a:pt x="148186" y="310739"/>
                  <a:pt x="145459" y="309178"/>
                  <a:pt x="143968" y="306637"/>
                </a:cubicBezTo>
                <a:cubicBezTo>
                  <a:pt x="116364" y="259610"/>
                  <a:pt x="42772" y="159474"/>
                  <a:pt x="42033" y="158468"/>
                </a:cubicBezTo>
                <a:cubicBezTo>
                  <a:pt x="39589" y="155146"/>
                  <a:pt x="39952" y="150535"/>
                  <a:pt x="42886" y="147636"/>
                </a:cubicBezTo>
                <a:lnTo>
                  <a:pt x="65515" y="125273"/>
                </a:lnTo>
                <a:cubicBezTo>
                  <a:pt x="68367" y="122455"/>
                  <a:pt x="72825" y="122076"/>
                  <a:pt x="76112" y="124372"/>
                </a:cubicBezTo>
                <a:lnTo>
                  <a:pt x="149404" y="175547"/>
                </a:lnTo>
                <a:cubicBezTo>
                  <a:pt x="198447" y="112658"/>
                  <a:pt x="244003" y="69209"/>
                  <a:pt x="273974" y="43571"/>
                </a:cubicBezTo>
                <a:cubicBezTo>
                  <a:pt x="307717" y="14711"/>
                  <a:pt x="329196" y="1719"/>
                  <a:pt x="330095" y="1184"/>
                </a:cubicBezTo>
                <a:cubicBezTo>
                  <a:pt x="331386" y="409"/>
                  <a:pt x="332864" y="0"/>
                  <a:pt x="3343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3" name="Google Shape;393;p22"/>
          <p:cNvCxnSpPr/>
          <p:nvPr/>
        </p:nvCxnSpPr>
        <p:spPr>
          <a:xfrm>
            <a:off x="5085307" y="3986730"/>
            <a:ext cx="17454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4" name="Google Shape;394;p22"/>
          <p:cNvCxnSpPr/>
          <p:nvPr/>
        </p:nvCxnSpPr>
        <p:spPr>
          <a:xfrm>
            <a:off x="5085307" y="2446480"/>
            <a:ext cx="17454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" name="Google Shape;395;p22"/>
          <p:cNvSpPr/>
          <p:nvPr/>
        </p:nvSpPr>
        <p:spPr>
          <a:xfrm>
            <a:off x="4674475" y="1934490"/>
            <a:ext cx="278800" cy="253856"/>
          </a:xfrm>
          <a:custGeom>
            <a:rect b="b" l="l" r="r" t="t"/>
            <a:pathLst>
              <a:path extrusionOk="0" h="345352" w="379288">
                <a:moveTo>
                  <a:pt x="149538" y="46275"/>
                </a:moveTo>
                <a:cubicBezTo>
                  <a:pt x="166072" y="46257"/>
                  <a:pt x="182493" y="48986"/>
                  <a:pt x="198131" y="54350"/>
                </a:cubicBezTo>
                <a:cubicBezTo>
                  <a:pt x="202471" y="55841"/>
                  <a:pt x="204780" y="60568"/>
                  <a:pt x="203288" y="64908"/>
                </a:cubicBezTo>
                <a:cubicBezTo>
                  <a:pt x="201797" y="69248"/>
                  <a:pt x="197071" y="71556"/>
                  <a:pt x="192731" y="70065"/>
                </a:cubicBezTo>
                <a:cubicBezTo>
                  <a:pt x="178828" y="65297"/>
                  <a:pt x="164229" y="62873"/>
                  <a:pt x="149531" y="62890"/>
                </a:cubicBezTo>
                <a:cubicBezTo>
                  <a:pt x="76236" y="62890"/>
                  <a:pt x="16608" y="122520"/>
                  <a:pt x="16608" y="195814"/>
                </a:cubicBezTo>
                <a:cubicBezTo>
                  <a:pt x="16608" y="269107"/>
                  <a:pt x="76236" y="328737"/>
                  <a:pt x="149531" y="328737"/>
                </a:cubicBezTo>
                <a:cubicBezTo>
                  <a:pt x="222826" y="328737"/>
                  <a:pt x="282454" y="269107"/>
                  <a:pt x="282454" y="195814"/>
                </a:cubicBezTo>
                <a:cubicBezTo>
                  <a:pt x="282457" y="186820"/>
                  <a:pt x="281553" y="177849"/>
                  <a:pt x="279757" y="169037"/>
                </a:cubicBezTo>
                <a:cubicBezTo>
                  <a:pt x="278839" y="164541"/>
                  <a:pt x="281739" y="160150"/>
                  <a:pt x="286235" y="159231"/>
                </a:cubicBezTo>
                <a:cubicBezTo>
                  <a:pt x="290732" y="158313"/>
                  <a:pt x="295122" y="161214"/>
                  <a:pt x="296040" y="165710"/>
                </a:cubicBezTo>
                <a:cubicBezTo>
                  <a:pt x="298059" y="175618"/>
                  <a:pt x="299075" y="185702"/>
                  <a:pt x="299074" y="195814"/>
                </a:cubicBezTo>
                <a:cubicBezTo>
                  <a:pt x="299077" y="278270"/>
                  <a:pt x="231994" y="345352"/>
                  <a:pt x="149538" y="345352"/>
                </a:cubicBezTo>
                <a:cubicBezTo>
                  <a:pt x="67083" y="345352"/>
                  <a:pt x="0" y="278270"/>
                  <a:pt x="0" y="195814"/>
                </a:cubicBezTo>
                <a:cubicBezTo>
                  <a:pt x="0" y="113357"/>
                  <a:pt x="67083" y="46275"/>
                  <a:pt x="149538" y="46275"/>
                </a:cubicBezTo>
                <a:close/>
                <a:moveTo>
                  <a:pt x="334370" y="0"/>
                </a:moveTo>
                <a:lnTo>
                  <a:pt x="370980" y="0"/>
                </a:lnTo>
                <a:cubicBezTo>
                  <a:pt x="375568" y="0"/>
                  <a:pt x="379288" y="3719"/>
                  <a:pt x="379288" y="8307"/>
                </a:cubicBezTo>
                <a:cubicBezTo>
                  <a:pt x="379288" y="10678"/>
                  <a:pt x="378276" y="12936"/>
                  <a:pt x="376505" y="14513"/>
                </a:cubicBezTo>
                <a:cubicBezTo>
                  <a:pt x="272540" y="107114"/>
                  <a:pt x="159481" y="304559"/>
                  <a:pt x="158351" y="306543"/>
                </a:cubicBezTo>
                <a:cubicBezTo>
                  <a:pt x="156883" y="309120"/>
                  <a:pt x="154152" y="310719"/>
                  <a:pt x="151187" y="310738"/>
                </a:cubicBezTo>
                <a:lnTo>
                  <a:pt x="151133" y="310739"/>
                </a:lnTo>
                <a:cubicBezTo>
                  <a:pt x="148186" y="310739"/>
                  <a:pt x="145459" y="309178"/>
                  <a:pt x="143968" y="306637"/>
                </a:cubicBezTo>
                <a:cubicBezTo>
                  <a:pt x="116364" y="259610"/>
                  <a:pt x="42772" y="159474"/>
                  <a:pt x="42033" y="158468"/>
                </a:cubicBezTo>
                <a:cubicBezTo>
                  <a:pt x="39589" y="155146"/>
                  <a:pt x="39952" y="150535"/>
                  <a:pt x="42886" y="147636"/>
                </a:cubicBezTo>
                <a:lnTo>
                  <a:pt x="65515" y="125273"/>
                </a:lnTo>
                <a:cubicBezTo>
                  <a:pt x="68367" y="122455"/>
                  <a:pt x="72825" y="122076"/>
                  <a:pt x="76112" y="124372"/>
                </a:cubicBezTo>
                <a:lnTo>
                  <a:pt x="149404" y="175547"/>
                </a:lnTo>
                <a:cubicBezTo>
                  <a:pt x="198447" y="112658"/>
                  <a:pt x="244003" y="69209"/>
                  <a:pt x="273974" y="43571"/>
                </a:cubicBezTo>
                <a:cubicBezTo>
                  <a:pt x="307717" y="14711"/>
                  <a:pt x="329196" y="1719"/>
                  <a:pt x="330095" y="1184"/>
                </a:cubicBezTo>
                <a:cubicBezTo>
                  <a:pt x="331386" y="409"/>
                  <a:pt x="332864" y="0"/>
                  <a:pt x="33437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6" name="Google Shape;396;p22"/>
          <p:cNvCxnSpPr/>
          <p:nvPr/>
        </p:nvCxnSpPr>
        <p:spPr>
          <a:xfrm>
            <a:off x="5085307" y="1676355"/>
            <a:ext cx="17454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22"/>
          <p:cNvSpPr/>
          <p:nvPr/>
        </p:nvSpPr>
        <p:spPr>
          <a:xfrm flipH="1">
            <a:off x="5085307" y="3424055"/>
            <a:ext cx="3144290" cy="355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Enter new markets with existing products to reach a broader audience.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8" name="Google Shape;398;p22"/>
          <p:cNvCxnSpPr/>
          <p:nvPr/>
        </p:nvCxnSpPr>
        <p:spPr>
          <a:xfrm>
            <a:off x="5085307" y="3216605"/>
            <a:ext cx="17454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9" name="Google Shape;399;p22"/>
          <p:cNvSpPr/>
          <p:nvPr/>
        </p:nvSpPr>
        <p:spPr>
          <a:xfrm>
            <a:off x="4674475" y="3474742"/>
            <a:ext cx="278800" cy="253856"/>
          </a:xfrm>
          <a:custGeom>
            <a:rect b="b" l="l" r="r" t="t"/>
            <a:pathLst>
              <a:path extrusionOk="0" h="345352" w="379288">
                <a:moveTo>
                  <a:pt x="149538" y="46275"/>
                </a:moveTo>
                <a:cubicBezTo>
                  <a:pt x="166072" y="46257"/>
                  <a:pt x="182493" y="48986"/>
                  <a:pt x="198131" y="54350"/>
                </a:cubicBezTo>
                <a:cubicBezTo>
                  <a:pt x="202471" y="55841"/>
                  <a:pt x="204780" y="60568"/>
                  <a:pt x="203288" y="64908"/>
                </a:cubicBezTo>
                <a:cubicBezTo>
                  <a:pt x="201797" y="69248"/>
                  <a:pt x="197071" y="71556"/>
                  <a:pt x="192731" y="70065"/>
                </a:cubicBezTo>
                <a:cubicBezTo>
                  <a:pt x="178828" y="65297"/>
                  <a:pt x="164229" y="62873"/>
                  <a:pt x="149531" y="62890"/>
                </a:cubicBezTo>
                <a:cubicBezTo>
                  <a:pt x="76236" y="62890"/>
                  <a:pt x="16608" y="122520"/>
                  <a:pt x="16608" y="195814"/>
                </a:cubicBezTo>
                <a:cubicBezTo>
                  <a:pt x="16608" y="269107"/>
                  <a:pt x="76236" y="328737"/>
                  <a:pt x="149531" y="328737"/>
                </a:cubicBezTo>
                <a:cubicBezTo>
                  <a:pt x="222826" y="328737"/>
                  <a:pt x="282454" y="269107"/>
                  <a:pt x="282454" y="195814"/>
                </a:cubicBezTo>
                <a:cubicBezTo>
                  <a:pt x="282457" y="186820"/>
                  <a:pt x="281553" y="177849"/>
                  <a:pt x="279757" y="169037"/>
                </a:cubicBezTo>
                <a:cubicBezTo>
                  <a:pt x="278839" y="164541"/>
                  <a:pt x="281739" y="160150"/>
                  <a:pt x="286235" y="159231"/>
                </a:cubicBezTo>
                <a:cubicBezTo>
                  <a:pt x="290732" y="158313"/>
                  <a:pt x="295122" y="161214"/>
                  <a:pt x="296040" y="165710"/>
                </a:cubicBezTo>
                <a:cubicBezTo>
                  <a:pt x="298059" y="175618"/>
                  <a:pt x="299075" y="185702"/>
                  <a:pt x="299074" y="195814"/>
                </a:cubicBezTo>
                <a:cubicBezTo>
                  <a:pt x="299077" y="278270"/>
                  <a:pt x="231994" y="345352"/>
                  <a:pt x="149538" y="345352"/>
                </a:cubicBezTo>
                <a:cubicBezTo>
                  <a:pt x="67083" y="345352"/>
                  <a:pt x="0" y="278270"/>
                  <a:pt x="0" y="195814"/>
                </a:cubicBezTo>
                <a:cubicBezTo>
                  <a:pt x="0" y="113357"/>
                  <a:pt x="67083" y="46275"/>
                  <a:pt x="149538" y="46275"/>
                </a:cubicBezTo>
                <a:close/>
                <a:moveTo>
                  <a:pt x="334370" y="0"/>
                </a:moveTo>
                <a:lnTo>
                  <a:pt x="370980" y="0"/>
                </a:lnTo>
                <a:cubicBezTo>
                  <a:pt x="375568" y="0"/>
                  <a:pt x="379288" y="3719"/>
                  <a:pt x="379288" y="8307"/>
                </a:cubicBezTo>
                <a:cubicBezTo>
                  <a:pt x="379288" y="10678"/>
                  <a:pt x="378276" y="12936"/>
                  <a:pt x="376505" y="14513"/>
                </a:cubicBezTo>
                <a:cubicBezTo>
                  <a:pt x="272540" y="107114"/>
                  <a:pt x="159481" y="304559"/>
                  <a:pt x="158351" y="306543"/>
                </a:cubicBezTo>
                <a:cubicBezTo>
                  <a:pt x="156883" y="309120"/>
                  <a:pt x="154152" y="310719"/>
                  <a:pt x="151187" y="310738"/>
                </a:cubicBezTo>
                <a:lnTo>
                  <a:pt x="151133" y="310739"/>
                </a:lnTo>
                <a:cubicBezTo>
                  <a:pt x="148186" y="310739"/>
                  <a:pt x="145459" y="309178"/>
                  <a:pt x="143968" y="306637"/>
                </a:cubicBezTo>
                <a:cubicBezTo>
                  <a:pt x="116364" y="259610"/>
                  <a:pt x="42772" y="159474"/>
                  <a:pt x="42033" y="158468"/>
                </a:cubicBezTo>
                <a:cubicBezTo>
                  <a:pt x="39589" y="155146"/>
                  <a:pt x="39952" y="150535"/>
                  <a:pt x="42886" y="147636"/>
                </a:cubicBezTo>
                <a:lnTo>
                  <a:pt x="65515" y="125273"/>
                </a:lnTo>
                <a:cubicBezTo>
                  <a:pt x="68367" y="122455"/>
                  <a:pt x="72825" y="122076"/>
                  <a:pt x="76112" y="124372"/>
                </a:cubicBezTo>
                <a:lnTo>
                  <a:pt x="149404" y="175547"/>
                </a:lnTo>
                <a:cubicBezTo>
                  <a:pt x="198447" y="112658"/>
                  <a:pt x="244003" y="69209"/>
                  <a:pt x="273974" y="43571"/>
                </a:cubicBezTo>
                <a:cubicBezTo>
                  <a:pt x="307717" y="14711"/>
                  <a:pt x="329196" y="1719"/>
                  <a:pt x="330095" y="1184"/>
                </a:cubicBezTo>
                <a:cubicBezTo>
                  <a:pt x="331386" y="409"/>
                  <a:pt x="332864" y="0"/>
                  <a:pt x="3343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oogle Shape;404;p23"/>
          <p:cNvGrpSpPr/>
          <p:nvPr/>
        </p:nvGrpSpPr>
        <p:grpSpPr>
          <a:xfrm>
            <a:off x="390869" y="1470331"/>
            <a:ext cx="8368363" cy="3390556"/>
            <a:chOff x="387819" y="1131660"/>
            <a:chExt cx="8368363" cy="3390556"/>
          </a:xfrm>
        </p:grpSpPr>
        <p:grpSp>
          <p:nvGrpSpPr>
            <p:cNvPr id="405" name="Google Shape;405;p23"/>
            <p:cNvGrpSpPr/>
            <p:nvPr/>
          </p:nvGrpSpPr>
          <p:grpSpPr>
            <a:xfrm>
              <a:off x="4654548" y="1163668"/>
              <a:ext cx="2002284" cy="1420021"/>
              <a:chOff x="4659496" y="2181700"/>
              <a:chExt cx="2122304" cy="1524575"/>
            </a:xfrm>
          </p:grpSpPr>
          <p:grpSp>
            <p:nvGrpSpPr>
              <p:cNvPr id="406" name="Google Shape;406;p23"/>
              <p:cNvGrpSpPr/>
              <p:nvPr/>
            </p:nvGrpSpPr>
            <p:grpSpPr>
              <a:xfrm>
                <a:off x="4659496" y="2181700"/>
                <a:ext cx="2122304" cy="1524575"/>
                <a:chOff x="4659496" y="2181700"/>
                <a:chExt cx="2122304" cy="1524575"/>
              </a:xfrm>
            </p:grpSpPr>
            <p:sp>
              <p:nvSpPr>
                <p:cNvPr id="407" name="Google Shape;407;p23"/>
                <p:cNvSpPr/>
                <p:nvPr/>
              </p:nvSpPr>
              <p:spPr>
                <a:xfrm>
                  <a:off x="6172200" y="2181701"/>
                  <a:ext cx="609600" cy="527737"/>
                </a:xfrm>
                <a:prstGeom prst="homePlate">
                  <a:avLst>
                    <a:gd fmla="val 50000" name="adj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408" name="Google Shape;408;p23"/>
                <p:cNvSpPr/>
                <p:nvPr/>
              </p:nvSpPr>
              <p:spPr>
                <a:xfrm>
                  <a:off x="4659496" y="2181700"/>
                  <a:ext cx="1512704" cy="1524575"/>
                </a:xfrm>
                <a:custGeom>
                  <a:rect b="b" l="l" r="r" t="t"/>
                  <a:pathLst>
                    <a:path extrusionOk="0" h="1524574" w="1512704">
                      <a:moveTo>
                        <a:pt x="995564" y="0"/>
                      </a:moveTo>
                      <a:cubicBezTo>
                        <a:pt x="1169330" y="0"/>
                        <a:pt x="1330878" y="0"/>
                        <a:pt x="1481068" y="0"/>
                      </a:cubicBezTo>
                      <a:lnTo>
                        <a:pt x="1512704" y="0"/>
                      </a:lnTo>
                      <a:lnTo>
                        <a:pt x="1512704" y="527737"/>
                      </a:lnTo>
                      <a:lnTo>
                        <a:pt x="1444637" y="527737"/>
                      </a:lnTo>
                      <a:cubicBezTo>
                        <a:pt x="995564" y="527737"/>
                        <a:pt x="995564" y="527737"/>
                        <a:pt x="995564" y="527737"/>
                      </a:cubicBezTo>
                      <a:cubicBezTo>
                        <a:pt x="445076" y="527737"/>
                        <a:pt x="0" y="973382"/>
                        <a:pt x="0" y="1524574"/>
                      </a:cubicBezTo>
                      <a:cubicBezTo>
                        <a:pt x="0" y="996837"/>
                        <a:pt x="0" y="996837"/>
                        <a:pt x="0" y="996837"/>
                      </a:cubicBezTo>
                      <a:cubicBezTo>
                        <a:pt x="0" y="445645"/>
                        <a:pt x="445076" y="0"/>
                        <a:pt x="99556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sp>
            <p:nvSpPr>
              <p:cNvPr id="409" name="Google Shape;409;p23"/>
              <p:cNvSpPr/>
              <p:nvPr/>
            </p:nvSpPr>
            <p:spPr>
              <a:xfrm>
                <a:off x="4659496" y="2181700"/>
                <a:ext cx="1371600" cy="1524574"/>
              </a:xfrm>
              <a:custGeom>
                <a:rect b="b" l="l" r="r" t="t"/>
                <a:pathLst>
                  <a:path extrusionOk="0" h="1524574" w="1371600">
                    <a:moveTo>
                      <a:pt x="995564" y="0"/>
                    </a:moveTo>
                    <a:cubicBezTo>
                      <a:pt x="1072793" y="0"/>
                      <a:pt x="1147609" y="0"/>
                      <a:pt x="1220087" y="0"/>
                    </a:cubicBezTo>
                    <a:lnTo>
                      <a:pt x="1371600" y="0"/>
                    </a:lnTo>
                    <a:lnTo>
                      <a:pt x="1371600" y="527737"/>
                    </a:lnTo>
                    <a:lnTo>
                      <a:pt x="1366099" y="527737"/>
                    </a:lnTo>
                    <a:cubicBezTo>
                      <a:pt x="995564" y="527737"/>
                      <a:pt x="995564" y="527737"/>
                      <a:pt x="995564" y="527737"/>
                    </a:cubicBezTo>
                    <a:cubicBezTo>
                      <a:pt x="445076" y="527737"/>
                      <a:pt x="0" y="973382"/>
                      <a:pt x="0" y="1524574"/>
                    </a:cubicBezTo>
                    <a:cubicBezTo>
                      <a:pt x="0" y="996837"/>
                      <a:pt x="0" y="996837"/>
                      <a:pt x="0" y="996837"/>
                    </a:cubicBezTo>
                    <a:cubicBezTo>
                      <a:pt x="0" y="445645"/>
                      <a:pt x="445076" y="0"/>
                      <a:pt x="99556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0000">
                      <a:alpha val="34901"/>
                    </a:srgbClr>
                  </a:gs>
                  <a:gs pos="20000">
                    <a:srgbClr val="000000">
                      <a:alpha val="34901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10" name="Google Shape;410;p23"/>
            <p:cNvGrpSpPr/>
            <p:nvPr/>
          </p:nvGrpSpPr>
          <p:grpSpPr>
            <a:xfrm flipH="1">
              <a:off x="2487170" y="1163668"/>
              <a:ext cx="2002284" cy="1420020"/>
              <a:chOff x="4659496" y="2181700"/>
              <a:chExt cx="2122304" cy="1524574"/>
            </a:xfrm>
          </p:grpSpPr>
          <p:grpSp>
            <p:nvGrpSpPr>
              <p:cNvPr id="411" name="Google Shape;411;p23"/>
              <p:cNvGrpSpPr/>
              <p:nvPr/>
            </p:nvGrpSpPr>
            <p:grpSpPr>
              <a:xfrm>
                <a:off x="4659496" y="2181700"/>
                <a:ext cx="2122304" cy="1524574"/>
                <a:chOff x="4659496" y="2181700"/>
                <a:chExt cx="2122304" cy="1524574"/>
              </a:xfrm>
            </p:grpSpPr>
            <p:sp>
              <p:nvSpPr>
                <p:cNvPr id="412" name="Google Shape;412;p23"/>
                <p:cNvSpPr/>
                <p:nvPr/>
              </p:nvSpPr>
              <p:spPr>
                <a:xfrm>
                  <a:off x="6172200" y="2181701"/>
                  <a:ext cx="609600" cy="527737"/>
                </a:xfrm>
                <a:prstGeom prst="homePlate">
                  <a:avLst>
                    <a:gd fmla="val 50000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413" name="Google Shape;413;p23"/>
                <p:cNvSpPr/>
                <p:nvPr/>
              </p:nvSpPr>
              <p:spPr>
                <a:xfrm>
                  <a:off x="4659496" y="2181700"/>
                  <a:ext cx="1512704" cy="1524574"/>
                </a:xfrm>
                <a:custGeom>
                  <a:rect b="b" l="l" r="r" t="t"/>
                  <a:pathLst>
                    <a:path extrusionOk="0" h="1524574" w="1512704">
                      <a:moveTo>
                        <a:pt x="995564" y="0"/>
                      </a:moveTo>
                      <a:cubicBezTo>
                        <a:pt x="1169330" y="0"/>
                        <a:pt x="1330878" y="0"/>
                        <a:pt x="1481068" y="0"/>
                      </a:cubicBezTo>
                      <a:lnTo>
                        <a:pt x="1512704" y="0"/>
                      </a:lnTo>
                      <a:lnTo>
                        <a:pt x="1512704" y="527737"/>
                      </a:lnTo>
                      <a:lnTo>
                        <a:pt x="1444637" y="527737"/>
                      </a:lnTo>
                      <a:cubicBezTo>
                        <a:pt x="995564" y="527737"/>
                        <a:pt x="995564" y="527737"/>
                        <a:pt x="995564" y="527737"/>
                      </a:cubicBezTo>
                      <a:cubicBezTo>
                        <a:pt x="445076" y="527737"/>
                        <a:pt x="0" y="973382"/>
                        <a:pt x="0" y="1524574"/>
                      </a:cubicBezTo>
                      <a:cubicBezTo>
                        <a:pt x="0" y="996837"/>
                        <a:pt x="0" y="996837"/>
                        <a:pt x="0" y="996837"/>
                      </a:cubicBezTo>
                      <a:cubicBezTo>
                        <a:pt x="0" y="445645"/>
                        <a:pt x="445076" y="0"/>
                        <a:pt x="99556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sp>
            <p:nvSpPr>
              <p:cNvPr id="414" name="Google Shape;414;p23"/>
              <p:cNvSpPr/>
              <p:nvPr/>
            </p:nvSpPr>
            <p:spPr>
              <a:xfrm>
                <a:off x="4659496" y="2181700"/>
                <a:ext cx="1371600" cy="1524574"/>
              </a:xfrm>
              <a:custGeom>
                <a:rect b="b" l="l" r="r" t="t"/>
                <a:pathLst>
                  <a:path extrusionOk="0" h="1524574" w="1371600">
                    <a:moveTo>
                      <a:pt x="995564" y="0"/>
                    </a:moveTo>
                    <a:cubicBezTo>
                      <a:pt x="1072793" y="0"/>
                      <a:pt x="1147609" y="0"/>
                      <a:pt x="1220087" y="0"/>
                    </a:cubicBezTo>
                    <a:lnTo>
                      <a:pt x="1371600" y="0"/>
                    </a:lnTo>
                    <a:lnTo>
                      <a:pt x="1371600" y="527737"/>
                    </a:lnTo>
                    <a:lnTo>
                      <a:pt x="1366099" y="527737"/>
                    </a:lnTo>
                    <a:cubicBezTo>
                      <a:pt x="995564" y="527737"/>
                      <a:pt x="995564" y="527737"/>
                      <a:pt x="995564" y="527737"/>
                    </a:cubicBezTo>
                    <a:cubicBezTo>
                      <a:pt x="445076" y="527737"/>
                      <a:pt x="0" y="973382"/>
                      <a:pt x="0" y="1524574"/>
                    </a:cubicBezTo>
                    <a:cubicBezTo>
                      <a:pt x="0" y="996837"/>
                      <a:pt x="0" y="996837"/>
                      <a:pt x="0" y="996837"/>
                    </a:cubicBezTo>
                    <a:cubicBezTo>
                      <a:pt x="0" y="445645"/>
                      <a:pt x="445076" y="0"/>
                      <a:pt x="99556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0000">
                      <a:alpha val="34901"/>
                    </a:srgbClr>
                  </a:gs>
                  <a:gs pos="20000">
                    <a:srgbClr val="000000">
                      <a:alpha val="34901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15" name="Google Shape;415;p23"/>
            <p:cNvGrpSpPr/>
            <p:nvPr/>
          </p:nvGrpSpPr>
          <p:grpSpPr>
            <a:xfrm>
              <a:off x="4654548" y="2132932"/>
              <a:ext cx="2002284" cy="1420020"/>
              <a:chOff x="4659496" y="2181700"/>
              <a:chExt cx="2122304" cy="1524574"/>
            </a:xfrm>
          </p:grpSpPr>
          <p:grpSp>
            <p:nvGrpSpPr>
              <p:cNvPr id="416" name="Google Shape;416;p23"/>
              <p:cNvGrpSpPr/>
              <p:nvPr/>
            </p:nvGrpSpPr>
            <p:grpSpPr>
              <a:xfrm>
                <a:off x="4659496" y="2181700"/>
                <a:ext cx="2122304" cy="1524574"/>
                <a:chOff x="4659496" y="2181700"/>
                <a:chExt cx="2122304" cy="1524574"/>
              </a:xfrm>
            </p:grpSpPr>
            <p:sp>
              <p:nvSpPr>
                <p:cNvPr id="417" name="Google Shape;417;p23"/>
                <p:cNvSpPr/>
                <p:nvPr/>
              </p:nvSpPr>
              <p:spPr>
                <a:xfrm>
                  <a:off x="6172200" y="2181701"/>
                  <a:ext cx="609600" cy="527737"/>
                </a:xfrm>
                <a:prstGeom prst="homePlate">
                  <a:avLst>
                    <a:gd fmla="val 50000" name="adj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418" name="Google Shape;418;p23"/>
                <p:cNvSpPr/>
                <p:nvPr/>
              </p:nvSpPr>
              <p:spPr>
                <a:xfrm>
                  <a:off x="4659496" y="2181700"/>
                  <a:ext cx="1512704" cy="1524574"/>
                </a:xfrm>
                <a:custGeom>
                  <a:rect b="b" l="l" r="r" t="t"/>
                  <a:pathLst>
                    <a:path extrusionOk="0" h="1524574" w="1512704">
                      <a:moveTo>
                        <a:pt x="995564" y="0"/>
                      </a:moveTo>
                      <a:cubicBezTo>
                        <a:pt x="1169330" y="0"/>
                        <a:pt x="1330878" y="0"/>
                        <a:pt x="1481068" y="0"/>
                      </a:cubicBezTo>
                      <a:lnTo>
                        <a:pt x="1512704" y="0"/>
                      </a:lnTo>
                      <a:lnTo>
                        <a:pt x="1512704" y="527737"/>
                      </a:lnTo>
                      <a:lnTo>
                        <a:pt x="1444637" y="527737"/>
                      </a:lnTo>
                      <a:cubicBezTo>
                        <a:pt x="995564" y="527737"/>
                        <a:pt x="995564" y="527737"/>
                        <a:pt x="995564" y="527737"/>
                      </a:cubicBezTo>
                      <a:cubicBezTo>
                        <a:pt x="445076" y="527737"/>
                        <a:pt x="0" y="973382"/>
                        <a:pt x="0" y="1524574"/>
                      </a:cubicBezTo>
                      <a:cubicBezTo>
                        <a:pt x="0" y="996837"/>
                        <a:pt x="0" y="996837"/>
                        <a:pt x="0" y="996837"/>
                      </a:cubicBezTo>
                      <a:cubicBezTo>
                        <a:pt x="0" y="445645"/>
                        <a:pt x="445076" y="0"/>
                        <a:pt x="99556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sp>
            <p:nvSpPr>
              <p:cNvPr id="419" name="Google Shape;419;p23"/>
              <p:cNvSpPr/>
              <p:nvPr/>
            </p:nvSpPr>
            <p:spPr>
              <a:xfrm>
                <a:off x="4659496" y="2181700"/>
                <a:ext cx="1371600" cy="1524574"/>
              </a:xfrm>
              <a:custGeom>
                <a:rect b="b" l="l" r="r" t="t"/>
                <a:pathLst>
                  <a:path extrusionOk="0" h="1524574" w="1371600">
                    <a:moveTo>
                      <a:pt x="995564" y="0"/>
                    </a:moveTo>
                    <a:cubicBezTo>
                      <a:pt x="1072793" y="0"/>
                      <a:pt x="1147609" y="0"/>
                      <a:pt x="1220087" y="0"/>
                    </a:cubicBezTo>
                    <a:lnTo>
                      <a:pt x="1371600" y="0"/>
                    </a:lnTo>
                    <a:lnTo>
                      <a:pt x="1371600" y="527737"/>
                    </a:lnTo>
                    <a:lnTo>
                      <a:pt x="1366099" y="527737"/>
                    </a:lnTo>
                    <a:cubicBezTo>
                      <a:pt x="995564" y="527737"/>
                      <a:pt x="995564" y="527737"/>
                      <a:pt x="995564" y="527737"/>
                    </a:cubicBezTo>
                    <a:cubicBezTo>
                      <a:pt x="445076" y="527737"/>
                      <a:pt x="0" y="973382"/>
                      <a:pt x="0" y="1524574"/>
                    </a:cubicBezTo>
                    <a:cubicBezTo>
                      <a:pt x="0" y="996837"/>
                      <a:pt x="0" y="996837"/>
                      <a:pt x="0" y="996837"/>
                    </a:cubicBezTo>
                    <a:cubicBezTo>
                      <a:pt x="0" y="445645"/>
                      <a:pt x="445076" y="0"/>
                      <a:pt x="99556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0000">
                      <a:alpha val="34901"/>
                    </a:srgbClr>
                  </a:gs>
                  <a:gs pos="20000">
                    <a:srgbClr val="000000">
                      <a:alpha val="34901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20" name="Google Shape;420;p23"/>
            <p:cNvGrpSpPr/>
            <p:nvPr/>
          </p:nvGrpSpPr>
          <p:grpSpPr>
            <a:xfrm flipH="1">
              <a:off x="2487170" y="2132932"/>
              <a:ext cx="2002284" cy="1420020"/>
              <a:chOff x="4659496" y="2181700"/>
              <a:chExt cx="2122304" cy="1524574"/>
            </a:xfrm>
          </p:grpSpPr>
          <p:grpSp>
            <p:nvGrpSpPr>
              <p:cNvPr id="421" name="Google Shape;421;p23"/>
              <p:cNvGrpSpPr/>
              <p:nvPr/>
            </p:nvGrpSpPr>
            <p:grpSpPr>
              <a:xfrm>
                <a:off x="4659496" y="2181700"/>
                <a:ext cx="2122304" cy="1524574"/>
                <a:chOff x="4659496" y="2181700"/>
                <a:chExt cx="2122304" cy="1524574"/>
              </a:xfrm>
            </p:grpSpPr>
            <p:sp>
              <p:nvSpPr>
                <p:cNvPr id="422" name="Google Shape;422;p23"/>
                <p:cNvSpPr/>
                <p:nvPr/>
              </p:nvSpPr>
              <p:spPr>
                <a:xfrm>
                  <a:off x="6172200" y="2181701"/>
                  <a:ext cx="609600" cy="527737"/>
                </a:xfrm>
                <a:prstGeom prst="homePlate">
                  <a:avLst>
                    <a:gd fmla="val 50000" name="adj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423" name="Google Shape;423;p23"/>
                <p:cNvSpPr/>
                <p:nvPr/>
              </p:nvSpPr>
              <p:spPr>
                <a:xfrm>
                  <a:off x="4659496" y="2181700"/>
                  <a:ext cx="1512704" cy="1524574"/>
                </a:xfrm>
                <a:custGeom>
                  <a:rect b="b" l="l" r="r" t="t"/>
                  <a:pathLst>
                    <a:path extrusionOk="0" h="1524574" w="1512704">
                      <a:moveTo>
                        <a:pt x="995564" y="0"/>
                      </a:moveTo>
                      <a:cubicBezTo>
                        <a:pt x="1169330" y="0"/>
                        <a:pt x="1330878" y="0"/>
                        <a:pt x="1481068" y="0"/>
                      </a:cubicBezTo>
                      <a:lnTo>
                        <a:pt x="1512704" y="0"/>
                      </a:lnTo>
                      <a:lnTo>
                        <a:pt x="1512704" y="527737"/>
                      </a:lnTo>
                      <a:lnTo>
                        <a:pt x="1444637" y="527737"/>
                      </a:lnTo>
                      <a:cubicBezTo>
                        <a:pt x="995564" y="527737"/>
                        <a:pt x="995564" y="527737"/>
                        <a:pt x="995564" y="527737"/>
                      </a:cubicBezTo>
                      <a:cubicBezTo>
                        <a:pt x="445076" y="527737"/>
                        <a:pt x="0" y="973382"/>
                        <a:pt x="0" y="1524574"/>
                      </a:cubicBezTo>
                      <a:cubicBezTo>
                        <a:pt x="0" y="996837"/>
                        <a:pt x="0" y="996837"/>
                        <a:pt x="0" y="996837"/>
                      </a:cubicBezTo>
                      <a:cubicBezTo>
                        <a:pt x="0" y="445645"/>
                        <a:pt x="445076" y="0"/>
                        <a:pt x="99556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sp>
            <p:nvSpPr>
              <p:cNvPr id="424" name="Google Shape;424;p23"/>
              <p:cNvSpPr/>
              <p:nvPr/>
            </p:nvSpPr>
            <p:spPr>
              <a:xfrm>
                <a:off x="4659496" y="2181700"/>
                <a:ext cx="1371600" cy="1524574"/>
              </a:xfrm>
              <a:custGeom>
                <a:rect b="b" l="l" r="r" t="t"/>
                <a:pathLst>
                  <a:path extrusionOk="0" h="1524574" w="1371600">
                    <a:moveTo>
                      <a:pt x="995564" y="0"/>
                    </a:moveTo>
                    <a:cubicBezTo>
                      <a:pt x="1072793" y="0"/>
                      <a:pt x="1147609" y="0"/>
                      <a:pt x="1220087" y="0"/>
                    </a:cubicBezTo>
                    <a:lnTo>
                      <a:pt x="1371600" y="0"/>
                    </a:lnTo>
                    <a:lnTo>
                      <a:pt x="1371600" y="527737"/>
                    </a:lnTo>
                    <a:lnTo>
                      <a:pt x="1366099" y="527737"/>
                    </a:lnTo>
                    <a:cubicBezTo>
                      <a:pt x="995564" y="527737"/>
                      <a:pt x="995564" y="527737"/>
                      <a:pt x="995564" y="527737"/>
                    </a:cubicBezTo>
                    <a:cubicBezTo>
                      <a:pt x="445076" y="527737"/>
                      <a:pt x="0" y="973382"/>
                      <a:pt x="0" y="1524574"/>
                    </a:cubicBezTo>
                    <a:cubicBezTo>
                      <a:pt x="0" y="996837"/>
                      <a:pt x="0" y="996837"/>
                      <a:pt x="0" y="996837"/>
                    </a:cubicBezTo>
                    <a:cubicBezTo>
                      <a:pt x="0" y="445645"/>
                      <a:pt x="445076" y="0"/>
                      <a:pt x="99556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0000">
                      <a:alpha val="34901"/>
                    </a:srgbClr>
                  </a:gs>
                  <a:gs pos="20000">
                    <a:srgbClr val="000000">
                      <a:alpha val="34901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25" name="Google Shape;425;p23"/>
            <p:cNvGrpSpPr/>
            <p:nvPr/>
          </p:nvGrpSpPr>
          <p:grpSpPr>
            <a:xfrm>
              <a:off x="4654548" y="3102196"/>
              <a:ext cx="2002284" cy="1420020"/>
              <a:chOff x="4659496" y="2181700"/>
              <a:chExt cx="2122304" cy="1524574"/>
            </a:xfrm>
          </p:grpSpPr>
          <p:grpSp>
            <p:nvGrpSpPr>
              <p:cNvPr id="426" name="Google Shape;426;p23"/>
              <p:cNvGrpSpPr/>
              <p:nvPr/>
            </p:nvGrpSpPr>
            <p:grpSpPr>
              <a:xfrm>
                <a:off x="4659496" y="2181700"/>
                <a:ext cx="2122304" cy="1524574"/>
                <a:chOff x="4659496" y="2181700"/>
                <a:chExt cx="2122304" cy="1524574"/>
              </a:xfrm>
            </p:grpSpPr>
            <p:sp>
              <p:nvSpPr>
                <p:cNvPr id="427" name="Google Shape;427;p23"/>
                <p:cNvSpPr/>
                <p:nvPr/>
              </p:nvSpPr>
              <p:spPr>
                <a:xfrm>
                  <a:off x="6172200" y="2181701"/>
                  <a:ext cx="609600" cy="527737"/>
                </a:xfrm>
                <a:prstGeom prst="homePlate">
                  <a:avLst>
                    <a:gd fmla="val 50000" name="adj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428" name="Google Shape;428;p23"/>
                <p:cNvSpPr/>
                <p:nvPr/>
              </p:nvSpPr>
              <p:spPr>
                <a:xfrm>
                  <a:off x="4659496" y="2181700"/>
                  <a:ext cx="1512704" cy="1524574"/>
                </a:xfrm>
                <a:custGeom>
                  <a:rect b="b" l="l" r="r" t="t"/>
                  <a:pathLst>
                    <a:path extrusionOk="0" h="1524574" w="1512704">
                      <a:moveTo>
                        <a:pt x="995564" y="0"/>
                      </a:moveTo>
                      <a:cubicBezTo>
                        <a:pt x="1169330" y="0"/>
                        <a:pt x="1330878" y="0"/>
                        <a:pt x="1481068" y="0"/>
                      </a:cubicBezTo>
                      <a:lnTo>
                        <a:pt x="1512704" y="0"/>
                      </a:lnTo>
                      <a:lnTo>
                        <a:pt x="1512704" y="527737"/>
                      </a:lnTo>
                      <a:lnTo>
                        <a:pt x="1444637" y="527737"/>
                      </a:lnTo>
                      <a:cubicBezTo>
                        <a:pt x="995564" y="527737"/>
                        <a:pt x="995564" y="527737"/>
                        <a:pt x="995564" y="527737"/>
                      </a:cubicBezTo>
                      <a:cubicBezTo>
                        <a:pt x="445076" y="527737"/>
                        <a:pt x="0" y="973382"/>
                        <a:pt x="0" y="1524574"/>
                      </a:cubicBezTo>
                      <a:cubicBezTo>
                        <a:pt x="0" y="996837"/>
                        <a:pt x="0" y="996837"/>
                        <a:pt x="0" y="996837"/>
                      </a:cubicBezTo>
                      <a:cubicBezTo>
                        <a:pt x="0" y="445645"/>
                        <a:pt x="445076" y="0"/>
                        <a:pt x="99556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sp>
            <p:nvSpPr>
              <p:cNvPr id="429" name="Google Shape;429;p23"/>
              <p:cNvSpPr/>
              <p:nvPr/>
            </p:nvSpPr>
            <p:spPr>
              <a:xfrm>
                <a:off x="4659496" y="2181700"/>
                <a:ext cx="1371600" cy="1524574"/>
              </a:xfrm>
              <a:custGeom>
                <a:rect b="b" l="l" r="r" t="t"/>
                <a:pathLst>
                  <a:path extrusionOk="0" h="1524574" w="1371600">
                    <a:moveTo>
                      <a:pt x="995564" y="0"/>
                    </a:moveTo>
                    <a:cubicBezTo>
                      <a:pt x="1072793" y="0"/>
                      <a:pt x="1147609" y="0"/>
                      <a:pt x="1220087" y="0"/>
                    </a:cubicBezTo>
                    <a:lnTo>
                      <a:pt x="1371600" y="0"/>
                    </a:lnTo>
                    <a:lnTo>
                      <a:pt x="1371600" y="527737"/>
                    </a:lnTo>
                    <a:lnTo>
                      <a:pt x="1366099" y="527737"/>
                    </a:lnTo>
                    <a:cubicBezTo>
                      <a:pt x="995564" y="527737"/>
                      <a:pt x="995564" y="527737"/>
                      <a:pt x="995564" y="527737"/>
                    </a:cubicBezTo>
                    <a:cubicBezTo>
                      <a:pt x="445076" y="527737"/>
                      <a:pt x="0" y="973382"/>
                      <a:pt x="0" y="1524574"/>
                    </a:cubicBezTo>
                    <a:cubicBezTo>
                      <a:pt x="0" y="996837"/>
                      <a:pt x="0" y="996837"/>
                      <a:pt x="0" y="996837"/>
                    </a:cubicBezTo>
                    <a:cubicBezTo>
                      <a:pt x="0" y="445645"/>
                      <a:pt x="445076" y="0"/>
                      <a:pt x="99556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0000">
                      <a:alpha val="34901"/>
                    </a:srgbClr>
                  </a:gs>
                  <a:gs pos="20000">
                    <a:srgbClr val="000000">
                      <a:alpha val="34901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30" name="Google Shape;430;p23"/>
            <p:cNvGrpSpPr/>
            <p:nvPr/>
          </p:nvGrpSpPr>
          <p:grpSpPr>
            <a:xfrm flipH="1">
              <a:off x="2487170" y="3102196"/>
              <a:ext cx="2002284" cy="1420020"/>
              <a:chOff x="4659496" y="2181700"/>
              <a:chExt cx="2122304" cy="1524574"/>
            </a:xfrm>
          </p:grpSpPr>
          <p:grpSp>
            <p:nvGrpSpPr>
              <p:cNvPr id="431" name="Google Shape;431;p23"/>
              <p:cNvGrpSpPr/>
              <p:nvPr/>
            </p:nvGrpSpPr>
            <p:grpSpPr>
              <a:xfrm>
                <a:off x="4659496" y="2181700"/>
                <a:ext cx="2122304" cy="1524574"/>
                <a:chOff x="4659496" y="2181700"/>
                <a:chExt cx="2122304" cy="1524574"/>
              </a:xfrm>
            </p:grpSpPr>
            <p:sp>
              <p:nvSpPr>
                <p:cNvPr id="432" name="Google Shape;432;p23"/>
                <p:cNvSpPr/>
                <p:nvPr/>
              </p:nvSpPr>
              <p:spPr>
                <a:xfrm>
                  <a:off x="6172200" y="2181701"/>
                  <a:ext cx="609600" cy="527737"/>
                </a:xfrm>
                <a:prstGeom prst="homePlate">
                  <a:avLst>
                    <a:gd fmla="val 50000" name="adj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433" name="Google Shape;433;p23"/>
                <p:cNvSpPr/>
                <p:nvPr/>
              </p:nvSpPr>
              <p:spPr>
                <a:xfrm>
                  <a:off x="4659496" y="2181700"/>
                  <a:ext cx="1512704" cy="1524574"/>
                </a:xfrm>
                <a:custGeom>
                  <a:rect b="b" l="l" r="r" t="t"/>
                  <a:pathLst>
                    <a:path extrusionOk="0" h="1524574" w="1512704">
                      <a:moveTo>
                        <a:pt x="995564" y="0"/>
                      </a:moveTo>
                      <a:cubicBezTo>
                        <a:pt x="1169330" y="0"/>
                        <a:pt x="1330878" y="0"/>
                        <a:pt x="1481068" y="0"/>
                      </a:cubicBezTo>
                      <a:lnTo>
                        <a:pt x="1512704" y="0"/>
                      </a:lnTo>
                      <a:lnTo>
                        <a:pt x="1512704" y="527737"/>
                      </a:lnTo>
                      <a:lnTo>
                        <a:pt x="1444637" y="527737"/>
                      </a:lnTo>
                      <a:cubicBezTo>
                        <a:pt x="995564" y="527737"/>
                        <a:pt x="995564" y="527737"/>
                        <a:pt x="995564" y="527737"/>
                      </a:cubicBezTo>
                      <a:cubicBezTo>
                        <a:pt x="445076" y="527737"/>
                        <a:pt x="0" y="973382"/>
                        <a:pt x="0" y="1524574"/>
                      </a:cubicBezTo>
                      <a:cubicBezTo>
                        <a:pt x="0" y="996837"/>
                        <a:pt x="0" y="996837"/>
                        <a:pt x="0" y="996837"/>
                      </a:cubicBezTo>
                      <a:cubicBezTo>
                        <a:pt x="0" y="445645"/>
                        <a:pt x="445076" y="0"/>
                        <a:pt x="99556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sp>
            <p:nvSpPr>
              <p:cNvPr id="434" name="Google Shape;434;p23"/>
              <p:cNvSpPr/>
              <p:nvPr/>
            </p:nvSpPr>
            <p:spPr>
              <a:xfrm>
                <a:off x="4659496" y="2181700"/>
                <a:ext cx="1371600" cy="1524574"/>
              </a:xfrm>
              <a:custGeom>
                <a:rect b="b" l="l" r="r" t="t"/>
                <a:pathLst>
                  <a:path extrusionOk="0" h="1524574" w="1371600">
                    <a:moveTo>
                      <a:pt x="995564" y="0"/>
                    </a:moveTo>
                    <a:cubicBezTo>
                      <a:pt x="1072793" y="0"/>
                      <a:pt x="1147609" y="0"/>
                      <a:pt x="1220087" y="0"/>
                    </a:cubicBezTo>
                    <a:lnTo>
                      <a:pt x="1371600" y="0"/>
                    </a:lnTo>
                    <a:lnTo>
                      <a:pt x="1371600" y="527737"/>
                    </a:lnTo>
                    <a:lnTo>
                      <a:pt x="1366099" y="527737"/>
                    </a:lnTo>
                    <a:cubicBezTo>
                      <a:pt x="995564" y="527737"/>
                      <a:pt x="995564" y="527737"/>
                      <a:pt x="995564" y="527737"/>
                    </a:cubicBezTo>
                    <a:cubicBezTo>
                      <a:pt x="445076" y="527737"/>
                      <a:pt x="0" y="973382"/>
                      <a:pt x="0" y="1524574"/>
                    </a:cubicBezTo>
                    <a:cubicBezTo>
                      <a:pt x="0" y="996837"/>
                      <a:pt x="0" y="996837"/>
                      <a:pt x="0" y="996837"/>
                    </a:cubicBezTo>
                    <a:cubicBezTo>
                      <a:pt x="0" y="445645"/>
                      <a:pt x="445076" y="0"/>
                      <a:pt x="99556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0000">
                      <a:alpha val="34901"/>
                    </a:srgbClr>
                  </a:gs>
                  <a:gs pos="20000">
                    <a:srgbClr val="000000">
                      <a:alpha val="34901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35" name="Google Shape;435;p23"/>
            <p:cNvSpPr/>
            <p:nvPr/>
          </p:nvSpPr>
          <p:spPr>
            <a:xfrm>
              <a:off x="2646094" y="1224775"/>
              <a:ext cx="12401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Market Penetration</a:t>
              </a: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5257800" y="1224775"/>
              <a:ext cx="12401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Market Development</a:t>
              </a:r>
              <a:endPara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2646094" y="2194039"/>
              <a:ext cx="12401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Product Development</a:t>
              </a:r>
              <a:endPara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8" name="Google Shape;438;p23"/>
            <p:cNvSpPr/>
            <p:nvPr/>
          </p:nvSpPr>
          <p:spPr>
            <a:xfrm>
              <a:off x="5257800" y="2286372"/>
              <a:ext cx="1240106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Diversification</a:t>
              </a:r>
              <a:endPara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9" name="Google Shape;439;p23"/>
            <p:cNvSpPr/>
            <p:nvPr/>
          </p:nvSpPr>
          <p:spPr>
            <a:xfrm>
              <a:off x="2646094" y="3250660"/>
              <a:ext cx="1240106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Acquisition</a:t>
              </a:r>
              <a:endPara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5257800" y="3158327"/>
              <a:ext cx="12401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Partnerships/</a:t>
              </a:r>
              <a:br>
                <a:rPr b="1" lang="en-US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1" lang="en-US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Alliances</a:t>
              </a:r>
              <a:endParaRPr/>
            </a:p>
          </p:txBody>
        </p:sp>
        <p:sp>
          <p:nvSpPr>
            <p:cNvPr id="441" name="Google Shape;441;p23"/>
            <p:cNvSpPr/>
            <p:nvPr/>
          </p:nvSpPr>
          <p:spPr>
            <a:xfrm flipH="1">
              <a:off x="6752208" y="1131660"/>
              <a:ext cx="2003974" cy="539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F3F3F"/>
                  </a:solidFill>
                  <a:latin typeface="Roboto"/>
                  <a:ea typeface="Roboto"/>
                  <a:cs typeface="Roboto"/>
                  <a:sym typeface="Roboto"/>
                </a:rPr>
                <a:t>Enter new markets with existing products to grow the customer base.</a:t>
              </a:r>
              <a:endParaRPr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387819" y="1131660"/>
              <a:ext cx="2003976" cy="539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F3F3F"/>
                  </a:solidFill>
                  <a:latin typeface="Roboto"/>
                  <a:ea typeface="Roboto"/>
                  <a:cs typeface="Roboto"/>
                  <a:sym typeface="Roboto"/>
                </a:rPr>
                <a:t>Increase market share in existing markets through enhanced sales efforts.</a:t>
              </a:r>
              <a:endParaRPr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3" name="Google Shape;443;p23"/>
            <p:cNvSpPr/>
            <p:nvPr/>
          </p:nvSpPr>
          <p:spPr>
            <a:xfrm flipH="1">
              <a:off x="387819" y="2250865"/>
              <a:ext cx="2003974" cy="355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F3F3F"/>
                  </a:solidFill>
                  <a:latin typeface="Roboto"/>
                  <a:ea typeface="Roboto"/>
                  <a:cs typeface="Roboto"/>
                  <a:sym typeface="Roboto"/>
                </a:rPr>
                <a:t>Create or improve products to attract existing or new customers.</a:t>
              </a:r>
              <a:endParaRPr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4" name="Google Shape;444;p23"/>
            <p:cNvSpPr/>
            <p:nvPr/>
          </p:nvSpPr>
          <p:spPr>
            <a:xfrm>
              <a:off x="387819" y="3095082"/>
              <a:ext cx="2003976" cy="539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F3F3F"/>
                  </a:solidFill>
                  <a:latin typeface="Roboto"/>
                  <a:ea typeface="Roboto"/>
                  <a:cs typeface="Roboto"/>
                  <a:sym typeface="Roboto"/>
                </a:rPr>
                <a:t>Purchase other companies to quickly access new markets or technologies.</a:t>
              </a:r>
              <a:endParaRPr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5" name="Google Shape;445;p23"/>
            <p:cNvSpPr/>
            <p:nvPr/>
          </p:nvSpPr>
          <p:spPr>
            <a:xfrm flipH="1">
              <a:off x="6752208" y="3095082"/>
              <a:ext cx="2003974" cy="539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F3F3F"/>
                  </a:solidFill>
                  <a:latin typeface="Roboto"/>
                  <a:ea typeface="Roboto"/>
                  <a:cs typeface="Roboto"/>
                  <a:sym typeface="Roboto"/>
                </a:rPr>
                <a:t>Collaborate with other firms to share resources and enter new markets</a:t>
              </a:r>
              <a:endParaRPr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6752206" y="2204698"/>
              <a:ext cx="2003976" cy="355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F3F3F"/>
                  </a:solidFill>
                  <a:latin typeface="Roboto"/>
                  <a:ea typeface="Roboto"/>
                  <a:cs typeface="Roboto"/>
                  <a:sym typeface="Roboto"/>
                </a:rPr>
                <a:t>Expand into new markets with new, related, or unrelated products.</a:t>
              </a:r>
              <a:endParaRPr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47" name="Google Shape;447;p23"/>
          <p:cNvSpPr txBox="1"/>
          <p:nvPr>
            <p:ph type="title"/>
          </p:nvPr>
        </p:nvSpPr>
        <p:spPr>
          <a:xfrm>
            <a:off x="387821" y="282613"/>
            <a:ext cx="8368363" cy="409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None/>
            </a:pPr>
            <a:r>
              <a:rPr b="1" lang="en-US"/>
              <a:t>Business Expansion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4"/>
          <p:cNvSpPr/>
          <p:nvPr/>
        </p:nvSpPr>
        <p:spPr>
          <a:xfrm>
            <a:off x="4660465" y="1200099"/>
            <a:ext cx="1543417" cy="1868629"/>
          </a:xfrm>
          <a:custGeom>
            <a:rect b="b" l="l" r="r" t="t"/>
            <a:pathLst>
              <a:path extrusionOk="0" h="652" w="539">
                <a:moveTo>
                  <a:pt x="0" y="322"/>
                </a:moveTo>
                <a:cubicBezTo>
                  <a:pt x="122" y="337"/>
                  <a:pt x="216" y="439"/>
                  <a:pt x="218" y="564"/>
                </a:cubicBezTo>
                <a:cubicBezTo>
                  <a:pt x="379" y="652"/>
                  <a:pt x="379" y="652"/>
                  <a:pt x="379" y="652"/>
                </a:cubicBezTo>
                <a:cubicBezTo>
                  <a:pt x="539" y="564"/>
                  <a:pt x="539" y="564"/>
                  <a:pt x="539" y="564"/>
                </a:cubicBezTo>
                <a:cubicBezTo>
                  <a:pt x="536" y="263"/>
                  <a:pt x="300" y="17"/>
                  <a:pt x="2" y="0"/>
                </a:cubicBezTo>
                <a:cubicBezTo>
                  <a:pt x="89" y="158"/>
                  <a:pt x="89" y="158"/>
                  <a:pt x="89" y="158"/>
                </a:cubicBezTo>
                <a:lnTo>
                  <a:pt x="0" y="32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24"/>
          <p:cNvSpPr/>
          <p:nvPr/>
        </p:nvSpPr>
        <p:spPr>
          <a:xfrm>
            <a:off x="2940119" y="1196340"/>
            <a:ext cx="1870924" cy="1545285"/>
          </a:xfrm>
          <a:custGeom>
            <a:rect b="b" l="l" r="r" t="t"/>
            <a:pathLst>
              <a:path extrusionOk="0" h="539" w="652">
                <a:moveTo>
                  <a:pt x="322" y="539"/>
                </a:moveTo>
                <a:cubicBezTo>
                  <a:pt x="337" y="417"/>
                  <a:pt x="439" y="323"/>
                  <a:pt x="564" y="321"/>
                </a:cubicBezTo>
                <a:cubicBezTo>
                  <a:pt x="652" y="160"/>
                  <a:pt x="652" y="160"/>
                  <a:pt x="652" y="160"/>
                </a:cubicBezTo>
                <a:cubicBezTo>
                  <a:pt x="564" y="0"/>
                  <a:pt x="564" y="0"/>
                  <a:pt x="564" y="0"/>
                </a:cubicBezTo>
                <a:cubicBezTo>
                  <a:pt x="263" y="3"/>
                  <a:pt x="17" y="239"/>
                  <a:pt x="0" y="537"/>
                </a:cubicBezTo>
                <a:cubicBezTo>
                  <a:pt x="159" y="450"/>
                  <a:pt x="159" y="450"/>
                  <a:pt x="159" y="450"/>
                </a:cubicBezTo>
                <a:lnTo>
                  <a:pt x="322" y="53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24"/>
          <p:cNvSpPr/>
          <p:nvPr/>
        </p:nvSpPr>
        <p:spPr>
          <a:xfrm>
            <a:off x="4332958" y="2914574"/>
            <a:ext cx="1867158" cy="1541524"/>
          </a:xfrm>
          <a:custGeom>
            <a:rect b="b" l="l" r="r" t="t"/>
            <a:pathLst>
              <a:path extrusionOk="0" h="538" w="652">
                <a:moveTo>
                  <a:pt x="652" y="2"/>
                </a:moveTo>
                <a:cubicBezTo>
                  <a:pt x="494" y="89"/>
                  <a:pt x="494" y="89"/>
                  <a:pt x="494" y="89"/>
                </a:cubicBezTo>
                <a:cubicBezTo>
                  <a:pt x="330" y="0"/>
                  <a:pt x="330" y="0"/>
                  <a:pt x="330" y="0"/>
                </a:cubicBezTo>
                <a:cubicBezTo>
                  <a:pt x="315" y="122"/>
                  <a:pt x="213" y="216"/>
                  <a:pt x="88" y="218"/>
                </a:cubicBezTo>
                <a:cubicBezTo>
                  <a:pt x="0" y="379"/>
                  <a:pt x="0" y="379"/>
                  <a:pt x="0" y="379"/>
                </a:cubicBezTo>
                <a:cubicBezTo>
                  <a:pt x="88" y="538"/>
                  <a:pt x="88" y="538"/>
                  <a:pt x="88" y="538"/>
                </a:cubicBezTo>
                <a:cubicBezTo>
                  <a:pt x="389" y="536"/>
                  <a:pt x="635" y="300"/>
                  <a:pt x="652" y="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24"/>
          <p:cNvSpPr/>
          <p:nvPr/>
        </p:nvSpPr>
        <p:spPr>
          <a:xfrm>
            <a:off x="2940119" y="2591230"/>
            <a:ext cx="1543417" cy="1864868"/>
          </a:xfrm>
          <a:custGeom>
            <a:rect b="b" l="l" r="r" t="t"/>
            <a:pathLst>
              <a:path extrusionOk="0" h="652" w="538">
                <a:moveTo>
                  <a:pt x="538" y="330"/>
                </a:moveTo>
                <a:cubicBezTo>
                  <a:pt x="416" y="315"/>
                  <a:pt x="322" y="213"/>
                  <a:pt x="320" y="88"/>
                </a:cubicBezTo>
                <a:cubicBezTo>
                  <a:pt x="159" y="0"/>
                  <a:pt x="159" y="0"/>
                  <a:pt x="159" y="0"/>
                </a:cubicBezTo>
                <a:cubicBezTo>
                  <a:pt x="0" y="88"/>
                  <a:pt x="0" y="88"/>
                  <a:pt x="0" y="88"/>
                </a:cubicBezTo>
                <a:cubicBezTo>
                  <a:pt x="2" y="389"/>
                  <a:pt x="238" y="635"/>
                  <a:pt x="536" y="652"/>
                </a:cubicBezTo>
                <a:cubicBezTo>
                  <a:pt x="449" y="493"/>
                  <a:pt x="449" y="493"/>
                  <a:pt x="449" y="493"/>
                </a:cubicBezTo>
                <a:lnTo>
                  <a:pt x="538" y="33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24"/>
          <p:cNvSpPr/>
          <p:nvPr/>
        </p:nvSpPr>
        <p:spPr>
          <a:xfrm flipH="1">
            <a:off x="6618774" y="1059973"/>
            <a:ext cx="2137408" cy="131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Market Development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Explore new markets or customer segments with your current products. This may involve geographic expansion, targeting different demographics, or entering new industries.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387819" y="1059973"/>
            <a:ext cx="2137410" cy="1130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Market Penetration</a:t>
            </a:r>
            <a:endParaRPr/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Focus on increasing sales of existing products in the current market by enhancing marketing efforts, adjusting prices, or improving product features to attract more customers.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24"/>
          <p:cNvSpPr/>
          <p:nvPr/>
        </p:nvSpPr>
        <p:spPr>
          <a:xfrm flipH="1">
            <a:off x="387819" y="3424995"/>
            <a:ext cx="2137408" cy="113082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Diversification</a:t>
            </a:r>
            <a:endParaRPr/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Enter entirely new markets with new products. This strategy spreads risk and creates new growth opportunities, but it also involves higher risks and requires significant resources.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6618772" y="3424995"/>
            <a:ext cx="2137410" cy="113082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Product Development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Create new products or enhance existing ones to meet the needs of your current market. Innovation and improving features can help retain and attract customers.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24"/>
          <p:cNvSpPr/>
          <p:nvPr/>
        </p:nvSpPr>
        <p:spPr>
          <a:xfrm flipH="1">
            <a:off x="2690586" y="1178830"/>
            <a:ext cx="845820" cy="368030"/>
          </a:xfrm>
          <a:custGeom>
            <a:rect b="b" l="l" r="r" t="t"/>
            <a:pathLst>
              <a:path extrusionOk="0" h="377190" w="1093470">
                <a:moveTo>
                  <a:pt x="0" y="377190"/>
                </a:moveTo>
                <a:lnTo>
                  <a:pt x="392430" y="0"/>
                </a:lnTo>
                <a:lnTo>
                  <a:pt x="1093470" y="0"/>
                </a:lnTo>
              </a:path>
            </a:pathLst>
          </a:cu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oval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p24"/>
          <p:cNvSpPr/>
          <p:nvPr/>
        </p:nvSpPr>
        <p:spPr>
          <a:xfrm rot="10800000">
            <a:off x="2690586" y="4111587"/>
            <a:ext cx="845820" cy="368030"/>
          </a:xfrm>
          <a:custGeom>
            <a:rect b="b" l="l" r="r" t="t"/>
            <a:pathLst>
              <a:path extrusionOk="0" h="377190" w="1093470">
                <a:moveTo>
                  <a:pt x="0" y="377190"/>
                </a:moveTo>
                <a:lnTo>
                  <a:pt x="392430" y="0"/>
                </a:lnTo>
                <a:lnTo>
                  <a:pt x="1093470" y="0"/>
                </a:lnTo>
              </a:path>
            </a:pathLst>
          </a:cu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oval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5607595" y="1178830"/>
            <a:ext cx="845820" cy="368030"/>
          </a:xfrm>
          <a:custGeom>
            <a:rect b="b" l="l" r="r" t="t"/>
            <a:pathLst>
              <a:path extrusionOk="0" h="377190" w="1093470">
                <a:moveTo>
                  <a:pt x="0" y="377190"/>
                </a:moveTo>
                <a:lnTo>
                  <a:pt x="392430" y="0"/>
                </a:lnTo>
                <a:lnTo>
                  <a:pt x="1093470" y="0"/>
                </a:lnTo>
              </a:path>
            </a:pathLst>
          </a:cu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oval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24"/>
          <p:cNvSpPr/>
          <p:nvPr/>
        </p:nvSpPr>
        <p:spPr>
          <a:xfrm flipH="1" rot="10800000">
            <a:off x="5607595" y="4111587"/>
            <a:ext cx="845820" cy="368030"/>
          </a:xfrm>
          <a:custGeom>
            <a:rect b="b" l="l" r="r" t="t"/>
            <a:pathLst>
              <a:path extrusionOk="0" h="377190" w="1093470">
                <a:moveTo>
                  <a:pt x="0" y="377190"/>
                </a:moveTo>
                <a:lnTo>
                  <a:pt x="392430" y="0"/>
                </a:lnTo>
                <a:lnTo>
                  <a:pt x="1093470" y="0"/>
                </a:lnTo>
              </a:path>
            </a:pathLst>
          </a:cu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oval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24"/>
          <p:cNvSpPr/>
          <p:nvPr/>
        </p:nvSpPr>
        <p:spPr>
          <a:xfrm>
            <a:off x="3641860" y="1658869"/>
            <a:ext cx="481524" cy="481040"/>
          </a:xfrm>
          <a:custGeom>
            <a:rect b="b" l="l" r="r" t="t"/>
            <a:pathLst>
              <a:path extrusionOk="0" h="429878" w="430312">
                <a:moveTo>
                  <a:pt x="15914" y="154565"/>
                </a:moveTo>
                <a:lnTo>
                  <a:pt x="82106" y="172301"/>
                </a:lnTo>
                <a:cubicBezTo>
                  <a:pt x="82689" y="172458"/>
                  <a:pt x="83276" y="172532"/>
                  <a:pt x="83855" y="172532"/>
                </a:cubicBezTo>
                <a:cubicBezTo>
                  <a:pt x="86612" y="172532"/>
                  <a:pt x="89173" y="170833"/>
                  <a:pt x="90177" y="168139"/>
                </a:cubicBezTo>
                <a:cubicBezTo>
                  <a:pt x="107924" y="120551"/>
                  <a:pt x="152012" y="86730"/>
                  <a:pt x="202497" y="81978"/>
                </a:cubicBezTo>
                <a:cubicBezTo>
                  <a:pt x="205964" y="81651"/>
                  <a:pt x="208615" y="78740"/>
                  <a:pt x="208615" y="75257"/>
                </a:cubicBezTo>
                <a:lnTo>
                  <a:pt x="208615" y="6750"/>
                </a:lnTo>
                <a:cubicBezTo>
                  <a:pt x="208615" y="4886"/>
                  <a:pt x="207844" y="3106"/>
                  <a:pt x="206486" y="1829"/>
                </a:cubicBezTo>
                <a:cubicBezTo>
                  <a:pt x="205127" y="554"/>
                  <a:pt x="203305" y="-104"/>
                  <a:pt x="201441" y="14"/>
                </a:cubicBezTo>
                <a:cubicBezTo>
                  <a:pt x="158315" y="2728"/>
                  <a:pt x="117467" y="18182"/>
                  <a:pt x="83314" y="44703"/>
                </a:cubicBezTo>
                <a:cubicBezTo>
                  <a:pt x="49717" y="70792"/>
                  <a:pt x="24802" y="105781"/>
                  <a:pt x="11265" y="145886"/>
                </a:cubicBezTo>
                <a:cubicBezTo>
                  <a:pt x="10668" y="147654"/>
                  <a:pt x="10830" y="149588"/>
                  <a:pt x="11710" y="151232"/>
                </a:cubicBezTo>
                <a:cubicBezTo>
                  <a:pt x="12591" y="152876"/>
                  <a:pt x="14113" y="154081"/>
                  <a:pt x="15914" y="154565"/>
                </a:cubicBezTo>
                <a:close/>
                <a:moveTo>
                  <a:pt x="195116" y="14065"/>
                </a:moveTo>
                <a:lnTo>
                  <a:pt x="195116" y="69242"/>
                </a:lnTo>
                <a:cubicBezTo>
                  <a:pt x="169675" y="72719"/>
                  <a:pt x="145630" y="82812"/>
                  <a:pt x="125238" y="98628"/>
                </a:cubicBezTo>
                <a:cubicBezTo>
                  <a:pt x="105195" y="114171"/>
                  <a:pt x="89579" y="134503"/>
                  <a:pt x="79799" y="157706"/>
                </a:cubicBezTo>
                <a:lnTo>
                  <a:pt x="26479" y="143420"/>
                </a:lnTo>
                <a:cubicBezTo>
                  <a:pt x="53614" y="71449"/>
                  <a:pt x="118627" y="21579"/>
                  <a:pt x="195116" y="14065"/>
                </a:cubicBezTo>
                <a:close/>
                <a:moveTo>
                  <a:pt x="371756" y="67190"/>
                </a:moveTo>
                <a:cubicBezTo>
                  <a:pt x="334160" y="27305"/>
                  <a:pt x="283416" y="3448"/>
                  <a:pt x="228871" y="14"/>
                </a:cubicBezTo>
                <a:cubicBezTo>
                  <a:pt x="227006" y="-105"/>
                  <a:pt x="225185" y="554"/>
                  <a:pt x="223827" y="1829"/>
                </a:cubicBezTo>
                <a:cubicBezTo>
                  <a:pt x="222468" y="3106"/>
                  <a:pt x="221698" y="4886"/>
                  <a:pt x="221698" y="6750"/>
                </a:cubicBezTo>
                <a:lnTo>
                  <a:pt x="221698" y="75257"/>
                </a:lnTo>
                <a:cubicBezTo>
                  <a:pt x="221698" y="78740"/>
                  <a:pt x="224348" y="81651"/>
                  <a:pt x="227815" y="81977"/>
                </a:cubicBezTo>
                <a:cubicBezTo>
                  <a:pt x="296619" y="88453"/>
                  <a:pt x="348505" y="145522"/>
                  <a:pt x="348505" y="214723"/>
                </a:cubicBezTo>
                <a:cubicBezTo>
                  <a:pt x="348505" y="222120"/>
                  <a:pt x="347886" y="229571"/>
                  <a:pt x="346663" y="236870"/>
                </a:cubicBezTo>
                <a:cubicBezTo>
                  <a:pt x="346089" y="240299"/>
                  <a:pt x="348215" y="243603"/>
                  <a:pt x="351574" y="244504"/>
                </a:cubicBezTo>
                <a:lnTo>
                  <a:pt x="417774" y="262243"/>
                </a:lnTo>
                <a:cubicBezTo>
                  <a:pt x="418349" y="262397"/>
                  <a:pt x="418935" y="262472"/>
                  <a:pt x="419520" y="262472"/>
                </a:cubicBezTo>
                <a:cubicBezTo>
                  <a:pt x="420768" y="262472"/>
                  <a:pt x="422003" y="262126"/>
                  <a:pt x="423083" y="261455"/>
                </a:cubicBezTo>
                <a:cubicBezTo>
                  <a:pt x="424669" y="260470"/>
                  <a:pt x="425774" y="258873"/>
                  <a:pt x="426140" y="257043"/>
                </a:cubicBezTo>
                <a:cubicBezTo>
                  <a:pt x="428909" y="243165"/>
                  <a:pt x="430313" y="228925"/>
                  <a:pt x="430313" y="214723"/>
                </a:cubicBezTo>
                <a:cubicBezTo>
                  <a:pt x="430313" y="159645"/>
                  <a:pt x="409517" y="107250"/>
                  <a:pt x="371756" y="67190"/>
                </a:cubicBezTo>
                <a:close/>
                <a:moveTo>
                  <a:pt x="414184" y="247306"/>
                </a:moveTo>
                <a:lnTo>
                  <a:pt x="360865" y="233018"/>
                </a:lnTo>
                <a:cubicBezTo>
                  <a:pt x="361622" y="226950"/>
                  <a:pt x="362005" y="220820"/>
                  <a:pt x="362005" y="214723"/>
                </a:cubicBezTo>
                <a:cubicBezTo>
                  <a:pt x="362005" y="177930"/>
                  <a:pt x="348333" y="142730"/>
                  <a:pt x="323507" y="115609"/>
                </a:cubicBezTo>
                <a:cubicBezTo>
                  <a:pt x="300237" y="90186"/>
                  <a:pt x="269071" y="73869"/>
                  <a:pt x="235198" y="69242"/>
                </a:cubicBezTo>
                <a:lnTo>
                  <a:pt x="235198" y="14066"/>
                </a:lnTo>
                <a:cubicBezTo>
                  <a:pt x="337609" y="24174"/>
                  <a:pt x="416813" y="110956"/>
                  <a:pt x="416813" y="214723"/>
                </a:cubicBezTo>
                <a:cubicBezTo>
                  <a:pt x="416813" y="225630"/>
                  <a:pt x="415930" y="236559"/>
                  <a:pt x="414184" y="247306"/>
                </a:cubicBezTo>
                <a:close/>
                <a:moveTo>
                  <a:pt x="168573" y="339702"/>
                </a:moveTo>
                <a:cubicBezTo>
                  <a:pt x="143543" y="330367"/>
                  <a:pt x="122081" y="313889"/>
                  <a:pt x="106508" y="292051"/>
                </a:cubicBezTo>
                <a:cubicBezTo>
                  <a:pt x="104487" y="289219"/>
                  <a:pt x="100650" y="288382"/>
                  <a:pt x="97637" y="290124"/>
                </a:cubicBezTo>
                <a:lnTo>
                  <a:pt x="38299" y="324384"/>
                </a:lnTo>
                <a:cubicBezTo>
                  <a:pt x="36683" y="325316"/>
                  <a:pt x="35525" y="326877"/>
                  <a:pt x="35101" y="328694"/>
                </a:cubicBezTo>
                <a:cubicBezTo>
                  <a:pt x="34676" y="330510"/>
                  <a:pt x="35023" y="332422"/>
                  <a:pt x="36059" y="333975"/>
                </a:cubicBezTo>
                <a:cubicBezTo>
                  <a:pt x="62394" y="373449"/>
                  <a:pt x="101550" y="403510"/>
                  <a:pt x="146316" y="418620"/>
                </a:cubicBezTo>
                <a:cubicBezTo>
                  <a:pt x="147019" y="418857"/>
                  <a:pt x="147748" y="418974"/>
                  <a:pt x="148476" y="418974"/>
                </a:cubicBezTo>
                <a:cubicBezTo>
                  <a:pt x="149577" y="418974"/>
                  <a:pt x="150673" y="418705"/>
                  <a:pt x="151662" y="418174"/>
                </a:cubicBezTo>
                <a:cubicBezTo>
                  <a:pt x="153306" y="417294"/>
                  <a:pt x="154513" y="415772"/>
                  <a:pt x="154995" y="413972"/>
                </a:cubicBezTo>
                <a:lnTo>
                  <a:pt x="172733" y="347774"/>
                </a:lnTo>
                <a:cubicBezTo>
                  <a:pt x="173634" y="344413"/>
                  <a:pt x="171832" y="340918"/>
                  <a:pt x="168573" y="339702"/>
                </a:cubicBezTo>
                <a:close/>
                <a:moveTo>
                  <a:pt x="143852" y="403401"/>
                </a:moveTo>
                <a:cubicBezTo>
                  <a:pt x="106968" y="389431"/>
                  <a:pt x="74553" y="364541"/>
                  <a:pt x="51399" y="332409"/>
                </a:cubicBezTo>
                <a:lnTo>
                  <a:pt x="99187" y="304819"/>
                </a:lnTo>
                <a:cubicBezTo>
                  <a:pt x="114708" y="324795"/>
                  <a:pt x="134900" y="340299"/>
                  <a:pt x="158139" y="350083"/>
                </a:cubicBezTo>
                <a:close/>
                <a:moveTo>
                  <a:pt x="414411" y="274885"/>
                </a:moveTo>
                <a:lnTo>
                  <a:pt x="348206" y="257146"/>
                </a:lnTo>
                <a:cubicBezTo>
                  <a:pt x="344846" y="256244"/>
                  <a:pt x="341350" y="258047"/>
                  <a:pt x="340134" y="261308"/>
                </a:cubicBezTo>
                <a:cubicBezTo>
                  <a:pt x="320783" y="313203"/>
                  <a:pt x="270558" y="348071"/>
                  <a:pt x="215156" y="348071"/>
                </a:cubicBezTo>
                <a:cubicBezTo>
                  <a:pt x="207759" y="348071"/>
                  <a:pt x="200307" y="347451"/>
                  <a:pt x="193009" y="346229"/>
                </a:cubicBezTo>
                <a:cubicBezTo>
                  <a:pt x="189584" y="345657"/>
                  <a:pt x="186276" y="347780"/>
                  <a:pt x="185374" y="351139"/>
                </a:cubicBezTo>
                <a:lnTo>
                  <a:pt x="167635" y="417342"/>
                </a:lnTo>
                <a:cubicBezTo>
                  <a:pt x="167153" y="419145"/>
                  <a:pt x="167438" y="421067"/>
                  <a:pt x="168423" y="422652"/>
                </a:cubicBezTo>
                <a:cubicBezTo>
                  <a:pt x="169407" y="424237"/>
                  <a:pt x="171005" y="425343"/>
                  <a:pt x="172835" y="425709"/>
                </a:cubicBezTo>
                <a:cubicBezTo>
                  <a:pt x="186698" y="428475"/>
                  <a:pt x="200937" y="429878"/>
                  <a:pt x="215156" y="429878"/>
                </a:cubicBezTo>
                <a:cubicBezTo>
                  <a:pt x="307583" y="429878"/>
                  <a:pt x="389526" y="371079"/>
                  <a:pt x="419060" y="283562"/>
                </a:cubicBezTo>
                <a:cubicBezTo>
                  <a:pt x="419657" y="281795"/>
                  <a:pt x="419496" y="279860"/>
                  <a:pt x="418615" y="278216"/>
                </a:cubicBezTo>
                <a:cubicBezTo>
                  <a:pt x="417735" y="276574"/>
                  <a:pt x="416213" y="275367"/>
                  <a:pt x="414411" y="274885"/>
                </a:cubicBezTo>
                <a:close/>
                <a:moveTo>
                  <a:pt x="215156" y="416379"/>
                </a:moveTo>
                <a:cubicBezTo>
                  <a:pt x="204239" y="416379"/>
                  <a:pt x="193308" y="415497"/>
                  <a:pt x="182573" y="413754"/>
                </a:cubicBezTo>
                <a:lnTo>
                  <a:pt x="196861" y="360432"/>
                </a:lnTo>
                <a:cubicBezTo>
                  <a:pt x="202929" y="361188"/>
                  <a:pt x="209060" y="361571"/>
                  <a:pt x="215157" y="361571"/>
                </a:cubicBezTo>
                <a:cubicBezTo>
                  <a:pt x="245692" y="361571"/>
                  <a:pt x="274968" y="352286"/>
                  <a:pt x="299819" y="334720"/>
                </a:cubicBezTo>
                <a:cubicBezTo>
                  <a:pt x="322431" y="318736"/>
                  <a:pt x="339863" y="297052"/>
                  <a:pt x="350517" y="271741"/>
                </a:cubicBezTo>
                <a:lnTo>
                  <a:pt x="403847" y="286030"/>
                </a:lnTo>
                <a:cubicBezTo>
                  <a:pt x="374307" y="364292"/>
                  <a:pt x="299375" y="416379"/>
                  <a:pt x="215156" y="416379"/>
                </a:cubicBezTo>
                <a:close/>
                <a:moveTo>
                  <a:pt x="93844" y="270150"/>
                </a:moveTo>
                <a:cubicBezTo>
                  <a:pt x="85858" y="252702"/>
                  <a:pt x="81809" y="234055"/>
                  <a:pt x="81809" y="214724"/>
                </a:cubicBezTo>
                <a:cubicBezTo>
                  <a:pt x="81809" y="207324"/>
                  <a:pt x="82428" y="199872"/>
                  <a:pt x="83650" y="192576"/>
                </a:cubicBezTo>
                <a:cubicBezTo>
                  <a:pt x="84224" y="189147"/>
                  <a:pt x="82099" y="185842"/>
                  <a:pt x="78740" y="184942"/>
                </a:cubicBezTo>
                <a:lnTo>
                  <a:pt x="12536" y="167203"/>
                </a:lnTo>
                <a:cubicBezTo>
                  <a:pt x="10734" y="166720"/>
                  <a:pt x="8811" y="167004"/>
                  <a:pt x="7226" y="167990"/>
                </a:cubicBezTo>
                <a:cubicBezTo>
                  <a:pt x="5640" y="168975"/>
                  <a:pt x="4535" y="170573"/>
                  <a:pt x="4169" y="172402"/>
                </a:cubicBezTo>
                <a:cubicBezTo>
                  <a:pt x="1402" y="186266"/>
                  <a:pt x="0" y="200505"/>
                  <a:pt x="0" y="214723"/>
                </a:cubicBezTo>
                <a:cubicBezTo>
                  <a:pt x="0" y="248246"/>
                  <a:pt x="7509" y="280376"/>
                  <a:pt x="22320" y="310220"/>
                </a:cubicBezTo>
                <a:cubicBezTo>
                  <a:pt x="23148" y="311890"/>
                  <a:pt x="24630" y="313142"/>
                  <a:pt x="26415" y="313681"/>
                </a:cubicBezTo>
                <a:cubicBezTo>
                  <a:pt x="27055" y="313874"/>
                  <a:pt x="27711" y="313970"/>
                  <a:pt x="28366" y="313970"/>
                </a:cubicBezTo>
                <a:cubicBezTo>
                  <a:pt x="29540" y="313970"/>
                  <a:pt x="30705" y="313663"/>
                  <a:pt x="31741" y="313065"/>
                </a:cubicBezTo>
                <a:lnTo>
                  <a:pt x="91080" y="278805"/>
                </a:lnTo>
                <a:cubicBezTo>
                  <a:pt x="94096" y="277064"/>
                  <a:pt x="95291" y="273316"/>
                  <a:pt x="93844" y="270150"/>
                </a:cubicBezTo>
                <a:close/>
                <a:moveTo>
                  <a:pt x="31326" y="297716"/>
                </a:moveTo>
                <a:cubicBezTo>
                  <a:pt x="19494" y="271608"/>
                  <a:pt x="13500" y="243724"/>
                  <a:pt x="13500" y="214723"/>
                </a:cubicBezTo>
                <a:cubicBezTo>
                  <a:pt x="13500" y="203806"/>
                  <a:pt x="14382" y="192875"/>
                  <a:pt x="16124" y="182140"/>
                </a:cubicBezTo>
                <a:lnTo>
                  <a:pt x="69447" y="196428"/>
                </a:lnTo>
                <a:cubicBezTo>
                  <a:pt x="68691" y="202494"/>
                  <a:pt x="68308" y="208626"/>
                  <a:pt x="68308" y="214724"/>
                </a:cubicBezTo>
                <a:cubicBezTo>
                  <a:pt x="68308" y="233937"/>
                  <a:pt x="71943" y="252541"/>
                  <a:pt x="79122" y="270120"/>
                </a:cubicBezTo>
                <a:close/>
                <a:moveTo>
                  <a:pt x="291111" y="139886"/>
                </a:moveTo>
                <a:cubicBezTo>
                  <a:pt x="288474" y="137250"/>
                  <a:pt x="284201" y="137252"/>
                  <a:pt x="281564" y="139886"/>
                </a:cubicBezTo>
                <a:lnTo>
                  <a:pt x="246561" y="174890"/>
                </a:lnTo>
                <a:lnTo>
                  <a:pt x="183754" y="174890"/>
                </a:lnTo>
                <a:lnTo>
                  <a:pt x="148750" y="139886"/>
                </a:lnTo>
                <a:cubicBezTo>
                  <a:pt x="146115" y="137252"/>
                  <a:pt x="141841" y="137250"/>
                  <a:pt x="139204" y="139886"/>
                </a:cubicBezTo>
                <a:cubicBezTo>
                  <a:pt x="136568" y="142523"/>
                  <a:pt x="136568" y="146796"/>
                  <a:pt x="139204" y="149432"/>
                </a:cubicBezTo>
                <a:lnTo>
                  <a:pt x="164661" y="174890"/>
                </a:lnTo>
                <a:lnTo>
                  <a:pt x="143773" y="174890"/>
                </a:lnTo>
                <a:cubicBezTo>
                  <a:pt x="137275" y="174890"/>
                  <a:pt x="131987" y="180178"/>
                  <a:pt x="131987" y="186676"/>
                </a:cubicBezTo>
                <a:lnTo>
                  <a:pt x="131987" y="199555"/>
                </a:lnTo>
                <a:cubicBezTo>
                  <a:pt x="131987" y="205275"/>
                  <a:pt x="136085" y="210052"/>
                  <a:pt x="141499" y="211116"/>
                </a:cubicBezTo>
                <a:lnTo>
                  <a:pt x="163904" y="283903"/>
                </a:lnTo>
                <a:cubicBezTo>
                  <a:pt x="165308" y="288469"/>
                  <a:pt x="169462" y="291537"/>
                  <a:pt x="174239" y="291537"/>
                </a:cubicBezTo>
                <a:lnTo>
                  <a:pt x="256075" y="291537"/>
                </a:lnTo>
                <a:cubicBezTo>
                  <a:pt x="260852" y="291537"/>
                  <a:pt x="265006" y="288469"/>
                  <a:pt x="266410" y="283904"/>
                </a:cubicBezTo>
                <a:lnTo>
                  <a:pt x="288815" y="211116"/>
                </a:lnTo>
                <a:cubicBezTo>
                  <a:pt x="294229" y="210052"/>
                  <a:pt x="298327" y="205275"/>
                  <a:pt x="298327" y="199555"/>
                </a:cubicBezTo>
                <a:lnTo>
                  <a:pt x="298327" y="186676"/>
                </a:lnTo>
                <a:cubicBezTo>
                  <a:pt x="298327" y="180178"/>
                  <a:pt x="293039" y="174890"/>
                  <a:pt x="286541" y="174890"/>
                </a:cubicBezTo>
                <a:lnTo>
                  <a:pt x="265653" y="174890"/>
                </a:lnTo>
                <a:lnTo>
                  <a:pt x="291111" y="149432"/>
                </a:lnTo>
                <a:cubicBezTo>
                  <a:pt x="293747" y="146797"/>
                  <a:pt x="293747" y="142523"/>
                  <a:pt x="291111" y="139886"/>
                </a:cubicBezTo>
                <a:close/>
                <a:moveTo>
                  <a:pt x="254091" y="278037"/>
                </a:moveTo>
                <a:lnTo>
                  <a:pt x="176222" y="278037"/>
                </a:lnTo>
                <a:lnTo>
                  <a:pt x="155692" y="211340"/>
                </a:lnTo>
                <a:lnTo>
                  <a:pt x="274620" y="211340"/>
                </a:lnTo>
                <a:close/>
                <a:moveTo>
                  <a:pt x="284826" y="197841"/>
                </a:moveTo>
                <a:lnTo>
                  <a:pt x="145486" y="197841"/>
                </a:lnTo>
                <a:lnTo>
                  <a:pt x="145486" y="188391"/>
                </a:lnTo>
                <a:lnTo>
                  <a:pt x="284827" y="188391"/>
                </a:lnTo>
                <a:lnTo>
                  <a:pt x="284827" y="197841"/>
                </a:lnTo>
                <a:close/>
                <a:moveTo>
                  <a:pt x="221906" y="227368"/>
                </a:moveTo>
                <a:lnTo>
                  <a:pt x="221906" y="257502"/>
                </a:lnTo>
                <a:cubicBezTo>
                  <a:pt x="221906" y="261230"/>
                  <a:pt x="218884" y="264252"/>
                  <a:pt x="215156" y="264252"/>
                </a:cubicBezTo>
                <a:cubicBezTo>
                  <a:pt x="211429" y="264252"/>
                  <a:pt x="208406" y="261230"/>
                  <a:pt x="208406" y="257502"/>
                </a:cubicBezTo>
                <a:lnTo>
                  <a:pt x="208406" y="227368"/>
                </a:lnTo>
                <a:cubicBezTo>
                  <a:pt x="208406" y="223640"/>
                  <a:pt x="211429" y="220618"/>
                  <a:pt x="215156" y="220618"/>
                </a:cubicBezTo>
                <a:cubicBezTo>
                  <a:pt x="218884" y="220618"/>
                  <a:pt x="221906" y="223640"/>
                  <a:pt x="221906" y="227368"/>
                </a:cubicBezTo>
                <a:close/>
                <a:moveTo>
                  <a:pt x="258492" y="229352"/>
                </a:moveTo>
                <a:lnTo>
                  <a:pt x="249220" y="259487"/>
                </a:lnTo>
                <a:cubicBezTo>
                  <a:pt x="248327" y="262389"/>
                  <a:pt x="245655" y="264253"/>
                  <a:pt x="242771" y="264253"/>
                </a:cubicBezTo>
                <a:cubicBezTo>
                  <a:pt x="242113" y="264253"/>
                  <a:pt x="241444" y="264157"/>
                  <a:pt x="240783" y="263954"/>
                </a:cubicBezTo>
                <a:cubicBezTo>
                  <a:pt x="237220" y="262857"/>
                  <a:pt x="235221" y="259080"/>
                  <a:pt x="236317" y="255517"/>
                </a:cubicBezTo>
                <a:lnTo>
                  <a:pt x="245589" y="225383"/>
                </a:lnTo>
                <a:cubicBezTo>
                  <a:pt x="246686" y="221819"/>
                  <a:pt x="250465" y="219820"/>
                  <a:pt x="254025" y="220916"/>
                </a:cubicBezTo>
                <a:cubicBezTo>
                  <a:pt x="257588" y="222013"/>
                  <a:pt x="259588" y="225790"/>
                  <a:pt x="258492" y="229352"/>
                </a:cubicBezTo>
                <a:close/>
                <a:moveTo>
                  <a:pt x="193996" y="255517"/>
                </a:moveTo>
                <a:cubicBezTo>
                  <a:pt x="195092" y="259080"/>
                  <a:pt x="193092" y="262857"/>
                  <a:pt x="189529" y="263954"/>
                </a:cubicBezTo>
                <a:cubicBezTo>
                  <a:pt x="188868" y="264157"/>
                  <a:pt x="188199" y="264253"/>
                  <a:pt x="187542" y="264253"/>
                </a:cubicBezTo>
                <a:cubicBezTo>
                  <a:pt x="184656" y="264253"/>
                  <a:pt x="181986" y="262389"/>
                  <a:pt x="181092" y="259487"/>
                </a:cubicBezTo>
                <a:lnTo>
                  <a:pt x="171820" y="229352"/>
                </a:lnTo>
                <a:cubicBezTo>
                  <a:pt x="170724" y="225789"/>
                  <a:pt x="172724" y="222013"/>
                  <a:pt x="176287" y="220916"/>
                </a:cubicBezTo>
                <a:cubicBezTo>
                  <a:pt x="179847" y="219817"/>
                  <a:pt x="183627" y="221819"/>
                  <a:pt x="184724" y="22538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24"/>
          <p:cNvSpPr/>
          <p:nvPr/>
        </p:nvSpPr>
        <p:spPr>
          <a:xfrm>
            <a:off x="5025173" y="3484880"/>
            <a:ext cx="440406" cy="455086"/>
          </a:xfrm>
          <a:custGeom>
            <a:rect b="b" l="l" r="r" t="t"/>
            <a:pathLst>
              <a:path extrusionOk="0" h="418500" w="404999">
                <a:moveTo>
                  <a:pt x="330749" y="320625"/>
                </a:moveTo>
                <a:cubicBezTo>
                  <a:pt x="317701" y="320625"/>
                  <a:pt x="307124" y="331202"/>
                  <a:pt x="307124" y="344250"/>
                </a:cubicBezTo>
                <a:cubicBezTo>
                  <a:pt x="307124" y="357298"/>
                  <a:pt x="317701" y="367875"/>
                  <a:pt x="330749" y="367875"/>
                </a:cubicBezTo>
                <a:cubicBezTo>
                  <a:pt x="343790" y="367859"/>
                  <a:pt x="354358" y="357291"/>
                  <a:pt x="354374" y="344250"/>
                </a:cubicBezTo>
                <a:cubicBezTo>
                  <a:pt x="354374" y="331202"/>
                  <a:pt x="343797" y="320625"/>
                  <a:pt x="330749" y="320625"/>
                </a:cubicBezTo>
                <a:close/>
                <a:moveTo>
                  <a:pt x="330749" y="307125"/>
                </a:moveTo>
                <a:cubicBezTo>
                  <a:pt x="351243" y="307148"/>
                  <a:pt x="367851" y="323756"/>
                  <a:pt x="367874" y="344250"/>
                </a:cubicBezTo>
                <a:cubicBezTo>
                  <a:pt x="367874" y="364754"/>
                  <a:pt x="351253" y="381375"/>
                  <a:pt x="330749" y="381375"/>
                </a:cubicBezTo>
                <a:cubicBezTo>
                  <a:pt x="310245" y="381375"/>
                  <a:pt x="293624" y="364754"/>
                  <a:pt x="293624" y="344250"/>
                </a:cubicBezTo>
                <a:cubicBezTo>
                  <a:pt x="293624" y="323746"/>
                  <a:pt x="310245" y="307125"/>
                  <a:pt x="330749" y="307125"/>
                </a:cubicBezTo>
                <a:close/>
                <a:moveTo>
                  <a:pt x="325225" y="283500"/>
                </a:moveTo>
                <a:lnTo>
                  <a:pt x="325225" y="285847"/>
                </a:lnTo>
                <a:cubicBezTo>
                  <a:pt x="325183" y="291483"/>
                  <a:pt x="321481" y="296438"/>
                  <a:pt x="316089" y="298078"/>
                </a:cubicBezTo>
                <a:cubicBezTo>
                  <a:pt x="313472" y="298912"/>
                  <a:pt x="310930" y="299967"/>
                  <a:pt x="308492" y="301232"/>
                </a:cubicBezTo>
                <a:cubicBezTo>
                  <a:pt x="303517" y="303902"/>
                  <a:pt x="297383" y="303018"/>
                  <a:pt x="293363" y="299053"/>
                </a:cubicBezTo>
                <a:lnTo>
                  <a:pt x="291696" y="297385"/>
                </a:lnTo>
                <a:lnTo>
                  <a:pt x="283884" y="305197"/>
                </a:lnTo>
                <a:lnTo>
                  <a:pt x="285552" y="306864"/>
                </a:lnTo>
                <a:cubicBezTo>
                  <a:pt x="289515" y="310887"/>
                  <a:pt x="290398" y="317020"/>
                  <a:pt x="287731" y="321996"/>
                </a:cubicBezTo>
                <a:cubicBezTo>
                  <a:pt x="286465" y="324433"/>
                  <a:pt x="285410" y="326973"/>
                  <a:pt x="284577" y="329590"/>
                </a:cubicBezTo>
                <a:cubicBezTo>
                  <a:pt x="282937" y="334983"/>
                  <a:pt x="277982" y="338684"/>
                  <a:pt x="272346" y="338726"/>
                </a:cubicBezTo>
                <a:lnTo>
                  <a:pt x="269999" y="338726"/>
                </a:lnTo>
                <a:lnTo>
                  <a:pt x="269999" y="349774"/>
                </a:lnTo>
                <a:lnTo>
                  <a:pt x="272346" y="349774"/>
                </a:lnTo>
                <a:cubicBezTo>
                  <a:pt x="277982" y="349816"/>
                  <a:pt x="282937" y="353518"/>
                  <a:pt x="284577" y="358910"/>
                </a:cubicBezTo>
                <a:cubicBezTo>
                  <a:pt x="285411" y="361527"/>
                  <a:pt x="286466" y="364069"/>
                  <a:pt x="287731" y="366507"/>
                </a:cubicBezTo>
                <a:cubicBezTo>
                  <a:pt x="290398" y="371483"/>
                  <a:pt x="289515" y="377615"/>
                  <a:pt x="285552" y="381636"/>
                </a:cubicBezTo>
                <a:lnTo>
                  <a:pt x="283884" y="383303"/>
                </a:lnTo>
                <a:lnTo>
                  <a:pt x="291696" y="391115"/>
                </a:lnTo>
                <a:lnTo>
                  <a:pt x="293363" y="389447"/>
                </a:lnTo>
                <a:cubicBezTo>
                  <a:pt x="297384" y="385482"/>
                  <a:pt x="303519" y="384599"/>
                  <a:pt x="308495" y="387268"/>
                </a:cubicBezTo>
                <a:cubicBezTo>
                  <a:pt x="310932" y="388534"/>
                  <a:pt x="313472" y="389589"/>
                  <a:pt x="316089" y="390422"/>
                </a:cubicBezTo>
                <a:cubicBezTo>
                  <a:pt x="321482" y="392062"/>
                  <a:pt x="325183" y="397017"/>
                  <a:pt x="325225" y="402653"/>
                </a:cubicBezTo>
                <a:lnTo>
                  <a:pt x="325225" y="405000"/>
                </a:lnTo>
                <a:lnTo>
                  <a:pt x="336273" y="405000"/>
                </a:lnTo>
                <a:lnTo>
                  <a:pt x="336273" y="402653"/>
                </a:lnTo>
                <a:cubicBezTo>
                  <a:pt x="336315" y="397017"/>
                  <a:pt x="340016" y="392062"/>
                  <a:pt x="345409" y="390422"/>
                </a:cubicBezTo>
                <a:cubicBezTo>
                  <a:pt x="348026" y="389588"/>
                  <a:pt x="350568" y="388533"/>
                  <a:pt x="353006" y="387268"/>
                </a:cubicBezTo>
                <a:cubicBezTo>
                  <a:pt x="357981" y="384597"/>
                  <a:pt x="364116" y="385480"/>
                  <a:pt x="368135" y="389447"/>
                </a:cubicBezTo>
                <a:lnTo>
                  <a:pt x="369802" y="391115"/>
                </a:lnTo>
                <a:lnTo>
                  <a:pt x="377614" y="383303"/>
                </a:lnTo>
                <a:lnTo>
                  <a:pt x="375946" y="381636"/>
                </a:lnTo>
                <a:cubicBezTo>
                  <a:pt x="371983" y="377613"/>
                  <a:pt x="371100" y="371480"/>
                  <a:pt x="373767" y="366504"/>
                </a:cubicBezTo>
                <a:cubicBezTo>
                  <a:pt x="375032" y="364067"/>
                  <a:pt x="376088" y="361527"/>
                  <a:pt x="376921" y="358910"/>
                </a:cubicBezTo>
                <a:cubicBezTo>
                  <a:pt x="378561" y="353517"/>
                  <a:pt x="383516" y="349816"/>
                  <a:pt x="389152" y="349774"/>
                </a:cubicBezTo>
                <a:lnTo>
                  <a:pt x="391499" y="349774"/>
                </a:lnTo>
                <a:lnTo>
                  <a:pt x="391499" y="338726"/>
                </a:lnTo>
                <a:lnTo>
                  <a:pt x="389152" y="338726"/>
                </a:lnTo>
                <a:cubicBezTo>
                  <a:pt x="383516" y="338684"/>
                  <a:pt x="378561" y="334982"/>
                  <a:pt x="376921" y="329590"/>
                </a:cubicBezTo>
                <a:cubicBezTo>
                  <a:pt x="376087" y="326973"/>
                  <a:pt x="375032" y="324431"/>
                  <a:pt x="373767" y="321993"/>
                </a:cubicBezTo>
                <a:cubicBezTo>
                  <a:pt x="371100" y="317017"/>
                  <a:pt x="371983" y="310885"/>
                  <a:pt x="375946" y="306864"/>
                </a:cubicBezTo>
                <a:lnTo>
                  <a:pt x="377614" y="305197"/>
                </a:lnTo>
                <a:lnTo>
                  <a:pt x="369802" y="297389"/>
                </a:lnTo>
                <a:lnTo>
                  <a:pt x="368135" y="299053"/>
                </a:lnTo>
                <a:cubicBezTo>
                  <a:pt x="364112" y="303014"/>
                  <a:pt x="357980" y="303897"/>
                  <a:pt x="353003" y="301232"/>
                </a:cubicBezTo>
                <a:cubicBezTo>
                  <a:pt x="350566" y="299966"/>
                  <a:pt x="348026" y="298911"/>
                  <a:pt x="345409" y="298078"/>
                </a:cubicBezTo>
                <a:cubicBezTo>
                  <a:pt x="340016" y="296438"/>
                  <a:pt x="336315" y="291483"/>
                  <a:pt x="336273" y="285847"/>
                </a:cubicBezTo>
                <a:lnTo>
                  <a:pt x="336273" y="283500"/>
                </a:lnTo>
                <a:close/>
                <a:moveTo>
                  <a:pt x="318475" y="270000"/>
                </a:moveTo>
                <a:lnTo>
                  <a:pt x="343023" y="270000"/>
                </a:lnTo>
                <a:cubicBezTo>
                  <a:pt x="346751" y="270000"/>
                  <a:pt x="349773" y="273022"/>
                  <a:pt x="349773" y="276750"/>
                </a:cubicBezTo>
                <a:lnTo>
                  <a:pt x="349773" y="285300"/>
                </a:lnTo>
                <a:cubicBezTo>
                  <a:pt x="352938" y="286324"/>
                  <a:pt x="356016" y="287602"/>
                  <a:pt x="358975" y="289123"/>
                </a:cubicBezTo>
                <a:lnTo>
                  <a:pt x="365030" y="283069"/>
                </a:lnTo>
                <a:cubicBezTo>
                  <a:pt x="366295" y="281802"/>
                  <a:pt x="368012" y="281091"/>
                  <a:pt x="369802" y="281091"/>
                </a:cubicBezTo>
                <a:lnTo>
                  <a:pt x="369805" y="281091"/>
                </a:lnTo>
                <a:cubicBezTo>
                  <a:pt x="371598" y="281092"/>
                  <a:pt x="373316" y="281805"/>
                  <a:pt x="374581" y="283075"/>
                </a:cubicBezTo>
                <a:lnTo>
                  <a:pt x="391931" y="300424"/>
                </a:lnTo>
                <a:cubicBezTo>
                  <a:pt x="391932" y="300425"/>
                  <a:pt x="391932" y="300426"/>
                  <a:pt x="391934" y="300427"/>
                </a:cubicBezTo>
                <a:cubicBezTo>
                  <a:pt x="394568" y="303062"/>
                  <a:pt x="394567" y="307335"/>
                  <a:pt x="391931" y="309969"/>
                </a:cubicBezTo>
                <a:lnTo>
                  <a:pt x="385876" y="316024"/>
                </a:lnTo>
                <a:cubicBezTo>
                  <a:pt x="387398" y="318983"/>
                  <a:pt x="388676" y="322060"/>
                  <a:pt x="389699" y="325226"/>
                </a:cubicBezTo>
                <a:lnTo>
                  <a:pt x="398249" y="325226"/>
                </a:lnTo>
                <a:cubicBezTo>
                  <a:pt x="401977" y="325226"/>
                  <a:pt x="404999" y="328248"/>
                  <a:pt x="404999" y="331976"/>
                </a:cubicBezTo>
                <a:lnTo>
                  <a:pt x="404999" y="356524"/>
                </a:lnTo>
                <a:cubicBezTo>
                  <a:pt x="404999" y="360252"/>
                  <a:pt x="401977" y="363274"/>
                  <a:pt x="398249" y="363274"/>
                </a:cubicBezTo>
                <a:lnTo>
                  <a:pt x="389699" y="363274"/>
                </a:lnTo>
                <a:cubicBezTo>
                  <a:pt x="388676" y="366439"/>
                  <a:pt x="387397" y="369517"/>
                  <a:pt x="385876" y="372476"/>
                </a:cubicBezTo>
                <a:lnTo>
                  <a:pt x="391931" y="378531"/>
                </a:lnTo>
                <a:cubicBezTo>
                  <a:pt x="391932" y="378531"/>
                  <a:pt x="391932" y="378533"/>
                  <a:pt x="391934" y="378533"/>
                </a:cubicBezTo>
                <a:cubicBezTo>
                  <a:pt x="394568" y="381169"/>
                  <a:pt x="394567" y="385441"/>
                  <a:pt x="391931" y="388076"/>
                </a:cubicBezTo>
                <a:lnTo>
                  <a:pt x="374575" y="405432"/>
                </a:lnTo>
                <a:cubicBezTo>
                  <a:pt x="374574" y="405433"/>
                  <a:pt x="374573" y="405433"/>
                  <a:pt x="374573" y="405435"/>
                </a:cubicBezTo>
                <a:cubicBezTo>
                  <a:pt x="371937" y="408069"/>
                  <a:pt x="367665" y="408068"/>
                  <a:pt x="365030" y="405432"/>
                </a:cubicBezTo>
                <a:lnTo>
                  <a:pt x="358975" y="399377"/>
                </a:lnTo>
                <a:cubicBezTo>
                  <a:pt x="356016" y="400899"/>
                  <a:pt x="352939" y="402177"/>
                  <a:pt x="349773" y="403200"/>
                </a:cubicBezTo>
                <a:lnTo>
                  <a:pt x="349773" y="411750"/>
                </a:lnTo>
                <a:cubicBezTo>
                  <a:pt x="349773" y="415478"/>
                  <a:pt x="346751" y="418500"/>
                  <a:pt x="343023" y="418500"/>
                </a:cubicBezTo>
                <a:lnTo>
                  <a:pt x="318475" y="418500"/>
                </a:lnTo>
                <a:cubicBezTo>
                  <a:pt x="314747" y="418500"/>
                  <a:pt x="311725" y="415478"/>
                  <a:pt x="311725" y="411750"/>
                </a:cubicBezTo>
                <a:lnTo>
                  <a:pt x="311725" y="403200"/>
                </a:lnTo>
                <a:cubicBezTo>
                  <a:pt x="308560" y="402177"/>
                  <a:pt x="305482" y="400898"/>
                  <a:pt x="302523" y="399377"/>
                </a:cubicBezTo>
                <a:lnTo>
                  <a:pt x="296468" y="405432"/>
                </a:lnTo>
                <a:cubicBezTo>
                  <a:pt x="296468" y="405433"/>
                  <a:pt x="296466" y="405433"/>
                  <a:pt x="296466" y="405435"/>
                </a:cubicBezTo>
                <a:cubicBezTo>
                  <a:pt x="293830" y="408069"/>
                  <a:pt x="289558" y="408068"/>
                  <a:pt x="286923" y="405432"/>
                </a:cubicBezTo>
                <a:lnTo>
                  <a:pt x="269567" y="388076"/>
                </a:lnTo>
                <a:cubicBezTo>
                  <a:pt x="269566" y="388075"/>
                  <a:pt x="269566" y="388074"/>
                  <a:pt x="269564" y="388074"/>
                </a:cubicBezTo>
                <a:cubicBezTo>
                  <a:pt x="266930" y="385438"/>
                  <a:pt x="266931" y="381166"/>
                  <a:pt x="269567" y="378531"/>
                </a:cubicBezTo>
                <a:lnTo>
                  <a:pt x="275622" y="372476"/>
                </a:lnTo>
                <a:cubicBezTo>
                  <a:pt x="274100" y="369517"/>
                  <a:pt x="272822" y="366440"/>
                  <a:pt x="271799" y="363274"/>
                </a:cubicBezTo>
                <a:lnTo>
                  <a:pt x="263249" y="363274"/>
                </a:lnTo>
                <a:cubicBezTo>
                  <a:pt x="259521" y="363274"/>
                  <a:pt x="256499" y="360252"/>
                  <a:pt x="256499" y="356524"/>
                </a:cubicBezTo>
                <a:lnTo>
                  <a:pt x="256499" y="331976"/>
                </a:lnTo>
                <a:cubicBezTo>
                  <a:pt x="256499" y="328248"/>
                  <a:pt x="259521" y="325226"/>
                  <a:pt x="263249" y="325226"/>
                </a:cubicBezTo>
                <a:lnTo>
                  <a:pt x="271799" y="325226"/>
                </a:lnTo>
                <a:cubicBezTo>
                  <a:pt x="272822" y="322061"/>
                  <a:pt x="274101" y="318983"/>
                  <a:pt x="275622" y="316024"/>
                </a:cubicBezTo>
                <a:lnTo>
                  <a:pt x="269567" y="309969"/>
                </a:lnTo>
                <a:cubicBezTo>
                  <a:pt x="269566" y="309969"/>
                  <a:pt x="269566" y="309967"/>
                  <a:pt x="269564" y="309967"/>
                </a:cubicBezTo>
                <a:cubicBezTo>
                  <a:pt x="266930" y="307331"/>
                  <a:pt x="266931" y="303059"/>
                  <a:pt x="269567" y="300424"/>
                </a:cubicBezTo>
                <a:lnTo>
                  <a:pt x="286923" y="283068"/>
                </a:lnTo>
                <a:cubicBezTo>
                  <a:pt x="286924" y="283067"/>
                  <a:pt x="286925" y="283067"/>
                  <a:pt x="286926" y="283065"/>
                </a:cubicBezTo>
                <a:cubicBezTo>
                  <a:pt x="289561" y="280431"/>
                  <a:pt x="293834" y="280432"/>
                  <a:pt x="296468" y="283068"/>
                </a:cubicBezTo>
                <a:lnTo>
                  <a:pt x="302523" y="289123"/>
                </a:lnTo>
                <a:cubicBezTo>
                  <a:pt x="305482" y="287601"/>
                  <a:pt x="308559" y="286323"/>
                  <a:pt x="311725" y="285300"/>
                </a:cubicBezTo>
                <a:lnTo>
                  <a:pt x="311725" y="276750"/>
                </a:lnTo>
                <a:cubicBezTo>
                  <a:pt x="311725" y="273022"/>
                  <a:pt x="314747" y="270000"/>
                  <a:pt x="318475" y="270000"/>
                </a:cubicBezTo>
                <a:close/>
                <a:moveTo>
                  <a:pt x="195749" y="227498"/>
                </a:moveTo>
                <a:lnTo>
                  <a:pt x="167124" y="260893"/>
                </a:lnTo>
                <a:cubicBezTo>
                  <a:pt x="165841" y="262388"/>
                  <a:pt x="163969" y="263250"/>
                  <a:pt x="161999" y="263250"/>
                </a:cubicBezTo>
                <a:cubicBezTo>
                  <a:pt x="161517" y="263250"/>
                  <a:pt x="161036" y="263198"/>
                  <a:pt x="160565" y="263095"/>
                </a:cubicBezTo>
                <a:lnTo>
                  <a:pt x="47249" y="238461"/>
                </a:lnTo>
                <a:lnTo>
                  <a:pt x="47249" y="352479"/>
                </a:lnTo>
                <a:lnTo>
                  <a:pt x="195749" y="389604"/>
                </a:lnTo>
                <a:close/>
                <a:moveTo>
                  <a:pt x="355455" y="189500"/>
                </a:moveTo>
                <a:lnTo>
                  <a:pt x="215346" y="213867"/>
                </a:lnTo>
                <a:lnTo>
                  <a:pt x="245500" y="249048"/>
                </a:lnTo>
                <a:lnTo>
                  <a:pt x="384732" y="218781"/>
                </a:lnTo>
                <a:close/>
                <a:moveTo>
                  <a:pt x="49543" y="189500"/>
                </a:moveTo>
                <a:lnTo>
                  <a:pt x="20265" y="218781"/>
                </a:lnTo>
                <a:lnTo>
                  <a:pt x="159497" y="249048"/>
                </a:lnTo>
                <a:lnTo>
                  <a:pt x="189651" y="213867"/>
                </a:lnTo>
                <a:close/>
                <a:moveTo>
                  <a:pt x="184126" y="168749"/>
                </a:moveTo>
                <a:cubicBezTo>
                  <a:pt x="186518" y="172912"/>
                  <a:pt x="190947" y="175485"/>
                  <a:pt x="195749" y="175499"/>
                </a:cubicBezTo>
                <a:lnTo>
                  <a:pt x="209249" y="175499"/>
                </a:lnTo>
                <a:cubicBezTo>
                  <a:pt x="214050" y="175485"/>
                  <a:pt x="218479" y="172912"/>
                  <a:pt x="220872" y="168749"/>
                </a:cubicBezTo>
                <a:close/>
                <a:moveTo>
                  <a:pt x="250991" y="155365"/>
                </a:moveTo>
                <a:lnTo>
                  <a:pt x="358991" y="175615"/>
                </a:lnTo>
                <a:lnTo>
                  <a:pt x="358982" y="175662"/>
                </a:lnTo>
                <a:cubicBezTo>
                  <a:pt x="360318" y="175896"/>
                  <a:pt x="361552" y="176529"/>
                  <a:pt x="362521" y="177477"/>
                </a:cubicBezTo>
                <a:lnTo>
                  <a:pt x="403021" y="217977"/>
                </a:lnTo>
                <a:cubicBezTo>
                  <a:pt x="403936" y="218893"/>
                  <a:pt x="404569" y="220052"/>
                  <a:pt x="404844" y="221317"/>
                </a:cubicBezTo>
                <a:cubicBezTo>
                  <a:pt x="405636" y="224960"/>
                  <a:pt x="403325" y="228553"/>
                  <a:pt x="399682" y="229345"/>
                </a:cubicBezTo>
                <a:lnTo>
                  <a:pt x="371249" y="235526"/>
                </a:lnTo>
                <a:lnTo>
                  <a:pt x="371249" y="270000"/>
                </a:lnTo>
                <a:lnTo>
                  <a:pt x="357749" y="270000"/>
                </a:lnTo>
                <a:lnTo>
                  <a:pt x="357749" y="238461"/>
                </a:lnTo>
                <a:lnTo>
                  <a:pt x="244432" y="263094"/>
                </a:lnTo>
                <a:cubicBezTo>
                  <a:pt x="243961" y="263198"/>
                  <a:pt x="243481" y="263250"/>
                  <a:pt x="242999" y="263250"/>
                </a:cubicBezTo>
                <a:cubicBezTo>
                  <a:pt x="241028" y="263250"/>
                  <a:pt x="239157" y="262388"/>
                  <a:pt x="237873" y="260893"/>
                </a:cubicBezTo>
                <a:lnTo>
                  <a:pt x="209249" y="227498"/>
                </a:lnTo>
                <a:lnTo>
                  <a:pt x="209249" y="389604"/>
                </a:lnTo>
                <a:lnTo>
                  <a:pt x="254860" y="378201"/>
                </a:lnTo>
                <a:lnTo>
                  <a:pt x="258137" y="391298"/>
                </a:lnTo>
                <a:lnTo>
                  <a:pt x="204137" y="404798"/>
                </a:lnTo>
                <a:lnTo>
                  <a:pt x="204119" y="404730"/>
                </a:lnTo>
                <a:cubicBezTo>
                  <a:pt x="203062" y="405066"/>
                  <a:pt x="201931" y="405090"/>
                  <a:pt x="200860" y="404798"/>
                </a:cubicBezTo>
                <a:lnTo>
                  <a:pt x="38861" y="364298"/>
                </a:lnTo>
                <a:cubicBezTo>
                  <a:pt x="35856" y="363546"/>
                  <a:pt x="33749" y="360846"/>
                  <a:pt x="33749" y="357750"/>
                </a:cubicBezTo>
                <a:lnTo>
                  <a:pt x="33749" y="235526"/>
                </a:lnTo>
                <a:lnTo>
                  <a:pt x="5315" y="229345"/>
                </a:lnTo>
                <a:cubicBezTo>
                  <a:pt x="4050" y="229070"/>
                  <a:pt x="2890" y="228437"/>
                  <a:pt x="1975" y="227521"/>
                </a:cubicBezTo>
                <a:cubicBezTo>
                  <a:pt x="-660" y="224885"/>
                  <a:pt x="-659" y="220613"/>
                  <a:pt x="1976" y="217977"/>
                </a:cubicBezTo>
                <a:lnTo>
                  <a:pt x="42476" y="177477"/>
                </a:lnTo>
                <a:cubicBezTo>
                  <a:pt x="43446" y="176529"/>
                  <a:pt x="44679" y="175896"/>
                  <a:pt x="46015" y="175663"/>
                </a:cubicBezTo>
                <a:lnTo>
                  <a:pt x="46006" y="175616"/>
                </a:lnTo>
                <a:lnTo>
                  <a:pt x="154007" y="155366"/>
                </a:lnTo>
                <a:lnTo>
                  <a:pt x="156491" y="168635"/>
                </a:lnTo>
                <a:lnTo>
                  <a:pt x="85211" y="182000"/>
                </a:lnTo>
                <a:lnTo>
                  <a:pt x="202499" y="202398"/>
                </a:lnTo>
                <a:lnTo>
                  <a:pt x="319787" y="182000"/>
                </a:lnTo>
                <a:lnTo>
                  <a:pt x="248506" y="168635"/>
                </a:lnTo>
                <a:close/>
                <a:moveTo>
                  <a:pt x="182249" y="148499"/>
                </a:moveTo>
                <a:lnTo>
                  <a:pt x="182249" y="155249"/>
                </a:lnTo>
                <a:lnTo>
                  <a:pt x="222749" y="155249"/>
                </a:lnTo>
                <a:lnTo>
                  <a:pt x="222749" y="148499"/>
                </a:lnTo>
                <a:close/>
                <a:moveTo>
                  <a:pt x="269999" y="81000"/>
                </a:moveTo>
                <a:lnTo>
                  <a:pt x="290249" y="81000"/>
                </a:lnTo>
                <a:lnTo>
                  <a:pt x="290249" y="94500"/>
                </a:lnTo>
                <a:lnTo>
                  <a:pt x="269999" y="94500"/>
                </a:lnTo>
                <a:close/>
                <a:moveTo>
                  <a:pt x="114749" y="81000"/>
                </a:moveTo>
                <a:lnTo>
                  <a:pt x="134999" y="81000"/>
                </a:lnTo>
                <a:lnTo>
                  <a:pt x="134999" y="94500"/>
                </a:lnTo>
                <a:lnTo>
                  <a:pt x="114749" y="94500"/>
                </a:lnTo>
                <a:close/>
                <a:moveTo>
                  <a:pt x="202532" y="40496"/>
                </a:moveTo>
                <a:cubicBezTo>
                  <a:pt x="200717" y="40496"/>
                  <a:pt x="198903" y="40600"/>
                  <a:pt x="197100" y="40806"/>
                </a:cubicBezTo>
                <a:cubicBezTo>
                  <a:pt x="174872" y="43904"/>
                  <a:pt x="157664" y="61836"/>
                  <a:pt x="155486" y="84173"/>
                </a:cubicBezTo>
                <a:cubicBezTo>
                  <a:pt x="153899" y="100092"/>
                  <a:pt x="160122" y="115793"/>
                  <a:pt x="172183" y="126301"/>
                </a:cubicBezTo>
                <a:cubicBezTo>
                  <a:pt x="174961" y="128742"/>
                  <a:pt x="177244" y="131695"/>
                  <a:pt x="178904" y="134999"/>
                </a:cubicBezTo>
                <a:lnTo>
                  <a:pt x="195749" y="134999"/>
                </a:lnTo>
                <a:lnTo>
                  <a:pt x="195749" y="124874"/>
                </a:lnTo>
                <a:lnTo>
                  <a:pt x="175268" y="109512"/>
                </a:lnTo>
                <a:cubicBezTo>
                  <a:pt x="171173" y="106428"/>
                  <a:pt x="168760" y="101603"/>
                  <a:pt x="168749" y="96477"/>
                </a:cubicBezTo>
                <a:lnTo>
                  <a:pt x="168749" y="90545"/>
                </a:lnTo>
                <a:cubicBezTo>
                  <a:pt x="168749" y="86223"/>
                  <a:pt x="170465" y="82078"/>
                  <a:pt x="173522" y="79022"/>
                </a:cubicBezTo>
                <a:cubicBezTo>
                  <a:pt x="179885" y="72658"/>
                  <a:pt x="190203" y="72658"/>
                  <a:pt x="196566" y="79022"/>
                </a:cubicBezTo>
                <a:lnTo>
                  <a:pt x="200522" y="82977"/>
                </a:lnTo>
                <a:cubicBezTo>
                  <a:pt x="201615" y="84065"/>
                  <a:pt x="203382" y="84065"/>
                  <a:pt x="204476" y="82977"/>
                </a:cubicBezTo>
                <a:lnTo>
                  <a:pt x="208431" y="79022"/>
                </a:lnTo>
                <a:cubicBezTo>
                  <a:pt x="211487" y="75967"/>
                  <a:pt x="215631" y="74250"/>
                  <a:pt x="219953" y="74250"/>
                </a:cubicBezTo>
                <a:cubicBezTo>
                  <a:pt x="228953" y="74249"/>
                  <a:pt x="236249" y="81545"/>
                  <a:pt x="236249" y="90545"/>
                </a:cubicBezTo>
                <a:lnTo>
                  <a:pt x="236249" y="96477"/>
                </a:lnTo>
                <a:cubicBezTo>
                  <a:pt x="236237" y="101605"/>
                  <a:pt x="233822" y="106431"/>
                  <a:pt x="229726" y="109515"/>
                </a:cubicBezTo>
                <a:lnTo>
                  <a:pt x="220049" y="116773"/>
                </a:lnTo>
                <a:lnTo>
                  <a:pt x="211948" y="105976"/>
                </a:lnTo>
                <a:lnTo>
                  <a:pt x="221628" y="98715"/>
                </a:lnTo>
                <a:cubicBezTo>
                  <a:pt x="222331" y="98186"/>
                  <a:pt x="222745" y="97357"/>
                  <a:pt x="222748" y="96477"/>
                </a:cubicBezTo>
                <a:lnTo>
                  <a:pt x="222748" y="90545"/>
                </a:lnTo>
                <a:cubicBezTo>
                  <a:pt x="222699" y="89940"/>
                  <a:pt x="222461" y="89367"/>
                  <a:pt x="222069" y="88904"/>
                </a:cubicBezTo>
                <a:cubicBezTo>
                  <a:pt x="221032" y="87681"/>
                  <a:pt x="219200" y="87529"/>
                  <a:pt x="217976" y="88567"/>
                </a:cubicBezTo>
                <a:lnTo>
                  <a:pt x="214021" y="92522"/>
                </a:lnTo>
                <a:cubicBezTo>
                  <a:pt x="207573" y="98678"/>
                  <a:pt x="197424" y="98678"/>
                  <a:pt x="190976" y="92522"/>
                </a:cubicBezTo>
                <a:lnTo>
                  <a:pt x="187021" y="88567"/>
                </a:lnTo>
                <a:cubicBezTo>
                  <a:pt x="186559" y="88175"/>
                  <a:pt x="185984" y="87937"/>
                  <a:pt x="185379" y="87887"/>
                </a:cubicBezTo>
                <a:cubicBezTo>
                  <a:pt x="183782" y="87756"/>
                  <a:pt x="182380" y="88946"/>
                  <a:pt x="182249" y="90545"/>
                </a:cubicBezTo>
                <a:lnTo>
                  <a:pt x="182249" y="96477"/>
                </a:lnTo>
                <a:cubicBezTo>
                  <a:pt x="182251" y="97355"/>
                  <a:pt x="182664" y="98182"/>
                  <a:pt x="183366" y="98711"/>
                </a:cubicBezTo>
                <a:lnTo>
                  <a:pt x="206549" y="116101"/>
                </a:lnTo>
                <a:cubicBezTo>
                  <a:pt x="208250" y="117375"/>
                  <a:pt x="209250" y="119375"/>
                  <a:pt x="209249" y="121499"/>
                </a:cubicBezTo>
                <a:lnTo>
                  <a:pt x="209249" y="134999"/>
                </a:lnTo>
                <a:lnTo>
                  <a:pt x="226055" y="134999"/>
                </a:lnTo>
                <a:cubicBezTo>
                  <a:pt x="227684" y="131730"/>
                  <a:pt x="229937" y="128811"/>
                  <a:pt x="232686" y="126407"/>
                </a:cubicBezTo>
                <a:cubicBezTo>
                  <a:pt x="234208" y="125088"/>
                  <a:pt x="235648" y="123678"/>
                  <a:pt x="236998" y="122184"/>
                </a:cubicBezTo>
                <a:cubicBezTo>
                  <a:pt x="255296" y="101932"/>
                  <a:pt x="253712" y="70682"/>
                  <a:pt x="233460" y="52384"/>
                </a:cubicBezTo>
                <a:cubicBezTo>
                  <a:pt x="224983" y="44722"/>
                  <a:pt x="213959" y="40484"/>
                  <a:pt x="202532" y="40496"/>
                </a:cubicBezTo>
                <a:close/>
                <a:moveTo>
                  <a:pt x="195577" y="27391"/>
                </a:moveTo>
                <a:cubicBezTo>
                  <a:pt x="212626" y="25355"/>
                  <a:pt x="229721" y="30798"/>
                  <a:pt x="242455" y="42315"/>
                </a:cubicBezTo>
                <a:cubicBezTo>
                  <a:pt x="244399" y="44067"/>
                  <a:pt x="246231" y="45939"/>
                  <a:pt x="247942" y="47920"/>
                </a:cubicBezTo>
                <a:cubicBezTo>
                  <a:pt x="270660" y="74218"/>
                  <a:pt x="267758" y="113953"/>
                  <a:pt x="241460" y="136671"/>
                </a:cubicBezTo>
                <a:cubicBezTo>
                  <a:pt x="238100" y="139607"/>
                  <a:pt x="236195" y="143869"/>
                  <a:pt x="236249" y="148331"/>
                </a:cubicBezTo>
                <a:lnTo>
                  <a:pt x="236249" y="161999"/>
                </a:lnTo>
                <a:cubicBezTo>
                  <a:pt x="236232" y="176904"/>
                  <a:pt x="224153" y="188983"/>
                  <a:pt x="209249" y="188999"/>
                </a:cubicBezTo>
                <a:lnTo>
                  <a:pt x="195749" y="188999"/>
                </a:lnTo>
                <a:cubicBezTo>
                  <a:pt x="180844" y="188983"/>
                  <a:pt x="168766" y="176904"/>
                  <a:pt x="168749" y="161999"/>
                </a:cubicBezTo>
                <a:lnTo>
                  <a:pt x="168749" y="148335"/>
                </a:lnTo>
                <a:cubicBezTo>
                  <a:pt x="168764" y="143805"/>
                  <a:pt x="166802" y="139495"/>
                  <a:pt x="163376" y="136532"/>
                </a:cubicBezTo>
                <a:cubicBezTo>
                  <a:pt x="147994" y="123165"/>
                  <a:pt x="140044" y="103172"/>
                  <a:pt x="142046" y="82891"/>
                </a:cubicBezTo>
                <a:cubicBezTo>
                  <a:pt x="144635" y="54112"/>
                  <a:pt x="166911" y="31018"/>
                  <a:pt x="195577" y="27391"/>
                </a:cubicBezTo>
                <a:close/>
                <a:moveTo>
                  <a:pt x="145222" y="20928"/>
                </a:moveTo>
                <a:lnTo>
                  <a:pt x="159540" y="35246"/>
                </a:lnTo>
                <a:lnTo>
                  <a:pt x="149995" y="44791"/>
                </a:lnTo>
                <a:lnTo>
                  <a:pt x="135677" y="30473"/>
                </a:lnTo>
                <a:close/>
                <a:moveTo>
                  <a:pt x="259776" y="20928"/>
                </a:moveTo>
                <a:lnTo>
                  <a:pt x="269321" y="30473"/>
                </a:lnTo>
                <a:lnTo>
                  <a:pt x="255003" y="44790"/>
                </a:lnTo>
                <a:lnTo>
                  <a:pt x="245458" y="35245"/>
                </a:lnTo>
                <a:close/>
                <a:moveTo>
                  <a:pt x="195749" y="0"/>
                </a:moveTo>
                <a:lnTo>
                  <a:pt x="209249" y="0"/>
                </a:lnTo>
                <a:lnTo>
                  <a:pt x="209249" y="20250"/>
                </a:lnTo>
                <a:lnTo>
                  <a:pt x="195749" y="2025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3361997" y="3170114"/>
            <a:ext cx="469766" cy="469764"/>
          </a:xfrm>
          <a:custGeom>
            <a:rect b="b" l="l" r="r" t="t"/>
            <a:pathLst>
              <a:path extrusionOk="0" h="431999" w="432000">
                <a:moveTo>
                  <a:pt x="216000" y="381374"/>
                </a:moveTo>
                <a:cubicBezTo>
                  <a:pt x="205532" y="381374"/>
                  <a:pt x="197016" y="389891"/>
                  <a:pt x="197016" y="400359"/>
                </a:cubicBezTo>
                <a:cubicBezTo>
                  <a:pt x="197016" y="410826"/>
                  <a:pt x="205532" y="419343"/>
                  <a:pt x="216000" y="419343"/>
                </a:cubicBezTo>
                <a:cubicBezTo>
                  <a:pt x="226468" y="419343"/>
                  <a:pt x="234984" y="410826"/>
                  <a:pt x="234984" y="400359"/>
                </a:cubicBezTo>
                <a:cubicBezTo>
                  <a:pt x="234984" y="389891"/>
                  <a:pt x="226468" y="381374"/>
                  <a:pt x="216000" y="381374"/>
                </a:cubicBezTo>
                <a:close/>
                <a:moveTo>
                  <a:pt x="346362" y="327458"/>
                </a:moveTo>
                <a:cubicBezTo>
                  <a:pt x="341477" y="327458"/>
                  <a:pt x="336592" y="329285"/>
                  <a:pt x="332938" y="332939"/>
                </a:cubicBezTo>
                <a:cubicBezTo>
                  <a:pt x="325620" y="340256"/>
                  <a:pt x="325620" y="352468"/>
                  <a:pt x="332938" y="359785"/>
                </a:cubicBezTo>
                <a:cubicBezTo>
                  <a:pt x="340340" y="367188"/>
                  <a:pt x="352385" y="367187"/>
                  <a:pt x="359786" y="359785"/>
                </a:cubicBezTo>
                <a:cubicBezTo>
                  <a:pt x="367104" y="352468"/>
                  <a:pt x="367104" y="340256"/>
                  <a:pt x="359786" y="332939"/>
                </a:cubicBezTo>
                <a:cubicBezTo>
                  <a:pt x="356133" y="329285"/>
                  <a:pt x="351247" y="327458"/>
                  <a:pt x="346362" y="327458"/>
                </a:cubicBezTo>
                <a:close/>
                <a:moveTo>
                  <a:pt x="85638" y="327457"/>
                </a:moveTo>
                <a:cubicBezTo>
                  <a:pt x="80753" y="327458"/>
                  <a:pt x="75868" y="329285"/>
                  <a:pt x="72214" y="332938"/>
                </a:cubicBezTo>
                <a:cubicBezTo>
                  <a:pt x="64895" y="340255"/>
                  <a:pt x="64897" y="352467"/>
                  <a:pt x="72214" y="359785"/>
                </a:cubicBezTo>
                <a:cubicBezTo>
                  <a:pt x="79616" y="367186"/>
                  <a:pt x="91660" y="367187"/>
                  <a:pt x="99062" y="359784"/>
                </a:cubicBezTo>
                <a:cubicBezTo>
                  <a:pt x="106380" y="352467"/>
                  <a:pt x="106380" y="340255"/>
                  <a:pt x="99062" y="332938"/>
                </a:cubicBezTo>
                <a:cubicBezTo>
                  <a:pt x="95409" y="329284"/>
                  <a:pt x="90523" y="327457"/>
                  <a:pt x="85638" y="327457"/>
                </a:cubicBezTo>
                <a:close/>
                <a:moveTo>
                  <a:pt x="400359" y="197016"/>
                </a:moveTo>
                <a:cubicBezTo>
                  <a:pt x="389891" y="197016"/>
                  <a:pt x="381375" y="205532"/>
                  <a:pt x="381375" y="216000"/>
                </a:cubicBezTo>
                <a:cubicBezTo>
                  <a:pt x="381375" y="226468"/>
                  <a:pt x="389891" y="234984"/>
                  <a:pt x="400359" y="234984"/>
                </a:cubicBezTo>
                <a:cubicBezTo>
                  <a:pt x="410828" y="234984"/>
                  <a:pt x="419344" y="226468"/>
                  <a:pt x="419344" y="216000"/>
                </a:cubicBezTo>
                <a:cubicBezTo>
                  <a:pt x="419344" y="205532"/>
                  <a:pt x="410828" y="197016"/>
                  <a:pt x="400359" y="197016"/>
                </a:cubicBezTo>
                <a:close/>
                <a:moveTo>
                  <a:pt x="31641" y="197015"/>
                </a:moveTo>
                <a:cubicBezTo>
                  <a:pt x="21172" y="197015"/>
                  <a:pt x="12656" y="205532"/>
                  <a:pt x="12656" y="215999"/>
                </a:cubicBezTo>
                <a:cubicBezTo>
                  <a:pt x="12656" y="226467"/>
                  <a:pt x="21172" y="234984"/>
                  <a:pt x="31641" y="234984"/>
                </a:cubicBezTo>
                <a:cubicBezTo>
                  <a:pt x="42109" y="234984"/>
                  <a:pt x="50625" y="226467"/>
                  <a:pt x="50625" y="215999"/>
                </a:cubicBezTo>
                <a:cubicBezTo>
                  <a:pt x="50625" y="205532"/>
                  <a:pt x="42109" y="197015"/>
                  <a:pt x="31641" y="197015"/>
                </a:cubicBezTo>
                <a:close/>
                <a:moveTo>
                  <a:pt x="216000" y="154828"/>
                </a:moveTo>
                <a:cubicBezTo>
                  <a:pt x="219496" y="154828"/>
                  <a:pt x="222328" y="157661"/>
                  <a:pt x="222328" y="161156"/>
                </a:cubicBezTo>
                <a:lnTo>
                  <a:pt x="222328" y="168222"/>
                </a:lnTo>
                <a:cubicBezTo>
                  <a:pt x="234408" y="171086"/>
                  <a:pt x="243422" y="181963"/>
                  <a:pt x="243422" y="194906"/>
                </a:cubicBezTo>
                <a:cubicBezTo>
                  <a:pt x="243422" y="198401"/>
                  <a:pt x="240589" y="201234"/>
                  <a:pt x="237094" y="201234"/>
                </a:cubicBezTo>
                <a:cubicBezTo>
                  <a:pt x="233598" y="201234"/>
                  <a:pt x="230766" y="198401"/>
                  <a:pt x="230766" y="194906"/>
                </a:cubicBezTo>
                <a:cubicBezTo>
                  <a:pt x="230766" y="186765"/>
                  <a:pt x="224141" y="180141"/>
                  <a:pt x="216000" y="180141"/>
                </a:cubicBezTo>
                <a:cubicBezTo>
                  <a:pt x="207859" y="180141"/>
                  <a:pt x="201234" y="186765"/>
                  <a:pt x="201234" y="194906"/>
                </a:cubicBezTo>
                <a:cubicBezTo>
                  <a:pt x="201234" y="203047"/>
                  <a:pt x="207859" y="209672"/>
                  <a:pt x="216000" y="209672"/>
                </a:cubicBezTo>
                <a:cubicBezTo>
                  <a:pt x="231121" y="209672"/>
                  <a:pt x="243422" y="221974"/>
                  <a:pt x="243422" y="237094"/>
                </a:cubicBezTo>
                <a:cubicBezTo>
                  <a:pt x="243422" y="250037"/>
                  <a:pt x="234408" y="260914"/>
                  <a:pt x="222328" y="263778"/>
                </a:cubicBezTo>
                <a:lnTo>
                  <a:pt x="222328" y="270844"/>
                </a:lnTo>
                <a:cubicBezTo>
                  <a:pt x="222328" y="274338"/>
                  <a:pt x="219496" y="277172"/>
                  <a:pt x="216000" y="277172"/>
                </a:cubicBezTo>
                <a:cubicBezTo>
                  <a:pt x="212504" y="277172"/>
                  <a:pt x="209672" y="274338"/>
                  <a:pt x="209672" y="270844"/>
                </a:cubicBezTo>
                <a:lnTo>
                  <a:pt x="209672" y="263778"/>
                </a:lnTo>
                <a:cubicBezTo>
                  <a:pt x="197592" y="260914"/>
                  <a:pt x="188578" y="250037"/>
                  <a:pt x="188578" y="237094"/>
                </a:cubicBezTo>
                <a:cubicBezTo>
                  <a:pt x="188578" y="233599"/>
                  <a:pt x="191410" y="230766"/>
                  <a:pt x="194906" y="230766"/>
                </a:cubicBezTo>
                <a:cubicBezTo>
                  <a:pt x="198402" y="230766"/>
                  <a:pt x="201234" y="233599"/>
                  <a:pt x="201234" y="237094"/>
                </a:cubicBezTo>
                <a:cubicBezTo>
                  <a:pt x="201234" y="245235"/>
                  <a:pt x="207859" y="251859"/>
                  <a:pt x="216000" y="251859"/>
                </a:cubicBezTo>
                <a:cubicBezTo>
                  <a:pt x="224141" y="251859"/>
                  <a:pt x="230766" y="245235"/>
                  <a:pt x="230766" y="237094"/>
                </a:cubicBezTo>
                <a:cubicBezTo>
                  <a:pt x="230766" y="228952"/>
                  <a:pt x="224141" y="222328"/>
                  <a:pt x="216000" y="222328"/>
                </a:cubicBezTo>
                <a:cubicBezTo>
                  <a:pt x="200879" y="222328"/>
                  <a:pt x="188578" y="210026"/>
                  <a:pt x="188578" y="194906"/>
                </a:cubicBezTo>
                <a:cubicBezTo>
                  <a:pt x="188578" y="181963"/>
                  <a:pt x="197592" y="171086"/>
                  <a:pt x="209672" y="168222"/>
                </a:cubicBezTo>
                <a:lnTo>
                  <a:pt x="209672" y="161156"/>
                </a:lnTo>
                <a:cubicBezTo>
                  <a:pt x="209672" y="157661"/>
                  <a:pt x="212504" y="154828"/>
                  <a:pt x="216000" y="154828"/>
                </a:cubicBezTo>
                <a:close/>
                <a:moveTo>
                  <a:pt x="215999" y="142171"/>
                </a:moveTo>
                <a:cubicBezTo>
                  <a:pt x="175290" y="142171"/>
                  <a:pt x="142171" y="175290"/>
                  <a:pt x="142171" y="215999"/>
                </a:cubicBezTo>
                <a:cubicBezTo>
                  <a:pt x="142171" y="256709"/>
                  <a:pt x="175290" y="289828"/>
                  <a:pt x="215999" y="289828"/>
                </a:cubicBezTo>
                <a:cubicBezTo>
                  <a:pt x="256709" y="289828"/>
                  <a:pt x="289828" y="256709"/>
                  <a:pt x="289828" y="215999"/>
                </a:cubicBezTo>
                <a:cubicBezTo>
                  <a:pt x="289828" y="175290"/>
                  <a:pt x="256709" y="142171"/>
                  <a:pt x="215999" y="142171"/>
                </a:cubicBezTo>
                <a:close/>
                <a:moveTo>
                  <a:pt x="215999" y="129515"/>
                </a:moveTo>
                <a:cubicBezTo>
                  <a:pt x="263687" y="129515"/>
                  <a:pt x="302484" y="168311"/>
                  <a:pt x="302484" y="215999"/>
                </a:cubicBezTo>
                <a:cubicBezTo>
                  <a:pt x="302484" y="263687"/>
                  <a:pt x="263687" y="302484"/>
                  <a:pt x="215999" y="302484"/>
                </a:cubicBezTo>
                <a:cubicBezTo>
                  <a:pt x="168311" y="302484"/>
                  <a:pt x="129515" y="263687"/>
                  <a:pt x="129515" y="215999"/>
                </a:cubicBezTo>
                <a:cubicBezTo>
                  <a:pt x="129515" y="168311"/>
                  <a:pt x="168311" y="129515"/>
                  <a:pt x="215999" y="129515"/>
                </a:cubicBezTo>
                <a:close/>
                <a:moveTo>
                  <a:pt x="346362" y="66734"/>
                </a:moveTo>
                <a:cubicBezTo>
                  <a:pt x="341477" y="66734"/>
                  <a:pt x="336592" y="68561"/>
                  <a:pt x="332938" y="72215"/>
                </a:cubicBezTo>
                <a:cubicBezTo>
                  <a:pt x="325620" y="79532"/>
                  <a:pt x="325620" y="91744"/>
                  <a:pt x="332938" y="99061"/>
                </a:cubicBezTo>
                <a:cubicBezTo>
                  <a:pt x="340340" y="106464"/>
                  <a:pt x="352385" y="106464"/>
                  <a:pt x="359786" y="99061"/>
                </a:cubicBezTo>
                <a:cubicBezTo>
                  <a:pt x="367104" y="91744"/>
                  <a:pt x="367104" y="79532"/>
                  <a:pt x="359786" y="72215"/>
                </a:cubicBezTo>
                <a:cubicBezTo>
                  <a:pt x="356133" y="68561"/>
                  <a:pt x="351247" y="66734"/>
                  <a:pt x="346362" y="66734"/>
                </a:cubicBezTo>
                <a:close/>
                <a:moveTo>
                  <a:pt x="85638" y="66733"/>
                </a:moveTo>
                <a:cubicBezTo>
                  <a:pt x="80753" y="66733"/>
                  <a:pt x="75868" y="68560"/>
                  <a:pt x="72214" y="72214"/>
                </a:cubicBezTo>
                <a:cubicBezTo>
                  <a:pt x="64896" y="79531"/>
                  <a:pt x="64896" y="91744"/>
                  <a:pt x="72214" y="99060"/>
                </a:cubicBezTo>
                <a:cubicBezTo>
                  <a:pt x="79616" y="106463"/>
                  <a:pt x="91660" y="106463"/>
                  <a:pt x="99062" y="99060"/>
                </a:cubicBezTo>
                <a:cubicBezTo>
                  <a:pt x="106381" y="91744"/>
                  <a:pt x="106379" y="79531"/>
                  <a:pt x="99062" y="72213"/>
                </a:cubicBezTo>
                <a:cubicBezTo>
                  <a:pt x="95409" y="68560"/>
                  <a:pt x="90523" y="66733"/>
                  <a:pt x="85638" y="66733"/>
                </a:cubicBezTo>
                <a:close/>
                <a:moveTo>
                  <a:pt x="85638" y="54011"/>
                </a:moveTo>
                <a:cubicBezTo>
                  <a:pt x="93741" y="54011"/>
                  <a:pt x="101843" y="57096"/>
                  <a:pt x="108011" y="63264"/>
                </a:cubicBezTo>
                <a:cubicBezTo>
                  <a:pt x="118500" y="73752"/>
                  <a:pt x="120265" y="90704"/>
                  <a:pt x="112041" y="103090"/>
                </a:cubicBezTo>
                <a:lnTo>
                  <a:pt x="141552" y="132601"/>
                </a:lnTo>
                <a:cubicBezTo>
                  <a:pt x="146977" y="127754"/>
                  <a:pt x="152877" y="123427"/>
                  <a:pt x="159167" y="119707"/>
                </a:cubicBezTo>
                <a:cubicBezTo>
                  <a:pt x="162176" y="117928"/>
                  <a:pt x="166056" y="118925"/>
                  <a:pt x="167835" y="121932"/>
                </a:cubicBezTo>
                <a:cubicBezTo>
                  <a:pt x="169613" y="124940"/>
                  <a:pt x="168617" y="128821"/>
                  <a:pt x="165609" y="130600"/>
                </a:cubicBezTo>
                <a:cubicBezTo>
                  <a:pt x="151030" y="139222"/>
                  <a:pt x="138815" y="151513"/>
                  <a:pt x="130286" y="166145"/>
                </a:cubicBezTo>
                <a:cubicBezTo>
                  <a:pt x="121502" y="181212"/>
                  <a:pt x="116859" y="198452"/>
                  <a:pt x="116859" y="215999"/>
                </a:cubicBezTo>
                <a:cubicBezTo>
                  <a:pt x="116859" y="270666"/>
                  <a:pt x="161333" y="315140"/>
                  <a:pt x="215999" y="315140"/>
                </a:cubicBezTo>
                <a:cubicBezTo>
                  <a:pt x="224387" y="315140"/>
                  <a:pt x="232716" y="314092"/>
                  <a:pt x="240756" y="312026"/>
                </a:cubicBezTo>
                <a:cubicBezTo>
                  <a:pt x="244138" y="311151"/>
                  <a:pt x="247590" y="313192"/>
                  <a:pt x="248460" y="316578"/>
                </a:cubicBezTo>
                <a:cubicBezTo>
                  <a:pt x="249331" y="319964"/>
                  <a:pt x="247292" y="323413"/>
                  <a:pt x="243907" y="324283"/>
                </a:cubicBezTo>
                <a:cubicBezTo>
                  <a:pt x="236867" y="326093"/>
                  <a:pt x="229633" y="327209"/>
                  <a:pt x="222327" y="327619"/>
                </a:cubicBezTo>
                <a:lnTo>
                  <a:pt x="222327" y="369354"/>
                </a:lnTo>
                <a:cubicBezTo>
                  <a:pt x="236752" y="372294"/>
                  <a:pt x="247640" y="385078"/>
                  <a:pt x="247640" y="400359"/>
                </a:cubicBezTo>
                <a:cubicBezTo>
                  <a:pt x="247640" y="417806"/>
                  <a:pt x="233446" y="431999"/>
                  <a:pt x="215999" y="431999"/>
                </a:cubicBezTo>
                <a:cubicBezTo>
                  <a:pt x="198552" y="431999"/>
                  <a:pt x="184359" y="417806"/>
                  <a:pt x="184359" y="400359"/>
                </a:cubicBezTo>
                <a:cubicBezTo>
                  <a:pt x="184359" y="385078"/>
                  <a:pt x="195246" y="372294"/>
                  <a:pt x="209671" y="369354"/>
                </a:cubicBezTo>
                <a:lnTo>
                  <a:pt x="209671" y="327619"/>
                </a:lnTo>
                <a:cubicBezTo>
                  <a:pt x="183603" y="326158"/>
                  <a:pt x="159893" y="315724"/>
                  <a:pt x="141585" y="299363"/>
                </a:cubicBezTo>
                <a:lnTo>
                  <a:pt x="112041" y="328908"/>
                </a:lnTo>
                <a:cubicBezTo>
                  <a:pt x="120264" y="341294"/>
                  <a:pt x="118500" y="358246"/>
                  <a:pt x="108011" y="368734"/>
                </a:cubicBezTo>
                <a:cubicBezTo>
                  <a:pt x="95829" y="380906"/>
                  <a:pt x="75446" y="380917"/>
                  <a:pt x="63264" y="368735"/>
                </a:cubicBezTo>
                <a:cubicBezTo>
                  <a:pt x="51069" y="356538"/>
                  <a:pt x="51069" y="336185"/>
                  <a:pt x="63264" y="323988"/>
                </a:cubicBezTo>
                <a:cubicBezTo>
                  <a:pt x="74069" y="313184"/>
                  <a:pt x="90808" y="311842"/>
                  <a:pt x="103087" y="319963"/>
                </a:cubicBezTo>
                <a:lnTo>
                  <a:pt x="132636" y="290414"/>
                </a:lnTo>
                <a:cubicBezTo>
                  <a:pt x="116276" y="272105"/>
                  <a:pt x="105842" y="248395"/>
                  <a:pt x="104380" y="222327"/>
                </a:cubicBezTo>
                <a:lnTo>
                  <a:pt x="62645" y="222327"/>
                </a:lnTo>
                <a:cubicBezTo>
                  <a:pt x="59705" y="236752"/>
                  <a:pt x="46921" y="247640"/>
                  <a:pt x="31641" y="247640"/>
                </a:cubicBezTo>
                <a:cubicBezTo>
                  <a:pt x="14194" y="247640"/>
                  <a:pt x="0" y="233446"/>
                  <a:pt x="0" y="215999"/>
                </a:cubicBezTo>
                <a:cubicBezTo>
                  <a:pt x="0" y="198552"/>
                  <a:pt x="14194" y="184359"/>
                  <a:pt x="31641" y="184358"/>
                </a:cubicBezTo>
                <a:cubicBezTo>
                  <a:pt x="46921" y="184358"/>
                  <a:pt x="59705" y="195245"/>
                  <a:pt x="62645" y="209670"/>
                </a:cubicBezTo>
                <a:lnTo>
                  <a:pt x="104382" y="209670"/>
                </a:lnTo>
                <a:cubicBezTo>
                  <a:pt x="105376" y="192086"/>
                  <a:pt x="110501" y="174952"/>
                  <a:pt x="119353" y="159769"/>
                </a:cubicBezTo>
                <a:cubicBezTo>
                  <a:pt x="123151" y="153254"/>
                  <a:pt x="127599" y="147150"/>
                  <a:pt x="132602" y="141550"/>
                </a:cubicBezTo>
                <a:lnTo>
                  <a:pt x="103087" y="112035"/>
                </a:lnTo>
                <a:cubicBezTo>
                  <a:pt x="90704" y="120223"/>
                  <a:pt x="73751" y="118496"/>
                  <a:pt x="63264" y="108010"/>
                </a:cubicBezTo>
                <a:cubicBezTo>
                  <a:pt x="51069" y="95815"/>
                  <a:pt x="51068" y="75460"/>
                  <a:pt x="63264" y="63264"/>
                </a:cubicBezTo>
                <a:cubicBezTo>
                  <a:pt x="69433" y="57095"/>
                  <a:pt x="77535" y="54011"/>
                  <a:pt x="85638" y="54011"/>
                </a:cubicBezTo>
                <a:close/>
                <a:moveTo>
                  <a:pt x="216000" y="12656"/>
                </a:moveTo>
                <a:cubicBezTo>
                  <a:pt x="205532" y="12656"/>
                  <a:pt x="197016" y="21173"/>
                  <a:pt x="197016" y="31641"/>
                </a:cubicBezTo>
                <a:cubicBezTo>
                  <a:pt x="197016" y="42108"/>
                  <a:pt x="205532" y="50625"/>
                  <a:pt x="216000" y="50625"/>
                </a:cubicBezTo>
                <a:cubicBezTo>
                  <a:pt x="226468" y="50625"/>
                  <a:pt x="234984" y="42108"/>
                  <a:pt x="234984" y="31641"/>
                </a:cubicBezTo>
                <a:cubicBezTo>
                  <a:pt x="234984" y="21173"/>
                  <a:pt x="226468" y="12656"/>
                  <a:pt x="216000" y="12656"/>
                </a:cubicBezTo>
                <a:close/>
                <a:moveTo>
                  <a:pt x="216000" y="0"/>
                </a:moveTo>
                <a:cubicBezTo>
                  <a:pt x="233447" y="0"/>
                  <a:pt x="247641" y="14194"/>
                  <a:pt x="247641" y="31641"/>
                </a:cubicBezTo>
                <a:cubicBezTo>
                  <a:pt x="247641" y="46921"/>
                  <a:pt x="236753" y="59705"/>
                  <a:pt x="222328" y="62645"/>
                </a:cubicBezTo>
                <a:lnTo>
                  <a:pt x="222328" y="104380"/>
                </a:lnTo>
                <a:cubicBezTo>
                  <a:pt x="248396" y="105842"/>
                  <a:pt x="272106" y="116276"/>
                  <a:pt x="290414" y="132636"/>
                </a:cubicBezTo>
                <a:lnTo>
                  <a:pt x="319958" y="103091"/>
                </a:lnTo>
                <a:cubicBezTo>
                  <a:pt x="311734" y="90706"/>
                  <a:pt x="313499" y="73753"/>
                  <a:pt x="323988" y="63264"/>
                </a:cubicBezTo>
                <a:cubicBezTo>
                  <a:pt x="336325" y="50927"/>
                  <a:pt x="356398" y="50927"/>
                  <a:pt x="368735" y="63264"/>
                </a:cubicBezTo>
                <a:cubicBezTo>
                  <a:pt x="380931" y="75461"/>
                  <a:pt x="380931" y="95815"/>
                  <a:pt x="368735" y="108011"/>
                </a:cubicBezTo>
                <a:cubicBezTo>
                  <a:pt x="358249" y="118496"/>
                  <a:pt x="341294" y="120226"/>
                  <a:pt x="328913" y="112037"/>
                </a:cubicBezTo>
                <a:lnTo>
                  <a:pt x="299364" y="141585"/>
                </a:lnTo>
                <a:cubicBezTo>
                  <a:pt x="315724" y="159894"/>
                  <a:pt x="326158" y="183604"/>
                  <a:pt x="327620" y="209672"/>
                </a:cubicBezTo>
                <a:lnTo>
                  <a:pt x="369355" y="209672"/>
                </a:lnTo>
                <a:cubicBezTo>
                  <a:pt x="372295" y="195247"/>
                  <a:pt x="385079" y="184359"/>
                  <a:pt x="400359" y="184359"/>
                </a:cubicBezTo>
                <a:cubicBezTo>
                  <a:pt x="417806" y="184359"/>
                  <a:pt x="432000" y="198553"/>
                  <a:pt x="432000" y="216000"/>
                </a:cubicBezTo>
                <a:cubicBezTo>
                  <a:pt x="432000" y="233447"/>
                  <a:pt x="417806" y="247641"/>
                  <a:pt x="400359" y="247641"/>
                </a:cubicBezTo>
                <a:cubicBezTo>
                  <a:pt x="385079" y="247641"/>
                  <a:pt x="372295" y="236753"/>
                  <a:pt x="369355" y="222328"/>
                </a:cubicBezTo>
                <a:lnTo>
                  <a:pt x="327618" y="222328"/>
                </a:lnTo>
                <a:cubicBezTo>
                  <a:pt x="326624" y="239913"/>
                  <a:pt x="321499" y="257046"/>
                  <a:pt x="312647" y="272229"/>
                </a:cubicBezTo>
                <a:cubicBezTo>
                  <a:pt x="308849" y="278745"/>
                  <a:pt x="304401" y="284848"/>
                  <a:pt x="299398" y="290448"/>
                </a:cubicBezTo>
                <a:lnTo>
                  <a:pt x="328913" y="319964"/>
                </a:lnTo>
                <a:cubicBezTo>
                  <a:pt x="341191" y="311842"/>
                  <a:pt x="357930" y="313184"/>
                  <a:pt x="368735" y="323989"/>
                </a:cubicBezTo>
                <a:cubicBezTo>
                  <a:pt x="380931" y="336185"/>
                  <a:pt x="380931" y="356539"/>
                  <a:pt x="368735" y="368736"/>
                </a:cubicBezTo>
                <a:cubicBezTo>
                  <a:pt x="356557" y="380913"/>
                  <a:pt x="336166" y="380913"/>
                  <a:pt x="323988" y="368736"/>
                </a:cubicBezTo>
                <a:cubicBezTo>
                  <a:pt x="313499" y="358247"/>
                  <a:pt x="311734" y="341294"/>
                  <a:pt x="319958" y="328909"/>
                </a:cubicBezTo>
                <a:lnTo>
                  <a:pt x="290448" y="299398"/>
                </a:lnTo>
                <a:cubicBezTo>
                  <a:pt x="285023" y="304245"/>
                  <a:pt x="279123" y="308572"/>
                  <a:pt x="272833" y="312292"/>
                </a:cubicBezTo>
                <a:cubicBezTo>
                  <a:pt x="269864" y="314050"/>
                  <a:pt x="265920" y="313033"/>
                  <a:pt x="264165" y="310067"/>
                </a:cubicBezTo>
                <a:cubicBezTo>
                  <a:pt x="262387" y="307059"/>
                  <a:pt x="263383" y="303178"/>
                  <a:pt x="266391" y="301399"/>
                </a:cubicBezTo>
                <a:cubicBezTo>
                  <a:pt x="280970" y="292777"/>
                  <a:pt x="293185" y="280486"/>
                  <a:pt x="301714" y="265855"/>
                </a:cubicBezTo>
                <a:cubicBezTo>
                  <a:pt x="310498" y="250787"/>
                  <a:pt x="315141" y="233547"/>
                  <a:pt x="315141" y="216000"/>
                </a:cubicBezTo>
                <a:cubicBezTo>
                  <a:pt x="315141" y="161333"/>
                  <a:pt x="270667" y="116859"/>
                  <a:pt x="216001" y="116859"/>
                </a:cubicBezTo>
                <a:cubicBezTo>
                  <a:pt x="207613" y="116859"/>
                  <a:pt x="199284" y="117907"/>
                  <a:pt x="191244" y="119974"/>
                </a:cubicBezTo>
                <a:cubicBezTo>
                  <a:pt x="187860" y="120844"/>
                  <a:pt x="184410" y="118806"/>
                  <a:pt x="183540" y="115421"/>
                </a:cubicBezTo>
                <a:cubicBezTo>
                  <a:pt x="182669" y="112036"/>
                  <a:pt x="184708" y="108586"/>
                  <a:pt x="188093" y="107717"/>
                </a:cubicBezTo>
                <a:cubicBezTo>
                  <a:pt x="195133" y="105907"/>
                  <a:pt x="202367" y="104790"/>
                  <a:pt x="209672" y="104380"/>
                </a:cubicBezTo>
                <a:lnTo>
                  <a:pt x="209672" y="62645"/>
                </a:lnTo>
                <a:cubicBezTo>
                  <a:pt x="195247" y="59705"/>
                  <a:pt x="184359" y="46921"/>
                  <a:pt x="184359" y="31641"/>
                </a:cubicBezTo>
                <a:cubicBezTo>
                  <a:pt x="184359" y="14194"/>
                  <a:pt x="198553" y="0"/>
                  <a:pt x="2160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p24"/>
          <p:cNvSpPr/>
          <p:nvPr/>
        </p:nvSpPr>
        <p:spPr>
          <a:xfrm>
            <a:off x="5264890" y="1917647"/>
            <a:ext cx="462424" cy="462424"/>
          </a:xfrm>
          <a:custGeom>
            <a:rect b="b" l="l" r="r" t="t"/>
            <a:pathLst>
              <a:path extrusionOk="0" h="425249" w="425248">
                <a:moveTo>
                  <a:pt x="412574" y="170853"/>
                </a:moveTo>
                <a:lnTo>
                  <a:pt x="387232" y="165856"/>
                </a:lnTo>
                <a:lnTo>
                  <a:pt x="369159" y="122232"/>
                </a:lnTo>
                <a:lnTo>
                  <a:pt x="383549" y="100777"/>
                </a:lnTo>
                <a:cubicBezTo>
                  <a:pt x="387785" y="94459"/>
                  <a:pt x="386986" y="86289"/>
                  <a:pt x="381607" y="80911"/>
                </a:cubicBezTo>
                <a:lnTo>
                  <a:pt x="344338" y="43642"/>
                </a:lnTo>
                <a:cubicBezTo>
                  <a:pt x="338961" y="38263"/>
                  <a:pt x="330791" y="37465"/>
                  <a:pt x="324472" y="41702"/>
                </a:cubicBezTo>
                <a:lnTo>
                  <a:pt x="303016" y="56090"/>
                </a:lnTo>
                <a:lnTo>
                  <a:pt x="259393" y="38017"/>
                </a:lnTo>
                <a:lnTo>
                  <a:pt x="254397" y="12676"/>
                </a:lnTo>
                <a:cubicBezTo>
                  <a:pt x="252926" y="5212"/>
                  <a:pt x="246585" y="0"/>
                  <a:pt x="238978" y="0"/>
                </a:cubicBezTo>
                <a:lnTo>
                  <a:pt x="186270" y="0"/>
                </a:lnTo>
                <a:cubicBezTo>
                  <a:pt x="178662" y="0"/>
                  <a:pt x="172322" y="5213"/>
                  <a:pt x="170852" y="12676"/>
                </a:cubicBezTo>
                <a:lnTo>
                  <a:pt x="165854" y="38017"/>
                </a:lnTo>
                <a:lnTo>
                  <a:pt x="122232" y="56090"/>
                </a:lnTo>
                <a:lnTo>
                  <a:pt x="100776" y="41702"/>
                </a:lnTo>
                <a:cubicBezTo>
                  <a:pt x="94458" y="37465"/>
                  <a:pt x="86288" y="38264"/>
                  <a:pt x="80911" y="43642"/>
                </a:cubicBezTo>
                <a:lnTo>
                  <a:pt x="43641" y="80911"/>
                </a:lnTo>
                <a:cubicBezTo>
                  <a:pt x="38262" y="86289"/>
                  <a:pt x="37464" y="94459"/>
                  <a:pt x="41701" y="100776"/>
                </a:cubicBezTo>
                <a:lnTo>
                  <a:pt x="56089" y="122232"/>
                </a:lnTo>
                <a:lnTo>
                  <a:pt x="38016" y="165855"/>
                </a:lnTo>
                <a:lnTo>
                  <a:pt x="12677" y="170852"/>
                </a:lnTo>
                <a:cubicBezTo>
                  <a:pt x="5213" y="172322"/>
                  <a:pt x="0" y="178663"/>
                  <a:pt x="0" y="186270"/>
                </a:cubicBezTo>
                <a:lnTo>
                  <a:pt x="0" y="238978"/>
                </a:lnTo>
                <a:cubicBezTo>
                  <a:pt x="0" y="246586"/>
                  <a:pt x="5213" y="252927"/>
                  <a:pt x="12676" y="254397"/>
                </a:cubicBezTo>
                <a:lnTo>
                  <a:pt x="38016" y="259393"/>
                </a:lnTo>
                <a:lnTo>
                  <a:pt x="56089" y="303017"/>
                </a:lnTo>
                <a:lnTo>
                  <a:pt x="41700" y="324473"/>
                </a:lnTo>
                <a:cubicBezTo>
                  <a:pt x="37463" y="330791"/>
                  <a:pt x="38262" y="338960"/>
                  <a:pt x="43641" y="344338"/>
                </a:cubicBezTo>
                <a:lnTo>
                  <a:pt x="80911" y="381607"/>
                </a:lnTo>
                <a:cubicBezTo>
                  <a:pt x="86289" y="386986"/>
                  <a:pt x="94458" y="387782"/>
                  <a:pt x="100776" y="383546"/>
                </a:cubicBezTo>
                <a:lnTo>
                  <a:pt x="122232" y="369158"/>
                </a:lnTo>
                <a:lnTo>
                  <a:pt x="165854" y="387231"/>
                </a:lnTo>
                <a:lnTo>
                  <a:pt x="170852" y="412573"/>
                </a:lnTo>
                <a:cubicBezTo>
                  <a:pt x="172322" y="420036"/>
                  <a:pt x="178663" y="425249"/>
                  <a:pt x="186270" y="425249"/>
                </a:cubicBezTo>
                <a:lnTo>
                  <a:pt x="238978" y="425249"/>
                </a:lnTo>
                <a:cubicBezTo>
                  <a:pt x="246586" y="425249"/>
                  <a:pt x="252926" y="420036"/>
                  <a:pt x="254397" y="412573"/>
                </a:cubicBezTo>
                <a:lnTo>
                  <a:pt x="259393" y="387231"/>
                </a:lnTo>
                <a:lnTo>
                  <a:pt x="303016" y="369158"/>
                </a:lnTo>
                <a:lnTo>
                  <a:pt x="324471" y="383546"/>
                </a:lnTo>
                <a:cubicBezTo>
                  <a:pt x="330789" y="387782"/>
                  <a:pt x="338959" y="386986"/>
                  <a:pt x="344338" y="381607"/>
                </a:cubicBezTo>
                <a:lnTo>
                  <a:pt x="381607" y="344338"/>
                </a:lnTo>
                <a:cubicBezTo>
                  <a:pt x="386987" y="338959"/>
                  <a:pt x="387785" y="330789"/>
                  <a:pt x="383548" y="324472"/>
                </a:cubicBezTo>
                <a:lnTo>
                  <a:pt x="369159" y="303017"/>
                </a:lnTo>
                <a:lnTo>
                  <a:pt x="387232" y="259393"/>
                </a:lnTo>
                <a:lnTo>
                  <a:pt x="412573" y="254397"/>
                </a:lnTo>
                <a:cubicBezTo>
                  <a:pt x="420036" y="252926"/>
                  <a:pt x="425248" y="246585"/>
                  <a:pt x="425248" y="238978"/>
                </a:cubicBezTo>
                <a:lnTo>
                  <a:pt x="425248" y="186270"/>
                </a:lnTo>
                <a:cubicBezTo>
                  <a:pt x="425248" y="178663"/>
                  <a:pt x="420036" y="172323"/>
                  <a:pt x="412574" y="170852"/>
                </a:cubicBezTo>
                <a:close/>
                <a:moveTo>
                  <a:pt x="413436" y="238979"/>
                </a:moveTo>
                <a:cubicBezTo>
                  <a:pt x="413436" y="240898"/>
                  <a:pt x="412171" y="242438"/>
                  <a:pt x="410289" y="242809"/>
                </a:cubicBezTo>
                <a:lnTo>
                  <a:pt x="381844" y="248417"/>
                </a:lnTo>
                <a:cubicBezTo>
                  <a:pt x="379905" y="248799"/>
                  <a:pt x="378286" y="250125"/>
                  <a:pt x="377530" y="251951"/>
                </a:cubicBezTo>
                <a:lnTo>
                  <a:pt x="357035" y="301419"/>
                </a:lnTo>
                <a:cubicBezTo>
                  <a:pt x="356279" y="303245"/>
                  <a:pt x="356486" y="305328"/>
                  <a:pt x="357586" y="306969"/>
                </a:cubicBezTo>
                <a:lnTo>
                  <a:pt x="373737" y="331051"/>
                </a:lnTo>
                <a:cubicBezTo>
                  <a:pt x="374807" y="332645"/>
                  <a:pt x="374612" y="334628"/>
                  <a:pt x="373256" y="335985"/>
                </a:cubicBezTo>
                <a:lnTo>
                  <a:pt x="335986" y="373255"/>
                </a:lnTo>
                <a:cubicBezTo>
                  <a:pt x="334628" y="374612"/>
                  <a:pt x="332645" y="374806"/>
                  <a:pt x="331050" y="373736"/>
                </a:cubicBezTo>
                <a:lnTo>
                  <a:pt x="306967" y="357585"/>
                </a:lnTo>
                <a:cubicBezTo>
                  <a:pt x="305327" y="356484"/>
                  <a:pt x="303243" y="356279"/>
                  <a:pt x="301417" y="357035"/>
                </a:cubicBezTo>
                <a:lnTo>
                  <a:pt x="251950" y="377529"/>
                </a:lnTo>
                <a:cubicBezTo>
                  <a:pt x="250125" y="378285"/>
                  <a:pt x="248798" y="379904"/>
                  <a:pt x="248416" y="381843"/>
                </a:cubicBezTo>
                <a:lnTo>
                  <a:pt x="242808" y="410288"/>
                </a:lnTo>
                <a:cubicBezTo>
                  <a:pt x="242438" y="412171"/>
                  <a:pt x="240898" y="413436"/>
                  <a:pt x="238979" y="413436"/>
                </a:cubicBezTo>
                <a:lnTo>
                  <a:pt x="186270" y="413436"/>
                </a:lnTo>
                <a:cubicBezTo>
                  <a:pt x="184352" y="413436"/>
                  <a:pt x="182812" y="412170"/>
                  <a:pt x="182441" y="410287"/>
                </a:cubicBezTo>
                <a:lnTo>
                  <a:pt x="176832" y="381842"/>
                </a:lnTo>
                <a:cubicBezTo>
                  <a:pt x="176451" y="379903"/>
                  <a:pt x="175125" y="378284"/>
                  <a:pt x="173299" y="377528"/>
                </a:cubicBezTo>
                <a:lnTo>
                  <a:pt x="123831" y="357034"/>
                </a:lnTo>
                <a:cubicBezTo>
                  <a:pt x="123105" y="356732"/>
                  <a:pt x="122337" y="356584"/>
                  <a:pt x="121572" y="356584"/>
                </a:cubicBezTo>
                <a:cubicBezTo>
                  <a:pt x="120417" y="356584"/>
                  <a:pt x="119269" y="356922"/>
                  <a:pt x="118282" y="357585"/>
                </a:cubicBezTo>
                <a:lnTo>
                  <a:pt x="94198" y="373736"/>
                </a:lnTo>
                <a:cubicBezTo>
                  <a:pt x="92603" y="374806"/>
                  <a:pt x="90621" y="374612"/>
                  <a:pt x="89264" y="373255"/>
                </a:cubicBezTo>
                <a:lnTo>
                  <a:pt x="51994" y="335985"/>
                </a:lnTo>
                <a:cubicBezTo>
                  <a:pt x="50638" y="334628"/>
                  <a:pt x="50444" y="332645"/>
                  <a:pt x="51513" y="331050"/>
                </a:cubicBezTo>
                <a:lnTo>
                  <a:pt x="67663" y="306968"/>
                </a:lnTo>
                <a:cubicBezTo>
                  <a:pt x="68764" y="305327"/>
                  <a:pt x="68971" y="303244"/>
                  <a:pt x="68214" y="301418"/>
                </a:cubicBezTo>
                <a:lnTo>
                  <a:pt x="47720" y="251950"/>
                </a:lnTo>
                <a:cubicBezTo>
                  <a:pt x="46964" y="250124"/>
                  <a:pt x="45345" y="248798"/>
                  <a:pt x="43406" y="248416"/>
                </a:cubicBezTo>
                <a:lnTo>
                  <a:pt x="14961" y="242808"/>
                </a:lnTo>
                <a:cubicBezTo>
                  <a:pt x="13079" y="242437"/>
                  <a:pt x="11814" y="240897"/>
                  <a:pt x="11814" y="238978"/>
                </a:cubicBezTo>
                <a:lnTo>
                  <a:pt x="11814" y="186270"/>
                </a:lnTo>
                <a:cubicBezTo>
                  <a:pt x="11814" y="184351"/>
                  <a:pt x="13080" y="182812"/>
                  <a:pt x="14963" y="182441"/>
                </a:cubicBezTo>
                <a:lnTo>
                  <a:pt x="43407" y="176832"/>
                </a:lnTo>
                <a:cubicBezTo>
                  <a:pt x="45345" y="176450"/>
                  <a:pt x="46964" y="175124"/>
                  <a:pt x="47720" y="173299"/>
                </a:cubicBezTo>
                <a:lnTo>
                  <a:pt x="68214" y="123830"/>
                </a:lnTo>
                <a:cubicBezTo>
                  <a:pt x="68970" y="122005"/>
                  <a:pt x="68763" y="119921"/>
                  <a:pt x="67663" y="118280"/>
                </a:cubicBezTo>
                <a:lnTo>
                  <a:pt x="51513" y="94197"/>
                </a:lnTo>
                <a:cubicBezTo>
                  <a:pt x="50444" y="92603"/>
                  <a:pt x="50638" y="90620"/>
                  <a:pt x="51994" y="89263"/>
                </a:cubicBezTo>
                <a:lnTo>
                  <a:pt x="89264" y="51994"/>
                </a:lnTo>
                <a:cubicBezTo>
                  <a:pt x="90622" y="50638"/>
                  <a:pt x="92604" y="50444"/>
                  <a:pt x="94199" y="51512"/>
                </a:cubicBezTo>
                <a:lnTo>
                  <a:pt x="118281" y="67662"/>
                </a:lnTo>
                <a:cubicBezTo>
                  <a:pt x="119921" y="68764"/>
                  <a:pt x="122006" y="68970"/>
                  <a:pt x="123830" y="68213"/>
                </a:cubicBezTo>
                <a:lnTo>
                  <a:pt x="173299" y="47718"/>
                </a:lnTo>
                <a:cubicBezTo>
                  <a:pt x="175125" y="46962"/>
                  <a:pt x="176451" y="45343"/>
                  <a:pt x="176832" y="43404"/>
                </a:cubicBezTo>
                <a:lnTo>
                  <a:pt x="182442" y="14960"/>
                </a:lnTo>
                <a:cubicBezTo>
                  <a:pt x="182812" y="13076"/>
                  <a:pt x="184352" y="11812"/>
                  <a:pt x="186270" y="11812"/>
                </a:cubicBezTo>
                <a:lnTo>
                  <a:pt x="238979" y="11812"/>
                </a:lnTo>
                <a:cubicBezTo>
                  <a:pt x="240898" y="11812"/>
                  <a:pt x="242438" y="13076"/>
                  <a:pt x="242808" y="14960"/>
                </a:cubicBezTo>
                <a:lnTo>
                  <a:pt x="248416" y="43404"/>
                </a:lnTo>
                <a:cubicBezTo>
                  <a:pt x="248798" y="45343"/>
                  <a:pt x="250125" y="46961"/>
                  <a:pt x="251951" y="47718"/>
                </a:cubicBezTo>
                <a:lnTo>
                  <a:pt x="301419" y="68213"/>
                </a:lnTo>
                <a:cubicBezTo>
                  <a:pt x="303243" y="68969"/>
                  <a:pt x="305328" y="68762"/>
                  <a:pt x="306968" y="67662"/>
                </a:cubicBezTo>
                <a:lnTo>
                  <a:pt x="331050" y="51513"/>
                </a:lnTo>
                <a:cubicBezTo>
                  <a:pt x="332643" y="50442"/>
                  <a:pt x="334627" y="50637"/>
                  <a:pt x="335986" y="51994"/>
                </a:cubicBezTo>
                <a:lnTo>
                  <a:pt x="373256" y="89263"/>
                </a:lnTo>
                <a:cubicBezTo>
                  <a:pt x="374612" y="90620"/>
                  <a:pt x="374806" y="92603"/>
                  <a:pt x="373737" y="94198"/>
                </a:cubicBezTo>
                <a:lnTo>
                  <a:pt x="357586" y="118280"/>
                </a:lnTo>
                <a:cubicBezTo>
                  <a:pt x="356485" y="119921"/>
                  <a:pt x="356279" y="122005"/>
                  <a:pt x="357035" y="123830"/>
                </a:cubicBezTo>
                <a:lnTo>
                  <a:pt x="377530" y="173299"/>
                </a:lnTo>
                <a:cubicBezTo>
                  <a:pt x="378286" y="175125"/>
                  <a:pt x="379905" y="176450"/>
                  <a:pt x="381843" y="176832"/>
                </a:cubicBezTo>
                <a:lnTo>
                  <a:pt x="410288" y="182441"/>
                </a:lnTo>
                <a:cubicBezTo>
                  <a:pt x="412171" y="182812"/>
                  <a:pt x="413436" y="184351"/>
                  <a:pt x="413436" y="186270"/>
                </a:cubicBezTo>
                <a:lnTo>
                  <a:pt x="413436" y="238978"/>
                </a:lnTo>
                <a:close/>
                <a:moveTo>
                  <a:pt x="212624" y="68646"/>
                </a:moveTo>
                <a:cubicBezTo>
                  <a:pt x="133233" y="68646"/>
                  <a:pt x="68644" y="133235"/>
                  <a:pt x="68644" y="212626"/>
                </a:cubicBezTo>
                <a:cubicBezTo>
                  <a:pt x="68644" y="292017"/>
                  <a:pt x="133233" y="356606"/>
                  <a:pt x="212624" y="356606"/>
                </a:cubicBezTo>
                <a:cubicBezTo>
                  <a:pt x="292015" y="356606"/>
                  <a:pt x="356604" y="292017"/>
                  <a:pt x="356604" y="212626"/>
                </a:cubicBezTo>
                <a:cubicBezTo>
                  <a:pt x="356604" y="133235"/>
                  <a:pt x="292015" y="68646"/>
                  <a:pt x="212624" y="68646"/>
                </a:cubicBezTo>
                <a:close/>
                <a:moveTo>
                  <a:pt x="212624" y="344793"/>
                </a:moveTo>
                <a:cubicBezTo>
                  <a:pt x="139747" y="344793"/>
                  <a:pt x="80457" y="285502"/>
                  <a:pt x="80457" y="212625"/>
                </a:cubicBezTo>
                <a:cubicBezTo>
                  <a:pt x="80457" y="139748"/>
                  <a:pt x="139747" y="80457"/>
                  <a:pt x="212624" y="80457"/>
                </a:cubicBezTo>
                <a:cubicBezTo>
                  <a:pt x="285501" y="80457"/>
                  <a:pt x="344792" y="139748"/>
                  <a:pt x="344792" y="212625"/>
                </a:cubicBezTo>
                <a:cubicBezTo>
                  <a:pt x="344792" y="285502"/>
                  <a:pt x="285501" y="344793"/>
                  <a:pt x="212624" y="344793"/>
                </a:cubicBezTo>
                <a:close/>
                <a:moveTo>
                  <a:pt x="262757" y="108876"/>
                </a:moveTo>
                <a:lnTo>
                  <a:pt x="162490" y="108876"/>
                </a:lnTo>
                <a:cubicBezTo>
                  <a:pt x="155021" y="108876"/>
                  <a:pt x="148596" y="112585"/>
                  <a:pt x="144863" y="119053"/>
                </a:cubicBezTo>
                <a:lnTo>
                  <a:pt x="114985" y="170800"/>
                </a:lnTo>
                <a:cubicBezTo>
                  <a:pt x="114466" y="171698"/>
                  <a:pt x="114194" y="172716"/>
                  <a:pt x="114194" y="173753"/>
                </a:cubicBezTo>
                <a:lnTo>
                  <a:pt x="114194" y="184117"/>
                </a:lnTo>
                <a:cubicBezTo>
                  <a:pt x="114194" y="193541"/>
                  <a:pt x="118584" y="201876"/>
                  <a:pt x="125666" y="207083"/>
                </a:cubicBezTo>
                <a:lnTo>
                  <a:pt x="125666" y="286875"/>
                </a:lnTo>
                <a:cubicBezTo>
                  <a:pt x="125666" y="296421"/>
                  <a:pt x="133433" y="304188"/>
                  <a:pt x="142979" y="304188"/>
                </a:cubicBezTo>
                <a:lnTo>
                  <a:pt x="282270" y="304188"/>
                </a:lnTo>
                <a:cubicBezTo>
                  <a:pt x="291815" y="304188"/>
                  <a:pt x="299583" y="296421"/>
                  <a:pt x="299583" y="286875"/>
                </a:cubicBezTo>
                <a:lnTo>
                  <a:pt x="299583" y="207083"/>
                </a:lnTo>
                <a:cubicBezTo>
                  <a:pt x="306664" y="201876"/>
                  <a:pt x="311055" y="193541"/>
                  <a:pt x="311055" y="184117"/>
                </a:cubicBezTo>
                <a:lnTo>
                  <a:pt x="311055" y="173753"/>
                </a:lnTo>
                <a:cubicBezTo>
                  <a:pt x="311055" y="172716"/>
                  <a:pt x="310783" y="171698"/>
                  <a:pt x="310264" y="170800"/>
                </a:cubicBezTo>
                <a:lnTo>
                  <a:pt x="280387" y="119052"/>
                </a:lnTo>
                <a:cubicBezTo>
                  <a:pt x="276652" y="112585"/>
                  <a:pt x="270227" y="108875"/>
                  <a:pt x="262758" y="108875"/>
                </a:cubicBezTo>
                <a:close/>
                <a:moveTo>
                  <a:pt x="270156" y="124959"/>
                </a:moveTo>
                <a:lnTo>
                  <a:pt x="294918" y="167847"/>
                </a:lnTo>
                <a:lnTo>
                  <a:pt x="263037" y="167847"/>
                </a:lnTo>
                <a:lnTo>
                  <a:pt x="246066" y="120688"/>
                </a:lnTo>
                <a:lnTo>
                  <a:pt x="262756" y="120688"/>
                </a:lnTo>
                <a:cubicBezTo>
                  <a:pt x="265937" y="120688"/>
                  <a:pt x="268565" y="122205"/>
                  <a:pt x="270155" y="124959"/>
                </a:cubicBezTo>
                <a:close/>
                <a:moveTo>
                  <a:pt x="285668" y="200558"/>
                </a:moveTo>
                <a:cubicBezTo>
                  <a:pt x="284469" y="200789"/>
                  <a:pt x="283240" y="200906"/>
                  <a:pt x="282017" y="200906"/>
                </a:cubicBezTo>
                <a:cubicBezTo>
                  <a:pt x="274681" y="200906"/>
                  <a:pt x="268043" y="196758"/>
                  <a:pt x="264792" y="190255"/>
                </a:cubicBezTo>
                <a:lnTo>
                  <a:pt x="264792" y="179660"/>
                </a:lnTo>
                <a:lnTo>
                  <a:pt x="299242" y="179660"/>
                </a:lnTo>
                <a:lnTo>
                  <a:pt x="299242" y="184117"/>
                </a:lnTo>
                <a:cubicBezTo>
                  <a:pt x="299242" y="192257"/>
                  <a:pt x="293660" y="199018"/>
                  <a:pt x="285668" y="200558"/>
                </a:cubicBezTo>
                <a:close/>
                <a:moveTo>
                  <a:pt x="126006" y="184117"/>
                </a:moveTo>
                <a:lnTo>
                  <a:pt x="126006" y="179660"/>
                </a:lnTo>
                <a:lnTo>
                  <a:pt x="160456" y="179660"/>
                </a:lnTo>
                <a:lnTo>
                  <a:pt x="160456" y="190255"/>
                </a:lnTo>
                <a:cubicBezTo>
                  <a:pt x="157206" y="196757"/>
                  <a:pt x="150567" y="200906"/>
                  <a:pt x="143232" y="200906"/>
                </a:cubicBezTo>
                <a:cubicBezTo>
                  <a:pt x="142008" y="200906"/>
                  <a:pt x="140780" y="200789"/>
                  <a:pt x="139581" y="200558"/>
                </a:cubicBezTo>
                <a:cubicBezTo>
                  <a:pt x="131588" y="199018"/>
                  <a:pt x="126006" y="192257"/>
                  <a:pt x="126006" y="184117"/>
                </a:cubicBezTo>
                <a:close/>
                <a:moveTo>
                  <a:pt x="172268" y="179660"/>
                </a:moveTo>
                <a:lnTo>
                  <a:pt x="206717" y="179660"/>
                </a:lnTo>
                <a:lnTo>
                  <a:pt x="206717" y="190255"/>
                </a:lnTo>
                <a:cubicBezTo>
                  <a:pt x="203468" y="196757"/>
                  <a:pt x="196829" y="200905"/>
                  <a:pt x="189493" y="200905"/>
                </a:cubicBezTo>
                <a:cubicBezTo>
                  <a:pt x="182156" y="200905"/>
                  <a:pt x="175519" y="196757"/>
                  <a:pt x="172268" y="190254"/>
                </a:cubicBezTo>
                <a:lnTo>
                  <a:pt x="172268" y="179659"/>
                </a:lnTo>
                <a:close/>
                <a:moveTo>
                  <a:pt x="206717" y="167847"/>
                </a:moveTo>
                <a:lnTo>
                  <a:pt x="174764" y="167847"/>
                </a:lnTo>
                <a:lnTo>
                  <a:pt x="191733" y="120688"/>
                </a:lnTo>
                <a:lnTo>
                  <a:pt x="206717" y="120688"/>
                </a:lnTo>
                <a:close/>
                <a:moveTo>
                  <a:pt x="218530" y="120688"/>
                </a:moveTo>
                <a:lnTo>
                  <a:pt x="233514" y="120688"/>
                </a:lnTo>
                <a:lnTo>
                  <a:pt x="250483" y="167847"/>
                </a:lnTo>
                <a:lnTo>
                  <a:pt x="218530" y="167847"/>
                </a:lnTo>
                <a:close/>
                <a:moveTo>
                  <a:pt x="218530" y="179660"/>
                </a:moveTo>
                <a:lnTo>
                  <a:pt x="252979" y="179660"/>
                </a:lnTo>
                <a:lnTo>
                  <a:pt x="252979" y="190255"/>
                </a:lnTo>
                <a:cubicBezTo>
                  <a:pt x="249729" y="196757"/>
                  <a:pt x="243090" y="200906"/>
                  <a:pt x="235755" y="200906"/>
                </a:cubicBezTo>
                <a:cubicBezTo>
                  <a:pt x="228419" y="200906"/>
                  <a:pt x="221780" y="196758"/>
                  <a:pt x="218530" y="190255"/>
                </a:cubicBezTo>
                <a:close/>
                <a:moveTo>
                  <a:pt x="155092" y="124959"/>
                </a:moveTo>
                <a:cubicBezTo>
                  <a:pt x="156682" y="122205"/>
                  <a:pt x="159309" y="120687"/>
                  <a:pt x="162490" y="120687"/>
                </a:cubicBezTo>
                <a:lnTo>
                  <a:pt x="179180" y="120687"/>
                </a:lnTo>
                <a:lnTo>
                  <a:pt x="162210" y="167846"/>
                </a:lnTo>
                <a:lnTo>
                  <a:pt x="130331" y="167846"/>
                </a:lnTo>
                <a:lnTo>
                  <a:pt x="155093" y="124958"/>
                </a:lnTo>
                <a:close/>
                <a:moveTo>
                  <a:pt x="202184" y="292375"/>
                </a:moveTo>
                <a:lnTo>
                  <a:pt x="168972" y="292375"/>
                </a:lnTo>
                <a:lnTo>
                  <a:pt x="168972" y="241923"/>
                </a:lnTo>
                <a:lnTo>
                  <a:pt x="202184" y="241923"/>
                </a:lnTo>
                <a:close/>
                <a:moveTo>
                  <a:pt x="282269" y="292375"/>
                </a:moveTo>
                <a:lnTo>
                  <a:pt x="213996" y="292375"/>
                </a:lnTo>
                <a:lnTo>
                  <a:pt x="213996" y="236017"/>
                </a:lnTo>
                <a:cubicBezTo>
                  <a:pt x="213996" y="232755"/>
                  <a:pt x="211352" y="230111"/>
                  <a:pt x="208090" y="230111"/>
                </a:cubicBezTo>
                <a:lnTo>
                  <a:pt x="163066" y="230111"/>
                </a:lnTo>
                <a:cubicBezTo>
                  <a:pt x="159804" y="230111"/>
                  <a:pt x="157159" y="232755"/>
                  <a:pt x="157159" y="236017"/>
                </a:cubicBezTo>
                <a:lnTo>
                  <a:pt x="157159" y="292375"/>
                </a:lnTo>
                <a:lnTo>
                  <a:pt x="142979" y="292375"/>
                </a:lnTo>
                <a:cubicBezTo>
                  <a:pt x="139945" y="292375"/>
                  <a:pt x="137478" y="289907"/>
                  <a:pt x="137478" y="286874"/>
                </a:cubicBezTo>
                <a:lnTo>
                  <a:pt x="137478" y="212178"/>
                </a:lnTo>
                <a:cubicBezTo>
                  <a:pt x="139370" y="212534"/>
                  <a:pt x="141305" y="212717"/>
                  <a:pt x="143231" y="212717"/>
                </a:cubicBezTo>
                <a:cubicBezTo>
                  <a:pt x="152221" y="212717"/>
                  <a:pt x="160570" y="208859"/>
                  <a:pt x="166361" y="202404"/>
                </a:cubicBezTo>
                <a:cubicBezTo>
                  <a:pt x="172153" y="208859"/>
                  <a:pt x="180502" y="212717"/>
                  <a:pt x="189492" y="212717"/>
                </a:cubicBezTo>
                <a:cubicBezTo>
                  <a:pt x="198482" y="212717"/>
                  <a:pt x="206832" y="208859"/>
                  <a:pt x="212622" y="202404"/>
                </a:cubicBezTo>
                <a:cubicBezTo>
                  <a:pt x="218414" y="208859"/>
                  <a:pt x="226764" y="212717"/>
                  <a:pt x="235754" y="212717"/>
                </a:cubicBezTo>
                <a:cubicBezTo>
                  <a:pt x="244744" y="212717"/>
                  <a:pt x="253093" y="208859"/>
                  <a:pt x="258884" y="202404"/>
                </a:cubicBezTo>
                <a:cubicBezTo>
                  <a:pt x="264676" y="208859"/>
                  <a:pt x="273025" y="212717"/>
                  <a:pt x="282015" y="212717"/>
                </a:cubicBezTo>
                <a:cubicBezTo>
                  <a:pt x="283942" y="212717"/>
                  <a:pt x="285876" y="212534"/>
                  <a:pt x="287768" y="212178"/>
                </a:cubicBezTo>
                <a:lnTo>
                  <a:pt x="287768" y="286874"/>
                </a:lnTo>
                <a:cubicBezTo>
                  <a:pt x="287768" y="289907"/>
                  <a:pt x="285301" y="292375"/>
                  <a:pt x="282267" y="292375"/>
                </a:cubicBezTo>
                <a:close/>
                <a:moveTo>
                  <a:pt x="233152" y="230112"/>
                </a:moveTo>
                <a:lnTo>
                  <a:pt x="268613" y="230112"/>
                </a:lnTo>
                <a:lnTo>
                  <a:pt x="268613" y="241924"/>
                </a:lnTo>
                <a:lnTo>
                  <a:pt x="233152" y="241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p24"/>
          <p:cNvSpPr txBox="1"/>
          <p:nvPr>
            <p:ph type="title"/>
          </p:nvPr>
        </p:nvSpPr>
        <p:spPr>
          <a:xfrm>
            <a:off x="387821" y="282613"/>
            <a:ext cx="8368363" cy="409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None/>
            </a:pPr>
            <a:r>
              <a:rPr b="1" lang="en-US"/>
              <a:t>Business Expansion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Google Shape;473;p25"/>
          <p:cNvGrpSpPr/>
          <p:nvPr/>
        </p:nvGrpSpPr>
        <p:grpSpPr>
          <a:xfrm>
            <a:off x="1312001" y="1727739"/>
            <a:ext cx="3853309" cy="558794"/>
            <a:chOff x="1312001" y="1727739"/>
            <a:chExt cx="4211892" cy="558794"/>
          </a:xfrm>
        </p:grpSpPr>
        <p:sp>
          <p:nvSpPr>
            <p:cNvPr id="474" name="Google Shape;474;p25"/>
            <p:cNvSpPr/>
            <p:nvPr/>
          </p:nvSpPr>
          <p:spPr>
            <a:xfrm>
              <a:off x="1312001" y="1731379"/>
              <a:ext cx="4211892" cy="553334"/>
            </a:xfrm>
            <a:prstGeom prst="rect">
              <a:avLst/>
            </a:prstGeom>
            <a:solidFill>
              <a:schemeClr val="accent4">
                <a:alpha val="8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5" name="Google Shape;475;p25"/>
            <p:cNvSpPr/>
            <p:nvPr/>
          </p:nvSpPr>
          <p:spPr>
            <a:xfrm>
              <a:off x="2855512" y="1727739"/>
              <a:ext cx="1257743" cy="558794"/>
            </a:xfrm>
            <a:custGeom>
              <a:rect b="b" l="l" r="r" t="t"/>
              <a:pathLst>
                <a:path extrusionOk="0" h="307" w="691">
                  <a:moveTo>
                    <a:pt x="514" y="0"/>
                  </a:moveTo>
                  <a:lnTo>
                    <a:pt x="691" y="307"/>
                  </a:lnTo>
                  <a:lnTo>
                    <a:pt x="0" y="307"/>
                  </a:lnTo>
                  <a:lnTo>
                    <a:pt x="0" y="0"/>
                  </a:lnTo>
                  <a:lnTo>
                    <a:pt x="514" y="0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76" name="Google Shape;476;p25"/>
          <p:cNvGrpSpPr/>
          <p:nvPr/>
        </p:nvGrpSpPr>
        <p:grpSpPr>
          <a:xfrm>
            <a:off x="1661475" y="1112520"/>
            <a:ext cx="3387048" cy="560615"/>
            <a:chOff x="1661475" y="1112520"/>
            <a:chExt cx="3702242" cy="560615"/>
          </a:xfrm>
        </p:grpSpPr>
        <p:sp>
          <p:nvSpPr>
            <p:cNvPr id="477" name="Google Shape;477;p25"/>
            <p:cNvSpPr/>
            <p:nvPr/>
          </p:nvSpPr>
          <p:spPr>
            <a:xfrm>
              <a:off x="1661475" y="1112520"/>
              <a:ext cx="3702242" cy="560615"/>
            </a:xfrm>
            <a:prstGeom prst="rect">
              <a:avLst/>
            </a:prstGeom>
            <a:solidFill>
              <a:schemeClr val="accent5">
                <a:alpha val="8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8" name="Google Shape;478;p25"/>
            <p:cNvSpPr/>
            <p:nvPr/>
          </p:nvSpPr>
          <p:spPr>
            <a:xfrm>
              <a:off x="2615248" y="1112520"/>
              <a:ext cx="1126690" cy="560615"/>
            </a:xfrm>
            <a:custGeom>
              <a:rect b="b" l="l" r="r" t="t"/>
              <a:pathLst>
                <a:path extrusionOk="0" h="308" w="619">
                  <a:moveTo>
                    <a:pt x="442" y="0"/>
                  </a:moveTo>
                  <a:lnTo>
                    <a:pt x="619" y="308"/>
                  </a:lnTo>
                  <a:lnTo>
                    <a:pt x="0" y="308"/>
                  </a:lnTo>
                  <a:lnTo>
                    <a:pt x="0" y="0"/>
                  </a:lnTo>
                  <a:lnTo>
                    <a:pt x="442" y="0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79" name="Google Shape;479;p25"/>
          <p:cNvGrpSpPr/>
          <p:nvPr/>
        </p:nvGrpSpPr>
        <p:grpSpPr>
          <a:xfrm>
            <a:off x="998931" y="2341139"/>
            <a:ext cx="4286265" cy="558794"/>
            <a:chOff x="998931" y="2341139"/>
            <a:chExt cx="4685138" cy="558794"/>
          </a:xfrm>
        </p:grpSpPr>
        <p:sp>
          <p:nvSpPr>
            <p:cNvPr id="480" name="Google Shape;480;p25"/>
            <p:cNvSpPr/>
            <p:nvPr/>
          </p:nvSpPr>
          <p:spPr>
            <a:xfrm>
              <a:off x="998931" y="2342959"/>
              <a:ext cx="4685138" cy="555154"/>
            </a:xfrm>
            <a:prstGeom prst="rect">
              <a:avLst/>
            </a:prstGeom>
            <a:solidFill>
              <a:schemeClr val="accent3">
                <a:alpha val="8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1" name="Google Shape;481;p25"/>
            <p:cNvSpPr/>
            <p:nvPr/>
          </p:nvSpPr>
          <p:spPr>
            <a:xfrm>
              <a:off x="3177683" y="2341139"/>
              <a:ext cx="1383335" cy="558794"/>
            </a:xfrm>
            <a:custGeom>
              <a:rect b="b" l="l" r="r" t="t"/>
              <a:pathLst>
                <a:path extrusionOk="0" h="307" w="760">
                  <a:moveTo>
                    <a:pt x="584" y="0"/>
                  </a:moveTo>
                  <a:lnTo>
                    <a:pt x="760" y="307"/>
                  </a:lnTo>
                  <a:lnTo>
                    <a:pt x="0" y="307"/>
                  </a:lnTo>
                  <a:lnTo>
                    <a:pt x="0" y="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2" name="Google Shape;482;p25"/>
          <p:cNvGrpSpPr/>
          <p:nvPr/>
        </p:nvGrpSpPr>
        <p:grpSpPr>
          <a:xfrm>
            <a:off x="685859" y="2952719"/>
            <a:ext cx="4716721" cy="560615"/>
            <a:chOff x="685859" y="2952719"/>
            <a:chExt cx="5155652" cy="560615"/>
          </a:xfrm>
        </p:grpSpPr>
        <p:sp>
          <p:nvSpPr>
            <p:cNvPr id="483" name="Google Shape;483;p25"/>
            <p:cNvSpPr/>
            <p:nvPr/>
          </p:nvSpPr>
          <p:spPr>
            <a:xfrm>
              <a:off x="685859" y="2956359"/>
              <a:ext cx="5155652" cy="553334"/>
            </a:xfrm>
            <a:prstGeom prst="rect">
              <a:avLst/>
            </a:prstGeom>
            <a:solidFill>
              <a:schemeClr val="accent2">
                <a:alpha val="8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4" name="Google Shape;484;p25"/>
            <p:cNvSpPr/>
            <p:nvPr/>
          </p:nvSpPr>
          <p:spPr>
            <a:xfrm>
              <a:off x="3443429" y="2952719"/>
              <a:ext cx="1417919" cy="560615"/>
            </a:xfrm>
            <a:custGeom>
              <a:rect b="b" l="l" r="r" t="t"/>
              <a:pathLst>
                <a:path extrusionOk="0" h="308" w="779">
                  <a:moveTo>
                    <a:pt x="602" y="0"/>
                  </a:moveTo>
                  <a:lnTo>
                    <a:pt x="779" y="308"/>
                  </a:lnTo>
                  <a:lnTo>
                    <a:pt x="0" y="308"/>
                  </a:lnTo>
                  <a:lnTo>
                    <a:pt x="0" y="0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5" name="Google Shape;485;p25"/>
          <p:cNvGrpSpPr/>
          <p:nvPr/>
        </p:nvGrpSpPr>
        <p:grpSpPr>
          <a:xfrm>
            <a:off x="387351" y="3562946"/>
            <a:ext cx="5133856" cy="558794"/>
            <a:chOff x="387350" y="3562946"/>
            <a:chExt cx="5611605" cy="558794"/>
          </a:xfrm>
        </p:grpSpPr>
        <p:sp>
          <p:nvSpPr>
            <p:cNvPr id="486" name="Google Shape;486;p25"/>
            <p:cNvSpPr/>
            <p:nvPr/>
          </p:nvSpPr>
          <p:spPr>
            <a:xfrm>
              <a:off x="387350" y="3564767"/>
              <a:ext cx="5611605" cy="555153"/>
            </a:xfrm>
            <a:prstGeom prst="rect">
              <a:avLst/>
            </a:prstGeom>
            <a:solidFill>
              <a:schemeClr val="accent1">
                <a:alpha val="8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7" name="Google Shape;487;p25"/>
            <p:cNvSpPr/>
            <p:nvPr/>
          </p:nvSpPr>
          <p:spPr>
            <a:xfrm>
              <a:off x="3811104" y="3562946"/>
              <a:ext cx="1439761" cy="558794"/>
            </a:xfrm>
            <a:custGeom>
              <a:rect b="b" l="l" r="r" t="t"/>
              <a:pathLst>
                <a:path extrusionOk="0" h="307" w="791">
                  <a:moveTo>
                    <a:pt x="613" y="0"/>
                  </a:moveTo>
                  <a:lnTo>
                    <a:pt x="791" y="307"/>
                  </a:lnTo>
                  <a:lnTo>
                    <a:pt x="0" y="307"/>
                  </a:lnTo>
                  <a:lnTo>
                    <a:pt x="0" y="0"/>
                  </a:lnTo>
                  <a:lnTo>
                    <a:pt x="613" y="0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8" name="Google Shape;488;p25"/>
          <p:cNvGrpSpPr/>
          <p:nvPr/>
        </p:nvGrpSpPr>
        <p:grpSpPr>
          <a:xfrm>
            <a:off x="1079019" y="3648027"/>
            <a:ext cx="3072460" cy="911908"/>
            <a:chOff x="1263651" y="3754438"/>
            <a:chExt cx="2679700" cy="795337"/>
          </a:xfrm>
        </p:grpSpPr>
        <p:sp>
          <p:nvSpPr>
            <p:cNvPr id="489" name="Google Shape;489;p25"/>
            <p:cNvSpPr/>
            <p:nvPr/>
          </p:nvSpPr>
          <p:spPr>
            <a:xfrm>
              <a:off x="1263651" y="3754438"/>
              <a:ext cx="2679700" cy="795337"/>
            </a:xfrm>
            <a:custGeom>
              <a:rect b="b" l="l" r="r" t="t"/>
              <a:pathLst>
                <a:path extrusionOk="0" h="501" w="1688">
                  <a:moveTo>
                    <a:pt x="145" y="0"/>
                  </a:moveTo>
                  <a:lnTo>
                    <a:pt x="0" y="262"/>
                  </a:lnTo>
                  <a:lnTo>
                    <a:pt x="844" y="501"/>
                  </a:lnTo>
                  <a:lnTo>
                    <a:pt x="1688" y="262"/>
                  </a:lnTo>
                  <a:lnTo>
                    <a:pt x="1543" y="0"/>
                  </a:lnTo>
                  <a:lnTo>
                    <a:pt x="844" y="198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0" name="Google Shape;490;p25"/>
            <p:cNvSpPr/>
            <p:nvPr/>
          </p:nvSpPr>
          <p:spPr>
            <a:xfrm>
              <a:off x="2603501" y="3754438"/>
              <a:ext cx="1339850" cy="795337"/>
            </a:xfrm>
            <a:custGeom>
              <a:rect b="b" l="l" r="r" t="t"/>
              <a:pathLst>
                <a:path extrusionOk="0" h="501" w="844">
                  <a:moveTo>
                    <a:pt x="844" y="262"/>
                  </a:moveTo>
                  <a:lnTo>
                    <a:pt x="699" y="0"/>
                  </a:lnTo>
                  <a:lnTo>
                    <a:pt x="0" y="198"/>
                  </a:lnTo>
                  <a:lnTo>
                    <a:pt x="0" y="501"/>
                  </a:lnTo>
                  <a:lnTo>
                    <a:pt x="844" y="26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1" name="Google Shape;491;p25"/>
          <p:cNvGrpSpPr/>
          <p:nvPr/>
        </p:nvGrpSpPr>
        <p:grpSpPr>
          <a:xfrm>
            <a:off x="1342944" y="3103793"/>
            <a:ext cx="2544609" cy="904629"/>
            <a:chOff x="1493838" y="3279775"/>
            <a:chExt cx="2219326" cy="788988"/>
          </a:xfrm>
        </p:grpSpPr>
        <p:sp>
          <p:nvSpPr>
            <p:cNvPr id="492" name="Google Shape;492;p25"/>
            <p:cNvSpPr/>
            <p:nvPr/>
          </p:nvSpPr>
          <p:spPr>
            <a:xfrm>
              <a:off x="1493838" y="3279775"/>
              <a:ext cx="2219325" cy="738187"/>
            </a:xfrm>
            <a:custGeom>
              <a:rect b="b" l="l" r="r" t="t"/>
              <a:pathLst>
                <a:path extrusionOk="0" h="465" w="1398">
                  <a:moveTo>
                    <a:pt x="699" y="157"/>
                  </a:moveTo>
                  <a:lnTo>
                    <a:pt x="147" y="0"/>
                  </a:lnTo>
                  <a:lnTo>
                    <a:pt x="0" y="267"/>
                  </a:lnTo>
                  <a:lnTo>
                    <a:pt x="699" y="465"/>
                  </a:lnTo>
                  <a:lnTo>
                    <a:pt x="1398" y="267"/>
                  </a:lnTo>
                  <a:lnTo>
                    <a:pt x="1251" y="0"/>
                  </a:lnTo>
                  <a:lnTo>
                    <a:pt x="699" y="1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3" name="Google Shape;493;p25"/>
            <p:cNvSpPr/>
            <p:nvPr/>
          </p:nvSpPr>
          <p:spPr>
            <a:xfrm>
              <a:off x="1493838" y="3703638"/>
              <a:ext cx="2219325" cy="365125"/>
            </a:xfrm>
            <a:custGeom>
              <a:rect b="b" l="l" r="r" t="t"/>
              <a:pathLst>
                <a:path extrusionOk="0" h="230" w="1398">
                  <a:moveTo>
                    <a:pt x="0" y="0"/>
                  </a:moveTo>
                  <a:lnTo>
                    <a:pt x="0" y="32"/>
                  </a:lnTo>
                  <a:lnTo>
                    <a:pt x="699" y="230"/>
                  </a:lnTo>
                  <a:lnTo>
                    <a:pt x="1398" y="32"/>
                  </a:lnTo>
                  <a:lnTo>
                    <a:pt x="1398" y="0"/>
                  </a:lnTo>
                  <a:lnTo>
                    <a:pt x="699" y="1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1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4" name="Google Shape;494;p25"/>
            <p:cNvSpPr/>
            <p:nvPr/>
          </p:nvSpPr>
          <p:spPr>
            <a:xfrm>
              <a:off x="2603501" y="3279775"/>
              <a:ext cx="1109663" cy="738187"/>
            </a:xfrm>
            <a:custGeom>
              <a:rect b="b" l="l" r="r" t="t"/>
              <a:pathLst>
                <a:path extrusionOk="0" h="465" w="699">
                  <a:moveTo>
                    <a:pt x="699" y="267"/>
                  </a:moveTo>
                  <a:lnTo>
                    <a:pt x="552" y="0"/>
                  </a:lnTo>
                  <a:lnTo>
                    <a:pt x="0" y="157"/>
                  </a:lnTo>
                  <a:lnTo>
                    <a:pt x="0" y="465"/>
                  </a:lnTo>
                  <a:lnTo>
                    <a:pt x="699" y="267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5" name="Google Shape;495;p25"/>
          <p:cNvGrpSpPr/>
          <p:nvPr/>
        </p:nvGrpSpPr>
        <p:grpSpPr>
          <a:xfrm>
            <a:off x="1610510" y="2572301"/>
            <a:ext cx="2009476" cy="817259"/>
            <a:chOff x="1727201" y="2816225"/>
            <a:chExt cx="1752600" cy="712787"/>
          </a:xfrm>
        </p:grpSpPr>
        <p:sp>
          <p:nvSpPr>
            <p:cNvPr id="496" name="Google Shape;496;p25"/>
            <p:cNvSpPr/>
            <p:nvPr/>
          </p:nvSpPr>
          <p:spPr>
            <a:xfrm>
              <a:off x="1727201" y="2816225"/>
              <a:ext cx="1752600" cy="661987"/>
            </a:xfrm>
            <a:custGeom>
              <a:rect b="b" l="l" r="r" t="t"/>
              <a:pathLst>
                <a:path extrusionOk="0" h="417" w="1104">
                  <a:moveTo>
                    <a:pt x="144" y="0"/>
                  </a:moveTo>
                  <a:lnTo>
                    <a:pt x="0" y="260"/>
                  </a:lnTo>
                  <a:lnTo>
                    <a:pt x="552" y="417"/>
                  </a:lnTo>
                  <a:lnTo>
                    <a:pt x="1104" y="260"/>
                  </a:lnTo>
                  <a:lnTo>
                    <a:pt x="960" y="0"/>
                  </a:lnTo>
                  <a:lnTo>
                    <a:pt x="552" y="116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7" name="Google Shape;497;p25"/>
            <p:cNvSpPr/>
            <p:nvPr/>
          </p:nvSpPr>
          <p:spPr>
            <a:xfrm>
              <a:off x="1727201" y="3228975"/>
              <a:ext cx="1752600" cy="300037"/>
            </a:xfrm>
            <a:custGeom>
              <a:rect b="b" l="l" r="r" t="t"/>
              <a:pathLst>
                <a:path extrusionOk="0" h="189" w="1104">
                  <a:moveTo>
                    <a:pt x="0" y="0"/>
                  </a:moveTo>
                  <a:lnTo>
                    <a:pt x="0" y="32"/>
                  </a:lnTo>
                  <a:lnTo>
                    <a:pt x="552" y="189"/>
                  </a:lnTo>
                  <a:lnTo>
                    <a:pt x="1104" y="32"/>
                  </a:lnTo>
                  <a:lnTo>
                    <a:pt x="1104" y="0"/>
                  </a:lnTo>
                  <a:lnTo>
                    <a:pt x="552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1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8" name="Google Shape;498;p25"/>
            <p:cNvSpPr/>
            <p:nvPr/>
          </p:nvSpPr>
          <p:spPr>
            <a:xfrm>
              <a:off x="2603501" y="2816225"/>
              <a:ext cx="876300" cy="661987"/>
            </a:xfrm>
            <a:custGeom>
              <a:rect b="b" l="l" r="r" t="t"/>
              <a:pathLst>
                <a:path extrusionOk="0" h="417" w="552">
                  <a:moveTo>
                    <a:pt x="552" y="260"/>
                  </a:moveTo>
                  <a:lnTo>
                    <a:pt x="408" y="0"/>
                  </a:lnTo>
                  <a:lnTo>
                    <a:pt x="0" y="116"/>
                  </a:lnTo>
                  <a:lnTo>
                    <a:pt x="0" y="417"/>
                  </a:lnTo>
                  <a:lnTo>
                    <a:pt x="552" y="260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9" name="Google Shape;499;p25"/>
          <p:cNvGrpSpPr/>
          <p:nvPr/>
        </p:nvGrpSpPr>
        <p:grpSpPr>
          <a:xfrm>
            <a:off x="1872616" y="2044450"/>
            <a:ext cx="1485265" cy="738992"/>
            <a:chOff x="1955801" y="2355850"/>
            <a:chExt cx="1295400" cy="644525"/>
          </a:xfrm>
        </p:grpSpPr>
        <p:sp>
          <p:nvSpPr>
            <p:cNvPr id="500" name="Google Shape;500;p25"/>
            <p:cNvSpPr/>
            <p:nvPr/>
          </p:nvSpPr>
          <p:spPr>
            <a:xfrm>
              <a:off x="1955801" y="2355850"/>
              <a:ext cx="1295400" cy="593725"/>
            </a:xfrm>
            <a:custGeom>
              <a:rect b="b" l="l" r="r" t="t"/>
              <a:pathLst>
                <a:path extrusionOk="0" h="374" w="816">
                  <a:moveTo>
                    <a:pt x="408" y="76"/>
                  </a:moveTo>
                  <a:lnTo>
                    <a:pt x="143" y="0"/>
                  </a:lnTo>
                  <a:lnTo>
                    <a:pt x="0" y="258"/>
                  </a:lnTo>
                  <a:lnTo>
                    <a:pt x="408" y="374"/>
                  </a:lnTo>
                  <a:lnTo>
                    <a:pt x="816" y="258"/>
                  </a:lnTo>
                  <a:lnTo>
                    <a:pt x="673" y="0"/>
                  </a:lnTo>
                  <a:lnTo>
                    <a:pt x="408" y="7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1" name="Google Shape;501;p25"/>
            <p:cNvSpPr/>
            <p:nvPr/>
          </p:nvSpPr>
          <p:spPr>
            <a:xfrm>
              <a:off x="1955801" y="2765425"/>
              <a:ext cx="1295400" cy="234950"/>
            </a:xfrm>
            <a:custGeom>
              <a:rect b="b" l="l" r="r" t="t"/>
              <a:pathLst>
                <a:path extrusionOk="0" h="148" w="816">
                  <a:moveTo>
                    <a:pt x="0" y="0"/>
                  </a:moveTo>
                  <a:lnTo>
                    <a:pt x="0" y="32"/>
                  </a:lnTo>
                  <a:lnTo>
                    <a:pt x="408" y="148"/>
                  </a:lnTo>
                  <a:lnTo>
                    <a:pt x="816" y="32"/>
                  </a:lnTo>
                  <a:lnTo>
                    <a:pt x="816" y="0"/>
                  </a:lnTo>
                  <a:lnTo>
                    <a:pt x="408" y="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1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2" name="Google Shape;502;p25"/>
            <p:cNvSpPr/>
            <p:nvPr/>
          </p:nvSpPr>
          <p:spPr>
            <a:xfrm>
              <a:off x="2603501" y="2355850"/>
              <a:ext cx="647700" cy="593725"/>
            </a:xfrm>
            <a:custGeom>
              <a:rect b="b" l="l" r="r" t="t"/>
              <a:pathLst>
                <a:path extrusionOk="0" h="374" w="408">
                  <a:moveTo>
                    <a:pt x="408" y="258"/>
                  </a:moveTo>
                  <a:lnTo>
                    <a:pt x="265" y="0"/>
                  </a:lnTo>
                  <a:lnTo>
                    <a:pt x="0" y="76"/>
                  </a:lnTo>
                  <a:lnTo>
                    <a:pt x="0" y="374"/>
                  </a:lnTo>
                  <a:lnTo>
                    <a:pt x="408" y="258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03" name="Google Shape;503;p25"/>
          <p:cNvGrpSpPr/>
          <p:nvPr/>
        </p:nvGrpSpPr>
        <p:grpSpPr>
          <a:xfrm>
            <a:off x="2132901" y="1112520"/>
            <a:ext cx="964695" cy="1070263"/>
            <a:chOff x="2182813" y="1543051"/>
            <a:chExt cx="841376" cy="933449"/>
          </a:xfrm>
        </p:grpSpPr>
        <p:sp>
          <p:nvSpPr>
            <p:cNvPr id="504" name="Google Shape;504;p25"/>
            <p:cNvSpPr/>
            <p:nvPr/>
          </p:nvSpPr>
          <p:spPr>
            <a:xfrm>
              <a:off x="2182813" y="1543051"/>
              <a:ext cx="841375" cy="882650"/>
            </a:xfrm>
            <a:custGeom>
              <a:rect b="b" l="l" r="r" t="t"/>
              <a:pathLst>
                <a:path extrusionOk="0" h="556" w="530">
                  <a:moveTo>
                    <a:pt x="530" y="480"/>
                  </a:moveTo>
                  <a:lnTo>
                    <a:pt x="265" y="0"/>
                  </a:lnTo>
                  <a:lnTo>
                    <a:pt x="0" y="480"/>
                  </a:lnTo>
                  <a:lnTo>
                    <a:pt x="265" y="556"/>
                  </a:lnTo>
                  <a:lnTo>
                    <a:pt x="530" y="48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5" name="Google Shape;505;p25"/>
            <p:cNvSpPr/>
            <p:nvPr/>
          </p:nvSpPr>
          <p:spPr>
            <a:xfrm>
              <a:off x="2182813" y="2305050"/>
              <a:ext cx="841375" cy="171450"/>
            </a:xfrm>
            <a:custGeom>
              <a:rect b="b" l="l" r="r" t="t"/>
              <a:pathLst>
                <a:path extrusionOk="0" h="108" w="530">
                  <a:moveTo>
                    <a:pt x="0" y="0"/>
                  </a:moveTo>
                  <a:lnTo>
                    <a:pt x="0" y="32"/>
                  </a:lnTo>
                  <a:lnTo>
                    <a:pt x="265" y="108"/>
                  </a:lnTo>
                  <a:lnTo>
                    <a:pt x="530" y="32"/>
                  </a:lnTo>
                  <a:lnTo>
                    <a:pt x="530" y="0"/>
                  </a:lnTo>
                  <a:lnTo>
                    <a:pt x="265" y="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1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6" name="Google Shape;506;p25"/>
            <p:cNvSpPr/>
            <p:nvPr/>
          </p:nvSpPr>
          <p:spPr>
            <a:xfrm>
              <a:off x="2603501" y="1543051"/>
              <a:ext cx="420688" cy="882650"/>
            </a:xfrm>
            <a:custGeom>
              <a:rect b="b" l="l" r="r" t="t"/>
              <a:pathLst>
                <a:path extrusionOk="0" h="556" w="265">
                  <a:moveTo>
                    <a:pt x="265" y="480"/>
                  </a:moveTo>
                  <a:lnTo>
                    <a:pt x="0" y="0"/>
                  </a:lnTo>
                  <a:lnTo>
                    <a:pt x="0" y="556"/>
                  </a:lnTo>
                  <a:lnTo>
                    <a:pt x="265" y="480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07" name="Google Shape;507;p25"/>
          <p:cNvSpPr/>
          <p:nvPr/>
        </p:nvSpPr>
        <p:spPr>
          <a:xfrm>
            <a:off x="472830" y="3734619"/>
            <a:ext cx="591627" cy="21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25"/>
          <p:cNvSpPr/>
          <p:nvPr/>
        </p:nvSpPr>
        <p:spPr>
          <a:xfrm>
            <a:off x="793181" y="3137601"/>
            <a:ext cx="591627" cy="21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25"/>
          <p:cNvSpPr/>
          <p:nvPr/>
        </p:nvSpPr>
        <p:spPr>
          <a:xfrm>
            <a:off x="1120813" y="2533302"/>
            <a:ext cx="591627" cy="21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25"/>
          <p:cNvSpPr/>
          <p:nvPr/>
        </p:nvSpPr>
        <p:spPr>
          <a:xfrm>
            <a:off x="1448445" y="1899880"/>
            <a:ext cx="591627" cy="21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25"/>
          <p:cNvSpPr/>
          <p:nvPr/>
        </p:nvSpPr>
        <p:spPr>
          <a:xfrm>
            <a:off x="1783358" y="1281020"/>
            <a:ext cx="591627" cy="21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12" name="Google Shape;512;p25"/>
          <p:cNvGrpSpPr/>
          <p:nvPr/>
        </p:nvGrpSpPr>
        <p:grpSpPr>
          <a:xfrm>
            <a:off x="5239367" y="3564254"/>
            <a:ext cx="558000" cy="558000"/>
            <a:chOff x="888347" y="1187607"/>
            <a:chExt cx="3304685" cy="1574800"/>
          </a:xfrm>
        </p:grpSpPr>
        <p:sp>
          <p:nvSpPr>
            <p:cNvPr id="513" name="Google Shape;513;p25"/>
            <p:cNvSpPr/>
            <p:nvPr/>
          </p:nvSpPr>
          <p:spPr>
            <a:xfrm>
              <a:off x="888347" y="1187607"/>
              <a:ext cx="3304685" cy="157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4" name="Google Shape;514;p25"/>
            <p:cNvSpPr/>
            <p:nvPr/>
          </p:nvSpPr>
          <p:spPr>
            <a:xfrm>
              <a:off x="888347" y="1187607"/>
              <a:ext cx="3304685" cy="1574800"/>
            </a:xfrm>
            <a:prstGeom prst="ellipse">
              <a:avLst/>
            </a:prstGeom>
            <a:gradFill>
              <a:gsLst>
                <a:gs pos="0">
                  <a:srgbClr val="D8D8D8"/>
                </a:gs>
                <a:gs pos="50000">
                  <a:srgbClr val="F2F2F2">
                    <a:alpha val="49803"/>
                  </a:srgbClr>
                </a:gs>
                <a:gs pos="100000">
                  <a:srgbClr val="D8D8D8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15" name="Google Shape;515;p25"/>
          <p:cNvGrpSpPr/>
          <p:nvPr/>
        </p:nvGrpSpPr>
        <p:grpSpPr>
          <a:xfrm>
            <a:off x="5120910" y="2953116"/>
            <a:ext cx="558000" cy="558000"/>
            <a:chOff x="888347" y="1187607"/>
            <a:chExt cx="3304685" cy="1574800"/>
          </a:xfrm>
        </p:grpSpPr>
        <p:sp>
          <p:nvSpPr>
            <p:cNvPr id="516" name="Google Shape;516;p25"/>
            <p:cNvSpPr/>
            <p:nvPr/>
          </p:nvSpPr>
          <p:spPr>
            <a:xfrm>
              <a:off x="888347" y="1187607"/>
              <a:ext cx="3304685" cy="157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7" name="Google Shape;517;p25"/>
            <p:cNvSpPr/>
            <p:nvPr/>
          </p:nvSpPr>
          <p:spPr>
            <a:xfrm>
              <a:off x="888347" y="1187607"/>
              <a:ext cx="3304685" cy="1574800"/>
            </a:xfrm>
            <a:prstGeom prst="ellipse">
              <a:avLst/>
            </a:prstGeom>
            <a:gradFill>
              <a:gsLst>
                <a:gs pos="0">
                  <a:srgbClr val="D8D8D8"/>
                </a:gs>
                <a:gs pos="50000">
                  <a:srgbClr val="F2F2F2">
                    <a:alpha val="49803"/>
                  </a:srgbClr>
                </a:gs>
                <a:gs pos="100000">
                  <a:srgbClr val="D8D8D8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18" name="Google Shape;518;p25"/>
          <p:cNvGrpSpPr/>
          <p:nvPr/>
        </p:nvGrpSpPr>
        <p:grpSpPr>
          <a:xfrm>
            <a:off x="5003389" y="2341536"/>
            <a:ext cx="558000" cy="558000"/>
            <a:chOff x="888347" y="1187607"/>
            <a:chExt cx="3304685" cy="1574800"/>
          </a:xfrm>
        </p:grpSpPr>
        <p:sp>
          <p:nvSpPr>
            <p:cNvPr id="519" name="Google Shape;519;p25"/>
            <p:cNvSpPr/>
            <p:nvPr/>
          </p:nvSpPr>
          <p:spPr>
            <a:xfrm>
              <a:off x="888347" y="1187607"/>
              <a:ext cx="3304685" cy="157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0" name="Google Shape;520;p25"/>
            <p:cNvSpPr/>
            <p:nvPr/>
          </p:nvSpPr>
          <p:spPr>
            <a:xfrm>
              <a:off x="888347" y="1187607"/>
              <a:ext cx="3304685" cy="1574800"/>
            </a:xfrm>
            <a:prstGeom prst="ellipse">
              <a:avLst/>
            </a:prstGeom>
            <a:gradFill>
              <a:gsLst>
                <a:gs pos="0">
                  <a:srgbClr val="D8D8D8"/>
                </a:gs>
                <a:gs pos="50000">
                  <a:srgbClr val="F2F2F2">
                    <a:alpha val="49803"/>
                  </a:srgbClr>
                </a:gs>
                <a:gs pos="100000">
                  <a:srgbClr val="D8D8D8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21" name="Google Shape;521;p25"/>
          <p:cNvGrpSpPr/>
          <p:nvPr/>
        </p:nvGrpSpPr>
        <p:grpSpPr>
          <a:xfrm>
            <a:off x="4886311" y="1727226"/>
            <a:ext cx="558000" cy="558000"/>
            <a:chOff x="888347" y="1187607"/>
            <a:chExt cx="3304685" cy="1574800"/>
          </a:xfrm>
        </p:grpSpPr>
        <p:sp>
          <p:nvSpPr>
            <p:cNvPr id="522" name="Google Shape;522;p25"/>
            <p:cNvSpPr/>
            <p:nvPr/>
          </p:nvSpPr>
          <p:spPr>
            <a:xfrm>
              <a:off x="888347" y="1187607"/>
              <a:ext cx="3304685" cy="157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3" name="Google Shape;523;p25"/>
            <p:cNvSpPr/>
            <p:nvPr/>
          </p:nvSpPr>
          <p:spPr>
            <a:xfrm>
              <a:off x="888347" y="1187607"/>
              <a:ext cx="3304685" cy="1574800"/>
            </a:xfrm>
            <a:prstGeom prst="ellipse">
              <a:avLst/>
            </a:prstGeom>
            <a:gradFill>
              <a:gsLst>
                <a:gs pos="0">
                  <a:srgbClr val="D8D8D8"/>
                </a:gs>
                <a:gs pos="50000">
                  <a:srgbClr val="F2F2F2">
                    <a:alpha val="49803"/>
                  </a:srgbClr>
                </a:gs>
                <a:gs pos="100000">
                  <a:srgbClr val="D8D8D8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24" name="Google Shape;524;p25"/>
          <p:cNvGrpSpPr/>
          <p:nvPr/>
        </p:nvGrpSpPr>
        <p:grpSpPr>
          <a:xfrm>
            <a:off x="4768487" y="1112137"/>
            <a:ext cx="558000" cy="558000"/>
            <a:chOff x="888347" y="1187607"/>
            <a:chExt cx="3304685" cy="1574800"/>
          </a:xfrm>
        </p:grpSpPr>
        <p:sp>
          <p:nvSpPr>
            <p:cNvPr id="525" name="Google Shape;525;p25"/>
            <p:cNvSpPr/>
            <p:nvPr/>
          </p:nvSpPr>
          <p:spPr>
            <a:xfrm>
              <a:off x="888347" y="1187607"/>
              <a:ext cx="3304685" cy="157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6" name="Google Shape;526;p25"/>
            <p:cNvSpPr/>
            <p:nvPr/>
          </p:nvSpPr>
          <p:spPr>
            <a:xfrm>
              <a:off x="888347" y="1187607"/>
              <a:ext cx="3304685" cy="1574800"/>
            </a:xfrm>
            <a:prstGeom prst="ellipse">
              <a:avLst/>
            </a:prstGeom>
            <a:gradFill>
              <a:gsLst>
                <a:gs pos="0">
                  <a:srgbClr val="D8D8D8"/>
                </a:gs>
                <a:gs pos="50000">
                  <a:srgbClr val="F2F2F2">
                    <a:alpha val="49803"/>
                  </a:srgbClr>
                </a:gs>
                <a:gs pos="100000">
                  <a:srgbClr val="D8D8D8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27" name="Google Shape;527;p25"/>
          <p:cNvSpPr/>
          <p:nvPr/>
        </p:nvSpPr>
        <p:spPr>
          <a:xfrm>
            <a:off x="3146227" y="1208161"/>
            <a:ext cx="12401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Strategic Alliances</a:t>
            </a:r>
            <a:endParaRPr/>
          </a:p>
        </p:txBody>
      </p:sp>
      <p:sp>
        <p:nvSpPr>
          <p:cNvPr id="528" name="Google Shape;528;p25"/>
          <p:cNvSpPr/>
          <p:nvPr/>
        </p:nvSpPr>
        <p:spPr>
          <a:xfrm>
            <a:off x="3306247" y="1914803"/>
            <a:ext cx="1240106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Diversification</a:t>
            </a:r>
            <a:endParaRPr/>
          </a:p>
        </p:txBody>
      </p:sp>
      <p:sp>
        <p:nvSpPr>
          <p:cNvPr id="529" name="Google Shape;529;p25"/>
          <p:cNvSpPr/>
          <p:nvPr/>
        </p:nvSpPr>
        <p:spPr>
          <a:xfrm>
            <a:off x="3623055" y="2435870"/>
            <a:ext cx="12401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Product Development</a:t>
            </a:r>
            <a:endParaRPr/>
          </a:p>
        </p:txBody>
      </p:sp>
      <p:sp>
        <p:nvSpPr>
          <p:cNvPr id="530" name="Google Shape;530;p25"/>
          <p:cNvSpPr/>
          <p:nvPr/>
        </p:nvSpPr>
        <p:spPr>
          <a:xfrm>
            <a:off x="3824407" y="3048360"/>
            <a:ext cx="12401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Market Development</a:t>
            </a:r>
            <a:endParaRPr/>
          </a:p>
        </p:txBody>
      </p:sp>
      <p:sp>
        <p:nvSpPr>
          <p:cNvPr id="531" name="Google Shape;531;p25"/>
          <p:cNvSpPr/>
          <p:nvPr/>
        </p:nvSpPr>
        <p:spPr>
          <a:xfrm>
            <a:off x="4068247" y="3657677"/>
            <a:ext cx="12401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Market Penetration</a:t>
            </a:r>
            <a:endParaRPr/>
          </a:p>
        </p:txBody>
      </p:sp>
      <p:sp>
        <p:nvSpPr>
          <p:cNvPr id="532" name="Google Shape;532;p25"/>
          <p:cNvSpPr/>
          <p:nvPr/>
        </p:nvSpPr>
        <p:spPr>
          <a:xfrm flipH="1">
            <a:off x="5566128" y="1826554"/>
            <a:ext cx="2797993" cy="355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Expand into new markets with new products, either related or entirely different.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25"/>
          <p:cNvSpPr/>
          <p:nvPr/>
        </p:nvSpPr>
        <p:spPr>
          <a:xfrm>
            <a:off x="5448408" y="1213525"/>
            <a:ext cx="2797996" cy="355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Partner with other companies to share resources, enter new markets, or gain new capabilities.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25"/>
          <p:cNvSpPr/>
          <p:nvPr/>
        </p:nvSpPr>
        <p:spPr>
          <a:xfrm flipH="1">
            <a:off x="5919287" y="3665642"/>
            <a:ext cx="2797993" cy="355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Increase market share by selling more existing products to current customers.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Google Shape;535;p25"/>
          <p:cNvSpPr/>
          <p:nvPr/>
        </p:nvSpPr>
        <p:spPr>
          <a:xfrm>
            <a:off x="5683847" y="2439583"/>
            <a:ext cx="2797996" cy="355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Innovate or enhance products to meet customer needs in the same market.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" name="Google Shape;536;p25"/>
          <p:cNvSpPr/>
          <p:nvPr/>
        </p:nvSpPr>
        <p:spPr>
          <a:xfrm flipH="1">
            <a:off x="5801567" y="3052612"/>
            <a:ext cx="2797993" cy="355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Enter new markets with existing products to reach a broader audience.</a:t>
            </a:r>
            <a:endParaRPr sz="10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25"/>
          <p:cNvSpPr/>
          <p:nvPr/>
        </p:nvSpPr>
        <p:spPr>
          <a:xfrm>
            <a:off x="5331909" y="3656984"/>
            <a:ext cx="372916" cy="372540"/>
          </a:xfrm>
          <a:custGeom>
            <a:rect b="b" l="l" r="r" t="t"/>
            <a:pathLst>
              <a:path extrusionOk="0" h="429878" w="430312">
                <a:moveTo>
                  <a:pt x="15914" y="154565"/>
                </a:moveTo>
                <a:lnTo>
                  <a:pt x="82106" y="172301"/>
                </a:lnTo>
                <a:cubicBezTo>
                  <a:pt x="82689" y="172458"/>
                  <a:pt x="83276" y="172532"/>
                  <a:pt x="83855" y="172532"/>
                </a:cubicBezTo>
                <a:cubicBezTo>
                  <a:pt x="86612" y="172532"/>
                  <a:pt x="89173" y="170833"/>
                  <a:pt x="90177" y="168139"/>
                </a:cubicBezTo>
                <a:cubicBezTo>
                  <a:pt x="107924" y="120551"/>
                  <a:pt x="152012" y="86730"/>
                  <a:pt x="202497" y="81978"/>
                </a:cubicBezTo>
                <a:cubicBezTo>
                  <a:pt x="205964" y="81651"/>
                  <a:pt x="208615" y="78740"/>
                  <a:pt x="208615" y="75257"/>
                </a:cubicBezTo>
                <a:lnTo>
                  <a:pt x="208615" y="6750"/>
                </a:lnTo>
                <a:cubicBezTo>
                  <a:pt x="208615" y="4886"/>
                  <a:pt x="207844" y="3106"/>
                  <a:pt x="206486" y="1829"/>
                </a:cubicBezTo>
                <a:cubicBezTo>
                  <a:pt x="205127" y="554"/>
                  <a:pt x="203305" y="-104"/>
                  <a:pt x="201441" y="14"/>
                </a:cubicBezTo>
                <a:cubicBezTo>
                  <a:pt x="158315" y="2728"/>
                  <a:pt x="117467" y="18182"/>
                  <a:pt x="83314" y="44703"/>
                </a:cubicBezTo>
                <a:cubicBezTo>
                  <a:pt x="49717" y="70792"/>
                  <a:pt x="24802" y="105781"/>
                  <a:pt x="11265" y="145886"/>
                </a:cubicBezTo>
                <a:cubicBezTo>
                  <a:pt x="10668" y="147654"/>
                  <a:pt x="10830" y="149588"/>
                  <a:pt x="11710" y="151232"/>
                </a:cubicBezTo>
                <a:cubicBezTo>
                  <a:pt x="12591" y="152876"/>
                  <a:pt x="14113" y="154081"/>
                  <a:pt x="15914" y="154565"/>
                </a:cubicBezTo>
                <a:close/>
                <a:moveTo>
                  <a:pt x="195116" y="14065"/>
                </a:moveTo>
                <a:lnTo>
                  <a:pt x="195116" y="69242"/>
                </a:lnTo>
                <a:cubicBezTo>
                  <a:pt x="169675" y="72719"/>
                  <a:pt x="145630" y="82812"/>
                  <a:pt x="125238" y="98628"/>
                </a:cubicBezTo>
                <a:cubicBezTo>
                  <a:pt x="105195" y="114171"/>
                  <a:pt x="89579" y="134503"/>
                  <a:pt x="79799" y="157706"/>
                </a:cubicBezTo>
                <a:lnTo>
                  <a:pt x="26479" y="143420"/>
                </a:lnTo>
                <a:cubicBezTo>
                  <a:pt x="53614" y="71449"/>
                  <a:pt x="118627" y="21579"/>
                  <a:pt x="195116" y="14065"/>
                </a:cubicBezTo>
                <a:close/>
                <a:moveTo>
                  <a:pt x="371756" y="67190"/>
                </a:moveTo>
                <a:cubicBezTo>
                  <a:pt x="334160" y="27305"/>
                  <a:pt x="283416" y="3448"/>
                  <a:pt x="228871" y="14"/>
                </a:cubicBezTo>
                <a:cubicBezTo>
                  <a:pt x="227006" y="-105"/>
                  <a:pt x="225185" y="554"/>
                  <a:pt x="223827" y="1829"/>
                </a:cubicBezTo>
                <a:cubicBezTo>
                  <a:pt x="222468" y="3106"/>
                  <a:pt x="221698" y="4886"/>
                  <a:pt x="221698" y="6750"/>
                </a:cubicBezTo>
                <a:lnTo>
                  <a:pt x="221698" y="75257"/>
                </a:lnTo>
                <a:cubicBezTo>
                  <a:pt x="221698" y="78740"/>
                  <a:pt x="224348" y="81651"/>
                  <a:pt x="227815" y="81977"/>
                </a:cubicBezTo>
                <a:cubicBezTo>
                  <a:pt x="296619" y="88453"/>
                  <a:pt x="348505" y="145522"/>
                  <a:pt x="348505" y="214723"/>
                </a:cubicBezTo>
                <a:cubicBezTo>
                  <a:pt x="348505" y="222120"/>
                  <a:pt x="347886" y="229571"/>
                  <a:pt x="346663" y="236870"/>
                </a:cubicBezTo>
                <a:cubicBezTo>
                  <a:pt x="346089" y="240299"/>
                  <a:pt x="348215" y="243603"/>
                  <a:pt x="351574" y="244504"/>
                </a:cubicBezTo>
                <a:lnTo>
                  <a:pt x="417774" y="262243"/>
                </a:lnTo>
                <a:cubicBezTo>
                  <a:pt x="418349" y="262397"/>
                  <a:pt x="418935" y="262472"/>
                  <a:pt x="419520" y="262472"/>
                </a:cubicBezTo>
                <a:cubicBezTo>
                  <a:pt x="420768" y="262472"/>
                  <a:pt x="422003" y="262126"/>
                  <a:pt x="423083" y="261455"/>
                </a:cubicBezTo>
                <a:cubicBezTo>
                  <a:pt x="424669" y="260470"/>
                  <a:pt x="425774" y="258873"/>
                  <a:pt x="426140" y="257043"/>
                </a:cubicBezTo>
                <a:cubicBezTo>
                  <a:pt x="428909" y="243165"/>
                  <a:pt x="430313" y="228925"/>
                  <a:pt x="430313" y="214723"/>
                </a:cubicBezTo>
                <a:cubicBezTo>
                  <a:pt x="430313" y="159645"/>
                  <a:pt x="409517" y="107250"/>
                  <a:pt x="371756" y="67190"/>
                </a:cubicBezTo>
                <a:close/>
                <a:moveTo>
                  <a:pt x="414184" y="247306"/>
                </a:moveTo>
                <a:lnTo>
                  <a:pt x="360865" y="233018"/>
                </a:lnTo>
                <a:cubicBezTo>
                  <a:pt x="361622" y="226950"/>
                  <a:pt x="362005" y="220820"/>
                  <a:pt x="362005" y="214723"/>
                </a:cubicBezTo>
                <a:cubicBezTo>
                  <a:pt x="362005" y="177930"/>
                  <a:pt x="348333" y="142730"/>
                  <a:pt x="323507" y="115609"/>
                </a:cubicBezTo>
                <a:cubicBezTo>
                  <a:pt x="300237" y="90186"/>
                  <a:pt x="269071" y="73869"/>
                  <a:pt x="235198" y="69242"/>
                </a:cubicBezTo>
                <a:lnTo>
                  <a:pt x="235198" y="14066"/>
                </a:lnTo>
                <a:cubicBezTo>
                  <a:pt x="337609" y="24174"/>
                  <a:pt x="416813" y="110956"/>
                  <a:pt x="416813" y="214723"/>
                </a:cubicBezTo>
                <a:cubicBezTo>
                  <a:pt x="416813" y="225630"/>
                  <a:pt x="415930" y="236559"/>
                  <a:pt x="414184" y="247306"/>
                </a:cubicBezTo>
                <a:close/>
                <a:moveTo>
                  <a:pt x="168573" y="339702"/>
                </a:moveTo>
                <a:cubicBezTo>
                  <a:pt x="143543" y="330367"/>
                  <a:pt x="122081" y="313889"/>
                  <a:pt x="106508" y="292051"/>
                </a:cubicBezTo>
                <a:cubicBezTo>
                  <a:pt x="104487" y="289219"/>
                  <a:pt x="100650" y="288382"/>
                  <a:pt x="97637" y="290124"/>
                </a:cubicBezTo>
                <a:lnTo>
                  <a:pt x="38299" y="324384"/>
                </a:lnTo>
                <a:cubicBezTo>
                  <a:pt x="36683" y="325316"/>
                  <a:pt x="35525" y="326877"/>
                  <a:pt x="35101" y="328694"/>
                </a:cubicBezTo>
                <a:cubicBezTo>
                  <a:pt x="34676" y="330510"/>
                  <a:pt x="35023" y="332422"/>
                  <a:pt x="36059" y="333975"/>
                </a:cubicBezTo>
                <a:cubicBezTo>
                  <a:pt x="62394" y="373449"/>
                  <a:pt x="101550" y="403510"/>
                  <a:pt x="146316" y="418620"/>
                </a:cubicBezTo>
                <a:cubicBezTo>
                  <a:pt x="147019" y="418857"/>
                  <a:pt x="147748" y="418974"/>
                  <a:pt x="148476" y="418974"/>
                </a:cubicBezTo>
                <a:cubicBezTo>
                  <a:pt x="149577" y="418974"/>
                  <a:pt x="150673" y="418705"/>
                  <a:pt x="151662" y="418174"/>
                </a:cubicBezTo>
                <a:cubicBezTo>
                  <a:pt x="153306" y="417294"/>
                  <a:pt x="154513" y="415772"/>
                  <a:pt x="154995" y="413972"/>
                </a:cubicBezTo>
                <a:lnTo>
                  <a:pt x="172733" y="347774"/>
                </a:lnTo>
                <a:cubicBezTo>
                  <a:pt x="173634" y="344413"/>
                  <a:pt x="171832" y="340918"/>
                  <a:pt x="168573" y="339702"/>
                </a:cubicBezTo>
                <a:close/>
                <a:moveTo>
                  <a:pt x="143852" y="403401"/>
                </a:moveTo>
                <a:cubicBezTo>
                  <a:pt x="106968" y="389431"/>
                  <a:pt x="74553" y="364541"/>
                  <a:pt x="51399" y="332409"/>
                </a:cubicBezTo>
                <a:lnTo>
                  <a:pt x="99187" y="304819"/>
                </a:lnTo>
                <a:cubicBezTo>
                  <a:pt x="114708" y="324795"/>
                  <a:pt x="134900" y="340299"/>
                  <a:pt x="158139" y="350083"/>
                </a:cubicBezTo>
                <a:close/>
                <a:moveTo>
                  <a:pt x="414411" y="274885"/>
                </a:moveTo>
                <a:lnTo>
                  <a:pt x="348206" y="257146"/>
                </a:lnTo>
                <a:cubicBezTo>
                  <a:pt x="344846" y="256244"/>
                  <a:pt x="341350" y="258047"/>
                  <a:pt x="340134" y="261308"/>
                </a:cubicBezTo>
                <a:cubicBezTo>
                  <a:pt x="320783" y="313203"/>
                  <a:pt x="270558" y="348071"/>
                  <a:pt x="215156" y="348071"/>
                </a:cubicBezTo>
                <a:cubicBezTo>
                  <a:pt x="207759" y="348071"/>
                  <a:pt x="200307" y="347451"/>
                  <a:pt x="193009" y="346229"/>
                </a:cubicBezTo>
                <a:cubicBezTo>
                  <a:pt x="189584" y="345657"/>
                  <a:pt x="186276" y="347780"/>
                  <a:pt x="185374" y="351139"/>
                </a:cubicBezTo>
                <a:lnTo>
                  <a:pt x="167635" y="417342"/>
                </a:lnTo>
                <a:cubicBezTo>
                  <a:pt x="167153" y="419145"/>
                  <a:pt x="167438" y="421067"/>
                  <a:pt x="168423" y="422652"/>
                </a:cubicBezTo>
                <a:cubicBezTo>
                  <a:pt x="169407" y="424237"/>
                  <a:pt x="171005" y="425343"/>
                  <a:pt x="172835" y="425709"/>
                </a:cubicBezTo>
                <a:cubicBezTo>
                  <a:pt x="186698" y="428475"/>
                  <a:pt x="200937" y="429878"/>
                  <a:pt x="215156" y="429878"/>
                </a:cubicBezTo>
                <a:cubicBezTo>
                  <a:pt x="307583" y="429878"/>
                  <a:pt x="389526" y="371079"/>
                  <a:pt x="419060" y="283562"/>
                </a:cubicBezTo>
                <a:cubicBezTo>
                  <a:pt x="419657" y="281795"/>
                  <a:pt x="419496" y="279860"/>
                  <a:pt x="418615" y="278216"/>
                </a:cubicBezTo>
                <a:cubicBezTo>
                  <a:pt x="417735" y="276574"/>
                  <a:pt x="416213" y="275367"/>
                  <a:pt x="414411" y="274885"/>
                </a:cubicBezTo>
                <a:close/>
                <a:moveTo>
                  <a:pt x="215156" y="416379"/>
                </a:moveTo>
                <a:cubicBezTo>
                  <a:pt x="204239" y="416379"/>
                  <a:pt x="193308" y="415497"/>
                  <a:pt x="182573" y="413754"/>
                </a:cubicBezTo>
                <a:lnTo>
                  <a:pt x="196861" y="360432"/>
                </a:lnTo>
                <a:cubicBezTo>
                  <a:pt x="202929" y="361188"/>
                  <a:pt x="209060" y="361571"/>
                  <a:pt x="215157" y="361571"/>
                </a:cubicBezTo>
                <a:cubicBezTo>
                  <a:pt x="245692" y="361571"/>
                  <a:pt x="274968" y="352286"/>
                  <a:pt x="299819" y="334720"/>
                </a:cubicBezTo>
                <a:cubicBezTo>
                  <a:pt x="322431" y="318736"/>
                  <a:pt x="339863" y="297052"/>
                  <a:pt x="350517" y="271741"/>
                </a:cubicBezTo>
                <a:lnTo>
                  <a:pt x="403847" y="286030"/>
                </a:lnTo>
                <a:cubicBezTo>
                  <a:pt x="374307" y="364292"/>
                  <a:pt x="299375" y="416379"/>
                  <a:pt x="215156" y="416379"/>
                </a:cubicBezTo>
                <a:close/>
                <a:moveTo>
                  <a:pt x="93844" y="270150"/>
                </a:moveTo>
                <a:cubicBezTo>
                  <a:pt x="85858" y="252702"/>
                  <a:pt x="81809" y="234055"/>
                  <a:pt x="81809" y="214724"/>
                </a:cubicBezTo>
                <a:cubicBezTo>
                  <a:pt x="81809" y="207324"/>
                  <a:pt x="82428" y="199872"/>
                  <a:pt x="83650" y="192576"/>
                </a:cubicBezTo>
                <a:cubicBezTo>
                  <a:pt x="84224" y="189147"/>
                  <a:pt x="82099" y="185842"/>
                  <a:pt x="78740" y="184942"/>
                </a:cubicBezTo>
                <a:lnTo>
                  <a:pt x="12536" y="167203"/>
                </a:lnTo>
                <a:cubicBezTo>
                  <a:pt x="10734" y="166720"/>
                  <a:pt x="8811" y="167004"/>
                  <a:pt x="7226" y="167990"/>
                </a:cubicBezTo>
                <a:cubicBezTo>
                  <a:pt x="5640" y="168975"/>
                  <a:pt x="4535" y="170573"/>
                  <a:pt x="4169" y="172402"/>
                </a:cubicBezTo>
                <a:cubicBezTo>
                  <a:pt x="1402" y="186266"/>
                  <a:pt x="0" y="200505"/>
                  <a:pt x="0" y="214723"/>
                </a:cubicBezTo>
                <a:cubicBezTo>
                  <a:pt x="0" y="248246"/>
                  <a:pt x="7509" y="280376"/>
                  <a:pt x="22320" y="310220"/>
                </a:cubicBezTo>
                <a:cubicBezTo>
                  <a:pt x="23148" y="311890"/>
                  <a:pt x="24630" y="313142"/>
                  <a:pt x="26415" y="313681"/>
                </a:cubicBezTo>
                <a:cubicBezTo>
                  <a:pt x="27055" y="313874"/>
                  <a:pt x="27711" y="313970"/>
                  <a:pt x="28366" y="313970"/>
                </a:cubicBezTo>
                <a:cubicBezTo>
                  <a:pt x="29540" y="313970"/>
                  <a:pt x="30705" y="313663"/>
                  <a:pt x="31741" y="313065"/>
                </a:cubicBezTo>
                <a:lnTo>
                  <a:pt x="91080" y="278805"/>
                </a:lnTo>
                <a:cubicBezTo>
                  <a:pt x="94096" y="277064"/>
                  <a:pt x="95291" y="273316"/>
                  <a:pt x="93844" y="270150"/>
                </a:cubicBezTo>
                <a:close/>
                <a:moveTo>
                  <a:pt x="31326" y="297716"/>
                </a:moveTo>
                <a:cubicBezTo>
                  <a:pt x="19494" y="271608"/>
                  <a:pt x="13500" y="243724"/>
                  <a:pt x="13500" y="214723"/>
                </a:cubicBezTo>
                <a:cubicBezTo>
                  <a:pt x="13500" y="203806"/>
                  <a:pt x="14382" y="192875"/>
                  <a:pt x="16124" y="182140"/>
                </a:cubicBezTo>
                <a:lnTo>
                  <a:pt x="69447" y="196428"/>
                </a:lnTo>
                <a:cubicBezTo>
                  <a:pt x="68691" y="202494"/>
                  <a:pt x="68308" y="208626"/>
                  <a:pt x="68308" y="214724"/>
                </a:cubicBezTo>
                <a:cubicBezTo>
                  <a:pt x="68308" y="233937"/>
                  <a:pt x="71943" y="252541"/>
                  <a:pt x="79122" y="270120"/>
                </a:cubicBezTo>
                <a:close/>
                <a:moveTo>
                  <a:pt x="291111" y="139886"/>
                </a:moveTo>
                <a:cubicBezTo>
                  <a:pt x="288474" y="137250"/>
                  <a:pt x="284201" y="137252"/>
                  <a:pt x="281564" y="139886"/>
                </a:cubicBezTo>
                <a:lnTo>
                  <a:pt x="246561" y="174890"/>
                </a:lnTo>
                <a:lnTo>
                  <a:pt x="183754" y="174890"/>
                </a:lnTo>
                <a:lnTo>
                  <a:pt x="148750" y="139886"/>
                </a:lnTo>
                <a:cubicBezTo>
                  <a:pt x="146115" y="137252"/>
                  <a:pt x="141841" y="137250"/>
                  <a:pt x="139204" y="139886"/>
                </a:cubicBezTo>
                <a:cubicBezTo>
                  <a:pt x="136568" y="142523"/>
                  <a:pt x="136568" y="146796"/>
                  <a:pt x="139204" y="149432"/>
                </a:cubicBezTo>
                <a:lnTo>
                  <a:pt x="164661" y="174890"/>
                </a:lnTo>
                <a:lnTo>
                  <a:pt x="143773" y="174890"/>
                </a:lnTo>
                <a:cubicBezTo>
                  <a:pt x="137275" y="174890"/>
                  <a:pt x="131987" y="180178"/>
                  <a:pt x="131987" y="186676"/>
                </a:cubicBezTo>
                <a:lnTo>
                  <a:pt x="131987" y="199555"/>
                </a:lnTo>
                <a:cubicBezTo>
                  <a:pt x="131987" y="205275"/>
                  <a:pt x="136085" y="210052"/>
                  <a:pt x="141499" y="211116"/>
                </a:cubicBezTo>
                <a:lnTo>
                  <a:pt x="163904" y="283903"/>
                </a:lnTo>
                <a:cubicBezTo>
                  <a:pt x="165308" y="288469"/>
                  <a:pt x="169462" y="291537"/>
                  <a:pt x="174239" y="291537"/>
                </a:cubicBezTo>
                <a:lnTo>
                  <a:pt x="256075" y="291537"/>
                </a:lnTo>
                <a:cubicBezTo>
                  <a:pt x="260852" y="291537"/>
                  <a:pt x="265006" y="288469"/>
                  <a:pt x="266410" y="283904"/>
                </a:cubicBezTo>
                <a:lnTo>
                  <a:pt x="288815" y="211116"/>
                </a:lnTo>
                <a:cubicBezTo>
                  <a:pt x="294229" y="210052"/>
                  <a:pt x="298327" y="205275"/>
                  <a:pt x="298327" y="199555"/>
                </a:cubicBezTo>
                <a:lnTo>
                  <a:pt x="298327" y="186676"/>
                </a:lnTo>
                <a:cubicBezTo>
                  <a:pt x="298327" y="180178"/>
                  <a:pt x="293039" y="174890"/>
                  <a:pt x="286541" y="174890"/>
                </a:cubicBezTo>
                <a:lnTo>
                  <a:pt x="265653" y="174890"/>
                </a:lnTo>
                <a:lnTo>
                  <a:pt x="291111" y="149432"/>
                </a:lnTo>
                <a:cubicBezTo>
                  <a:pt x="293747" y="146797"/>
                  <a:pt x="293747" y="142523"/>
                  <a:pt x="291111" y="139886"/>
                </a:cubicBezTo>
                <a:close/>
                <a:moveTo>
                  <a:pt x="254091" y="278037"/>
                </a:moveTo>
                <a:lnTo>
                  <a:pt x="176222" y="278037"/>
                </a:lnTo>
                <a:lnTo>
                  <a:pt x="155692" y="211340"/>
                </a:lnTo>
                <a:lnTo>
                  <a:pt x="274620" y="211340"/>
                </a:lnTo>
                <a:close/>
                <a:moveTo>
                  <a:pt x="284826" y="197841"/>
                </a:moveTo>
                <a:lnTo>
                  <a:pt x="145486" y="197841"/>
                </a:lnTo>
                <a:lnTo>
                  <a:pt x="145486" y="188391"/>
                </a:lnTo>
                <a:lnTo>
                  <a:pt x="284827" y="188391"/>
                </a:lnTo>
                <a:lnTo>
                  <a:pt x="284827" y="197841"/>
                </a:lnTo>
                <a:close/>
                <a:moveTo>
                  <a:pt x="221906" y="227368"/>
                </a:moveTo>
                <a:lnTo>
                  <a:pt x="221906" y="257502"/>
                </a:lnTo>
                <a:cubicBezTo>
                  <a:pt x="221906" y="261230"/>
                  <a:pt x="218884" y="264252"/>
                  <a:pt x="215156" y="264252"/>
                </a:cubicBezTo>
                <a:cubicBezTo>
                  <a:pt x="211429" y="264252"/>
                  <a:pt x="208406" y="261230"/>
                  <a:pt x="208406" y="257502"/>
                </a:cubicBezTo>
                <a:lnTo>
                  <a:pt x="208406" y="227368"/>
                </a:lnTo>
                <a:cubicBezTo>
                  <a:pt x="208406" y="223640"/>
                  <a:pt x="211429" y="220618"/>
                  <a:pt x="215156" y="220618"/>
                </a:cubicBezTo>
                <a:cubicBezTo>
                  <a:pt x="218884" y="220618"/>
                  <a:pt x="221906" y="223640"/>
                  <a:pt x="221906" y="227368"/>
                </a:cubicBezTo>
                <a:close/>
                <a:moveTo>
                  <a:pt x="258492" y="229352"/>
                </a:moveTo>
                <a:lnTo>
                  <a:pt x="249220" y="259487"/>
                </a:lnTo>
                <a:cubicBezTo>
                  <a:pt x="248327" y="262389"/>
                  <a:pt x="245655" y="264253"/>
                  <a:pt x="242771" y="264253"/>
                </a:cubicBezTo>
                <a:cubicBezTo>
                  <a:pt x="242113" y="264253"/>
                  <a:pt x="241444" y="264157"/>
                  <a:pt x="240783" y="263954"/>
                </a:cubicBezTo>
                <a:cubicBezTo>
                  <a:pt x="237220" y="262857"/>
                  <a:pt x="235221" y="259080"/>
                  <a:pt x="236317" y="255517"/>
                </a:cubicBezTo>
                <a:lnTo>
                  <a:pt x="245589" y="225383"/>
                </a:lnTo>
                <a:cubicBezTo>
                  <a:pt x="246686" y="221819"/>
                  <a:pt x="250465" y="219820"/>
                  <a:pt x="254025" y="220916"/>
                </a:cubicBezTo>
                <a:cubicBezTo>
                  <a:pt x="257588" y="222013"/>
                  <a:pt x="259588" y="225790"/>
                  <a:pt x="258492" y="229352"/>
                </a:cubicBezTo>
                <a:close/>
                <a:moveTo>
                  <a:pt x="193996" y="255517"/>
                </a:moveTo>
                <a:cubicBezTo>
                  <a:pt x="195092" y="259080"/>
                  <a:pt x="193092" y="262857"/>
                  <a:pt x="189529" y="263954"/>
                </a:cubicBezTo>
                <a:cubicBezTo>
                  <a:pt x="188868" y="264157"/>
                  <a:pt x="188199" y="264253"/>
                  <a:pt x="187542" y="264253"/>
                </a:cubicBezTo>
                <a:cubicBezTo>
                  <a:pt x="184656" y="264253"/>
                  <a:pt x="181986" y="262389"/>
                  <a:pt x="181092" y="259487"/>
                </a:cubicBezTo>
                <a:lnTo>
                  <a:pt x="171820" y="229352"/>
                </a:lnTo>
                <a:cubicBezTo>
                  <a:pt x="170724" y="225789"/>
                  <a:pt x="172724" y="222013"/>
                  <a:pt x="176287" y="220916"/>
                </a:cubicBezTo>
                <a:cubicBezTo>
                  <a:pt x="179847" y="219817"/>
                  <a:pt x="183627" y="221819"/>
                  <a:pt x="184724" y="2253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25"/>
          <p:cNvSpPr/>
          <p:nvPr/>
        </p:nvSpPr>
        <p:spPr>
          <a:xfrm>
            <a:off x="5111853" y="2444316"/>
            <a:ext cx="341072" cy="352440"/>
          </a:xfrm>
          <a:custGeom>
            <a:rect b="b" l="l" r="r" t="t"/>
            <a:pathLst>
              <a:path extrusionOk="0" h="418500" w="404999">
                <a:moveTo>
                  <a:pt x="330749" y="320625"/>
                </a:moveTo>
                <a:cubicBezTo>
                  <a:pt x="317701" y="320625"/>
                  <a:pt x="307124" y="331202"/>
                  <a:pt x="307124" y="344250"/>
                </a:cubicBezTo>
                <a:cubicBezTo>
                  <a:pt x="307124" y="357298"/>
                  <a:pt x="317701" y="367875"/>
                  <a:pt x="330749" y="367875"/>
                </a:cubicBezTo>
                <a:cubicBezTo>
                  <a:pt x="343790" y="367859"/>
                  <a:pt x="354358" y="357291"/>
                  <a:pt x="354374" y="344250"/>
                </a:cubicBezTo>
                <a:cubicBezTo>
                  <a:pt x="354374" y="331202"/>
                  <a:pt x="343797" y="320625"/>
                  <a:pt x="330749" y="320625"/>
                </a:cubicBezTo>
                <a:close/>
                <a:moveTo>
                  <a:pt x="330749" y="307125"/>
                </a:moveTo>
                <a:cubicBezTo>
                  <a:pt x="351243" y="307148"/>
                  <a:pt x="367851" y="323756"/>
                  <a:pt x="367874" y="344250"/>
                </a:cubicBezTo>
                <a:cubicBezTo>
                  <a:pt x="367874" y="364754"/>
                  <a:pt x="351253" y="381375"/>
                  <a:pt x="330749" y="381375"/>
                </a:cubicBezTo>
                <a:cubicBezTo>
                  <a:pt x="310245" y="381375"/>
                  <a:pt x="293624" y="364754"/>
                  <a:pt x="293624" y="344250"/>
                </a:cubicBezTo>
                <a:cubicBezTo>
                  <a:pt x="293624" y="323746"/>
                  <a:pt x="310245" y="307125"/>
                  <a:pt x="330749" y="307125"/>
                </a:cubicBezTo>
                <a:close/>
                <a:moveTo>
                  <a:pt x="325225" y="283500"/>
                </a:moveTo>
                <a:lnTo>
                  <a:pt x="325225" y="285847"/>
                </a:lnTo>
                <a:cubicBezTo>
                  <a:pt x="325183" y="291483"/>
                  <a:pt x="321481" y="296438"/>
                  <a:pt x="316089" y="298078"/>
                </a:cubicBezTo>
                <a:cubicBezTo>
                  <a:pt x="313472" y="298912"/>
                  <a:pt x="310930" y="299967"/>
                  <a:pt x="308492" y="301232"/>
                </a:cubicBezTo>
                <a:cubicBezTo>
                  <a:pt x="303517" y="303902"/>
                  <a:pt x="297383" y="303018"/>
                  <a:pt x="293363" y="299053"/>
                </a:cubicBezTo>
                <a:lnTo>
                  <a:pt x="291696" y="297385"/>
                </a:lnTo>
                <a:lnTo>
                  <a:pt x="283884" y="305197"/>
                </a:lnTo>
                <a:lnTo>
                  <a:pt x="285552" y="306864"/>
                </a:lnTo>
                <a:cubicBezTo>
                  <a:pt x="289515" y="310887"/>
                  <a:pt x="290398" y="317020"/>
                  <a:pt x="287731" y="321996"/>
                </a:cubicBezTo>
                <a:cubicBezTo>
                  <a:pt x="286465" y="324433"/>
                  <a:pt x="285410" y="326973"/>
                  <a:pt x="284577" y="329590"/>
                </a:cubicBezTo>
                <a:cubicBezTo>
                  <a:pt x="282937" y="334983"/>
                  <a:pt x="277982" y="338684"/>
                  <a:pt x="272346" y="338726"/>
                </a:cubicBezTo>
                <a:lnTo>
                  <a:pt x="269999" y="338726"/>
                </a:lnTo>
                <a:lnTo>
                  <a:pt x="269999" y="349774"/>
                </a:lnTo>
                <a:lnTo>
                  <a:pt x="272346" y="349774"/>
                </a:lnTo>
                <a:cubicBezTo>
                  <a:pt x="277982" y="349816"/>
                  <a:pt x="282937" y="353518"/>
                  <a:pt x="284577" y="358910"/>
                </a:cubicBezTo>
                <a:cubicBezTo>
                  <a:pt x="285411" y="361527"/>
                  <a:pt x="286466" y="364069"/>
                  <a:pt x="287731" y="366507"/>
                </a:cubicBezTo>
                <a:cubicBezTo>
                  <a:pt x="290398" y="371483"/>
                  <a:pt x="289515" y="377615"/>
                  <a:pt x="285552" y="381636"/>
                </a:cubicBezTo>
                <a:lnTo>
                  <a:pt x="283884" y="383303"/>
                </a:lnTo>
                <a:lnTo>
                  <a:pt x="291696" y="391115"/>
                </a:lnTo>
                <a:lnTo>
                  <a:pt x="293363" y="389447"/>
                </a:lnTo>
                <a:cubicBezTo>
                  <a:pt x="297384" y="385482"/>
                  <a:pt x="303519" y="384599"/>
                  <a:pt x="308495" y="387268"/>
                </a:cubicBezTo>
                <a:cubicBezTo>
                  <a:pt x="310932" y="388534"/>
                  <a:pt x="313472" y="389589"/>
                  <a:pt x="316089" y="390422"/>
                </a:cubicBezTo>
                <a:cubicBezTo>
                  <a:pt x="321482" y="392062"/>
                  <a:pt x="325183" y="397017"/>
                  <a:pt x="325225" y="402653"/>
                </a:cubicBezTo>
                <a:lnTo>
                  <a:pt x="325225" y="405000"/>
                </a:lnTo>
                <a:lnTo>
                  <a:pt x="336273" y="405000"/>
                </a:lnTo>
                <a:lnTo>
                  <a:pt x="336273" y="402653"/>
                </a:lnTo>
                <a:cubicBezTo>
                  <a:pt x="336315" y="397017"/>
                  <a:pt x="340016" y="392062"/>
                  <a:pt x="345409" y="390422"/>
                </a:cubicBezTo>
                <a:cubicBezTo>
                  <a:pt x="348026" y="389588"/>
                  <a:pt x="350568" y="388533"/>
                  <a:pt x="353006" y="387268"/>
                </a:cubicBezTo>
                <a:cubicBezTo>
                  <a:pt x="357981" y="384597"/>
                  <a:pt x="364116" y="385480"/>
                  <a:pt x="368135" y="389447"/>
                </a:cubicBezTo>
                <a:lnTo>
                  <a:pt x="369802" y="391115"/>
                </a:lnTo>
                <a:lnTo>
                  <a:pt x="377614" y="383303"/>
                </a:lnTo>
                <a:lnTo>
                  <a:pt x="375946" y="381636"/>
                </a:lnTo>
                <a:cubicBezTo>
                  <a:pt x="371983" y="377613"/>
                  <a:pt x="371100" y="371480"/>
                  <a:pt x="373767" y="366504"/>
                </a:cubicBezTo>
                <a:cubicBezTo>
                  <a:pt x="375032" y="364067"/>
                  <a:pt x="376088" y="361527"/>
                  <a:pt x="376921" y="358910"/>
                </a:cubicBezTo>
                <a:cubicBezTo>
                  <a:pt x="378561" y="353517"/>
                  <a:pt x="383516" y="349816"/>
                  <a:pt x="389152" y="349774"/>
                </a:cubicBezTo>
                <a:lnTo>
                  <a:pt x="391499" y="349774"/>
                </a:lnTo>
                <a:lnTo>
                  <a:pt x="391499" y="338726"/>
                </a:lnTo>
                <a:lnTo>
                  <a:pt x="389152" y="338726"/>
                </a:lnTo>
                <a:cubicBezTo>
                  <a:pt x="383516" y="338684"/>
                  <a:pt x="378561" y="334982"/>
                  <a:pt x="376921" y="329590"/>
                </a:cubicBezTo>
                <a:cubicBezTo>
                  <a:pt x="376087" y="326973"/>
                  <a:pt x="375032" y="324431"/>
                  <a:pt x="373767" y="321993"/>
                </a:cubicBezTo>
                <a:cubicBezTo>
                  <a:pt x="371100" y="317017"/>
                  <a:pt x="371983" y="310885"/>
                  <a:pt x="375946" y="306864"/>
                </a:cubicBezTo>
                <a:lnTo>
                  <a:pt x="377614" y="305197"/>
                </a:lnTo>
                <a:lnTo>
                  <a:pt x="369802" y="297389"/>
                </a:lnTo>
                <a:lnTo>
                  <a:pt x="368135" y="299053"/>
                </a:lnTo>
                <a:cubicBezTo>
                  <a:pt x="364112" y="303014"/>
                  <a:pt x="357980" y="303897"/>
                  <a:pt x="353003" y="301232"/>
                </a:cubicBezTo>
                <a:cubicBezTo>
                  <a:pt x="350566" y="299966"/>
                  <a:pt x="348026" y="298911"/>
                  <a:pt x="345409" y="298078"/>
                </a:cubicBezTo>
                <a:cubicBezTo>
                  <a:pt x="340016" y="296438"/>
                  <a:pt x="336315" y="291483"/>
                  <a:pt x="336273" y="285847"/>
                </a:cubicBezTo>
                <a:lnTo>
                  <a:pt x="336273" y="283500"/>
                </a:lnTo>
                <a:close/>
                <a:moveTo>
                  <a:pt x="318475" y="270000"/>
                </a:moveTo>
                <a:lnTo>
                  <a:pt x="343023" y="270000"/>
                </a:lnTo>
                <a:cubicBezTo>
                  <a:pt x="346751" y="270000"/>
                  <a:pt x="349773" y="273022"/>
                  <a:pt x="349773" y="276750"/>
                </a:cubicBezTo>
                <a:lnTo>
                  <a:pt x="349773" y="285300"/>
                </a:lnTo>
                <a:cubicBezTo>
                  <a:pt x="352938" y="286324"/>
                  <a:pt x="356016" y="287602"/>
                  <a:pt x="358975" y="289123"/>
                </a:cubicBezTo>
                <a:lnTo>
                  <a:pt x="365030" y="283069"/>
                </a:lnTo>
                <a:cubicBezTo>
                  <a:pt x="366295" y="281802"/>
                  <a:pt x="368012" y="281091"/>
                  <a:pt x="369802" y="281091"/>
                </a:cubicBezTo>
                <a:lnTo>
                  <a:pt x="369805" y="281091"/>
                </a:lnTo>
                <a:cubicBezTo>
                  <a:pt x="371598" y="281092"/>
                  <a:pt x="373316" y="281805"/>
                  <a:pt x="374581" y="283075"/>
                </a:cubicBezTo>
                <a:lnTo>
                  <a:pt x="391931" y="300424"/>
                </a:lnTo>
                <a:cubicBezTo>
                  <a:pt x="391932" y="300425"/>
                  <a:pt x="391932" y="300426"/>
                  <a:pt x="391934" y="300427"/>
                </a:cubicBezTo>
                <a:cubicBezTo>
                  <a:pt x="394568" y="303062"/>
                  <a:pt x="394567" y="307335"/>
                  <a:pt x="391931" y="309969"/>
                </a:cubicBezTo>
                <a:lnTo>
                  <a:pt x="385876" y="316024"/>
                </a:lnTo>
                <a:cubicBezTo>
                  <a:pt x="387398" y="318983"/>
                  <a:pt x="388676" y="322060"/>
                  <a:pt x="389699" y="325226"/>
                </a:cubicBezTo>
                <a:lnTo>
                  <a:pt x="398249" y="325226"/>
                </a:lnTo>
                <a:cubicBezTo>
                  <a:pt x="401977" y="325226"/>
                  <a:pt x="404999" y="328248"/>
                  <a:pt x="404999" y="331976"/>
                </a:cubicBezTo>
                <a:lnTo>
                  <a:pt x="404999" y="356524"/>
                </a:lnTo>
                <a:cubicBezTo>
                  <a:pt x="404999" y="360252"/>
                  <a:pt x="401977" y="363274"/>
                  <a:pt x="398249" y="363274"/>
                </a:cubicBezTo>
                <a:lnTo>
                  <a:pt x="389699" y="363274"/>
                </a:lnTo>
                <a:cubicBezTo>
                  <a:pt x="388676" y="366439"/>
                  <a:pt x="387397" y="369517"/>
                  <a:pt x="385876" y="372476"/>
                </a:cubicBezTo>
                <a:lnTo>
                  <a:pt x="391931" y="378531"/>
                </a:lnTo>
                <a:cubicBezTo>
                  <a:pt x="391932" y="378531"/>
                  <a:pt x="391932" y="378533"/>
                  <a:pt x="391934" y="378533"/>
                </a:cubicBezTo>
                <a:cubicBezTo>
                  <a:pt x="394568" y="381169"/>
                  <a:pt x="394567" y="385441"/>
                  <a:pt x="391931" y="388076"/>
                </a:cubicBezTo>
                <a:lnTo>
                  <a:pt x="374575" y="405432"/>
                </a:lnTo>
                <a:cubicBezTo>
                  <a:pt x="374574" y="405433"/>
                  <a:pt x="374573" y="405433"/>
                  <a:pt x="374573" y="405435"/>
                </a:cubicBezTo>
                <a:cubicBezTo>
                  <a:pt x="371937" y="408069"/>
                  <a:pt x="367665" y="408068"/>
                  <a:pt x="365030" y="405432"/>
                </a:cubicBezTo>
                <a:lnTo>
                  <a:pt x="358975" y="399377"/>
                </a:lnTo>
                <a:cubicBezTo>
                  <a:pt x="356016" y="400899"/>
                  <a:pt x="352939" y="402177"/>
                  <a:pt x="349773" y="403200"/>
                </a:cubicBezTo>
                <a:lnTo>
                  <a:pt x="349773" y="411750"/>
                </a:lnTo>
                <a:cubicBezTo>
                  <a:pt x="349773" y="415478"/>
                  <a:pt x="346751" y="418500"/>
                  <a:pt x="343023" y="418500"/>
                </a:cubicBezTo>
                <a:lnTo>
                  <a:pt x="318475" y="418500"/>
                </a:lnTo>
                <a:cubicBezTo>
                  <a:pt x="314747" y="418500"/>
                  <a:pt x="311725" y="415478"/>
                  <a:pt x="311725" y="411750"/>
                </a:cubicBezTo>
                <a:lnTo>
                  <a:pt x="311725" y="403200"/>
                </a:lnTo>
                <a:cubicBezTo>
                  <a:pt x="308560" y="402177"/>
                  <a:pt x="305482" y="400898"/>
                  <a:pt x="302523" y="399377"/>
                </a:cubicBezTo>
                <a:lnTo>
                  <a:pt x="296468" y="405432"/>
                </a:lnTo>
                <a:cubicBezTo>
                  <a:pt x="296468" y="405433"/>
                  <a:pt x="296466" y="405433"/>
                  <a:pt x="296466" y="405435"/>
                </a:cubicBezTo>
                <a:cubicBezTo>
                  <a:pt x="293830" y="408069"/>
                  <a:pt x="289558" y="408068"/>
                  <a:pt x="286923" y="405432"/>
                </a:cubicBezTo>
                <a:lnTo>
                  <a:pt x="269567" y="388076"/>
                </a:lnTo>
                <a:cubicBezTo>
                  <a:pt x="269566" y="388075"/>
                  <a:pt x="269566" y="388074"/>
                  <a:pt x="269564" y="388074"/>
                </a:cubicBezTo>
                <a:cubicBezTo>
                  <a:pt x="266930" y="385438"/>
                  <a:pt x="266931" y="381166"/>
                  <a:pt x="269567" y="378531"/>
                </a:cubicBezTo>
                <a:lnTo>
                  <a:pt x="275622" y="372476"/>
                </a:lnTo>
                <a:cubicBezTo>
                  <a:pt x="274100" y="369517"/>
                  <a:pt x="272822" y="366440"/>
                  <a:pt x="271799" y="363274"/>
                </a:cubicBezTo>
                <a:lnTo>
                  <a:pt x="263249" y="363274"/>
                </a:lnTo>
                <a:cubicBezTo>
                  <a:pt x="259521" y="363274"/>
                  <a:pt x="256499" y="360252"/>
                  <a:pt x="256499" y="356524"/>
                </a:cubicBezTo>
                <a:lnTo>
                  <a:pt x="256499" y="331976"/>
                </a:lnTo>
                <a:cubicBezTo>
                  <a:pt x="256499" y="328248"/>
                  <a:pt x="259521" y="325226"/>
                  <a:pt x="263249" y="325226"/>
                </a:cubicBezTo>
                <a:lnTo>
                  <a:pt x="271799" y="325226"/>
                </a:lnTo>
                <a:cubicBezTo>
                  <a:pt x="272822" y="322061"/>
                  <a:pt x="274101" y="318983"/>
                  <a:pt x="275622" y="316024"/>
                </a:cubicBezTo>
                <a:lnTo>
                  <a:pt x="269567" y="309969"/>
                </a:lnTo>
                <a:cubicBezTo>
                  <a:pt x="269566" y="309969"/>
                  <a:pt x="269566" y="309967"/>
                  <a:pt x="269564" y="309967"/>
                </a:cubicBezTo>
                <a:cubicBezTo>
                  <a:pt x="266930" y="307331"/>
                  <a:pt x="266931" y="303059"/>
                  <a:pt x="269567" y="300424"/>
                </a:cubicBezTo>
                <a:lnTo>
                  <a:pt x="286923" y="283068"/>
                </a:lnTo>
                <a:cubicBezTo>
                  <a:pt x="286924" y="283067"/>
                  <a:pt x="286925" y="283067"/>
                  <a:pt x="286926" y="283065"/>
                </a:cubicBezTo>
                <a:cubicBezTo>
                  <a:pt x="289561" y="280431"/>
                  <a:pt x="293834" y="280432"/>
                  <a:pt x="296468" y="283068"/>
                </a:cubicBezTo>
                <a:lnTo>
                  <a:pt x="302523" y="289123"/>
                </a:lnTo>
                <a:cubicBezTo>
                  <a:pt x="305482" y="287601"/>
                  <a:pt x="308559" y="286323"/>
                  <a:pt x="311725" y="285300"/>
                </a:cubicBezTo>
                <a:lnTo>
                  <a:pt x="311725" y="276750"/>
                </a:lnTo>
                <a:cubicBezTo>
                  <a:pt x="311725" y="273022"/>
                  <a:pt x="314747" y="270000"/>
                  <a:pt x="318475" y="270000"/>
                </a:cubicBezTo>
                <a:close/>
                <a:moveTo>
                  <a:pt x="195749" y="227498"/>
                </a:moveTo>
                <a:lnTo>
                  <a:pt x="167124" y="260893"/>
                </a:lnTo>
                <a:cubicBezTo>
                  <a:pt x="165841" y="262388"/>
                  <a:pt x="163969" y="263250"/>
                  <a:pt x="161999" y="263250"/>
                </a:cubicBezTo>
                <a:cubicBezTo>
                  <a:pt x="161517" y="263250"/>
                  <a:pt x="161036" y="263198"/>
                  <a:pt x="160565" y="263095"/>
                </a:cubicBezTo>
                <a:lnTo>
                  <a:pt x="47249" y="238461"/>
                </a:lnTo>
                <a:lnTo>
                  <a:pt x="47249" y="352479"/>
                </a:lnTo>
                <a:lnTo>
                  <a:pt x="195749" y="389604"/>
                </a:lnTo>
                <a:close/>
                <a:moveTo>
                  <a:pt x="355455" y="189500"/>
                </a:moveTo>
                <a:lnTo>
                  <a:pt x="215346" y="213867"/>
                </a:lnTo>
                <a:lnTo>
                  <a:pt x="245500" y="249048"/>
                </a:lnTo>
                <a:lnTo>
                  <a:pt x="384732" y="218781"/>
                </a:lnTo>
                <a:close/>
                <a:moveTo>
                  <a:pt x="49543" y="189500"/>
                </a:moveTo>
                <a:lnTo>
                  <a:pt x="20265" y="218781"/>
                </a:lnTo>
                <a:lnTo>
                  <a:pt x="159497" y="249048"/>
                </a:lnTo>
                <a:lnTo>
                  <a:pt x="189651" y="213867"/>
                </a:lnTo>
                <a:close/>
                <a:moveTo>
                  <a:pt x="184126" y="168749"/>
                </a:moveTo>
                <a:cubicBezTo>
                  <a:pt x="186518" y="172912"/>
                  <a:pt x="190947" y="175485"/>
                  <a:pt x="195749" y="175499"/>
                </a:cubicBezTo>
                <a:lnTo>
                  <a:pt x="209249" y="175499"/>
                </a:lnTo>
                <a:cubicBezTo>
                  <a:pt x="214050" y="175485"/>
                  <a:pt x="218479" y="172912"/>
                  <a:pt x="220872" y="168749"/>
                </a:cubicBezTo>
                <a:close/>
                <a:moveTo>
                  <a:pt x="250991" y="155365"/>
                </a:moveTo>
                <a:lnTo>
                  <a:pt x="358991" y="175615"/>
                </a:lnTo>
                <a:lnTo>
                  <a:pt x="358982" y="175662"/>
                </a:lnTo>
                <a:cubicBezTo>
                  <a:pt x="360318" y="175896"/>
                  <a:pt x="361552" y="176529"/>
                  <a:pt x="362521" y="177477"/>
                </a:cubicBezTo>
                <a:lnTo>
                  <a:pt x="403021" y="217977"/>
                </a:lnTo>
                <a:cubicBezTo>
                  <a:pt x="403936" y="218893"/>
                  <a:pt x="404569" y="220052"/>
                  <a:pt x="404844" y="221317"/>
                </a:cubicBezTo>
                <a:cubicBezTo>
                  <a:pt x="405636" y="224960"/>
                  <a:pt x="403325" y="228553"/>
                  <a:pt x="399682" y="229345"/>
                </a:cubicBezTo>
                <a:lnTo>
                  <a:pt x="371249" y="235526"/>
                </a:lnTo>
                <a:lnTo>
                  <a:pt x="371249" y="270000"/>
                </a:lnTo>
                <a:lnTo>
                  <a:pt x="357749" y="270000"/>
                </a:lnTo>
                <a:lnTo>
                  <a:pt x="357749" y="238461"/>
                </a:lnTo>
                <a:lnTo>
                  <a:pt x="244432" y="263094"/>
                </a:lnTo>
                <a:cubicBezTo>
                  <a:pt x="243961" y="263198"/>
                  <a:pt x="243481" y="263250"/>
                  <a:pt x="242999" y="263250"/>
                </a:cubicBezTo>
                <a:cubicBezTo>
                  <a:pt x="241028" y="263250"/>
                  <a:pt x="239157" y="262388"/>
                  <a:pt x="237873" y="260893"/>
                </a:cubicBezTo>
                <a:lnTo>
                  <a:pt x="209249" y="227498"/>
                </a:lnTo>
                <a:lnTo>
                  <a:pt x="209249" y="389604"/>
                </a:lnTo>
                <a:lnTo>
                  <a:pt x="254860" y="378201"/>
                </a:lnTo>
                <a:lnTo>
                  <a:pt x="258137" y="391298"/>
                </a:lnTo>
                <a:lnTo>
                  <a:pt x="204137" y="404798"/>
                </a:lnTo>
                <a:lnTo>
                  <a:pt x="204119" y="404730"/>
                </a:lnTo>
                <a:cubicBezTo>
                  <a:pt x="203062" y="405066"/>
                  <a:pt x="201931" y="405090"/>
                  <a:pt x="200860" y="404798"/>
                </a:cubicBezTo>
                <a:lnTo>
                  <a:pt x="38861" y="364298"/>
                </a:lnTo>
                <a:cubicBezTo>
                  <a:pt x="35856" y="363546"/>
                  <a:pt x="33749" y="360846"/>
                  <a:pt x="33749" y="357750"/>
                </a:cubicBezTo>
                <a:lnTo>
                  <a:pt x="33749" y="235526"/>
                </a:lnTo>
                <a:lnTo>
                  <a:pt x="5315" y="229345"/>
                </a:lnTo>
                <a:cubicBezTo>
                  <a:pt x="4050" y="229070"/>
                  <a:pt x="2890" y="228437"/>
                  <a:pt x="1975" y="227521"/>
                </a:cubicBezTo>
                <a:cubicBezTo>
                  <a:pt x="-660" y="224885"/>
                  <a:pt x="-659" y="220613"/>
                  <a:pt x="1976" y="217977"/>
                </a:cubicBezTo>
                <a:lnTo>
                  <a:pt x="42476" y="177477"/>
                </a:lnTo>
                <a:cubicBezTo>
                  <a:pt x="43446" y="176529"/>
                  <a:pt x="44679" y="175896"/>
                  <a:pt x="46015" y="175663"/>
                </a:cubicBezTo>
                <a:lnTo>
                  <a:pt x="46006" y="175616"/>
                </a:lnTo>
                <a:lnTo>
                  <a:pt x="154007" y="155366"/>
                </a:lnTo>
                <a:lnTo>
                  <a:pt x="156491" y="168635"/>
                </a:lnTo>
                <a:lnTo>
                  <a:pt x="85211" y="182000"/>
                </a:lnTo>
                <a:lnTo>
                  <a:pt x="202499" y="202398"/>
                </a:lnTo>
                <a:lnTo>
                  <a:pt x="319787" y="182000"/>
                </a:lnTo>
                <a:lnTo>
                  <a:pt x="248506" y="168635"/>
                </a:lnTo>
                <a:close/>
                <a:moveTo>
                  <a:pt x="182249" y="148499"/>
                </a:moveTo>
                <a:lnTo>
                  <a:pt x="182249" y="155249"/>
                </a:lnTo>
                <a:lnTo>
                  <a:pt x="222749" y="155249"/>
                </a:lnTo>
                <a:lnTo>
                  <a:pt x="222749" y="148499"/>
                </a:lnTo>
                <a:close/>
                <a:moveTo>
                  <a:pt x="269999" y="81000"/>
                </a:moveTo>
                <a:lnTo>
                  <a:pt x="290249" y="81000"/>
                </a:lnTo>
                <a:lnTo>
                  <a:pt x="290249" y="94500"/>
                </a:lnTo>
                <a:lnTo>
                  <a:pt x="269999" y="94500"/>
                </a:lnTo>
                <a:close/>
                <a:moveTo>
                  <a:pt x="114749" y="81000"/>
                </a:moveTo>
                <a:lnTo>
                  <a:pt x="134999" y="81000"/>
                </a:lnTo>
                <a:lnTo>
                  <a:pt x="134999" y="94500"/>
                </a:lnTo>
                <a:lnTo>
                  <a:pt x="114749" y="94500"/>
                </a:lnTo>
                <a:close/>
                <a:moveTo>
                  <a:pt x="202532" y="40496"/>
                </a:moveTo>
                <a:cubicBezTo>
                  <a:pt x="200717" y="40496"/>
                  <a:pt x="198903" y="40600"/>
                  <a:pt x="197100" y="40806"/>
                </a:cubicBezTo>
                <a:cubicBezTo>
                  <a:pt x="174872" y="43904"/>
                  <a:pt x="157664" y="61836"/>
                  <a:pt x="155486" y="84173"/>
                </a:cubicBezTo>
                <a:cubicBezTo>
                  <a:pt x="153899" y="100092"/>
                  <a:pt x="160122" y="115793"/>
                  <a:pt x="172183" y="126301"/>
                </a:cubicBezTo>
                <a:cubicBezTo>
                  <a:pt x="174961" y="128742"/>
                  <a:pt x="177244" y="131695"/>
                  <a:pt x="178904" y="134999"/>
                </a:cubicBezTo>
                <a:lnTo>
                  <a:pt x="195749" y="134999"/>
                </a:lnTo>
                <a:lnTo>
                  <a:pt x="195749" y="124874"/>
                </a:lnTo>
                <a:lnTo>
                  <a:pt x="175268" y="109512"/>
                </a:lnTo>
                <a:cubicBezTo>
                  <a:pt x="171173" y="106428"/>
                  <a:pt x="168760" y="101603"/>
                  <a:pt x="168749" y="96477"/>
                </a:cubicBezTo>
                <a:lnTo>
                  <a:pt x="168749" y="90545"/>
                </a:lnTo>
                <a:cubicBezTo>
                  <a:pt x="168749" y="86223"/>
                  <a:pt x="170465" y="82078"/>
                  <a:pt x="173522" y="79022"/>
                </a:cubicBezTo>
                <a:cubicBezTo>
                  <a:pt x="179885" y="72658"/>
                  <a:pt x="190203" y="72658"/>
                  <a:pt x="196566" y="79022"/>
                </a:cubicBezTo>
                <a:lnTo>
                  <a:pt x="200522" y="82977"/>
                </a:lnTo>
                <a:cubicBezTo>
                  <a:pt x="201615" y="84065"/>
                  <a:pt x="203382" y="84065"/>
                  <a:pt x="204476" y="82977"/>
                </a:cubicBezTo>
                <a:lnTo>
                  <a:pt x="208431" y="79022"/>
                </a:lnTo>
                <a:cubicBezTo>
                  <a:pt x="211487" y="75967"/>
                  <a:pt x="215631" y="74250"/>
                  <a:pt x="219953" y="74250"/>
                </a:cubicBezTo>
                <a:cubicBezTo>
                  <a:pt x="228953" y="74249"/>
                  <a:pt x="236249" y="81545"/>
                  <a:pt x="236249" y="90545"/>
                </a:cubicBezTo>
                <a:lnTo>
                  <a:pt x="236249" y="96477"/>
                </a:lnTo>
                <a:cubicBezTo>
                  <a:pt x="236237" y="101605"/>
                  <a:pt x="233822" y="106431"/>
                  <a:pt x="229726" y="109515"/>
                </a:cubicBezTo>
                <a:lnTo>
                  <a:pt x="220049" y="116773"/>
                </a:lnTo>
                <a:lnTo>
                  <a:pt x="211948" y="105976"/>
                </a:lnTo>
                <a:lnTo>
                  <a:pt x="221628" y="98715"/>
                </a:lnTo>
                <a:cubicBezTo>
                  <a:pt x="222331" y="98186"/>
                  <a:pt x="222745" y="97357"/>
                  <a:pt x="222748" y="96477"/>
                </a:cubicBezTo>
                <a:lnTo>
                  <a:pt x="222748" y="90545"/>
                </a:lnTo>
                <a:cubicBezTo>
                  <a:pt x="222699" y="89940"/>
                  <a:pt x="222461" y="89367"/>
                  <a:pt x="222069" y="88904"/>
                </a:cubicBezTo>
                <a:cubicBezTo>
                  <a:pt x="221032" y="87681"/>
                  <a:pt x="219200" y="87529"/>
                  <a:pt x="217976" y="88567"/>
                </a:cubicBezTo>
                <a:lnTo>
                  <a:pt x="214021" y="92522"/>
                </a:lnTo>
                <a:cubicBezTo>
                  <a:pt x="207573" y="98678"/>
                  <a:pt x="197424" y="98678"/>
                  <a:pt x="190976" y="92522"/>
                </a:cubicBezTo>
                <a:lnTo>
                  <a:pt x="187021" y="88567"/>
                </a:lnTo>
                <a:cubicBezTo>
                  <a:pt x="186559" y="88175"/>
                  <a:pt x="185984" y="87937"/>
                  <a:pt x="185379" y="87887"/>
                </a:cubicBezTo>
                <a:cubicBezTo>
                  <a:pt x="183782" y="87756"/>
                  <a:pt x="182380" y="88946"/>
                  <a:pt x="182249" y="90545"/>
                </a:cubicBezTo>
                <a:lnTo>
                  <a:pt x="182249" y="96477"/>
                </a:lnTo>
                <a:cubicBezTo>
                  <a:pt x="182251" y="97355"/>
                  <a:pt x="182664" y="98182"/>
                  <a:pt x="183366" y="98711"/>
                </a:cubicBezTo>
                <a:lnTo>
                  <a:pt x="206549" y="116101"/>
                </a:lnTo>
                <a:cubicBezTo>
                  <a:pt x="208250" y="117375"/>
                  <a:pt x="209250" y="119375"/>
                  <a:pt x="209249" y="121499"/>
                </a:cubicBezTo>
                <a:lnTo>
                  <a:pt x="209249" y="134999"/>
                </a:lnTo>
                <a:lnTo>
                  <a:pt x="226055" y="134999"/>
                </a:lnTo>
                <a:cubicBezTo>
                  <a:pt x="227684" y="131730"/>
                  <a:pt x="229937" y="128811"/>
                  <a:pt x="232686" y="126407"/>
                </a:cubicBezTo>
                <a:cubicBezTo>
                  <a:pt x="234208" y="125088"/>
                  <a:pt x="235648" y="123678"/>
                  <a:pt x="236998" y="122184"/>
                </a:cubicBezTo>
                <a:cubicBezTo>
                  <a:pt x="255296" y="101932"/>
                  <a:pt x="253712" y="70682"/>
                  <a:pt x="233460" y="52384"/>
                </a:cubicBezTo>
                <a:cubicBezTo>
                  <a:pt x="224983" y="44722"/>
                  <a:pt x="213959" y="40484"/>
                  <a:pt x="202532" y="40496"/>
                </a:cubicBezTo>
                <a:close/>
                <a:moveTo>
                  <a:pt x="195577" y="27391"/>
                </a:moveTo>
                <a:cubicBezTo>
                  <a:pt x="212626" y="25355"/>
                  <a:pt x="229721" y="30798"/>
                  <a:pt x="242455" y="42315"/>
                </a:cubicBezTo>
                <a:cubicBezTo>
                  <a:pt x="244399" y="44067"/>
                  <a:pt x="246231" y="45939"/>
                  <a:pt x="247942" y="47920"/>
                </a:cubicBezTo>
                <a:cubicBezTo>
                  <a:pt x="270660" y="74218"/>
                  <a:pt x="267758" y="113953"/>
                  <a:pt x="241460" y="136671"/>
                </a:cubicBezTo>
                <a:cubicBezTo>
                  <a:pt x="238100" y="139607"/>
                  <a:pt x="236195" y="143869"/>
                  <a:pt x="236249" y="148331"/>
                </a:cubicBezTo>
                <a:lnTo>
                  <a:pt x="236249" y="161999"/>
                </a:lnTo>
                <a:cubicBezTo>
                  <a:pt x="236232" y="176904"/>
                  <a:pt x="224153" y="188983"/>
                  <a:pt x="209249" y="188999"/>
                </a:cubicBezTo>
                <a:lnTo>
                  <a:pt x="195749" y="188999"/>
                </a:lnTo>
                <a:cubicBezTo>
                  <a:pt x="180844" y="188983"/>
                  <a:pt x="168766" y="176904"/>
                  <a:pt x="168749" y="161999"/>
                </a:cubicBezTo>
                <a:lnTo>
                  <a:pt x="168749" y="148335"/>
                </a:lnTo>
                <a:cubicBezTo>
                  <a:pt x="168764" y="143805"/>
                  <a:pt x="166802" y="139495"/>
                  <a:pt x="163376" y="136532"/>
                </a:cubicBezTo>
                <a:cubicBezTo>
                  <a:pt x="147994" y="123165"/>
                  <a:pt x="140044" y="103172"/>
                  <a:pt x="142046" y="82891"/>
                </a:cubicBezTo>
                <a:cubicBezTo>
                  <a:pt x="144635" y="54112"/>
                  <a:pt x="166911" y="31018"/>
                  <a:pt x="195577" y="27391"/>
                </a:cubicBezTo>
                <a:close/>
                <a:moveTo>
                  <a:pt x="145222" y="20928"/>
                </a:moveTo>
                <a:lnTo>
                  <a:pt x="159540" y="35246"/>
                </a:lnTo>
                <a:lnTo>
                  <a:pt x="149995" y="44791"/>
                </a:lnTo>
                <a:lnTo>
                  <a:pt x="135677" y="30473"/>
                </a:lnTo>
                <a:close/>
                <a:moveTo>
                  <a:pt x="259776" y="20928"/>
                </a:moveTo>
                <a:lnTo>
                  <a:pt x="269321" y="30473"/>
                </a:lnTo>
                <a:lnTo>
                  <a:pt x="255003" y="44790"/>
                </a:lnTo>
                <a:lnTo>
                  <a:pt x="245458" y="35245"/>
                </a:lnTo>
                <a:close/>
                <a:moveTo>
                  <a:pt x="195749" y="0"/>
                </a:moveTo>
                <a:lnTo>
                  <a:pt x="209249" y="0"/>
                </a:lnTo>
                <a:lnTo>
                  <a:pt x="209249" y="20250"/>
                </a:lnTo>
                <a:lnTo>
                  <a:pt x="195749" y="202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25"/>
          <p:cNvSpPr/>
          <p:nvPr/>
        </p:nvSpPr>
        <p:spPr>
          <a:xfrm>
            <a:off x="4983407" y="1824323"/>
            <a:ext cx="363808" cy="363806"/>
          </a:xfrm>
          <a:custGeom>
            <a:rect b="b" l="l" r="r" t="t"/>
            <a:pathLst>
              <a:path extrusionOk="0" h="431999" w="432000">
                <a:moveTo>
                  <a:pt x="216000" y="381374"/>
                </a:moveTo>
                <a:cubicBezTo>
                  <a:pt x="205532" y="381374"/>
                  <a:pt x="197016" y="389891"/>
                  <a:pt x="197016" y="400359"/>
                </a:cubicBezTo>
                <a:cubicBezTo>
                  <a:pt x="197016" y="410826"/>
                  <a:pt x="205532" y="419343"/>
                  <a:pt x="216000" y="419343"/>
                </a:cubicBezTo>
                <a:cubicBezTo>
                  <a:pt x="226468" y="419343"/>
                  <a:pt x="234984" y="410826"/>
                  <a:pt x="234984" y="400359"/>
                </a:cubicBezTo>
                <a:cubicBezTo>
                  <a:pt x="234984" y="389891"/>
                  <a:pt x="226468" y="381374"/>
                  <a:pt x="216000" y="381374"/>
                </a:cubicBezTo>
                <a:close/>
                <a:moveTo>
                  <a:pt x="346362" y="327458"/>
                </a:moveTo>
                <a:cubicBezTo>
                  <a:pt x="341477" y="327458"/>
                  <a:pt x="336592" y="329285"/>
                  <a:pt x="332938" y="332939"/>
                </a:cubicBezTo>
                <a:cubicBezTo>
                  <a:pt x="325620" y="340256"/>
                  <a:pt x="325620" y="352468"/>
                  <a:pt x="332938" y="359785"/>
                </a:cubicBezTo>
                <a:cubicBezTo>
                  <a:pt x="340340" y="367188"/>
                  <a:pt x="352385" y="367187"/>
                  <a:pt x="359786" y="359785"/>
                </a:cubicBezTo>
                <a:cubicBezTo>
                  <a:pt x="367104" y="352468"/>
                  <a:pt x="367104" y="340256"/>
                  <a:pt x="359786" y="332939"/>
                </a:cubicBezTo>
                <a:cubicBezTo>
                  <a:pt x="356133" y="329285"/>
                  <a:pt x="351247" y="327458"/>
                  <a:pt x="346362" y="327458"/>
                </a:cubicBezTo>
                <a:close/>
                <a:moveTo>
                  <a:pt x="85638" y="327457"/>
                </a:moveTo>
                <a:cubicBezTo>
                  <a:pt x="80753" y="327458"/>
                  <a:pt x="75868" y="329285"/>
                  <a:pt x="72214" y="332938"/>
                </a:cubicBezTo>
                <a:cubicBezTo>
                  <a:pt x="64895" y="340255"/>
                  <a:pt x="64897" y="352467"/>
                  <a:pt x="72214" y="359785"/>
                </a:cubicBezTo>
                <a:cubicBezTo>
                  <a:pt x="79616" y="367186"/>
                  <a:pt x="91660" y="367187"/>
                  <a:pt x="99062" y="359784"/>
                </a:cubicBezTo>
                <a:cubicBezTo>
                  <a:pt x="106380" y="352467"/>
                  <a:pt x="106380" y="340255"/>
                  <a:pt x="99062" y="332938"/>
                </a:cubicBezTo>
                <a:cubicBezTo>
                  <a:pt x="95409" y="329284"/>
                  <a:pt x="90523" y="327457"/>
                  <a:pt x="85638" y="327457"/>
                </a:cubicBezTo>
                <a:close/>
                <a:moveTo>
                  <a:pt x="400359" y="197016"/>
                </a:moveTo>
                <a:cubicBezTo>
                  <a:pt x="389891" y="197016"/>
                  <a:pt x="381375" y="205532"/>
                  <a:pt x="381375" y="216000"/>
                </a:cubicBezTo>
                <a:cubicBezTo>
                  <a:pt x="381375" y="226468"/>
                  <a:pt x="389891" y="234984"/>
                  <a:pt x="400359" y="234984"/>
                </a:cubicBezTo>
                <a:cubicBezTo>
                  <a:pt x="410828" y="234984"/>
                  <a:pt x="419344" y="226468"/>
                  <a:pt x="419344" y="216000"/>
                </a:cubicBezTo>
                <a:cubicBezTo>
                  <a:pt x="419344" y="205532"/>
                  <a:pt x="410828" y="197016"/>
                  <a:pt x="400359" y="197016"/>
                </a:cubicBezTo>
                <a:close/>
                <a:moveTo>
                  <a:pt x="31641" y="197015"/>
                </a:moveTo>
                <a:cubicBezTo>
                  <a:pt x="21172" y="197015"/>
                  <a:pt x="12656" y="205532"/>
                  <a:pt x="12656" y="215999"/>
                </a:cubicBezTo>
                <a:cubicBezTo>
                  <a:pt x="12656" y="226467"/>
                  <a:pt x="21172" y="234984"/>
                  <a:pt x="31641" y="234984"/>
                </a:cubicBezTo>
                <a:cubicBezTo>
                  <a:pt x="42109" y="234984"/>
                  <a:pt x="50625" y="226467"/>
                  <a:pt x="50625" y="215999"/>
                </a:cubicBezTo>
                <a:cubicBezTo>
                  <a:pt x="50625" y="205532"/>
                  <a:pt x="42109" y="197015"/>
                  <a:pt x="31641" y="197015"/>
                </a:cubicBezTo>
                <a:close/>
                <a:moveTo>
                  <a:pt x="216000" y="154828"/>
                </a:moveTo>
                <a:cubicBezTo>
                  <a:pt x="219496" y="154828"/>
                  <a:pt x="222328" y="157661"/>
                  <a:pt x="222328" y="161156"/>
                </a:cubicBezTo>
                <a:lnTo>
                  <a:pt x="222328" y="168222"/>
                </a:lnTo>
                <a:cubicBezTo>
                  <a:pt x="234408" y="171086"/>
                  <a:pt x="243422" y="181963"/>
                  <a:pt x="243422" y="194906"/>
                </a:cubicBezTo>
                <a:cubicBezTo>
                  <a:pt x="243422" y="198401"/>
                  <a:pt x="240589" y="201234"/>
                  <a:pt x="237094" y="201234"/>
                </a:cubicBezTo>
                <a:cubicBezTo>
                  <a:pt x="233598" y="201234"/>
                  <a:pt x="230766" y="198401"/>
                  <a:pt x="230766" y="194906"/>
                </a:cubicBezTo>
                <a:cubicBezTo>
                  <a:pt x="230766" y="186765"/>
                  <a:pt x="224141" y="180141"/>
                  <a:pt x="216000" y="180141"/>
                </a:cubicBezTo>
                <a:cubicBezTo>
                  <a:pt x="207859" y="180141"/>
                  <a:pt x="201234" y="186765"/>
                  <a:pt x="201234" y="194906"/>
                </a:cubicBezTo>
                <a:cubicBezTo>
                  <a:pt x="201234" y="203047"/>
                  <a:pt x="207859" y="209672"/>
                  <a:pt x="216000" y="209672"/>
                </a:cubicBezTo>
                <a:cubicBezTo>
                  <a:pt x="231121" y="209672"/>
                  <a:pt x="243422" y="221974"/>
                  <a:pt x="243422" y="237094"/>
                </a:cubicBezTo>
                <a:cubicBezTo>
                  <a:pt x="243422" y="250037"/>
                  <a:pt x="234408" y="260914"/>
                  <a:pt x="222328" y="263778"/>
                </a:cubicBezTo>
                <a:lnTo>
                  <a:pt x="222328" y="270844"/>
                </a:lnTo>
                <a:cubicBezTo>
                  <a:pt x="222328" y="274338"/>
                  <a:pt x="219496" y="277172"/>
                  <a:pt x="216000" y="277172"/>
                </a:cubicBezTo>
                <a:cubicBezTo>
                  <a:pt x="212504" y="277172"/>
                  <a:pt x="209672" y="274338"/>
                  <a:pt x="209672" y="270844"/>
                </a:cubicBezTo>
                <a:lnTo>
                  <a:pt x="209672" y="263778"/>
                </a:lnTo>
                <a:cubicBezTo>
                  <a:pt x="197592" y="260914"/>
                  <a:pt x="188578" y="250037"/>
                  <a:pt x="188578" y="237094"/>
                </a:cubicBezTo>
                <a:cubicBezTo>
                  <a:pt x="188578" y="233599"/>
                  <a:pt x="191410" y="230766"/>
                  <a:pt x="194906" y="230766"/>
                </a:cubicBezTo>
                <a:cubicBezTo>
                  <a:pt x="198402" y="230766"/>
                  <a:pt x="201234" y="233599"/>
                  <a:pt x="201234" y="237094"/>
                </a:cubicBezTo>
                <a:cubicBezTo>
                  <a:pt x="201234" y="245235"/>
                  <a:pt x="207859" y="251859"/>
                  <a:pt x="216000" y="251859"/>
                </a:cubicBezTo>
                <a:cubicBezTo>
                  <a:pt x="224141" y="251859"/>
                  <a:pt x="230766" y="245235"/>
                  <a:pt x="230766" y="237094"/>
                </a:cubicBezTo>
                <a:cubicBezTo>
                  <a:pt x="230766" y="228952"/>
                  <a:pt x="224141" y="222328"/>
                  <a:pt x="216000" y="222328"/>
                </a:cubicBezTo>
                <a:cubicBezTo>
                  <a:pt x="200879" y="222328"/>
                  <a:pt x="188578" y="210026"/>
                  <a:pt x="188578" y="194906"/>
                </a:cubicBezTo>
                <a:cubicBezTo>
                  <a:pt x="188578" y="181963"/>
                  <a:pt x="197592" y="171086"/>
                  <a:pt x="209672" y="168222"/>
                </a:cubicBezTo>
                <a:lnTo>
                  <a:pt x="209672" y="161156"/>
                </a:lnTo>
                <a:cubicBezTo>
                  <a:pt x="209672" y="157661"/>
                  <a:pt x="212504" y="154828"/>
                  <a:pt x="216000" y="154828"/>
                </a:cubicBezTo>
                <a:close/>
                <a:moveTo>
                  <a:pt x="215999" y="142171"/>
                </a:moveTo>
                <a:cubicBezTo>
                  <a:pt x="175290" y="142171"/>
                  <a:pt x="142171" y="175290"/>
                  <a:pt x="142171" y="215999"/>
                </a:cubicBezTo>
                <a:cubicBezTo>
                  <a:pt x="142171" y="256709"/>
                  <a:pt x="175290" y="289828"/>
                  <a:pt x="215999" y="289828"/>
                </a:cubicBezTo>
                <a:cubicBezTo>
                  <a:pt x="256709" y="289828"/>
                  <a:pt x="289828" y="256709"/>
                  <a:pt x="289828" y="215999"/>
                </a:cubicBezTo>
                <a:cubicBezTo>
                  <a:pt x="289828" y="175290"/>
                  <a:pt x="256709" y="142171"/>
                  <a:pt x="215999" y="142171"/>
                </a:cubicBezTo>
                <a:close/>
                <a:moveTo>
                  <a:pt x="215999" y="129515"/>
                </a:moveTo>
                <a:cubicBezTo>
                  <a:pt x="263687" y="129515"/>
                  <a:pt x="302484" y="168311"/>
                  <a:pt x="302484" y="215999"/>
                </a:cubicBezTo>
                <a:cubicBezTo>
                  <a:pt x="302484" y="263687"/>
                  <a:pt x="263687" y="302484"/>
                  <a:pt x="215999" y="302484"/>
                </a:cubicBezTo>
                <a:cubicBezTo>
                  <a:pt x="168311" y="302484"/>
                  <a:pt x="129515" y="263687"/>
                  <a:pt x="129515" y="215999"/>
                </a:cubicBezTo>
                <a:cubicBezTo>
                  <a:pt x="129515" y="168311"/>
                  <a:pt x="168311" y="129515"/>
                  <a:pt x="215999" y="129515"/>
                </a:cubicBezTo>
                <a:close/>
                <a:moveTo>
                  <a:pt x="346362" y="66734"/>
                </a:moveTo>
                <a:cubicBezTo>
                  <a:pt x="341477" y="66734"/>
                  <a:pt x="336592" y="68561"/>
                  <a:pt x="332938" y="72215"/>
                </a:cubicBezTo>
                <a:cubicBezTo>
                  <a:pt x="325620" y="79532"/>
                  <a:pt x="325620" y="91744"/>
                  <a:pt x="332938" y="99061"/>
                </a:cubicBezTo>
                <a:cubicBezTo>
                  <a:pt x="340340" y="106464"/>
                  <a:pt x="352385" y="106464"/>
                  <a:pt x="359786" y="99061"/>
                </a:cubicBezTo>
                <a:cubicBezTo>
                  <a:pt x="367104" y="91744"/>
                  <a:pt x="367104" y="79532"/>
                  <a:pt x="359786" y="72215"/>
                </a:cubicBezTo>
                <a:cubicBezTo>
                  <a:pt x="356133" y="68561"/>
                  <a:pt x="351247" y="66734"/>
                  <a:pt x="346362" y="66734"/>
                </a:cubicBezTo>
                <a:close/>
                <a:moveTo>
                  <a:pt x="85638" y="66733"/>
                </a:moveTo>
                <a:cubicBezTo>
                  <a:pt x="80753" y="66733"/>
                  <a:pt x="75868" y="68560"/>
                  <a:pt x="72214" y="72214"/>
                </a:cubicBezTo>
                <a:cubicBezTo>
                  <a:pt x="64896" y="79531"/>
                  <a:pt x="64896" y="91744"/>
                  <a:pt x="72214" y="99060"/>
                </a:cubicBezTo>
                <a:cubicBezTo>
                  <a:pt x="79616" y="106463"/>
                  <a:pt x="91660" y="106463"/>
                  <a:pt x="99062" y="99060"/>
                </a:cubicBezTo>
                <a:cubicBezTo>
                  <a:pt x="106381" y="91744"/>
                  <a:pt x="106379" y="79531"/>
                  <a:pt x="99062" y="72213"/>
                </a:cubicBezTo>
                <a:cubicBezTo>
                  <a:pt x="95409" y="68560"/>
                  <a:pt x="90523" y="66733"/>
                  <a:pt x="85638" y="66733"/>
                </a:cubicBezTo>
                <a:close/>
                <a:moveTo>
                  <a:pt x="85638" y="54011"/>
                </a:moveTo>
                <a:cubicBezTo>
                  <a:pt x="93741" y="54011"/>
                  <a:pt x="101843" y="57096"/>
                  <a:pt x="108011" y="63264"/>
                </a:cubicBezTo>
                <a:cubicBezTo>
                  <a:pt x="118500" y="73752"/>
                  <a:pt x="120265" y="90704"/>
                  <a:pt x="112041" y="103090"/>
                </a:cubicBezTo>
                <a:lnTo>
                  <a:pt x="141552" y="132601"/>
                </a:lnTo>
                <a:cubicBezTo>
                  <a:pt x="146977" y="127754"/>
                  <a:pt x="152877" y="123427"/>
                  <a:pt x="159167" y="119707"/>
                </a:cubicBezTo>
                <a:cubicBezTo>
                  <a:pt x="162176" y="117928"/>
                  <a:pt x="166056" y="118925"/>
                  <a:pt x="167835" y="121932"/>
                </a:cubicBezTo>
                <a:cubicBezTo>
                  <a:pt x="169613" y="124940"/>
                  <a:pt x="168617" y="128821"/>
                  <a:pt x="165609" y="130600"/>
                </a:cubicBezTo>
                <a:cubicBezTo>
                  <a:pt x="151030" y="139222"/>
                  <a:pt x="138815" y="151513"/>
                  <a:pt x="130286" y="166145"/>
                </a:cubicBezTo>
                <a:cubicBezTo>
                  <a:pt x="121502" y="181212"/>
                  <a:pt x="116859" y="198452"/>
                  <a:pt x="116859" y="215999"/>
                </a:cubicBezTo>
                <a:cubicBezTo>
                  <a:pt x="116859" y="270666"/>
                  <a:pt x="161333" y="315140"/>
                  <a:pt x="215999" y="315140"/>
                </a:cubicBezTo>
                <a:cubicBezTo>
                  <a:pt x="224387" y="315140"/>
                  <a:pt x="232716" y="314092"/>
                  <a:pt x="240756" y="312026"/>
                </a:cubicBezTo>
                <a:cubicBezTo>
                  <a:pt x="244138" y="311151"/>
                  <a:pt x="247590" y="313192"/>
                  <a:pt x="248460" y="316578"/>
                </a:cubicBezTo>
                <a:cubicBezTo>
                  <a:pt x="249331" y="319964"/>
                  <a:pt x="247292" y="323413"/>
                  <a:pt x="243907" y="324283"/>
                </a:cubicBezTo>
                <a:cubicBezTo>
                  <a:pt x="236867" y="326093"/>
                  <a:pt x="229633" y="327209"/>
                  <a:pt x="222327" y="327619"/>
                </a:cubicBezTo>
                <a:lnTo>
                  <a:pt x="222327" y="369354"/>
                </a:lnTo>
                <a:cubicBezTo>
                  <a:pt x="236752" y="372294"/>
                  <a:pt x="247640" y="385078"/>
                  <a:pt x="247640" y="400359"/>
                </a:cubicBezTo>
                <a:cubicBezTo>
                  <a:pt x="247640" y="417806"/>
                  <a:pt x="233446" y="431999"/>
                  <a:pt x="215999" y="431999"/>
                </a:cubicBezTo>
                <a:cubicBezTo>
                  <a:pt x="198552" y="431999"/>
                  <a:pt x="184359" y="417806"/>
                  <a:pt x="184359" y="400359"/>
                </a:cubicBezTo>
                <a:cubicBezTo>
                  <a:pt x="184359" y="385078"/>
                  <a:pt x="195246" y="372294"/>
                  <a:pt x="209671" y="369354"/>
                </a:cubicBezTo>
                <a:lnTo>
                  <a:pt x="209671" y="327619"/>
                </a:lnTo>
                <a:cubicBezTo>
                  <a:pt x="183603" y="326158"/>
                  <a:pt x="159893" y="315724"/>
                  <a:pt x="141585" y="299363"/>
                </a:cubicBezTo>
                <a:lnTo>
                  <a:pt x="112041" y="328908"/>
                </a:lnTo>
                <a:cubicBezTo>
                  <a:pt x="120264" y="341294"/>
                  <a:pt x="118500" y="358246"/>
                  <a:pt x="108011" y="368734"/>
                </a:cubicBezTo>
                <a:cubicBezTo>
                  <a:pt x="95829" y="380906"/>
                  <a:pt x="75446" y="380917"/>
                  <a:pt x="63264" y="368735"/>
                </a:cubicBezTo>
                <a:cubicBezTo>
                  <a:pt x="51069" y="356538"/>
                  <a:pt x="51069" y="336185"/>
                  <a:pt x="63264" y="323988"/>
                </a:cubicBezTo>
                <a:cubicBezTo>
                  <a:pt x="74069" y="313184"/>
                  <a:pt x="90808" y="311842"/>
                  <a:pt x="103087" y="319963"/>
                </a:cubicBezTo>
                <a:lnTo>
                  <a:pt x="132636" y="290414"/>
                </a:lnTo>
                <a:cubicBezTo>
                  <a:pt x="116276" y="272105"/>
                  <a:pt x="105842" y="248395"/>
                  <a:pt x="104380" y="222327"/>
                </a:cubicBezTo>
                <a:lnTo>
                  <a:pt x="62645" y="222327"/>
                </a:lnTo>
                <a:cubicBezTo>
                  <a:pt x="59705" y="236752"/>
                  <a:pt x="46921" y="247640"/>
                  <a:pt x="31641" y="247640"/>
                </a:cubicBezTo>
                <a:cubicBezTo>
                  <a:pt x="14194" y="247640"/>
                  <a:pt x="0" y="233446"/>
                  <a:pt x="0" y="215999"/>
                </a:cubicBezTo>
                <a:cubicBezTo>
                  <a:pt x="0" y="198552"/>
                  <a:pt x="14194" y="184359"/>
                  <a:pt x="31641" y="184358"/>
                </a:cubicBezTo>
                <a:cubicBezTo>
                  <a:pt x="46921" y="184358"/>
                  <a:pt x="59705" y="195245"/>
                  <a:pt x="62645" y="209670"/>
                </a:cubicBezTo>
                <a:lnTo>
                  <a:pt x="104382" y="209670"/>
                </a:lnTo>
                <a:cubicBezTo>
                  <a:pt x="105376" y="192086"/>
                  <a:pt x="110501" y="174952"/>
                  <a:pt x="119353" y="159769"/>
                </a:cubicBezTo>
                <a:cubicBezTo>
                  <a:pt x="123151" y="153254"/>
                  <a:pt x="127599" y="147150"/>
                  <a:pt x="132602" y="141550"/>
                </a:cubicBezTo>
                <a:lnTo>
                  <a:pt x="103087" y="112035"/>
                </a:lnTo>
                <a:cubicBezTo>
                  <a:pt x="90704" y="120223"/>
                  <a:pt x="73751" y="118496"/>
                  <a:pt x="63264" y="108010"/>
                </a:cubicBezTo>
                <a:cubicBezTo>
                  <a:pt x="51069" y="95815"/>
                  <a:pt x="51068" y="75460"/>
                  <a:pt x="63264" y="63264"/>
                </a:cubicBezTo>
                <a:cubicBezTo>
                  <a:pt x="69433" y="57095"/>
                  <a:pt x="77535" y="54011"/>
                  <a:pt x="85638" y="54011"/>
                </a:cubicBezTo>
                <a:close/>
                <a:moveTo>
                  <a:pt x="216000" y="12656"/>
                </a:moveTo>
                <a:cubicBezTo>
                  <a:pt x="205532" y="12656"/>
                  <a:pt x="197016" y="21173"/>
                  <a:pt x="197016" y="31641"/>
                </a:cubicBezTo>
                <a:cubicBezTo>
                  <a:pt x="197016" y="42108"/>
                  <a:pt x="205532" y="50625"/>
                  <a:pt x="216000" y="50625"/>
                </a:cubicBezTo>
                <a:cubicBezTo>
                  <a:pt x="226468" y="50625"/>
                  <a:pt x="234984" y="42108"/>
                  <a:pt x="234984" y="31641"/>
                </a:cubicBezTo>
                <a:cubicBezTo>
                  <a:pt x="234984" y="21173"/>
                  <a:pt x="226468" y="12656"/>
                  <a:pt x="216000" y="12656"/>
                </a:cubicBezTo>
                <a:close/>
                <a:moveTo>
                  <a:pt x="216000" y="0"/>
                </a:moveTo>
                <a:cubicBezTo>
                  <a:pt x="233447" y="0"/>
                  <a:pt x="247641" y="14194"/>
                  <a:pt x="247641" y="31641"/>
                </a:cubicBezTo>
                <a:cubicBezTo>
                  <a:pt x="247641" y="46921"/>
                  <a:pt x="236753" y="59705"/>
                  <a:pt x="222328" y="62645"/>
                </a:cubicBezTo>
                <a:lnTo>
                  <a:pt x="222328" y="104380"/>
                </a:lnTo>
                <a:cubicBezTo>
                  <a:pt x="248396" y="105842"/>
                  <a:pt x="272106" y="116276"/>
                  <a:pt x="290414" y="132636"/>
                </a:cubicBezTo>
                <a:lnTo>
                  <a:pt x="319958" y="103091"/>
                </a:lnTo>
                <a:cubicBezTo>
                  <a:pt x="311734" y="90706"/>
                  <a:pt x="313499" y="73753"/>
                  <a:pt x="323988" y="63264"/>
                </a:cubicBezTo>
                <a:cubicBezTo>
                  <a:pt x="336325" y="50927"/>
                  <a:pt x="356398" y="50927"/>
                  <a:pt x="368735" y="63264"/>
                </a:cubicBezTo>
                <a:cubicBezTo>
                  <a:pt x="380931" y="75461"/>
                  <a:pt x="380931" y="95815"/>
                  <a:pt x="368735" y="108011"/>
                </a:cubicBezTo>
                <a:cubicBezTo>
                  <a:pt x="358249" y="118496"/>
                  <a:pt x="341294" y="120226"/>
                  <a:pt x="328913" y="112037"/>
                </a:cubicBezTo>
                <a:lnTo>
                  <a:pt x="299364" y="141585"/>
                </a:lnTo>
                <a:cubicBezTo>
                  <a:pt x="315724" y="159894"/>
                  <a:pt x="326158" y="183604"/>
                  <a:pt x="327620" y="209672"/>
                </a:cubicBezTo>
                <a:lnTo>
                  <a:pt x="369355" y="209672"/>
                </a:lnTo>
                <a:cubicBezTo>
                  <a:pt x="372295" y="195247"/>
                  <a:pt x="385079" y="184359"/>
                  <a:pt x="400359" y="184359"/>
                </a:cubicBezTo>
                <a:cubicBezTo>
                  <a:pt x="417806" y="184359"/>
                  <a:pt x="432000" y="198553"/>
                  <a:pt x="432000" y="216000"/>
                </a:cubicBezTo>
                <a:cubicBezTo>
                  <a:pt x="432000" y="233447"/>
                  <a:pt x="417806" y="247641"/>
                  <a:pt x="400359" y="247641"/>
                </a:cubicBezTo>
                <a:cubicBezTo>
                  <a:pt x="385079" y="247641"/>
                  <a:pt x="372295" y="236753"/>
                  <a:pt x="369355" y="222328"/>
                </a:cubicBezTo>
                <a:lnTo>
                  <a:pt x="327618" y="222328"/>
                </a:lnTo>
                <a:cubicBezTo>
                  <a:pt x="326624" y="239913"/>
                  <a:pt x="321499" y="257046"/>
                  <a:pt x="312647" y="272229"/>
                </a:cubicBezTo>
                <a:cubicBezTo>
                  <a:pt x="308849" y="278745"/>
                  <a:pt x="304401" y="284848"/>
                  <a:pt x="299398" y="290448"/>
                </a:cubicBezTo>
                <a:lnTo>
                  <a:pt x="328913" y="319964"/>
                </a:lnTo>
                <a:cubicBezTo>
                  <a:pt x="341191" y="311842"/>
                  <a:pt x="357930" y="313184"/>
                  <a:pt x="368735" y="323989"/>
                </a:cubicBezTo>
                <a:cubicBezTo>
                  <a:pt x="380931" y="336185"/>
                  <a:pt x="380931" y="356539"/>
                  <a:pt x="368735" y="368736"/>
                </a:cubicBezTo>
                <a:cubicBezTo>
                  <a:pt x="356557" y="380913"/>
                  <a:pt x="336166" y="380913"/>
                  <a:pt x="323988" y="368736"/>
                </a:cubicBezTo>
                <a:cubicBezTo>
                  <a:pt x="313499" y="358247"/>
                  <a:pt x="311734" y="341294"/>
                  <a:pt x="319958" y="328909"/>
                </a:cubicBezTo>
                <a:lnTo>
                  <a:pt x="290448" y="299398"/>
                </a:lnTo>
                <a:cubicBezTo>
                  <a:pt x="285023" y="304245"/>
                  <a:pt x="279123" y="308572"/>
                  <a:pt x="272833" y="312292"/>
                </a:cubicBezTo>
                <a:cubicBezTo>
                  <a:pt x="269864" y="314050"/>
                  <a:pt x="265920" y="313033"/>
                  <a:pt x="264165" y="310067"/>
                </a:cubicBezTo>
                <a:cubicBezTo>
                  <a:pt x="262387" y="307059"/>
                  <a:pt x="263383" y="303178"/>
                  <a:pt x="266391" y="301399"/>
                </a:cubicBezTo>
                <a:cubicBezTo>
                  <a:pt x="280970" y="292777"/>
                  <a:pt x="293185" y="280486"/>
                  <a:pt x="301714" y="265855"/>
                </a:cubicBezTo>
                <a:cubicBezTo>
                  <a:pt x="310498" y="250787"/>
                  <a:pt x="315141" y="233547"/>
                  <a:pt x="315141" y="216000"/>
                </a:cubicBezTo>
                <a:cubicBezTo>
                  <a:pt x="315141" y="161333"/>
                  <a:pt x="270667" y="116859"/>
                  <a:pt x="216001" y="116859"/>
                </a:cubicBezTo>
                <a:cubicBezTo>
                  <a:pt x="207613" y="116859"/>
                  <a:pt x="199284" y="117907"/>
                  <a:pt x="191244" y="119974"/>
                </a:cubicBezTo>
                <a:cubicBezTo>
                  <a:pt x="187860" y="120844"/>
                  <a:pt x="184410" y="118806"/>
                  <a:pt x="183540" y="115421"/>
                </a:cubicBezTo>
                <a:cubicBezTo>
                  <a:pt x="182669" y="112036"/>
                  <a:pt x="184708" y="108586"/>
                  <a:pt x="188093" y="107717"/>
                </a:cubicBezTo>
                <a:cubicBezTo>
                  <a:pt x="195133" y="105907"/>
                  <a:pt x="202367" y="104790"/>
                  <a:pt x="209672" y="104380"/>
                </a:cubicBezTo>
                <a:lnTo>
                  <a:pt x="209672" y="62645"/>
                </a:lnTo>
                <a:cubicBezTo>
                  <a:pt x="195247" y="59705"/>
                  <a:pt x="184359" y="46921"/>
                  <a:pt x="184359" y="31641"/>
                </a:cubicBezTo>
                <a:cubicBezTo>
                  <a:pt x="184359" y="14194"/>
                  <a:pt x="198553" y="0"/>
                  <a:pt x="216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0" name="Google Shape;540;p25"/>
          <p:cNvSpPr/>
          <p:nvPr/>
        </p:nvSpPr>
        <p:spPr>
          <a:xfrm>
            <a:off x="4875462" y="1209944"/>
            <a:ext cx="344050" cy="362386"/>
          </a:xfrm>
          <a:custGeom>
            <a:rect b="b" l="l" r="r" t="t"/>
            <a:pathLst>
              <a:path extrusionOk="0" h="430311" w="408538">
                <a:moveTo>
                  <a:pt x="209646" y="66761"/>
                </a:moveTo>
                <a:cubicBezTo>
                  <a:pt x="209646" y="57023"/>
                  <a:pt x="201724" y="49100"/>
                  <a:pt x="191985" y="49100"/>
                </a:cubicBezTo>
                <a:cubicBezTo>
                  <a:pt x="182247" y="49100"/>
                  <a:pt x="174324" y="57023"/>
                  <a:pt x="174324" y="66761"/>
                </a:cubicBezTo>
                <a:cubicBezTo>
                  <a:pt x="174324" y="76500"/>
                  <a:pt x="182247" y="84423"/>
                  <a:pt x="191985" y="84423"/>
                </a:cubicBezTo>
                <a:cubicBezTo>
                  <a:pt x="201724" y="84422"/>
                  <a:pt x="209646" y="76499"/>
                  <a:pt x="209646" y="66761"/>
                </a:cubicBezTo>
                <a:close/>
                <a:moveTo>
                  <a:pt x="191985" y="70922"/>
                </a:moveTo>
                <a:cubicBezTo>
                  <a:pt x="189691" y="70922"/>
                  <a:pt x="187824" y="69055"/>
                  <a:pt x="187824" y="66760"/>
                </a:cubicBezTo>
                <a:cubicBezTo>
                  <a:pt x="187824" y="64465"/>
                  <a:pt x="189691" y="62599"/>
                  <a:pt x="191985" y="62599"/>
                </a:cubicBezTo>
                <a:cubicBezTo>
                  <a:pt x="194280" y="62599"/>
                  <a:pt x="196146" y="64465"/>
                  <a:pt x="196146" y="66760"/>
                </a:cubicBezTo>
                <a:cubicBezTo>
                  <a:pt x="196146" y="69055"/>
                  <a:pt x="194280" y="70922"/>
                  <a:pt x="191985" y="70922"/>
                </a:cubicBezTo>
                <a:close/>
                <a:moveTo>
                  <a:pt x="408266" y="323976"/>
                </a:moveTo>
                <a:lnTo>
                  <a:pt x="380002" y="182099"/>
                </a:lnTo>
                <a:cubicBezTo>
                  <a:pt x="378495" y="174534"/>
                  <a:pt x="371117" y="169609"/>
                  <a:pt x="363549" y="171113"/>
                </a:cubicBezTo>
                <a:lnTo>
                  <a:pt x="327180" y="178359"/>
                </a:lnTo>
                <a:cubicBezTo>
                  <a:pt x="323522" y="179087"/>
                  <a:pt x="320364" y="181202"/>
                  <a:pt x="318286" y="184315"/>
                </a:cubicBezTo>
                <a:cubicBezTo>
                  <a:pt x="316208" y="187427"/>
                  <a:pt x="315464" y="191155"/>
                  <a:pt x="316193" y="194811"/>
                </a:cubicBezTo>
                <a:lnTo>
                  <a:pt x="316481" y="196258"/>
                </a:lnTo>
                <a:cubicBezTo>
                  <a:pt x="304166" y="200308"/>
                  <a:pt x="290347" y="202672"/>
                  <a:pt x="274706" y="199000"/>
                </a:cubicBezTo>
                <a:lnTo>
                  <a:pt x="281856" y="189712"/>
                </a:lnTo>
                <a:cubicBezTo>
                  <a:pt x="282765" y="188531"/>
                  <a:pt x="283258" y="187083"/>
                  <a:pt x="283258" y="185594"/>
                </a:cubicBezTo>
                <a:lnTo>
                  <a:pt x="283258" y="107681"/>
                </a:lnTo>
                <a:cubicBezTo>
                  <a:pt x="283258" y="79254"/>
                  <a:pt x="270790" y="54130"/>
                  <a:pt x="248151" y="36936"/>
                </a:cubicBezTo>
                <a:lnTo>
                  <a:pt x="201327" y="1375"/>
                </a:lnTo>
                <a:cubicBezTo>
                  <a:pt x="199499" y="-14"/>
                  <a:pt x="197090" y="-378"/>
                  <a:pt x="194931" y="409"/>
                </a:cubicBezTo>
                <a:cubicBezTo>
                  <a:pt x="192773" y="1196"/>
                  <a:pt x="191164" y="3026"/>
                  <a:pt x="190659" y="5266"/>
                </a:cubicBezTo>
                <a:lnTo>
                  <a:pt x="186374" y="24285"/>
                </a:lnTo>
                <a:lnTo>
                  <a:pt x="175602" y="24285"/>
                </a:lnTo>
                <a:cubicBezTo>
                  <a:pt x="173563" y="24285"/>
                  <a:pt x="171633" y="25207"/>
                  <a:pt x="170351" y="26794"/>
                </a:cubicBezTo>
                <a:lnTo>
                  <a:pt x="121723" y="86990"/>
                </a:lnTo>
                <a:cubicBezTo>
                  <a:pt x="120524" y="88475"/>
                  <a:pt x="120009" y="90397"/>
                  <a:pt x="120306" y="92282"/>
                </a:cubicBezTo>
                <a:lnTo>
                  <a:pt x="122939" y="108996"/>
                </a:lnTo>
                <a:cubicBezTo>
                  <a:pt x="123239" y="110900"/>
                  <a:pt x="124339" y="112585"/>
                  <a:pt x="125962" y="113627"/>
                </a:cubicBezTo>
                <a:lnTo>
                  <a:pt x="143645" y="124971"/>
                </a:lnTo>
                <a:cubicBezTo>
                  <a:pt x="146342" y="126702"/>
                  <a:pt x="149887" y="126296"/>
                  <a:pt x="152124" y="124000"/>
                </a:cubicBezTo>
                <a:cubicBezTo>
                  <a:pt x="161866" y="114005"/>
                  <a:pt x="174149" y="109428"/>
                  <a:pt x="185711" y="111100"/>
                </a:cubicBezTo>
                <a:lnTo>
                  <a:pt x="137803" y="181807"/>
                </a:lnTo>
                <a:cubicBezTo>
                  <a:pt x="136211" y="184157"/>
                  <a:pt x="136275" y="187239"/>
                  <a:pt x="137925" y="189530"/>
                </a:cubicBezTo>
                <a:lnTo>
                  <a:pt x="92379" y="189530"/>
                </a:lnTo>
                <a:cubicBezTo>
                  <a:pt x="92036" y="187691"/>
                  <a:pt x="91326" y="185920"/>
                  <a:pt x="90254" y="184314"/>
                </a:cubicBezTo>
                <a:cubicBezTo>
                  <a:pt x="88175" y="181202"/>
                  <a:pt x="85017" y="179087"/>
                  <a:pt x="81360" y="178359"/>
                </a:cubicBezTo>
                <a:lnTo>
                  <a:pt x="81361" y="178359"/>
                </a:lnTo>
                <a:lnTo>
                  <a:pt x="44989" y="171113"/>
                </a:lnTo>
                <a:cubicBezTo>
                  <a:pt x="37425" y="169606"/>
                  <a:pt x="30044" y="174534"/>
                  <a:pt x="28537" y="182099"/>
                </a:cubicBezTo>
                <a:lnTo>
                  <a:pt x="272" y="323975"/>
                </a:lnTo>
                <a:cubicBezTo>
                  <a:pt x="-456" y="327632"/>
                  <a:pt x="288" y="331360"/>
                  <a:pt x="2365" y="334471"/>
                </a:cubicBezTo>
                <a:cubicBezTo>
                  <a:pt x="4442" y="337583"/>
                  <a:pt x="7601" y="339698"/>
                  <a:pt x="11259" y="340427"/>
                </a:cubicBezTo>
                <a:lnTo>
                  <a:pt x="47630" y="347673"/>
                </a:lnTo>
                <a:cubicBezTo>
                  <a:pt x="48548" y="347856"/>
                  <a:pt x="49464" y="347944"/>
                  <a:pt x="50367" y="347944"/>
                </a:cubicBezTo>
                <a:cubicBezTo>
                  <a:pt x="56898" y="347944"/>
                  <a:pt x="62757" y="343332"/>
                  <a:pt x="64082" y="336687"/>
                </a:cubicBezTo>
                <a:lnTo>
                  <a:pt x="64125" y="336470"/>
                </a:lnTo>
                <a:lnTo>
                  <a:pt x="149929" y="422274"/>
                </a:lnTo>
                <a:cubicBezTo>
                  <a:pt x="155113" y="427458"/>
                  <a:pt x="162027" y="430311"/>
                  <a:pt x="169396" y="430311"/>
                </a:cubicBezTo>
                <a:lnTo>
                  <a:pt x="169397" y="430311"/>
                </a:lnTo>
                <a:cubicBezTo>
                  <a:pt x="176766" y="430311"/>
                  <a:pt x="183681" y="427456"/>
                  <a:pt x="188863" y="422274"/>
                </a:cubicBezTo>
                <a:cubicBezTo>
                  <a:pt x="192407" y="418731"/>
                  <a:pt x="194861" y="414380"/>
                  <a:pt x="196061" y="409628"/>
                </a:cubicBezTo>
                <a:lnTo>
                  <a:pt x="207609" y="421175"/>
                </a:lnTo>
                <a:cubicBezTo>
                  <a:pt x="218344" y="431908"/>
                  <a:pt x="235809" y="431909"/>
                  <a:pt x="246544" y="421173"/>
                </a:cubicBezTo>
                <a:cubicBezTo>
                  <a:pt x="250170" y="417547"/>
                  <a:pt x="252571" y="413152"/>
                  <a:pt x="253748" y="408509"/>
                </a:cubicBezTo>
                <a:cubicBezTo>
                  <a:pt x="264526" y="418543"/>
                  <a:pt x="281464" y="418311"/>
                  <a:pt x="291964" y="407815"/>
                </a:cubicBezTo>
                <a:cubicBezTo>
                  <a:pt x="297823" y="401955"/>
                  <a:pt x="300485" y="394090"/>
                  <a:pt x="299947" y="386408"/>
                </a:cubicBezTo>
                <a:cubicBezTo>
                  <a:pt x="307634" y="386946"/>
                  <a:pt x="315494" y="384284"/>
                  <a:pt x="321353" y="378425"/>
                </a:cubicBezTo>
                <a:cubicBezTo>
                  <a:pt x="328565" y="371215"/>
                  <a:pt x="331059" y="360467"/>
                  <a:pt x="328165" y="350885"/>
                </a:cubicBezTo>
                <a:lnTo>
                  <a:pt x="344108" y="334942"/>
                </a:lnTo>
                <a:lnTo>
                  <a:pt x="344456" y="336686"/>
                </a:lnTo>
                <a:cubicBezTo>
                  <a:pt x="345780" y="343332"/>
                  <a:pt x="351637" y="347944"/>
                  <a:pt x="358171" y="347944"/>
                </a:cubicBezTo>
                <a:cubicBezTo>
                  <a:pt x="359074" y="347944"/>
                  <a:pt x="359990" y="347856"/>
                  <a:pt x="360908" y="347673"/>
                </a:cubicBezTo>
                <a:lnTo>
                  <a:pt x="397279" y="340427"/>
                </a:lnTo>
                <a:cubicBezTo>
                  <a:pt x="400935" y="339699"/>
                  <a:pt x="404094" y="337584"/>
                  <a:pt x="406173" y="334471"/>
                </a:cubicBezTo>
                <a:cubicBezTo>
                  <a:pt x="408252" y="331360"/>
                  <a:pt x="408995" y="327632"/>
                  <a:pt x="408266" y="323976"/>
                </a:cubicBezTo>
                <a:close/>
                <a:moveTo>
                  <a:pt x="151715" y="185342"/>
                </a:moveTo>
                <a:lnTo>
                  <a:pt x="202102" y="110977"/>
                </a:lnTo>
                <a:cubicBezTo>
                  <a:pt x="203231" y="109309"/>
                  <a:pt x="203558" y="107224"/>
                  <a:pt x="202991" y="105291"/>
                </a:cubicBezTo>
                <a:cubicBezTo>
                  <a:pt x="202424" y="103358"/>
                  <a:pt x="201023" y="101779"/>
                  <a:pt x="199172" y="100986"/>
                </a:cubicBezTo>
                <a:cubicBezTo>
                  <a:pt x="181799" y="93544"/>
                  <a:pt x="162054" y="97330"/>
                  <a:pt x="146503" y="110765"/>
                </a:cubicBezTo>
                <a:lnTo>
                  <a:pt x="135804" y="103901"/>
                </a:lnTo>
                <a:lnTo>
                  <a:pt x="134108" y="93142"/>
                </a:lnTo>
                <a:lnTo>
                  <a:pt x="178826" y="37786"/>
                </a:lnTo>
                <a:lnTo>
                  <a:pt x="191772" y="37786"/>
                </a:lnTo>
                <a:cubicBezTo>
                  <a:pt x="194927" y="37786"/>
                  <a:pt x="197662" y="35599"/>
                  <a:pt x="198356" y="32520"/>
                </a:cubicBezTo>
                <a:lnTo>
                  <a:pt x="201522" y="18475"/>
                </a:lnTo>
                <a:lnTo>
                  <a:pt x="239985" y="47687"/>
                </a:lnTo>
                <a:cubicBezTo>
                  <a:pt x="259463" y="62478"/>
                  <a:pt x="269758" y="83225"/>
                  <a:pt x="269758" y="107681"/>
                </a:cubicBezTo>
                <a:lnTo>
                  <a:pt x="269758" y="183297"/>
                </a:lnTo>
                <a:lnTo>
                  <a:pt x="261191" y="194426"/>
                </a:lnTo>
                <a:cubicBezTo>
                  <a:pt x="253197" y="190889"/>
                  <a:pt x="244764" y="185688"/>
                  <a:pt x="235857" y="178339"/>
                </a:cubicBezTo>
                <a:cubicBezTo>
                  <a:pt x="220707" y="165839"/>
                  <a:pt x="200957" y="165430"/>
                  <a:pt x="186713" y="177324"/>
                </a:cubicBezTo>
                <a:lnTo>
                  <a:pt x="172094" y="189530"/>
                </a:lnTo>
                <a:lnTo>
                  <a:pt x="154941" y="189530"/>
                </a:lnTo>
                <a:close/>
                <a:moveTo>
                  <a:pt x="50267" y="334433"/>
                </a:moveTo>
                <a:lnTo>
                  <a:pt x="13896" y="327188"/>
                </a:lnTo>
                <a:cubicBezTo>
                  <a:pt x="13773" y="327164"/>
                  <a:pt x="13670" y="327092"/>
                  <a:pt x="13593" y="326975"/>
                </a:cubicBezTo>
                <a:cubicBezTo>
                  <a:pt x="13515" y="326858"/>
                  <a:pt x="13488" y="326738"/>
                  <a:pt x="13512" y="326614"/>
                </a:cubicBezTo>
                <a:lnTo>
                  <a:pt x="41776" y="184737"/>
                </a:lnTo>
                <a:cubicBezTo>
                  <a:pt x="41821" y="184514"/>
                  <a:pt x="42042" y="184345"/>
                  <a:pt x="42267" y="184345"/>
                </a:cubicBezTo>
                <a:cubicBezTo>
                  <a:pt x="42295" y="184345"/>
                  <a:pt x="42323" y="184347"/>
                  <a:pt x="42352" y="184353"/>
                </a:cubicBezTo>
                <a:lnTo>
                  <a:pt x="78723" y="191599"/>
                </a:lnTo>
                <a:lnTo>
                  <a:pt x="78723" y="191599"/>
                </a:lnTo>
                <a:cubicBezTo>
                  <a:pt x="78847" y="191624"/>
                  <a:pt x="78950" y="191695"/>
                  <a:pt x="79027" y="191812"/>
                </a:cubicBezTo>
                <a:cubicBezTo>
                  <a:pt x="79105" y="191928"/>
                  <a:pt x="79132" y="192050"/>
                  <a:pt x="79107" y="192174"/>
                </a:cubicBezTo>
                <a:lnTo>
                  <a:pt x="50843" y="334049"/>
                </a:lnTo>
                <a:cubicBezTo>
                  <a:pt x="50793" y="334300"/>
                  <a:pt x="50523" y="334485"/>
                  <a:pt x="50267" y="334433"/>
                </a:cubicBezTo>
                <a:close/>
                <a:moveTo>
                  <a:pt x="311808" y="368879"/>
                </a:moveTo>
                <a:cubicBezTo>
                  <a:pt x="309173" y="371514"/>
                  <a:pt x="305649" y="372966"/>
                  <a:pt x="301885" y="372966"/>
                </a:cubicBezTo>
                <a:cubicBezTo>
                  <a:pt x="298124" y="372966"/>
                  <a:pt x="294603" y="371517"/>
                  <a:pt x="291969" y="368885"/>
                </a:cubicBezTo>
                <a:cubicBezTo>
                  <a:pt x="291967" y="368883"/>
                  <a:pt x="291966" y="368881"/>
                  <a:pt x="291964" y="368880"/>
                </a:cubicBezTo>
                <a:lnTo>
                  <a:pt x="230088" y="307002"/>
                </a:lnTo>
                <a:cubicBezTo>
                  <a:pt x="227450" y="304366"/>
                  <a:pt x="223178" y="304368"/>
                  <a:pt x="220542" y="307002"/>
                </a:cubicBezTo>
                <a:cubicBezTo>
                  <a:pt x="217906" y="309639"/>
                  <a:pt x="217906" y="313912"/>
                  <a:pt x="220542" y="316548"/>
                </a:cubicBezTo>
                <a:lnTo>
                  <a:pt x="282411" y="378418"/>
                </a:lnTo>
                <a:cubicBezTo>
                  <a:pt x="282414" y="378421"/>
                  <a:pt x="282416" y="378424"/>
                  <a:pt x="282419" y="378427"/>
                </a:cubicBezTo>
                <a:cubicBezTo>
                  <a:pt x="287890" y="383897"/>
                  <a:pt x="287890" y="392798"/>
                  <a:pt x="282420" y="398269"/>
                </a:cubicBezTo>
                <a:cubicBezTo>
                  <a:pt x="276947" y="403740"/>
                  <a:pt x="268046" y="403740"/>
                  <a:pt x="262576" y="398271"/>
                </a:cubicBezTo>
                <a:lnTo>
                  <a:pt x="197192" y="332887"/>
                </a:lnTo>
                <a:cubicBezTo>
                  <a:pt x="194557" y="330252"/>
                  <a:pt x="190283" y="330251"/>
                  <a:pt x="187646" y="332888"/>
                </a:cubicBezTo>
                <a:cubicBezTo>
                  <a:pt x="185011" y="335524"/>
                  <a:pt x="185011" y="339797"/>
                  <a:pt x="187647" y="342433"/>
                </a:cubicBezTo>
                <a:lnTo>
                  <a:pt x="236999" y="391784"/>
                </a:lnTo>
                <a:lnTo>
                  <a:pt x="236999" y="391785"/>
                </a:lnTo>
                <a:cubicBezTo>
                  <a:pt x="242469" y="397255"/>
                  <a:pt x="242469" y="406156"/>
                  <a:pt x="236999" y="411628"/>
                </a:cubicBezTo>
                <a:cubicBezTo>
                  <a:pt x="231529" y="417098"/>
                  <a:pt x="222627" y="417101"/>
                  <a:pt x="217156" y="411629"/>
                </a:cubicBezTo>
                <a:lnTo>
                  <a:pt x="164298" y="358771"/>
                </a:lnTo>
                <a:cubicBezTo>
                  <a:pt x="161662" y="356135"/>
                  <a:pt x="157389" y="356135"/>
                  <a:pt x="154753" y="358771"/>
                </a:cubicBezTo>
                <a:cubicBezTo>
                  <a:pt x="152116" y="361406"/>
                  <a:pt x="152116" y="365680"/>
                  <a:pt x="154752" y="368316"/>
                </a:cubicBezTo>
                <a:lnTo>
                  <a:pt x="179319" y="392884"/>
                </a:lnTo>
                <a:cubicBezTo>
                  <a:pt x="184790" y="398355"/>
                  <a:pt x="184790" y="407257"/>
                  <a:pt x="179319" y="412728"/>
                </a:cubicBezTo>
                <a:cubicBezTo>
                  <a:pt x="176685" y="415362"/>
                  <a:pt x="173162" y="416812"/>
                  <a:pt x="169398" y="416812"/>
                </a:cubicBezTo>
                <a:cubicBezTo>
                  <a:pt x="165633" y="416812"/>
                  <a:pt x="162110" y="415362"/>
                  <a:pt x="159476" y="412727"/>
                </a:cubicBezTo>
                <a:lnTo>
                  <a:pt x="67297" y="320550"/>
                </a:lnTo>
                <a:lnTo>
                  <a:pt x="90710" y="203031"/>
                </a:lnTo>
                <a:lnTo>
                  <a:pt x="155924" y="203031"/>
                </a:lnTo>
                <a:lnTo>
                  <a:pt x="137943" y="218043"/>
                </a:lnTo>
                <a:cubicBezTo>
                  <a:pt x="129731" y="224899"/>
                  <a:pt x="126205" y="234256"/>
                  <a:pt x="128269" y="243715"/>
                </a:cubicBezTo>
                <a:lnTo>
                  <a:pt x="143064" y="311507"/>
                </a:lnTo>
                <a:cubicBezTo>
                  <a:pt x="143453" y="313286"/>
                  <a:pt x="144543" y="314833"/>
                  <a:pt x="146089" y="315797"/>
                </a:cubicBezTo>
                <a:cubicBezTo>
                  <a:pt x="147636" y="316761"/>
                  <a:pt x="149506" y="317056"/>
                  <a:pt x="151274" y="316622"/>
                </a:cubicBezTo>
                <a:cubicBezTo>
                  <a:pt x="169146" y="312217"/>
                  <a:pt x="181101" y="303596"/>
                  <a:pt x="187821" y="290261"/>
                </a:cubicBezTo>
                <a:cubicBezTo>
                  <a:pt x="193618" y="278762"/>
                  <a:pt x="194819" y="265106"/>
                  <a:pt x="195982" y="251899"/>
                </a:cubicBezTo>
                <a:cubicBezTo>
                  <a:pt x="196135" y="250150"/>
                  <a:pt x="196290" y="248391"/>
                  <a:pt x="196456" y="246627"/>
                </a:cubicBezTo>
                <a:cubicBezTo>
                  <a:pt x="196461" y="246595"/>
                  <a:pt x="196465" y="246565"/>
                  <a:pt x="196470" y="246538"/>
                </a:cubicBezTo>
                <a:cubicBezTo>
                  <a:pt x="199019" y="245818"/>
                  <a:pt x="209527" y="248227"/>
                  <a:pt x="225620" y="262850"/>
                </a:cubicBezTo>
                <a:lnTo>
                  <a:pt x="314662" y="353190"/>
                </a:lnTo>
                <a:cubicBezTo>
                  <a:pt x="317013" y="358452"/>
                  <a:pt x="315901" y="364787"/>
                  <a:pt x="311808" y="368879"/>
                </a:cubicBezTo>
                <a:close/>
                <a:moveTo>
                  <a:pt x="320291" y="339669"/>
                </a:moveTo>
                <a:lnTo>
                  <a:pt x="235105" y="253241"/>
                </a:lnTo>
                <a:cubicBezTo>
                  <a:pt x="235020" y="253155"/>
                  <a:pt x="234934" y="253071"/>
                  <a:pt x="234843" y="252990"/>
                </a:cubicBezTo>
                <a:cubicBezTo>
                  <a:pt x="217689" y="237362"/>
                  <a:pt x="201497" y="230253"/>
                  <a:pt x="191522" y="233972"/>
                </a:cubicBezTo>
                <a:cubicBezTo>
                  <a:pt x="186758" y="235749"/>
                  <a:pt x="183667" y="239804"/>
                  <a:pt x="183041" y="245098"/>
                </a:cubicBezTo>
                <a:cubicBezTo>
                  <a:pt x="183035" y="245150"/>
                  <a:pt x="183029" y="245204"/>
                  <a:pt x="183024" y="245257"/>
                </a:cubicBezTo>
                <a:cubicBezTo>
                  <a:pt x="182851" y="247083"/>
                  <a:pt x="182691" y="248903"/>
                  <a:pt x="182532" y="250713"/>
                </a:cubicBezTo>
                <a:cubicBezTo>
                  <a:pt x="180400" y="274940"/>
                  <a:pt x="178816" y="292971"/>
                  <a:pt x="154705" y="301533"/>
                </a:cubicBezTo>
                <a:lnTo>
                  <a:pt x="141459" y="240835"/>
                </a:lnTo>
                <a:cubicBezTo>
                  <a:pt x="140150" y="234842"/>
                  <a:pt x="144114" y="230476"/>
                  <a:pt x="146594" y="228406"/>
                </a:cubicBezTo>
                <a:lnTo>
                  <a:pt x="195363" y="187687"/>
                </a:lnTo>
                <a:cubicBezTo>
                  <a:pt x="204463" y="180090"/>
                  <a:pt x="217283" y="180517"/>
                  <a:pt x="227265" y="188752"/>
                </a:cubicBezTo>
                <a:cubicBezTo>
                  <a:pt x="264261" y="219274"/>
                  <a:pt x="295266" y="217112"/>
                  <a:pt x="319136" y="209585"/>
                </a:cubicBezTo>
                <a:lnTo>
                  <a:pt x="340938" y="319023"/>
                </a:lnTo>
                <a:close/>
                <a:moveTo>
                  <a:pt x="394947" y="326975"/>
                </a:moveTo>
                <a:cubicBezTo>
                  <a:pt x="394868" y="327092"/>
                  <a:pt x="394766" y="327164"/>
                  <a:pt x="394644" y="327188"/>
                </a:cubicBezTo>
                <a:lnTo>
                  <a:pt x="358273" y="334433"/>
                </a:lnTo>
                <a:cubicBezTo>
                  <a:pt x="358019" y="334485"/>
                  <a:pt x="357746" y="334301"/>
                  <a:pt x="357697" y="334049"/>
                </a:cubicBezTo>
                <a:lnTo>
                  <a:pt x="329433" y="192174"/>
                </a:lnTo>
                <a:cubicBezTo>
                  <a:pt x="329408" y="192051"/>
                  <a:pt x="329435" y="191928"/>
                  <a:pt x="329513" y="191812"/>
                </a:cubicBezTo>
                <a:cubicBezTo>
                  <a:pt x="329591" y="191695"/>
                  <a:pt x="329693" y="191624"/>
                  <a:pt x="329817" y="191599"/>
                </a:cubicBezTo>
                <a:lnTo>
                  <a:pt x="329818" y="191599"/>
                </a:lnTo>
                <a:lnTo>
                  <a:pt x="366187" y="184353"/>
                </a:lnTo>
                <a:cubicBezTo>
                  <a:pt x="366214" y="184348"/>
                  <a:pt x="366243" y="184345"/>
                  <a:pt x="366272" y="184345"/>
                </a:cubicBezTo>
                <a:cubicBezTo>
                  <a:pt x="366497" y="184345"/>
                  <a:pt x="366718" y="184514"/>
                  <a:pt x="366763" y="184737"/>
                </a:cubicBezTo>
                <a:lnTo>
                  <a:pt x="395027" y="326614"/>
                </a:lnTo>
                <a:cubicBezTo>
                  <a:pt x="395051" y="326738"/>
                  <a:pt x="395024" y="326858"/>
                  <a:pt x="394947" y="32697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Google Shape;541;p25"/>
          <p:cNvSpPr/>
          <p:nvPr/>
        </p:nvSpPr>
        <p:spPr>
          <a:xfrm>
            <a:off x="5220848" y="3053054"/>
            <a:ext cx="358124" cy="358124"/>
          </a:xfrm>
          <a:custGeom>
            <a:rect b="b" l="l" r="r" t="t"/>
            <a:pathLst>
              <a:path extrusionOk="0" h="425249" w="425248">
                <a:moveTo>
                  <a:pt x="412574" y="170853"/>
                </a:moveTo>
                <a:lnTo>
                  <a:pt x="387232" y="165856"/>
                </a:lnTo>
                <a:lnTo>
                  <a:pt x="369159" y="122232"/>
                </a:lnTo>
                <a:lnTo>
                  <a:pt x="383549" y="100777"/>
                </a:lnTo>
                <a:cubicBezTo>
                  <a:pt x="387785" y="94459"/>
                  <a:pt x="386986" y="86289"/>
                  <a:pt x="381607" y="80911"/>
                </a:cubicBezTo>
                <a:lnTo>
                  <a:pt x="344338" y="43642"/>
                </a:lnTo>
                <a:cubicBezTo>
                  <a:pt x="338961" y="38263"/>
                  <a:pt x="330791" y="37465"/>
                  <a:pt x="324472" y="41702"/>
                </a:cubicBezTo>
                <a:lnTo>
                  <a:pt x="303016" y="56090"/>
                </a:lnTo>
                <a:lnTo>
                  <a:pt x="259393" y="38017"/>
                </a:lnTo>
                <a:lnTo>
                  <a:pt x="254397" y="12676"/>
                </a:lnTo>
                <a:cubicBezTo>
                  <a:pt x="252926" y="5212"/>
                  <a:pt x="246585" y="0"/>
                  <a:pt x="238978" y="0"/>
                </a:cubicBezTo>
                <a:lnTo>
                  <a:pt x="186270" y="0"/>
                </a:lnTo>
                <a:cubicBezTo>
                  <a:pt x="178662" y="0"/>
                  <a:pt x="172322" y="5213"/>
                  <a:pt x="170852" y="12676"/>
                </a:cubicBezTo>
                <a:lnTo>
                  <a:pt x="165854" y="38017"/>
                </a:lnTo>
                <a:lnTo>
                  <a:pt x="122232" y="56090"/>
                </a:lnTo>
                <a:lnTo>
                  <a:pt x="100776" y="41702"/>
                </a:lnTo>
                <a:cubicBezTo>
                  <a:pt x="94458" y="37465"/>
                  <a:pt x="86288" y="38264"/>
                  <a:pt x="80911" y="43642"/>
                </a:cubicBezTo>
                <a:lnTo>
                  <a:pt x="43641" y="80911"/>
                </a:lnTo>
                <a:cubicBezTo>
                  <a:pt x="38262" y="86289"/>
                  <a:pt x="37464" y="94459"/>
                  <a:pt x="41701" y="100776"/>
                </a:cubicBezTo>
                <a:lnTo>
                  <a:pt x="56089" y="122232"/>
                </a:lnTo>
                <a:lnTo>
                  <a:pt x="38016" y="165855"/>
                </a:lnTo>
                <a:lnTo>
                  <a:pt x="12677" y="170852"/>
                </a:lnTo>
                <a:cubicBezTo>
                  <a:pt x="5213" y="172322"/>
                  <a:pt x="0" y="178663"/>
                  <a:pt x="0" y="186270"/>
                </a:cubicBezTo>
                <a:lnTo>
                  <a:pt x="0" y="238978"/>
                </a:lnTo>
                <a:cubicBezTo>
                  <a:pt x="0" y="246586"/>
                  <a:pt x="5213" y="252927"/>
                  <a:pt x="12676" y="254397"/>
                </a:cubicBezTo>
                <a:lnTo>
                  <a:pt x="38016" y="259393"/>
                </a:lnTo>
                <a:lnTo>
                  <a:pt x="56089" y="303017"/>
                </a:lnTo>
                <a:lnTo>
                  <a:pt x="41700" y="324473"/>
                </a:lnTo>
                <a:cubicBezTo>
                  <a:pt x="37463" y="330791"/>
                  <a:pt x="38262" y="338960"/>
                  <a:pt x="43641" y="344338"/>
                </a:cubicBezTo>
                <a:lnTo>
                  <a:pt x="80911" y="381607"/>
                </a:lnTo>
                <a:cubicBezTo>
                  <a:pt x="86289" y="386986"/>
                  <a:pt x="94458" y="387782"/>
                  <a:pt x="100776" y="383546"/>
                </a:cubicBezTo>
                <a:lnTo>
                  <a:pt x="122232" y="369158"/>
                </a:lnTo>
                <a:lnTo>
                  <a:pt x="165854" y="387231"/>
                </a:lnTo>
                <a:lnTo>
                  <a:pt x="170852" y="412573"/>
                </a:lnTo>
                <a:cubicBezTo>
                  <a:pt x="172322" y="420036"/>
                  <a:pt x="178663" y="425249"/>
                  <a:pt x="186270" y="425249"/>
                </a:cubicBezTo>
                <a:lnTo>
                  <a:pt x="238978" y="425249"/>
                </a:lnTo>
                <a:cubicBezTo>
                  <a:pt x="246586" y="425249"/>
                  <a:pt x="252926" y="420036"/>
                  <a:pt x="254397" y="412573"/>
                </a:cubicBezTo>
                <a:lnTo>
                  <a:pt x="259393" y="387231"/>
                </a:lnTo>
                <a:lnTo>
                  <a:pt x="303016" y="369158"/>
                </a:lnTo>
                <a:lnTo>
                  <a:pt x="324471" y="383546"/>
                </a:lnTo>
                <a:cubicBezTo>
                  <a:pt x="330789" y="387782"/>
                  <a:pt x="338959" y="386986"/>
                  <a:pt x="344338" y="381607"/>
                </a:cubicBezTo>
                <a:lnTo>
                  <a:pt x="381607" y="344338"/>
                </a:lnTo>
                <a:cubicBezTo>
                  <a:pt x="386987" y="338959"/>
                  <a:pt x="387785" y="330789"/>
                  <a:pt x="383548" y="324472"/>
                </a:cubicBezTo>
                <a:lnTo>
                  <a:pt x="369159" y="303017"/>
                </a:lnTo>
                <a:lnTo>
                  <a:pt x="387232" y="259393"/>
                </a:lnTo>
                <a:lnTo>
                  <a:pt x="412573" y="254397"/>
                </a:lnTo>
                <a:cubicBezTo>
                  <a:pt x="420036" y="252926"/>
                  <a:pt x="425248" y="246585"/>
                  <a:pt x="425248" y="238978"/>
                </a:cubicBezTo>
                <a:lnTo>
                  <a:pt x="425248" y="186270"/>
                </a:lnTo>
                <a:cubicBezTo>
                  <a:pt x="425248" y="178663"/>
                  <a:pt x="420036" y="172323"/>
                  <a:pt x="412574" y="170852"/>
                </a:cubicBezTo>
                <a:close/>
                <a:moveTo>
                  <a:pt x="413436" y="238979"/>
                </a:moveTo>
                <a:cubicBezTo>
                  <a:pt x="413436" y="240898"/>
                  <a:pt x="412171" y="242438"/>
                  <a:pt x="410289" y="242809"/>
                </a:cubicBezTo>
                <a:lnTo>
                  <a:pt x="381844" y="248417"/>
                </a:lnTo>
                <a:cubicBezTo>
                  <a:pt x="379905" y="248799"/>
                  <a:pt x="378286" y="250125"/>
                  <a:pt x="377530" y="251951"/>
                </a:cubicBezTo>
                <a:lnTo>
                  <a:pt x="357035" y="301419"/>
                </a:lnTo>
                <a:cubicBezTo>
                  <a:pt x="356279" y="303245"/>
                  <a:pt x="356486" y="305328"/>
                  <a:pt x="357586" y="306969"/>
                </a:cubicBezTo>
                <a:lnTo>
                  <a:pt x="373737" y="331051"/>
                </a:lnTo>
                <a:cubicBezTo>
                  <a:pt x="374807" y="332645"/>
                  <a:pt x="374612" y="334628"/>
                  <a:pt x="373256" y="335985"/>
                </a:cubicBezTo>
                <a:lnTo>
                  <a:pt x="335986" y="373255"/>
                </a:lnTo>
                <a:cubicBezTo>
                  <a:pt x="334628" y="374612"/>
                  <a:pt x="332645" y="374806"/>
                  <a:pt x="331050" y="373736"/>
                </a:cubicBezTo>
                <a:lnTo>
                  <a:pt x="306967" y="357585"/>
                </a:lnTo>
                <a:cubicBezTo>
                  <a:pt x="305327" y="356484"/>
                  <a:pt x="303243" y="356279"/>
                  <a:pt x="301417" y="357035"/>
                </a:cubicBezTo>
                <a:lnTo>
                  <a:pt x="251950" y="377529"/>
                </a:lnTo>
                <a:cubicBezTo>
                  <a:pt x="250125" y="378285"/>
                  <a:pt x="248798" y="379904"/>
                  <a:pt x="248416" y="381843"/>
                </a:cubicBezTo>
                <a:lnTo>
                  <a:pt x="242808" y="410288"/>
                </a:lnTo>
                <a:cubicBezTo>
                  <a:pt x="242438" y="412171"/>
                  <a:pt x="240898" y="413436"/>
                  <a:pt x="238979" y="413436"/>
                </a:cubicBezTo>
                <a:lnTo>
                  <a:pt x="186270" y="413436"/>
                </a:lnTo>
                <a:cubicBezTo>
                  <a:pt x="184352" y="413436"/>
                  <a:pt x="182812" y="412170"/>
                  <a:pt x="182441" y="410287"/>
                </a:cubicBezTo>
                <a:lnTo>
                  <a:pt x="176832" y="381842"/>
                </a:lnTo>
                <a:cubicBezTo>
                  <a:pt x="176451" y="379903"/>
                  <a:pt x="175125" y="378284"/>
                  <a:pt x="173299" y="377528"/>
                </a:cubicBezTo>
                <a:lnTo>
                  <a:pt x="123831" y="357034"/>
                </a:lnTo>
                <a:cubicBezTo>
                  <a:pt x="123105" y="356732"/>
                  <a:pt x="122337" y="356584"/>
                  <a:pt x="121572" y="356584"/>
                </a:cubicBezTo>
                <a:cubicBezTo>
                  <a:pt x="120417" y="356584"/>
                  <a:pt x="119269" y="356922"/>
                  <a:pt x="118282" y="357585"/>
                </a:cubicBezTo>
                <a:lnTo>
                  <a:pt x="94198" y="373736"/>
                </a:lnTo>
                <a:cubicBezTo>
                  <a:pt x="92603" y="374806"/>
                  <a:pt x="90621" y="374612"/>
                  <a:pt x="89264" y="373255"/>
                </a:cubicBezTo>
                <a:lnTo>
                  <a:pt x="51994" y="335985"/>
                </a:lnTo>
                <a:cubicBezTo>
                  <a:pt x="50638" y="334628"/>
                  <a:pt x="50444" y="332645"/>
                  <a:pt x="51513" y="331050"/>
                </a:cubicBezTo>
                <a:lnTo>
                  <a:pt x="67663" y="306968"/>
                </a:lnTo>
                <a:cubicBezTo>
                  <a:pt x="68764" y="305327"/>
                  <a:pt x="68971" y="303244"/>
                  <a:pt x="68214" y="301418"/>
                </a:cubicBezTo>
                <a:lnTo>
                  <a:pt x="47720" y="251950"/>
                </a:lnTo>
                <a:cubicBezTo>
                  <a:pt x="46964" y="250124"/>
                  <a:pt x="45345" y="248798"/>
                  <a:pt x="43406" y="248416"/>
                </a:cubicBezTo>
                <a:lnTo>
                  <a:pt x="14961" y="242808"/>
                </a:lnTo>
                <a:cubicBezTo>
                  <a:pt x="13079" y="242437"/>
                  <a:pt x="11814" y="240897"/>
                  <a:pt x="11814" y="238978"/>
                </a:cubicBezTo>
                <a:lnTo>
                  <a:pt x="11814" y="186270"/>
                </a:lnTo>
                <a:cubicBezTo>
                  <a:pt x="11814" y="184351"/>
                  <a:pt x="13080" y="182812"/>
                  <a:pt x="14963" y="182441"/>
                </a:cubicBezTo>
                <a:lnTo>
                  <a:pt x="43407" y="176832"/>
                </a:lnTo>
                <a:cubicBezTo>
                  <a:pt x="45345" y="176450"/>
                  <a:pt x="46964" y="175124"/>
                  <a:pt x="47720" y="173299"/>
                </a:cubicBezTo>
                <a:lnTo>
                  <a:pt x="68214" y="123830"/>
                </a:lnTo>
                <a:cubicBezTo>
                  <a:pt x="68970" y="122005"/>
                  <a:pt x="68763" y="119921"/>
                  <a:pt x="67663" y="118280"/>
                </a:cubicBezTo>
                <a:lnTo>
                  <a:pt x="51513" y="94197"/>
                </a:lnTo>
                <a:cubicBezTo>
                  <a:pt x="50444" y="92603"/>
                  <a:pt x="50638" y="90620"/>
                  <a:pt x="51994" y="89263"/>
                </a:cubicBezTo>
                <a:lnTo>
                  <a:pt x="89264" y="51994"/>
                </a:lnTo>
                <a:cubicBezTo>
                  <a:pt x="90622" y="50638"/>
                  <a:pt x="92604" y="50444"/>
                  <a:pt x="94199" y="51512"/>
                </a:cubicBezTo>
                <a:lnTo>
                  <a:pt x="118281" y="67662"/>
                </a:lnTo>
                <a:cubicBezTo>
                  <a:pt x="119921" y="68764"/>
                  <a:pt x="122006" y="68970"/>
                  <a:pt x="123830" y="68213"/>
                </a:cubicBezTo>
                <a:lnTo>
                  <a:pt x="173299" y="47718"/>
                </a:lnTo>
                <a:cubicBezTo>
                  <a:pt x="175125" y="46962"/>
                  <a:pt x="176451" y="45343"/>
                  <a:pt x="176832" y="43404"/>
                </a:cubicBezTo>
                <a:lnTo>
                  <a:pt x="182442" y="14960"/>
                </a:lnTo>
                <a:cubicBezTo>
                  <a:pt x="182812" y="13076"/>
                  <a:pt x="184352" y="11812"/>
                  <a:pt x="186270" y="11812"/>
                </a:cubicBezTo>
                <a:lnTo>
                  <a:pt x="238979" y="11812"/>
                </a:lnTo>
                <a:cubicBezTo>
                  <a:pt x="240898" y="11812"/>
                  <a:pt x="242438" y="13076"/>
                  <a:pt x="242808" y="14960"/>
                </a:cubicBezTo>
                <a:lnTo>
                  <a:pt x="248416" y="43404"/>
                </a:lnTo>
                <a:cubicBezTo>
                  <a:pt x="248798" y="45343"/>
                  <a:pt x="250125" y="46961"/>
                  <a:pt x="251951" y="47718"/>
                </a:cubicBezTo>
                <a:lnTo>
                  <a:pt x="301419" y="68213"/>
                </a:lnTo>
                <a:cubicBezTo>
                  <a:pt x="303243" y="68969"/>
                  <a:pt x="305328" y="68762"/>
                  <a:pt x="306968" y="67662"/>
                </a:cubicBezTo>
                <a:lnTo>
                  <a:pt x="331050" y="51513"/>
                </a:lnTo>
                <a:cubicBezTo>
                  <a:pt x="332643" y="50442"/>
                  <a:pt x="334627" y="50637"/>
                  <a:pt x="335986" y="51994"/>
                </a:cubicBezTo>
                <a:lnTo>
                  <a:pt x="373256" y="89263"/>
                </a:lnTo>
                <a:cubicBezTo>
                  <a:pt x="374612" y="90620"/>
                  <a:pt x="374806" y="92603"/>
                  <a:pt x="373737" y="94198"/>
                </a:cubicBezTo>
                <a:lnTo>
                  <a:pt x="357586" y="118280"/>
                </a:lnTo>
                <a:cubicBezTo>
                  <a:pt x="356485" y="119921"/>
                  <a:pt x="356279" y="122005"/>
                  <a:pt x="357035" y="123830"/>
                </a:cubicBezTo>
                <a:lnTo>
                  <a:pt x="377530" y="173299"/>
                </a:lnTo>
                <a:cubicBezTo>
                  <a:pt x="378286" y="175125"/>
                  <a:pt x="379905" y="176450"/>
                  <a:pt x="381843" y="176832"/>
                </a:cubicBezTo>
                <a:lnTo>
                  <a:pt x="410288" y="182441"/>
                </a:lnTo>
                <a:cubicBezTo>
                  <a:pt x="412171" y="182812"/>
                  <a:pt x="413436" y="184351"/>
                  <a:pt x="413436" y="186270"/>
                </a:cubicBezTo>
                <a:lnTo>
                  <a:pt x="413436" y="238978"/>
                </a:lnTo>
                <a:close/>
                <a:moveTo>
                  <a:pt x="212624" y="68646"/>
                </a:moveTo>
                <a:cubicBezTo>
                  <a:pt x="133233" y="68646"/>
                  <a:pt x="68644" y="133235"/>
                  <a:pt x="68644" y="212626"/>
                </a:cubicBezTo>
                <a:cubicBezTo>
                  <a:pt x="68644" y="292017"/>
                  <a:pt x="133233" y="356606"/>
                  <a:pt x="212624" y="356606"/>
                </a:cubicBezTo>
                <a:cubicBezTo>
                  <a:pt x="292015" y="356606"/>
                  <a:pt x="356604" y="292017"/>
                  <a:pt x="356604" y="212626"/>
                </a:cubicBezTo>
                <a:cubicBezTo>
                  <a:pt x="356604" y="133235"/>
                  <a:pt x="292015" y="68646"/>
                  <a:pt x="212624" y="68646"/>
                </a:cubicBezTo>
                <a:close/>
                <a:moveTo>
                  <a:pt x="212624" y="344793"/>
                </a:moveTo>
                <a:cubicBezTo>
                  <a:pt x="139747" y="344793"/>
                  <a:pt x="80457" y="285502"/>
                  <a:pt x="80457" y="212625"/>
                </a:cubicBezTo>
                <a:cubicBezTo>
                  <a:pt x="80457" y="139748"/>
                  <a:pt x="139747" y="80457"/>
                  <a:pt x="212624" y="80457"/>
                </a:cubicBezTo>
                <a:cubicBezTo>
                  <a:pt x="285501" y="80457"/>
                  <a:pt x="344792" y="139748"/>
                  <a:pt x="344792" y="212625"/>
                </a:cubicBezTo>
                <a:cubicBezTo>
                  <a:pt x="344792" y="285502"/>
                  <a:pt x="285501" y="344793"/>
                  <a:pt x="212624" y="344793"/>
                </a:cubicBezTo>
                <a:close/>
                <a:moveTo>
                  <a:pt x="262757" y="108876"/>
                </a:moveTo>
                <a:lnTo>
                  <a:pt x="162490" y="108876"/>
                </a:lnTo>
                <a:cubicBezTo>
                  <a:pt x="155021" y="108876"/>
                  <a:pt x="148596" y="112585"/>
                  <a:pt x="144863" y="119053"/>
                </a:cubicBezTo>
                <a:lnTo>
                  <a:pt x="114985" y="170800"/>
                </a:lnTo>
                <a:cubicBezTo>
                  <a:pt x="114466" y="171698"/>
                  <a:pt x="114194" y="172716"/>
                  <a:pt x="114194" y="173753"/>
                </a:cubicBezTo>
                <a:lnTo>
                  <a:pt x="114194" y="184117"/>
                </a:lnTo>
                <a:cubicBezTo>
                  <a:pt x="114194" y="193541"/>
                  <a:pt x="118584" y="201876"/>
                  <a:pt x="125666" y="207083"/>
                </a:cubicBezTo>
                <a:lnTo>
                  <a:pt x="125666" y="286875"/>
                </a:lnTo>
                <a:cubicBezTo>
                  <a:pt x="125666" y="296421"/>
                  <a:pt x="133433" y="304188"/>
                  <a:pt x="142979" y="304188"/>
                </a:cubicBezTo>
                <a:lnTo>
                  <a:pt x="282270" y="304188"/>
                </a:lnTo>
                <a:cubicBezTo>
                  <a:pt x="291815" y="304188"/>
                  <a:pt x="299583" y="296421"/>
                  <a:pt x="299583" y="286875"/>
                </a:cubicBezTo>
                <a:lnTo>
                  <a:pt x="299583" y="207083"/>
                </a:lnTo>
                <a:cubicBezTo>
                  <a:pt x="306664" y="201876"/>
                  <a:pt x="311055" y="193541"/>
                  <a:pt x="311055" y="184117"/>
                </a:cubicBezTo>
                <a:lnTo>
                  <a:pt x="311055" y="173753"/>
                </a:lnTo>
                <a:cubicBezTo>
                  <a:pt x="311055" y="172716"/>
                  <a:pt x="310783" y="171698"/>
                  <a:pt x="310264" y="170800"/>
                </a:cubicBezTo>
                <a:lnTo>
                  <a:pt x="280387" y="119052"/>
                </a:lnTo>
                <a:cubicBezTo>
                  <a:pt x="276652" y="112585"/>
                  <a:pt x="270227" y="108875"/>
                  <a:pt x="262758" y="108875"/>
                </a:cubicBezTo>
                <a:close/>
                <a:moveTo>
                  <a:pt x="270156" y="124959"/>
                </a:moveTo>
                <a:lnTo>
                  <a:pt x="294918" y="167847"/>
                </a:lnTo>
                <a:lnTo>
                  <a:pt x="263037" y="167847"/>
                </a:lnTo>
                <a:lnTo>
                  <a:pt x="246066" y="120688"/>
                </a:lnTo>
                <a:lnTo>
                  <a:pt x="262756" y="120688"/>
                </a:lnTo>
                <a:cubicBezTo>
                  <a:pt x="265937" y="120688"/>
                  <a:pt x="268565" y="122205"/>
                  <a:pt x="270155" y="124959"/>
                </a:cubicBezTo>
                <a:close/>
                <a:moveTo>
                  <a:pt x="285668" y="200558"/>
                </a:moveTo>
                <a:cubicBezTo>
                  <a:pt x="284469" y="200789"/>
                  <a:pt x="283240" y="200906"/>
                  <a:pt x="282017" y="200906"/>
                </a:cubicBezTo>
                <a:cubicBezTo>
                  <a:pt x="274681" y="200906"/>
                  <a:pt x="268043" y="196758"/>
                  <a:pt x="264792" y="190255"/>
                </a:cubicBezTo>
                <a:lnTo>
                  <a:pt x="264792" y="179660"/>
                </a:lnTo>
                <a:lnTo>
                  <a:pt x="299242" y="179660"/>
                </a:lnTo>
                <a:lnTo>
                  <a:pt x="299242" y="184117"/>
                </a:lnTo>
                <a:cubicBezTo>
                  <a:pt x="299242" y="192257"/>
                  <a:pt x="293660" y="199018"/>
                  <a:pt x="285668" y="200558"/>
                </a:cubicBezTo>
                <a:close/>
                <a:moveTo>
                  <a:pt x="126006" y="184117"/>
                </a:moveTo>
                <a:lnTo>
                  <a:pt x="126006" y="179660"/>
                </a:lnTo>
                <a:lnTo>
                  <a:pt x="160456" y="179660"/>
                </a:lnTo>
                <a:lnTo>
                  <a:pt x="160456" y="190255"/>
                </a:lnTo>
                <a:cubicBezTo>
                  <a:pt x="157206" y="196757"/>
                  <a:pt x="150567" y="200906"/>
                  <a:pt x="143232" y="200906"/>
                </a:cubicBezTo>
                <a:cubicBezTo>
                  <a:pt x="142008" y="200906"/>
                  <a:pt x="140780" y="200789"/>
                  <a:pt x="139581" y="200558"/>
                </a:cubicBezTo>
                <a:cubicBezTo>
                  <a:pt x="131588" y="199018"/>
                  <a:pt x="126006" y="192257"/>
                  <a:pt x="126006" y="184117"/>
                </a:cubicBezTo>
                <a:close/>
                <a:moveTo>
                  <a:pt x="172268" y="179660"/>
                </a:moveTo>
                <a:lnTo>
                  <a:pt x="206717" y="179660"/>
                </a:lnTo>
                <a:lnTo>
                  <a:pt x="206717" y="190255"/>
                </a:lnTo>
                <a:cubicBezTo>
                  <a:pt x="203468" y="196757"/>
                  <a:pt x="196829" y="200905"/>
                  <a:pt x="189493" y="200905"/>
                </a:cubicBezTo>
                <a:cubicBezTo>
                  <a:pt x="182156" y="200905"/>
                  <a:pt x="175519" y="196757"/>
                  <a:pt x="172268" y="190254"/>
                </a:cubicBezTo>
                <a:lnTo>
                  <a:pt x="172268" y="179659"/>
                </a:lnTo>
                <a:close/>
                <a:moveTo>
                  <a:pt x="206717" y="167847"/>
                </a:moveTo>
                <a:lnTo>
                  <a:pt x="174764" y="167847"/>
                </a:lnTo>
                <a:lnTo>
                  <a:pt x="191733" y="120688"/>
                </a:lnTo>
                <a:lnTo>
                  <a:pt x="206717" y="120688"/>
                </a:lnTo>
                <a:close/>
                <a:moveTo>
                  <a:pt x="218530" y="120688"/>
                </a:moveTo>
                <a:lnTo>
                  <a:pt x="233514" y="120688"/>
                </a:lnTo>
                <a:lnTo>
                  <a:pt x="250483" y="167847"/>
                </a:lnTo>
                <a:lnTo>
                  <a:pt x="218530" y="167847"/>
                </a:lnTo>
                <a:close/>
                <a:moveTo>
                  <a:pt x="218530" y="179660"/>
                </a:moveTo>
                <a:lnTo>
                  <a:pt x="252979" y="179660"/>
                </a:lnTo>
                <a:lnTo>
                  <a:pt x="252979" y="190255"/>
                </a:lnTo>
                <a:cubicBezTo>
                  <a:pt x="249729" y="196757"/>
                  <a:pt x="243090" y="200906"/>
                  <a:pt x="235755" y="200906"/>
                </a:cubicBezTo>
                <a:cubicBezTo>
                  <a:pt x="228419" y="200906"/>
                  <a:pt x="221780" y="196758"/>
                  <a:pt x="218530" y="190255"/>
                </a:cubicBezTo>
                <a:close/>
                <a:moveTo>
                  <a:pt x="155092" y="124959"/>
                </a:moveTo>
                <a:cubicBezTo>
                  <a:pt x="156682" y="122205"/>
                  <a:pt x="159309" y="120687"/>
                  <a:pt x="162490" y="120687"/>
                </a:cubicBezTo>
                <a:lnTo>
                  <a:pt x="179180" y="120687"/>
                </a:lnTo>
                <a:lnTo>
                  <a:pt x="162210" y="167846"/>
                </a:lnTo>
                <a:lnTo>
                  <a:pt x="130331" y="167846"/>
                </a:lnTo>
                <a:lnTo>
                  <a:pt x="155093" y="124958"/>
                </a:lnTo>
                <a:close/>
                <a:moveTo>
                  <a:pt x="202184" y="292375"/>
                </a:moveTo>
                <a:lnTo>
                  <a:pt x="168972" y="292375"/>
                </a:lnTo>
                <a:lnTo>
                  <a:pt x="168972" y="241923"/>
                </a:lnTo>
                <a:lnTo>
                  <a:pt x="202184" y="241923"/>
                </a:lnTo>
                <a:close/>
                <a:moveTo>
                  <a:pt x="282269" y="292375"/>
                </a:moveTo>
                <a:lnTo>
                  <a:pt x="213996" y="292375"/>
                </a:lnTo>
                <a:lnTo>
                  <a:pt x="213996" y="236017"/>
                </a:lnTo>
                <a:cubicBezTo>
                  <a:pt x="213996" y="232755"/>
                  <a:pt x="211352" y="230111"/>
                  <a:pt x="208090" y="230111"/>
                </a:cubicBezTo>
                <a:lnTo>
                  <a:pt x="163066" y="230111"/>
                </a:lnTo>
                <a:cubicBezTo>
                  <a:pt x="159804" y="230111"/>
                  <a:pt x="157159" y="232755"/>
                  <a:pt x="157159" y="236017"/>
                </a:cubicBezTo>
                <a:lnTo>
                  <a:pt x="157159" y="292375"/>
                </a:lnTo>
                <a:lnTo>
                  <a:pt x="142979" y="292375"/>
                </a:lnTo>
                <a:cubicBezTo>
                  <a:pt x="139945" y="292375"/>
                  <a:pt x="137478" y="289907"/>
                  <a:pt x="137478" y="286874"/>
                </a:cubicBezTo>
                <a:lnTo>
                  <a:pt x="137478" y="212178"/>
                </a:lnTo>
                <a:cubicBezTo>
                  <a:pt x="139370" y="212534"/>
                  <a:pt x="141305" y="212717"/>
                  <a:pt x="143231" y="212717"/>
                </a:cubicBezTo>
                <a:cubicBezTo>
                  <a:pt x="152221" y="212717"/>
                  <a:pt x="160570" y="208859"/>
                  <a:pt x="166361" y="202404"/>
                </a:cubicBezTo>
                <a:cubicBezTo>
                  <a:pt x="172153" y="208859"/>
                  <a:pt x="180502" y="212717"/>
                  <a:pt x="189492" y="212717"/>
                </a:cubicBezTo>
                <a:cubicBezTo>
                  <a:pt x="198482" y="212717"/>
                  <a:pt x="206832" y="208859"/>
                  <a:pt x="212622" y="202404"/>
                </a:cubicBezTo>
                <a:cubicBezTo>
                  <a:pt x="218414" y="208859"/>
                  <a:pt x="226764" y="212717"/>
                  <a:pt x="235754" y="212717"/>
                </a:cubicBezTo>
                <a:cubicBezTo>
                  <a:pt x="244744" y="212717"/>
                  <a:pt x="253093" y="208859"/>
                  <a:pt x="258884" y="202404"/>
                </a:cubicBezTo>
                <a:cubicBezTo>
                  <a:pt x="264676" y="208859"/>
                  <a:pt x="273025" y="212717"/>
                  <a:pt x="282015" y="212717"/>
                </a:cubicBezTo>
                <a:cubicBezTo>
                  <a:pt x="283942" y="212717"/>
                  <a:pt x="285876" y="212534"/>
                  <a:pt x="287768" y="212178"/>
                </a:cubicBezTo>
                <a:lnTo>
                  <a:pt x="287768" y="286874"/>
                </a:lnTo>
                <a:cubicBezTo>
                  <a:pt x="287768" y="289907"/>
                  <a:pt x="285301" y="292375"/>
                  <a:pt x="282267" y="292375"/>
                </a:cubicBezTo>
                <a:close/>
                <a:moveTo>
                  <a:pt x="233152" y="230112"/>
                </a:moveTo>
                <a:lnTo>
                  <a:pt x="268613" y="230112"/>
                </a:lnTo>
                <a:lnTo>
                  <a:pt x="268613" y="241924"/>
                </a:lnTo>
                <a:lnTo>
                  <a:pt x="233152" y="24192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25"/>
          <p:cNvSpPr txBox="1"/>
          <p:nvPr>
            <p:ph type="title"/>
          </p:nvPr>
        </p:nvSpPr>
        <p:spPr>
          <a:xfrm>
            <a:off x="387821" y="282613"/>
            <a:ext cx="8368363" cy="409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None/>
            </a:pPr>
            <a:r>
              <a:rPr b="1" lang="en-US"/>
              <a:t>Business Expansion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6"/>
          <p:cNvSpPr txBox="1"/>
          <p:nvPr/>
        </p:nvSpPr>
        <p:spPr>
          <a:xfrm>
            <a:off x="7145" y="402913"/>
            <a:ext cx="9129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700"/>
              <a:buFont typeface="Lora"/>
              <a:buNone/>
            </a:pPr>
            <a:r>
              <a:rPr b="1" i="0" lang="en-US" sz="27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rPr>
              <a:t>Marketing Mix PowerPoint Template</a:t>
            </a:r>
            <a:endParaRPr sz="1100"/>
          </a:p>
        </p:txBody>
      </p:sp>
      <p:grpSp>
        <p:nvGrpSpPr>
          <p:cNvPr id="548" name="Google Shape;548;p26"/>
          <p:cNvGrpSpPr/>
          <p:nvPr/>
        </p:nvGrpSpPr>
        <p:grpSpPr>
          <a:xfrm>
            <a:off x="269587" y="1394198"/>
            <a:ext cx="8576466" cy="3228791"/>
            <a:chOff x="359450" y="1858931"/>
            <a:chExt cx="11435288" cy="4305055"/>
          </a:xfrm>
        </p:grpSpPr>
        <p:sp>
          <p:nvSpPr>
            <p:cNvPr id="549" name="Google Shape;549;p26"/>
            <p:cNvSpPr/>
            <p:nvPr/>
          </p:nvSpPr>
          <p:spPr>
            <a:xfrm>
              <a:off x="3761358" y="2054075"/>
              <a:ext cx="1744381" cy="1744381"/>
            </a:xfrm>
            <a:custGeom>
              <a:rect b="b" l="l" r="r" t="t"/>
              <a:pathLst>
                <a:path extrusionOk="0" h="1669264" w="1669264">
                  <a:moveTo>
                    <a:pt x="834599" y="1669094"/>
                  </a:moveTo>
                  <a:cubicBezTo>
                    <a:pt x="373637" y="1669094"/>
                    <a:pt x="-33" y="1295424"/>
                    <a:pt x="-33" y="834461"/>
                  </a:cubicBezTo>
                  <a:cubicBezTo>
                    <a:pt x="-33" y="373514"/>
                    <a:pt x="373637" y="-171"/>
                    <a:pt x="834599" y="-171"/>
                  </a:cubicBezTo>
                  <a:cubicBezTo>
                    <a:pt x="1295546" y="-171"/>
                    <a:pt x="1669232" y="373514"/>
                    <a:pt x="1669232" y="834461"/>
                  </a:cubicBezTo>
                  <a:cubicBezTo>
                    <a:pt x="1668705" y="1295201"/>
                    <a:pt x="1295339" y="1668567"/>
                    <a:pt x="834599" y="1669094"/>
                  </a:cubicBezTo>
                  <a:close/>
                  <a:moveTo>
                    <a:pt x="834599" y="30470"/>
                  </a:moveTo>
                  <a:cubicBezTo>
                    <a:pt x="390568" y="30470"/>
                    <a:pt x="30608" y="390431"/>
                    <a:pt x="30608" y="834461"/>
                  </a:cubicBezTo>
                  <a:cubicBezTo>
                    <a:pt x="30608" y="1278492"/>
                    <a:pt x="390568" y="1638453"/>
                    <a:pt x="834599" y="1638453"/>
                  </a:cubicBezTo>
                  <a:cubicBezTo>
                    <a:pt x="1278630" y="1638453"/>
                    <a:pt x="1638591" y="1278492"/>
                    <a:pt x="1638591" y="834461"/>
                  </a:cubicBezTo>
                  <a:cubicBezTo>
                    <a:pt x="1638065" y="390654"/>
                    <a:pt x="1278407" y="30996"/>
                    <a:pt x="834599" y="304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50" name="Google Shape;550;p26"/>
            <p:cNvSpPr/>
            <p:nvPr/>
          </p:nvSpPr>
          <p:spPr>
            <a:xfrm>
              <a:off x="398080" y="2051074"/>
              <a:ext cx="2067575" cy="1719533"/>
            </a:xfrm>
            <a:custGeom>
              <a:rect b="b" l="l" r="r" t="t"/>
              <a:pathLst>
                <a:path extrusionOk="0" h="1645486" w="1978541">
                  <a:moveTo>
                    <a:pt x="0" y="1645486"/>
                  </a:moveTo>
                  <a:lnTo>
                    <a:pt x="1645486" y="0"/>
                  </a:lnTo>
                  <a:lnTo>
                    <a:pt x="1978541" y="0"/>
                  </a:lnTo>
                </a:path>
              </a:pathLst>
            </a:custGeom>
            <a:noFill/>
            <a:ln cap="flat" cmpd="sng" w="11975">
              <a:solidFill>
                <a:srgbClr val="BCBCB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51" name="Google Shape;551;p26"/>
            <p:cNvSpPr/>
            <p:nvPr/>
          </p:nvSpPr>
          <p:spPr>
            <a:xfrm>
              <a:off x="2458519" y="1991400"/>
              <a:ext cx="114068" cy="114068"/>
            </a:xfrm>
            <a:custGeom>
              <a:rect b="b" l="l" r="r" t="t"/>
              <a:pathLst>
                <a:path extrusionOk="0" h="109156" w="109156">
                  <a:moveTo>
                    <a:pt x="109157" y="54578"/>
                  </a:moveTo>
                  <a:cubicBezTo>
                    <a:pt x="109157" y="84721"/>
                    <a:pt x="84721" y="109157"/>
                    <a:pt x="54578" y="109157"/>
                  </a:cubicBezTo>
                  <a:cubicBezTo>
                    <a:pt x="24436" y="109157"/>
                    <a:pt x="0" y="84721"/>
                    <a:pt x="0" y="54578"/>
                  </a:cubicBezTo>
                  <a:cubicBezTo>
                    <a:pt x="0" y="24436"/>
                    <a:pt x="24436" y="0"/>
                    <a:pt x="54578" y="0"/>
                  </a:cubicBezTo>
                  <a:cubicBezTo>
                    <a:pt x="84721" y="0"/>
                    <a:pt x="109157" y="24436"/>
                    <a:pt x="109157" y="54578"/>
                  </a:cubicBezTo>
                  <a:close/>
                </a:path>
              </a:pathLst>
            </a:custGeom>
            <a:noFill/>
            <a:ln cap="flat" cmpd="sng" w="11975">
              <a:solidFill>
                <a:srgbClr val="BCBCB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52" name="Google Shape;552;p26"/>
            <p:cNvSpPr/>
            <p:nvPr/>
          </p:nvSpPr>
          <p:spPr>
            <a:xfrm>
              <a:off x="1289531" y="2349281"/>
              <a:ext cx="3903512" cy="1153526"/>
            </a:xfrm>
            <a:custGeom>
              <a:rect b="b" l="l" r="r" t="t"/>
              <a:pathLst>
                <a:path extrusionOk="0" h="1103853" w="3735418">
                  <a:moveTo>
                    <a:pt x="3183539" y="1103682"/>
                  </a:moveTo>
                  <a:lnTo>
                    <a:pt x="-33" y="1103682"/>
                  </a:lnTo>
                  <a:lnTo>
                    <a:pt x="-33" y="-171"/>
                  </a:lnTo>
                  <a:lnTo>
                    <a:pt x="3183539" y="-171"/>
                  </a:lnTo>
                  <a:cubicBezTo>
                    <a:pt x="3488315" y="-171"/>
                    <a:pt x="3735386" y="246899"/>
                    <a:pt x="3735386" y="551676"/>
                  </a:cubicBezTo>
                  <a:lnTo>
                    <a:pt x="3735386" y="551676"/>
                  </a:lnTo>
                  <a:cubicBezTo>
                    <a:pt x="3735482" y="856452"/>
                    <a:pt x="3488475" y="1103586"/>
                    <a:pt x="3183698" y="1103682"/>
                  </a:cubicBezTo>
                  <a:cubicBezTo>
                    <a:pt x="3183651" y="1103682"/>
                    <a:pt x="3183587" y="1103682"/>
                    <a:pt x="3183539" y="11036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7625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53" name="Google Shape;553;p26"/>
            <p:cNvSpPr/>
            <p:nvPr/>
          </p:nvSpPr>
          <p:spPr>
            <a:xfrm>
              <a:off x="1329537" y="2389453"/>
              <a:ext cx="3823464" cy="1073311"/>
            </a:xfrm>
            <a:custGeom>
              <a:rect b="b" l="l" r="r" t="t"/>
              <a:pathLst>
                <a:path extrusionOk="0" h="1027092" w="3658817">
                  <a:moveTo>
                    <a:pt x="3145239" y="1026921"/>
                  </a:moveTo>
                  <a:lnTo>
                    <a:pt x="-33" y="1026921"/>
                  </a:lnTo>
                  <a:lnTo>
                    <a:pt x="-33" y="-171"/>
                  </a:lnTo>
                  <a:lnTo>
                    <a:pt x="3145239" y="-171"/>
                  </a:lnTo>
                  <a:cubicBezTo>
                    <a:pt x="3428870" y="-171"/>
                    <a:pt x="3658785" y="229744"/>
                    <a:pt x="3658785" y="513375"/>
                  </a:cubicBezTo>
                  <a:cubicBezTo>
                    <a:pt x="3658785" y="797007"/>
                    <a:pt x="3428870" y="1026921"/>
                    <a:pt x="3145239" y="1026921"/>
                  </a:cubicBezTo>
                  <a:close/>
                  <a:moveTo>
                    <a:pt x="46087" y="980961"/>
                  </a:moveTo>
                  <a:lnTo>
                    <a:pt x="3145239" y="980961"/>
                  </a:lnTo>
                  <a:cubicBezTo>
                    <a:pt x="3403432" y="976189"/>
                    <a:pt x="3608882" y="763015"/>
                    <a:pt x="3604111" y="504821"/>
                  </a:cubicBezTo>
                  <a:cubicBezTo>
                    <a:pt x="3599467" y="253347"/>
                    <a:pt x="3396713" y="50593"/>
                    <a:pt x="3145239" y="45949"/>
                  </a:cubicBezTo>
                  <a:lnTo>
                    <a:pt x="46087" y="459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54" name="Google Shape;554;p26"/>
            <p:cNvSpPr/>
            <p:nvPr/>
          </p:nvSpPr>
          <p:spPr>
            <a:xfrm>
              <a:off x="1345706" y="3249067"/>
              <a:ext cx="2300381" cy="427257"/>
            </a:xfrm>
            <a:custGeom>
              <a:rect b="b" l="l" r="r" t="t"/>
              <a:pathLst>
                <a:path extrusionOk="0" h="408858" w="2201322">
                  <a:moveTo>
                    <a:pt x="1996894" y="0"/>
                  </a:moveTo>
                  <a:cubicBezTo>
                    <a:pt x="2109797" y="0"/>
                    <a:pt x="2201323" y="0"/>
                    <a:pt x="2201323" y="0"/>
                  </a:cubicBezTo>
                  <a:lnTo>
                    <a:pt x="2201323" y="408858"/>
                  </a:lnTo>
                  <a:cubicBezTo>
                    <a:pt x="2201323" y="408858"/>
                    <a:pt x="2109797" y="408858"/>
                    <a:pt x="1996894" y="408858"/>
                  </a:cubicBezTo>
                  <a:lnTo>
                    <a:pt x="204429" y="408858"/>
                  </a:lnTo>
                  <a:cubicBezTo>
                    <a:pt x="91526" y="408858"/>
                    <a:pt x="0" y="408858"/>
                    <a:pt x="0" y="408858"/>
                  </a:cubicBezTo>
                  <a:lnTo>
                    <a:pt x="0" y="0"/>
                  </a:lnTo>
                  <a:cubicBezTo>
                    <a:pt x="0" y="0"/>
                    <a:pt x="91526" y="0"/>
                    <a:pt x="2044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55" name="Google Shape;555;p26"/>
            <p:cNvSpPr/>
            <p:nvPr/>
          </p:nvSpPr>
          <p:spPr>
            <a:xfrm>
              <a:off x="1372207" y="3280983"/>
              <a:ext cx="2236513" cy="363223"/>
            </a:xfrm>
            <a:custGeom>
              <a:rect b="b" l="l" r="r" t="t"/>
              <a:pathLst>
                <a:path extrusionOk="0" h="347582" w="2140204">
                  <a:moveTo>
                    <a:pt x="179024" y="347331"/>
                  </a:moveTo>
                  <a:cubicBezTo>
                    <a:pt x="83087" y="350235"/>
                    <a:pt x="2958" y="274831"/>
                    <a:pt x="49" y="178888"/>
                  </a:cubicBezTo>
                  <a:cubicBezTo>
                    <a:pt x="-2859" y="82945"/>
                    <a:pt x="72556" y="2817"/>
                    <a:pt x="168491" y="-87"/>
                  </a:cubicBezTo>
                  <a:cubicBezTo>
                    <a:pt x="172002" y="-199"/>
                    <a:pt x="175513" y="-199"/>
                    <a:pt x="179024" y="-87"/>
                  </a:cubicBezTo>
                  <a:lnTo>
                    <a:pt x="1971648" y="-87"/>
                  </a:lnTo>
                  <a:cubicBezTo>
                    <a:pt x="2067591" y="2817"/>
                    <a:pt x="2142995" y="82945"/>
                    <a:pt x="2140091" y="178888"/>
                  </a:cubicBezTo>
                  <a:cubicBezTo>
                    <a:pt x="2137314" y="270745"/>
                    <a:pt x="2063505" y="344554"/>
                    <a:pt x="1971648" y="347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56" name="Google Shape;556;p26"/>
            <p:cNvSpPr/>
            <p:nvPr/>
          </p:nvSpPr>
          <p:spPr>
            <a:xfrm rot="-2700000">
              <a:off x="641533" y="2244897"/>
              <a:ext cx="1362018" cy="1362018"/>
            </a:xfrm>
            <a:custGeom>
              <a:rect b="b" l="l" r="r" t="t"/>
              <a:pathLst>
                <a:path extrusionOk="0" h="1305888" w="1305888">
                  <a:moveTo>
                    <a:pt x="1198455" y="-171"/>
                  </a:moveTo>
                  <a:cubicBezTo>
                    <a:pt x="1257771" y="-171"/>
                    <a:pt x="1305856" y="-171"/>
                    <a:pt x="1305856" y="-171"/>
                  </a:cubicBezTo>
                  <a:lnTo>
                    <a:pt x="1305856" y="1305717"/>
                  </a:lnTo>
                  <a:cubicBezTo>
                    <a:pt x="1305856" y="1305717"/>
                    <a:pt x="1257771" y="1305717"/>
                    <a:pt x="1198455" y="1305717"/>
                  </a:cubicBezTo>
                  <a:lnTo>
                    <a:pt x="107368" y="1305717"/>
                  </a:lnTo>
                  <a:cubicBezTo>
                    <a:pt x="48052" y="1305717"/>
                    <a:pt x="-33" y="1305717"/>
                    <a:pt x="-33" y="1305717"/>
                  </a:cubicBezTo>
                  <a:lnTo>
                    <a:pt x="-33" y="-171"/>
                  </a:lnTo>
                  <a:cubicBezTo>
                    <a:pt x="-33" y="-171"/>
                    <a:pt x="48052" y="-171"/>
                    <a:pt x="107368" y="-1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7625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57" name="Google Shape;557;p26"/>
            <p:cNvSpPr/>
            <p:nvPr/>
          </p:nvSpPr>
          <p:spPr>
            <a:xfrm rot="-2700000">
              <a:off x="753581" y="2356832"/>
              <a:ext cx="1138150" cy="1138150"/>
            </a:xfrm>
            <a:custGeom>
              <a:rect b="b" l="l" r="r" t="t"/>
              <a:pathLst>
                <a:path extrusionOk="0" h="1091246" w="1091246">
                  <a:moveTo>
                    <a:pt x="1041901" y="-171"/>
                  </a:moveTo>
                  <a:cubicBezTo>
                    <a:pt x="1069136" y="-171"/>
                    <a:pt x="1091213" y="-171"/>
                    <a:pt x="1091213" y="-171"/>
                  </a:cubicBezTo>
                  <a:lnTo>
                    <a:pt x="1091213" y="1091075"/>
                  </a:lnTo>
                  <a:cubicBezTo>
                    <a:pt x="1091213" y="1091075"/>
                    <a:pt x="1069136" y="1091075"/>
                    <a:pt x="1041901" y="1091075"/>
                  </a:cubicBezTo>
                  <a:lnTo>
                    <a:pt x="49279" y="1091075"/>
                  </a:lnTo>
                  <a:cubicBezTo>
                    <a:pt x="22045" y="1091075"/>
                    <a:pt x="-33" y="1091075"/>
                    <a:pt x="-33" y="1091075"/>
                  </a:cubicBezTo>
                  <a:lnTo>
                    <a:pt x="-33" y="-171"/>
                  </a:lnTo>
                  <a:cubicBezTo>
                    <a:pt x="-33" y="-171"/>
                    <a:pt x="22045" y="-171"/>
                    <a:pt x="49279" y="-1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7625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58" name="Google Shape;558;p26"/>
            <p:cNvSpPr/>
            <p:nvPr/>
          </p:nvSpPr>
          <p:spPr>
            <a:xfrm>
              <a:off x="538640" y="2267937"/>
              <a:ext cx="637675" cy="1316458"/>
            </a:xfrm>
            <a:custGeom>
              <a:rect b="b" l="l" r="r" t="t"/>
              <a:pathLst>
                <a:path extrusionOk="0" h="1259768" w="610215">
                  <a:moveTo>
                    <a:pt x="13652" y="596200"/>
                  </a:moveTo>
                  <a:cubicBezTo>
                    <a:pt x="-4595" y="614824"/>
                    <a:pt x="-4595" y="644602"/>
                    <a:pt x="13652" y="663226"/>
                  </a:cubicBezTo>
                  <a:lnTo>
                    <a:pt x="610183" y="1259597"/>
                  </a:lnTo>
                  <a:lnTo>
                    <a:pt x="610183" y="-17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59" name="Google Shape;559;p26"/>
            <p:cNvSpPr/>
            <p:nvPr/>
          </p:nvSpPr>
          <p:spPr>
            <a:xfrm>
              <a:off x="4844501" y="4328877"/>
              <a:ext cx="1744381" cy="1744381"/>
            </a:xfrm>
            <a:custGeom>
              <a:rect b="b" l="l" r="r" t="t"/>
              <a:pathLst>
                <a:path extrusionOk="0" h="1669264" w="1669264">
                  <a:moveTo>
                    <a:pt x="834599" y="1669093"/>
                  </a:moveTo>
                  <a:cubicBezTo>
                    <a:pt x="373652" y="1669093"/>
                    <a:pt x="-33" y="1295408"/>
                    <a:pt x="-33" y="834461"/>
                  </a:cubicBezTo>
                  <a:cubicBezTo>
                    <a:pt x="-33" y="373514"/>
                    <a:pt x="373652" y="-171"/>
                    <a:pt x="834599" y="-171"/>
                  </a:cubicBezTo>
                  <a:cubicBezTo>
                    <a:pt x="1295546" y="-171"/>
                    <a:pt x="1669231" y="373514"/>
                    <a:pt x="1669231" y="834461"/>
                  </a:cubicBezTo>
                  <a:cubicBezTo>
                    <a:pt x="1668785" y="1295233"/>
                    <a:pt x="1295370" y="1668647"/>
                    <a:pt x="834599" y="1669093"/>
                  </a:cubicBezTo>
                  <a:close/>
                  <a:moveTo>
                    <a:pt x="834599" y="30469"/>
                  </a:moveTo>
                  <a:cubicBezTo>
                    <a:pt x="390568" y="30469"/>
                    <a:pt x="30607" y="390430"/>
                    <a:pt x="30607" y="834461"/>
                  </a:cubicBezTo>
                  <a:cubicBezTo>
                    <a:pt x="30607" y="1278492"/>
                    <a:pt x="390568" y="1638453"/>
                    <a:pt x="834599" y="1638453"/>
                  </a:cubicBezTo>
                  <a:cubicBezTo>
                    <a:pt x="1278630" y="1638453"/>
                    <a:pt x="1638591" y="1278492"/>
                    <a:pt x="1638591" y="834461"/>
                  </a:cubicBezTo>
                  <a:cubicBezTo>
                    <a:pt x="1638144" y="390606"/>
                    <a:pt x="1278454" y="30916"/>
                    <a:pt x="834599" y="304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60" name="Google Shape;560;p26"/>
            <p:cNvSpPr/>
            <p:nvPr/>
          </p:nvSpPr>
          <p:spPr>
            <a:xfrm>
              <a:off x="1481390" y="4326043"/>
              <a:ext cx="2067408" cy="1719366"/>
            </a:xfrm>
            <a:custGeom>
              <a:rect b="b" l="l" r="r" t="t"/>
              <a:pathLst>
                <a:path extrusionOk="0" h="1645326" w="1978381">
                  <a:moveTo>
                    <a:pt x="0" y="1645327"/>
                  </a:moveTo>
                  <a:lnTo>
                    <a:pt x="1645486" y="0"/>
                  </a:lnTo>
                  <a:lnTo>
                    <a:pt x="1978382" y="0"/>
                  </a:lnTo>
                </a:path>
              </a:pathLst>
            </a:custGeom>
            <a:noFill/>
            <a:ln cap="flat" cmpd="sng" w="11975">
              <a:solidFill>
                <a:srgbClr val="BCBCB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61" name="Google Shape;561;p26"/>
            <p:cNvSpPr/>
            <p:nvPr/>
          </p:nvSpPr>
          <p:spPr>
            <a:xfrm>
              <a:off x="3541829" y="4266201"/>
              <a:ext cx="114068" cy="114068"/>
            </a:xfrm>
            <a:custGeom>
              <a:rect b="b" l="l" r="r" t="t"/>
              <a:pathLst>
                <a:path extrusionOk="0" h="109156" w="109156">
                  <a:moveTo>
                    <a:pt x="109156" y="54578"/>
                  </a:moveTo>
                  <a:cubicBezTo>
                    <a:pt x="109156" y="84721"/>
                    <a:pt x="84721" y="109156"/>
                    <a:pt x="54578" y="109156"/>
                  </a:cubicBezTo>
                  <a:cubicBezTo>
                    <a:pt x="24436" y="109156"/>
                    <a:pt x="0" y="84721"/>
                    <a:pt x="0" y="54578"/>
                  </a:cubicBezTo>
                  <a:cubicBezTo>
                    <a:pt x="0" y="24436"/>
                    <a:pt x="24436" y="0"/>
                    <a:pt x="54578" y="0"/>
                  </a:cubicBezTo>
                  <a:cubicBezTo>
                    <a:pt x="84721" y="0"/>
                    <a:pt x="109156" y="24436"/>
                    <a:pt x="109156" y="54578"/>
                  </a:cubicBezTo>
                  <a:close/>
                </a:path>
              </a:pathLst>
            </a:custGeom>
            <a:noFill/>
            <a:ln cap="flat" cmpd="sng" w="11975">
              <a:solidFill>
                <a:srgbClr val="BCBCB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62" name="Google Shape;562;p26"/>
            <p:cNvSpPr/>
            <p:nvPr/>
          </p:nvSpPr>
          <p:spPr>
            <a:xfrm>
              <a:off x="2372841" y="4624248"/>
              <a:ext cx="3903512" cy="1153359"/>
            </a:xfrm>
            <a:custGeom>
              <a:rect b="b" l="l" r="r" t="t"/>
              <a:pathLst>
                <a:path extrusionOk="0" h="1103693" w="3735418">
                  <a:moveTo>
                    <a:pt x="3183379" y="1103523"/>
                  </a:moveTo>
                  <a:lnTo>
                    <a:pt x="-33" y="1103523"/>
                  </a:lnTo>
                  <a:lnTo>
                    <a:pt x="-33" y="-171"/>
                  </a:lnTo>
                  <a:lnTo>
                    <a:pt x="3183379" y="-171"/>
                  </a:lnTo>
                  <a:cubicBezTo>
                    <a:pt x="3488188" y="-171"/>
                    <a:pt x="3735290" y="246867"/>
                    <a:pt x="3735386" y="551676"/>
                  </a:cubicBezTo>
                  <a:lnTo>
                    <a:pt x="3735386" y="551676"/>
                  </a:lnTo>
                  <a:cubicBezTo>
                    <a:pt x="3735290" y="856484"/>
                    <a:pt x="3488188" y="1103523"/>
                    <a:pt x="3183379" y="11035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7625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63" name="Google Shape;563;p26"/>
            <p:cNvSpPr/>
            <p:nvPr/>
          </p:nvSpPr>
          <p:spPr>
            <a:xfrm>
              <a:off x="2412180" y="4664254"/>
              <a:ext cx="3823963" cy="1073311"/>
            </a:xfrm>
            <a:custGeom>
              <a:rect b="b" l="l" r="r" t="t"/>
              <a:pathLst>
                <a:path extrusionOk="0" h="1027092" w="3659295">
                  <a:moveTo>
                    <a:pt x="3145717" y="1026921"/>
                  </a:moveTo>
                  <a:lnTo>
                    <a:pt x="-33" y="1026921"/>
                  </a:lnTo>
                  <a:lnTo>
                    <a:pt x="-33" y="-171"/>
                  </a:lnTo>
                  <a:lnTo>
                    <a:pt x="3145717" y="-171"/>
                  </a:lnTo>
                  <a:cubicBezTo>
                    <a:pt x="3429349" y="-171"/>
                    <a:pt x="3659263" y="229744"/>
                    <a:pt x="3659263" y="513375"/>
                  </a:cubicBezTo>
                  <a:cubicBezTo>
                    <a:pt x="3659263" y="797007"/>
                    <a:pt x="3429349" y="1026921"/>
                    <a:pt x="3145717" y="1026921"/>
                  </a:cubicBezTo>
                  <a:close/>
                  <a:moveTo>
                    <a:pt x="46566" y="980960"/>
                  </a:moveTo>
                  <a:lnTo>
                    <a:pt x="3145717" y="980960"/>
                  </a:lnTo>
                  <a:cubicBezTo>
                    <a:pt x="3403959" y="980960"/>
                    <a:pt x="3613303" y="771617"/>
                    <a:pt x="3613303" y="513375"/>
                  </a:cubicBezTo>
                  <a:cubicBezTo>
                    <a:pt x="3613303" y="255134"/>
                    <a:pt x="3403959" y="45790"/>
                    <a:pt x="3145717" y="45790"/>
                  </a:cubicBezTo>
                  <a:lnTo>
                    <a:pt x="46566" y="457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64" name="Google Shape;564;p26"/>
            <p:cNvSpPr/>
            <p:nvPr/>
          </p:nvSpPr>
          <p:spPr>
            <a:xfrm>
              <a:off x="2429015" y="5523867"/>
              <a:ext cx="2300381" cy="427257"/>
            </a:xfrm>
            <a:custGeom>
              <a:rect b="b" l="l" r="r" t="t"/>
              <a:pathLst>
                <a:path extrusionOk="0" h="408858" w="2201322">
                  <a:moveTo>
                    <a:pt x="1996894" y="0"/>
                  </a:moveTo>
                  <a:cubicBezTo>
                    <a:pt x="2109797" y="0"/>
                    <a:pt x="2201323" y="0"/>
                    <a:pt x="2201323" y="0"/>
                  </a:cubicBezTo>
                  <a:lnTo>
                    <a:pt x="2201323" y="408858"/>
                  </a:lnTo>
                  <a:cubicBezTo>
                    <a:pt x="2201323" y="408858"/>
                    <a:pt x="2109797" y="408858"/>
                    <a:pt x="1996894" y="408858"/>
                  </a:cubicBezTo>
                  <a:lnTo>
                    <a:pt x="204429" y="408858"/>
                  </a:lnTo>
                  <a:cubicBezTo>
                    <a:pt x="91526" y="408858"/>
                    <a:pt x="0" y="408858"/>
                    <a:pt x="0" y="408858"/>
                  </a:cubicBezTo>
                  <a:lnTo>
                    <a:pt x="0" y="0"/>
                  </a:lnTo>
                  <a:cubicBezTo>
                    <a:pt x="0" y="0"/>
                    <a:pt x="91526" y="0"/>
                    <a:pt x="2044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65" name="Google Shape;565;p26"/>
            <p:cNvSpPr/>
            <p:nvPr/>
          </p:nvSpPr>
          <p:spPr>
            <a:xfrm>
              <a:off x="2466352" y="5555787"/>
              <a:ext cx="2236513" cy="363223"/>
            </a:xfrm>
            <a:custGeom>
              <a:rect b="b" l="l" r="r" t="t"/>
              <a:pathLst>
                <a:path extrusionOk="0" h="347582" w="2140204">
                  <a:moveTo>
                    <a:pt x="168491" y="347328"/>
                  </a:moveTo>
                  <a:cubicBezTo>
                    <a:pt x="72548" y="344424"/>
                    <a:pt x="-2856" y="264296"/>
                    <a:pt x="48" y="168353"/>
                  </a:cubicBezTo>
                  <a:cubicBezTo>
                    <a:pt x="2825" y="76495"/>
                    <a:pt x="76633" y="2687"/>
                    <a:pt x="168491" y="-90"/>
                  </a:cubicBezTo>
                  <a:lnTo>
                    <a:pt x="1961115" y="-90"/>
                  </a:lnTo>
                  <a:cubicBezTo>
                    <a:pt x="2057058" y="-2994"/>
                    <a:pt x="2137186" y="72410"/>
                    <a:pt x="2140090" y="168353"/>
                  </a:cubicBezTo>
                  <a:cubicBezTo>
                    <a:pt x="2142995" y="264296"/>
                    <a:pt x="2067591" y="344424"/>
                    <a:pt x="1971648" y="347328"/>
                  </a:cubicBezTo>
                  <a:cubicBezTo>
                    <a:pt x="1968137" y="347440"/>
                    <a:pt x="1964626" y="347440"/>
                    <a:pt x="1961115" y="3473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66" name="Google Shape;566;p26"/>
            <p:cNvSpPr/>
            <p:nvPr/>
          </p:nvSpPr>
          <p:spPr>
            <a:xfrm rot="-2700000">
              <a:off x="1724787" y="4519884"/>
              <a:ext cx="1362018" cy="1362018"/>
            </a:xfrm>
            <a:custGeom>
              <a:rect b="b" l="l" r="r" t="t"/>
              <a:pathLst>
                <a:path extrusionOk="0" h="1305888" w="1305888">
                  <a:moveTo>
                    <a:pt x="1198455" y="-171"/>
                  </a:moveTo>
                  <a:cubicBezTo>
                    <a:pt x="1257771" y="-171"/>
                    <a:pt x="1305856" y="-171"/>
                    <a:pt x="1305856" y="-171"/>
                  </a:cubicBezTo>
                  <a:lnTo>
                    <a:pt x="1305856" y="1305717"/>
                  </a:lnTo>
                  <a:cubicBezTo>
                    <a:pt x="1305856" y="1305717"/>
                    <a:pt x="1257771" y="1305717"/>
                    <a:pt x="1198455" y="1305717"/>
                  </a:cubicBezTo>
                  <a:lnTo>
                    <a:pt x="107368" y="1305717"/>
                  </a:lnTo>
                  <a:cubicBezTo>
                    <a:pt x="48052" y="1305717"/>
                    <a:pt x="-33" y="1305717"/>
                    <a:pt x="-33" y="1305717"/>
                  </a:cubicBezTo>
                  <a:lnTo>
                    <a:pt x="-33" y="-171"/>
                  </a:lnTo>
                  <a:cubicBezTo>
                    <a:pt x="-33" y="-171"/>
                    <a:pt x="48052" y="-171"/>
                    <a:pt x="107368" y="-1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7625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67" name="Google Shape;567;p26"/>
            <p:cNvSpPr/>
            <p:nvPr/>
          </p:nvSpPr>
          <p:spPr>
            <a:xfrm rot="-2700000">
              <a:off x="1836954" y="4631700"/>
              <a:ext cx="1138150" cy="1138150"/>
            </a:xfrm>
            <a:custGeom>
              <a:rect b="b" l="l" r="r" t="t"/>
              <a:pathLst>
                <a:path extrusionOk="0" h="1091246" w="1091246">
                  <a:moveTo>
                    <a:pt x="1041901" y="-171"/>
                  </a:moveTo>
                  <a:cubicBezTo>
                    <a:pt x="1069136" y="-171"/>
                    <a:pt x="1091213" y="-171"/>
                    <a:pt x="1091213" y="-171"/>
                  </a:cubicBezTo>
                  <a:lnTo>
                    <a:pt x="1091213" y="1091075"/>
                  </a:lnTo>
                  <a:cubicBezTo>
                    <a:pt x="1091213" y="1091075"/>
                    <a:pt x="1069136" y="1091075"/>
                    <a:pt x="1041901" y="1091075"/>
                  </a:cubicBezTo>
                  <a:lnTo>
                    <a:pt x="49279" y="1091075"/>
                  </a:lnTo>
                  <a:cubicBezTo>
                    <a:pt x="22045" y="1091075"/>
                    <a:pt x="-33" y="1091075"/>
                    <a:pt x="-33" y="1091075"/>
                  </a:cubicBezTo>
                  <a:lnTo>
                    <a:pt x="-33" y="-171"/>
                  </a:lnTo>
                  <a:cubicBezTo>
                    <a:pt x="-33" y="-171"/>
                    <a:pt x="22045" y="-171"/>
                    <a:pt x="49279" y="-1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7625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68" name="Google Shape;568;p26"/>
            <p:cNvSpPr/>
            <p:nvPr/>
          </p:nvSpPr>
          <p:spPr>
            <a:xfrm>
              <a:off x="1621955" y="4542738"/>
              <a:ext cx="637503" cy="1317124"/>
            </a:xfrm>
            <a:custGeom>
              <a:rect b="b" l="l" r="r" t="t"/>
              <a:pathLst>
                <a:path extrusionOk="0" h="1260406" w="610051">
                  <a:moveTo>
                    <a:pt x="13648" y="596839"/>
                  </a:moveTo>
                  <a:cubicBezTo>
                    <a:pt x="-4593" y="615462"/>
                    <a:pt x="-4593" y="645241"/>
                    <a:pt x="13648" y="663865"/>
                  </a:cubicBezTo>
                  <a:lnTo>
                    <a:pt x="610019" y="1260236"/>
                  </a:lnTo>
                  <a:lnTo>
                    <a:pt x="610019" y="-1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69" name="Google Shape;569;p26"/>
            <p:cNvSpPr/>
            <p:nvPr/>
          </p:nvSpPr>
          <p:spPr>
            <a:xfrm>
              <a:off x="8967046" y="2054075"/>
              <a:ext cx="1744382" cy="1744381"/>
            </a:xfrm>
            <a:custGeom>
              <a:rect b="b" l="l" r="r" t="t"/>
              <a:pathLst>
                <a:path extrusionOk="0" h="1669264" w="1669265">
                  <a:moveTo>
                    <a:pt x="834599" y="1669094"/>
                  </a:moveTo>
                  <a:cubicBezTo>
                    <a:pt x="373637" y="1669094"/>
                    <a:pt x="-33" y="1295424"/>
                    <a:pt x="-33" y="834461"/>
                  </a:cubicBezTo>
                  <a:cubicBezTo>
                    <a:pt x="-33" y="373514"/>
                    <a:pt x="373653" y="-171"/>
                    <a:pt x="834599" y="-171"/>
                  </a:cubicBezTo>
                  <a:cubicBezTo>
                    <a:pt x="1295547" y="-171"/>
                    <a:pt x="1669232" y="373514"/>
                    <a:pt x="1669232" y="834461"/>
                  </a:cubicBezTo>
                  <a:cubicBezTo>
                    <a:pt x="1668705" y="1295201"/>
                    <a:pt x="1295339" y="1668567"/>
                    <a:pt x="834599" y="1669094"/>
                  </a:cubicBezTo>
                  <a:close/>
                  <a:moveTo>
                    <a:pt x="834599" y="30470"/>
                  </a:moveTo>
                  <a:cubicBezTo>
                    <a:pt x="390569" y="30470"/>
                    <a:pt x="30607" y="390431"/>
                    <a:pt x="30607" y="834461"/>
                  </a:cubicBezTo>
                  <a:cubicBezTo>
                    <a:pt x="30607" y="1278492"/>
                    <a:pt x="390569" y="1638453"/>
                    <a:pt x="834599" y="1638453"/>
                  </a:cubicBezTo>
                  <a:cubicBezTo>
                    <a:pt x="1278631" y="1638453"/>
                    <a:pt x="1638591" y="1278492"/>
                    <a:pt x="1638591" y="834461"/>
                  </a:cubicBezTo>
                  <a:cubicBezTo>
                    <a:pt x="1638145" y="390606"/>
                    <a:pt x="1278455" y="30916"/>
                    <a:pt x="834599" y="304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70" name="Google Shape;570;p26"/>
            <p:cNvSpPr/>
            <p:nvPr/>
          </p:nvSpPr>
          <p:spPr>
            <a:xfrm>
              <a:off x="5603935" y="2051074"/>
              <a:ext cx="2067408" cy="1719533"/>
            </a:xfrm>
            <a:custGeom>
              <a:rect b="b" l="l" r="r" t="t"/>
              <a:pathLst>
                <a:path extrusionOk="0" h="1645486" w="1978381">
                  <a:moveTo>
                    <a:pt x="0" y="1645486"/>
                  </a:moveTo>
                  <a:lnTo>
                    <a:pt x="1645327" y="0"/>
                  </a:lnTo>
                  <a:lnTo>
                    <a:pt x="1978382" y="0"/>
                  </a:lnTo>
                </a:path>
              </a:pathLst>
            </a:custGeom>
            <a:noFill/>
            <a:ln cap="flat" cmpd="sng" w="11975">
              <a:solidFill>
                <a:srgbClr val="BCBCB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71" name="Google Shape;571;p26"/>
            <p:cNvSpPr/>
            <p:nvPr/>
          </p:nvSpPr>
          <p:spPr>
            <a:xfrm>
              <a:off x="7664208" y="1991400"/>
              <a:ext cx="114068" cy="114068"/>
            </a:xfrm>
            <a:custGeom>
              <a:rect b="b" l="l" r="r" t="t"/>
              <a:pathLst>
                <a:path extrusionOk="0" h="109156" w="109156">
                  <a:moveTo>
                    <a:pt x="109157" y="54578"/>
                  </a:moveTo>
                  <a:cubicBezTo>
                    <a:pt x="109157" y="84721"/>
                    <a:pt x="84721" y="109157"/>
                    <a:pt x="54578" y="109157"/>
                  </a:cubicBezTo>
                  <a:cubicBezTo>
                    <a:pt x="24435" y="109157"/>
                    <a:pt x="0" y="84721"/>
                    <a:pt x="0" y="54578"/>
                  </a:cubicBezTo>
                  <a:cubicBezTo>
                    <a:pt x="0" y="24436"/>
                    <a:pt x="24435" y="0"/>
                    <a:pt x="54578" y="0"/>
                  </a:cubicBezTo>
                  <a:cubicBezTo>
                    <a:pt x="84721" y="0"/>
                    <a:pt x="109157" y="24436"/>
                    <a:pt x="109157" y="54578"/>
                  </a:cubicBezTo>
                  <a:close/>
                </a:path>
              </a:pathLst>
            </a:custGeom>
            <a:noFill/>
            <a:ln cap="flat" cmpd="sng" w="11975">
              <a:solidFill>
                <a:srgbClr val="BCBCB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72" name="Google Shape;572;p26"/>
            <p:cNvSpPr/>
            <p:nvPr/>
          </p:nvSpPr>
          <p:spPr>
            <a:xfrm>
              <a:off x="6496053" y="2349281"/>
              <a:ext cx="3902345" cy="1153526"/>
            </a:xfrm>
            <a:custGeom>
              <a:rect b="b" l="l" r="r" t="t"/>
              <a:pathLst>
                <a:path extrusionOk="0" h="1103853" w="3734301">
                  <a:moveTo>
                    <a:pt x="3182741" y="1103682"/>
                  </a:moveTo>
                  <a:lnTo>
                    <a:pt x="-33" y="1103682"/>
                  </a:lnTo>
                  <a:lnTo>
                    <a:pt x="-33" y="-171"/>
                  </a:lnTo>
                  <a:lnTo>
                    <a:pt x="3182741" y="-171"/>
                  </a:lnTo>
                  <a:cubicBezTo>
                    <a:pt x="3487454" y="5"/>
                    <a:pt x="3734364" y="247123"/>
                    <a:pt x="3734269" y="551835"/>
                  </a:cubicBezTo>
                  <a:lnTo>
                    <a:pt x="3734269" y="551835"/>
                  </a:lnTo>
                  <a:cubicBezTo>
                    <a:pt x="3734269" y="856484"/>
                    <a:pt x="3487390" y="1103507"/>
                    <a:pt x="3182741" y="11036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7625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73" name="Google Shape;573;p26"/>
            <p:cNvSpPr/>
            <p:nvPr/>
          </p:nvSpPr>
          <p:spPr>
            <a:xfrm>
              <a:off x="6535391" y="2389453"/>
              <a:ext cx="3823297" cy="1073311"/>
            </a:xfrm>
            <a:custGeom>
              <a:rect b="b" l="l" r="r" t="t"/>
              <a:pathLst>
                <a:path extrusionOk="0" h="1027092" w="3658657">
                  <a:moveTo>
                    <a:pt x="3145079" y="1026921"/>
                  </a:moveTo>
                  <a:lnTo>
                    <a:pt x="-33" y="1026921"/>
                  </a:lnTo>
                  <a:lnTo>
                    <a:pt x="-33" y="-171"/>
                  </a:lnTo>
                  <a:lnTo>
                    <a:pt x="3145079" y="-171"/>
                  </a:lnTo>
                  <a:cubicBezTo>
                    <a:pt x="3428711" y="-171"/>
                    <a:pt x="3658625" y="229744"/>
                    <a:pt x="3658625" y="513375"/>
                  </a:cubicBezTo>
                  <a:cubicBezTo>
                    <a:pt x="3658625" y="797007"/>
                    <a:pt x="3428711" y="1026921"/>
                    <a:pt x="3145079" y="1026921"/>
                  </a:cubicBezTo>
                  <a:close/>
                  <a:moveTo>
                    <a:pt x="45928" y="980961"/>
                  </a:moveTo>
                  <a:lnTo>
                    <a:pt x="3145079" y="980961"/>
                  </a:lnTo>
                  <a:cubicBezTo>
                    <a:pt x="3403273" y="985732"/>
                    <a:pt x="3616447" y="780282"/>
                    <a:pt x="3621218" y="522089"/>
                  </a:cubicBezTo>
                  <a:cubicBezTo>
                    <a:pt x="3625990" y="263895"/>
                    <a:pt x="3420556" y="50721"/>
                    <a:pt x="3162362" y="45949"/>
                  </a:cubicBezTo>
                  <a:cubicBezTo>
                    <a:pt x="3156601" y="45837"/>
                    <a:pt x="3150841" y="45837"/>
                    <a:pt x="3145079" y="45949"/>
                  </a:cubicBezTo>
                  <a:lnTo>
                    <a:pt x="45928" y="459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74" name="Google Shape;574;p26"/>
            <p:cNvSpPr/>
            <p:nvPr/>
          </p:nvSpPr>
          <p:spPr>
            <a:xfrm>
              <a:off x="6551394" y="3249067"/>
              <a:ext cx="2300381" cy="427257"/>
            </a:xfrm>
            <a:custGeom>
              <a:rect b="b" l="l" r="r" t="t"/>
              <a:pathLst>
                <a:path extrusionOk="0" h="408858" w="2201322">
                  <a:moveTo>
                    <a:pt x="1996894" y="0"/>
                  </a:moveTo>
                  <a:cubicBezTo>
                    <a:pt x="2109797" y="0"/>
                    <a:pt x="2201323" y="0"/>
                    <a:pt x="2201323" y="0"/>
                  </a:cubicBezTo>
                  <a:lnTo>
                    <a:pt x="2201323" y="408858"/>
                  </a:lnTo>
                  <a:cubicBezTo>
                    <a:pt x="2201323" y="408858"/>
                    <a:pt x="2109797" y="408858"/>
                    <a:pt x="1996894" y="408858"/>
                  </a:cubicBezTo>
                  <a:lnTo>
                    <a:pt x="204429" y="408858"/>
                  </a:lnTo>
                  <a:cubicBezTo>
                    <a:pt x="91526" y="408858"/>
                    <a:pt x="0" y="408858"/>
                    <a:pt x="0" y="408858"/>
                  </a:cubicBezTo>
                  <a:lnTo>
                    <a:pt x="0" y="0"/>
                  </a:lnTo>
                  <a:cubicBezTo>
                    <a:pt x="0" y="0"/>
                    <a:pt x="91526" y="0"/>
                    <a:pt x="2044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75" name="Google Shape;575;p26"/>
            <p:cNvSpPr/>
            <p:nvPr/>
          </p:nvSpPr>
          <p:spPr>
            <a:xfrm>
              <a:off x="6588897" y="3281071"/>
              <a:ext cx="2225506" cy="363051"/>
            </a:xfrm>
            <a:custGeom>
              <a:rect b="b" l="l" r="r" t="t"/>
              <a:pathLst>
                <a:path extrusionOk="0" h="347417" w="2129671">
                  <a:moveTo>
                    <a:pt x="168491" y="347247"/>
                  </a:moveTo>
                  <a:cubicBezTo>
                    <a:pt x="72548" y="344342"/>
                    <a:pt x="-2856" y="264215"/>
                    <a:pt x="48" y="168271"/>
                  </a:cubicBezTo>
                  <a:cubicBezTo>
                    <a:pt x="2825" y="76414"/>
                    <a:pt x="76633" y="2606"/>
                    <a:pt x="168491" y="-171"/>
                  </a:cubicBezTo>
                  <a:lnTo>
                    <a:pt x="1961115" y="-171"/>
                  </a:lnTo>
                  <a:cubicBezTo>
                    <a:pt x="2057058" y="2734"/>
                    <a:pt x="2132462" y="82861"/>
                    <a:pt x="2129558" y="178804"/>
                  </a:cubicBezTo>
                  <a:cubicBezTo>
                    <a:pt x="2126781" y="270662"/>
                    <a:pt x="2052972" y="344470"/>
                    <a:pt x="1961115" y="3472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76" name="Google Shape;576;p26"/>
            <p:cNvSpPr/>
            <p:nvPr/>
          </p:nvSpPr>
          <p:spPr>
            <a:xfrm rot="-2700000">
              <a:off x="5847213" y="2244906"/>
              <a:ext cx="1362018" cy="1362018"/>
            </a:xfrm>
            <a:custGeom>
              <a:rect b="b" l="l" r="r" t="t"/>
              <a:pathLst>
                <a:path extrusionOk="0" h="1305888" w="1305888">
                  <a:moveTo>
                    <a:pt x="1198455" y="-171"/>
                  </a:moveTo>
                  <a:cubicBezTo>
                    <a:pt x="1257771" y="-171"/>
                    <a:pt x="1305856" y="-171"/>
                    <a:pt x="1305856" y="-171"/>
                  </a:cubicBezTo>
                  <a:lnTo>
                    <a:pt x="1305856" y="1305717"/>
                  </a:lnTo>
                  <a:cubicBezTo>
                    <a:pt x="1305856" y="1305717"/>
                    <a:pt x="1257771" y="1305717"/>
                    <a:pt x="1198455" y="1305717"/>
                  </a:cubicBezTo>
                  <a:lnTo>
                    <a:pt x="107369" y="1305717"/>
                  </a:lnTo>
                  <a:cubicBezTo>
                    <a:pt x="48052" y="1305717"/>
                    <a:pt x="-33" y="1305717"/>
                    <a:pt x="-33" y="1305717"/>
                  </a:cubicBezTo>
                  <a:lnTo>
                    <a:pt x="-33" y="-171"/>
                  </a:lnTo>
                  <a:cubicBezTo>
                    <a:pt x="-33" y="-171"/>
                    <a:pt x="48052" y="-171"/>
                    <a:pt x="107369" y="-1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7625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77" name="Google Shape;577;p26"/>
            <p:cNvSpPr/>
            <p:nvPr/>
          </p:nvSpPr>
          <p:spPr>
            <a:xfrm rot="-2700000">
              <a:off x="5959379" y="2356723"/>
              <a:ext cx="1138150" cy="1138150"/>
            </a:xfrm>
            <a:custGeom>
              <a:rect b="b" l="l" r="r" t="t"/>
              <a:pathLst>
                <a:path extrusionOk="0" h="1091246" w="1091246">
                  <a:moveTo>
                    <a:pt x="1041901" y="-171"/>
                  </a:moveTo>
                  <a:cubicBezTo>
                    <a:pt x="1069136" y="-171"/>
                    <a:pt x="1091213" y="-171"/>
                    <a:pt x="1091213" y="-171"/>
                  </a:cubicBezTo>
                  <a:lnTo>
                    <a:pt x="1091213" y="1091075"/>
                  </a:lnTo>
                  <a:cubicBezTo>
                    <a:pt x="1091213" y="1091075"/>
                    <a:pt x="1069135" y="1091075"/>
                    <a:pt x="1041901" y="1091075"/>
                  </a:cubicBezTo>
                  <a:lnTo>
                    <a:pt x="49279" y="1091075"/>
                  </a:lnTo>
                  <a:cubicBezTo>
                    <a:pt x="22044" y="1091075"/>
                    <a:pt x="-33" y="1091075"/>
                    <a:pt x="-33" y="1091075"/>
                  </a:cubicBezTo>
                  <a:lnTo>
                    <a:pt x="-33" y="-171"/>
                  </a:lnTo>
                  <a:cubicBezTo>
                    <a:pt x="-33" y="-171"/>
                    <a:pt x="22045" y="-171"/>
                    <a:pt x="49279" y="-1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7625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78" name="Google Shape;578;p26"/>
            <p:cNvSpPr/>
            <p:nvPr/>
          </p:nvSpPr>
          <p:spPr>
            <a:xfrm>
              <a:off x="5744333" y="2267937"/>
              <a:ext cx="637670" cy="1316458"/>
            </a:xfrm>
            <a:custGeom>
              <a:rect b="b" l="l" r="r" t="t"/>
              <a:pathLst>
                <a:path extrusionOk="0" h="1259768" w="610211">
                  <a:moveTo>
                    <a:pt x="13648" y="596200"/>
                  </a:moveTo>
                  <a:cubicBezTo>
                    <a:pt x="-4593" y="614824"/>
                    <a:pt x="-4593" y="644602"/>
                    <a:pt x="13648" y="663226"/>
                  </a:cubicBezTo>
                  <a:lnTo>
                    <a:pt x="610179" y="1259597"/>
                  </a:lnTo>
                  <a:lnTo>
                    <a:pt x="610179" y="-17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79" name="Google Shape;579;p26"/>
            <p:cNvSpPr/>
            <p:nvPr/>
          </p:nvSpPr>
          <p:spPr>
            <a:xfrm>
              <a:off x="10050356" y="4328877"/>
              <a:ext cx="1744382" cy="1744381"/>
            </a:xfrm>
            <a:custGeom>
              <a:rect b="b" l="l" r="r" t="t"/>
              <a:pathLst>
                <a:path extrusionOk="0" h="1669264" w="1669265">
                  <a:moveTo>
                    <a:pt x="834600" y="1669093"/>
                  </a:moveTo>
                  <a:cubicBezTo>
                    <a:pt x="373653" y="1669093"/>
                    <a:pt x="-33" y="1295408"/>
                    <a:pt x="-33" y="834461"/>
                  </a:cubicBezTo>
                  <a:cubicBezTo>
                    <a:pt x="-33" y="373514"/>
                    <a:pt x="373653" y="-171"/>
                    <a:pt x="834600" y="-171"/>
                  </a:cubicBezTo>
                  <a:cubicBezTo>
                    <a:pt x="1295562" y="-171"/>
                    <a:pt x="1669232" y="373514"/>
                    <a:pt x="1669232" y="834461"/>
                  </a:cubicBezTo>
                  <a:cubicBezTo>
                    <a:pt x="1668705" y="1295201"/>
                    <a:pt x="1295339" y="1668567"/>
                    <a:pt x="834600" y="1669093"/>
                  </a:cubicBezTo>
                  <a:close/>
                  <a:moveTo>
                    <a:pt x="834600" y="30469"/>
                  </a:moveTo>
                  <a:cubicBezTo>
                    <a:pt x="390569" y="30374"/>
                    <a:pt x="30544" y="390271"/>
                    <a:pt x="30449" y="834301"/>
                  </a:cubicBezTo>
                  <a:cubicBezTo>
                    <a:pt x="30369" y="1278332"/>
                    <a:pt x="390249" y="1638357"/>
                    <a:pt x="834281" y="1638453"/>
                  </a:cubicBezTo>
                  <a:cubicBezTo>
                    <a:pt x="1278311" y="1638533"/>
                    <a:pt x="1638336" y="1278652"/>
                    <a:pt x="1638433" y="834621"/>
                  </a:cubicBezTo>
                  <a:cubicBezTo>
                    <a:pt x="1638433" y="834573"/>
                    <a:pt x="1638433" y="834509"/>
                    <a:pt x="1638433" y="834461"/>
                  </a:cubicBezTo>
                  <a:cubicBezTo>
                    <a:pt x="1637906" y="390702"/>
                    <a:pt x="1278359" y="31092"/>
                    <a:pt x="834600" y="304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80" name="Google Shape;580;p26"/>
            <p:cNvSpPr/>
            <p:nvPr/>
          </p:nvSpPr>
          <p:spPr>
            <a:xfrm>
              <a:off x="6687079" y="4326043"/>
              <a:ext cx="2067408" cy="1719366"/>
            </a:xfrm>
            <a:custGeom>
              <a:rect b="b" l="l" r="r" t="t"/>
              <a:pathLst>
                <a:path extrusionOk="0" h="1645326" w="1978381">
                  <a:moveTo>
                    <a:pt x="0" y="1645327"/>
                  </a:moveTo>
                  <a:lnTo>
                    <a:pt x="1645486" y="0"/>
                  </a:lnTo>
                  <a:lnTo>
                    <a:pt x="1978381" y="0"/>
                  </a:lnTo>
                </a:path>
              </a:pathLst>
            </a:custGeom>
            <a:noFill/>
            <a:ln cap="flat" cmpd="sng" w="11975">
              <a:solidFill>
                <a:srgbClr val="BCBCB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81" name="Google Shape;581;p26"/>
            <p:cNvSpPr/>
            <p:nvPr/>
          </p:nvSpPr>
          <p:spPr>
            <a:xfrm>
              <a:off x="8747517" y="4266201"/>
              <a:ext cx="114068" cy="114068"/>
            </a:xfrm>
            <a:custGeom>
              <a:rect b="b" l="l" r="r" t="t"/>
              <a:pathLst>
                <a:path extrusionOk="0" h="109156" w="109156">
                  <a:moveTo>
                    <a:pt x="109156" y="54578"/>
                  </a:moveTo>
                  <a:cubicBezTo>
                    <a:pt x="109156" y="84721"/>
                    <a:pt x="84721" y="109156"/>
                    <a:pt x="54578" y="109156"/>
                  </a:cubicBezTo>
                  <a:cubicBezTo>
                    <a:pt x="24435" y="109156"/>
                    <a:pt x="0" y="84721"/>
                    <a:pt x="0" y="54578"/>
                  </a:cubicBezTo>
                  <a:cubicBezTo>
                    <a:pt x="0" y="24436"/>
                    <a:pt x="24435" y="0"/>
                    <a:pt x="54578" y="0"/>
                  </a:cubicBezTo>
                  <a:cubicBezTo>
                    <a:pt x="84721" y="0"/>
                    <a:pt x="109156" y="24436"/>
                    <a:pt x="109156" y="54578"/>
                  </a:cubicBezTo>
                  <a:close/>
                </a:path>
              </a:pathLst>
            </a:custGeom>
            <a:noFill/>
            <a:ln cap="flat" cmpd="sng" w="11975">
              <a:solidFill>
                <a:srgbClr val="BCBCB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82" name="Google Shape;582;p26"/>
            <p:cNvSpPr/>
            <p:nvPr/>
          </p:nvSpPr>
          <p:spPr>
            <a:xfrm>
              <a:off x="7578530" y="4624248"/>
              <a:ext cx="3903345" cy="1153359"/>
            </a:xfrm>
            <a:custGeom>
              <a:rect b="b" l="l" r="r" t="t"/>
              <a:pathLst>
                <a:path extrusionOk="0" h="1103693" w="3735258">
                  <a:moveTo>
                    <a:pt x="3183539" y="1103523"/>
                  </a:moveTo>
                  <a:lnTo>
                    <a:pt x="-33" y="1103523"/>
                  </a:lnTo>
                  <a:lnTo>
                    <a:pt x="-33" y="-171"/>
                  </a:lnTo>
                  <a:lnTo>
                    <a:pt x="3183539" y="-171"/>
                  </a:lnTo>
                  <a:cubicBezTo>
                    <a:pt x="3488251" y="-76"/>
                    <a:pt x="3735226" y="246963"/>
                    <a:pt x="3735226" y="551676"/>
                  </a:cubicBezTo>
                  <a:lnTo>
                    <a:pt x="3735226" y="551676"/>
                  </a:lnTo>
                  <a:cubicBezTo>
                    <a:pt x="3735226" y="856388"/>
                    <a:pt x="3488251" y="1103427"/>
                    <a:pt x="3183539" y="11035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7625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83" name="Google Shape;583;p26"/>
            <p:cNvSpPr/>
            <p:nvPr/>
          </p:nvSpPr>
          <p:spPr>
            <a:xfrm>
              <a:off x="7618534" y="4664254"/>
              <a:ext cx="3823464" cy="1073311"/>
            </a:xfrm>
            <a:custGeom>
              <a:rect b="b" l="l" r="r" t="t"/>
              <a:pathLst>
                <a:path extrusionOk="0" h="1027092" w="3658817">
                  <a:moveTo>
                    <a:pt x="3145238" y="1026921"/>
                  </a:moveTo>
                  <a:lnTo>
                    <a:pt x="-33" y="1026921"/>
                  </a:lnTo>
                  <a:lnTo>
                    <a:pt x="-33" y="-171"/>
                  </a:lnTo>
                  <a:lnTo>
                    <a:pt x="3145238" y="-171"/>
                  </a:lnTo>
                  <a:cubicBezTo>
                    <a:pt x="3428870" y="-171"/>
                    <a:pt x="3658784" y="229744"/>
                    <a:pt x="3658784" y="513375"/>
                  </a:cubicBezTo>
                  <a:cubicBezTo>
                    <a:pt x="3658784" y="797007"/>
                    <a:pt x="3428870" y="1026921"/>
                    <a:pt x="3145238" y="1026921"/>
                  </a:cubicBezTo>
                  <a:close/>
                  <a:moveTo>
                    <a:pt x="45928" y="980960"/>
                  </a:moveTo>
                  <a:lnTo>
                    <a:pt x="3145238" y="980960"/>
                  </a:lnTo>
                  <a:cubicBezTo>
                    <a:pt x="3403480" y="980960"/>
                    <a:pt x="3612824" y="771617"/>
                    <a:pt x="3612824" y="513375"/>
                  </a:cubicBezTo>
                  <a:cubicBezTo>
                    <a:pt x="3612824" y="255134"/>
                    <a:pt x="3403480" y="45790"/>
                    <a:pt x="3145238" y="45790"/>
                  </a:cubicBezTo>
                  <a:lnTo>
                    <a:pt x="45928" y="457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84" name="Google Shape;584;p26"/>
            <p:cNvSpPr/>
            <p:nvPr/>
          </p:nvSpPr>
          <p:spPr>
            <a:xfrm>
              <a:off x="7634703" y="5523867"/>
              <a:ext cx="2300381" cy="427257"/>
            </a:xfrm>
            <a:custGeom>
              <a:rect b="b" l="l" r="r" t="t"/>
              <a:pathLst>
                <a:path extrusionOk="0" h="408858" w="2201322">
                  <a:moveTo>
                    <a:pt x="1996894" y="0"/>
                  </a:moveTo>
                  <a:cubicBezTo>
                    <a:pt x="2109797" y="0"/>
                    <a:pt x="2201323" y="0"/>
                    <a:pt x="2201323" y="0"/>
                  </a:cubicBezTo>
                  <a:lnTo>
                    <a:pt x="2201323" y="408858"/>
                  </a:lnTo>
                  <a:cubicBezTo>
                    <a:pt x="2201323" y="408858"/>
                    <a:pt x="2109797" y="408858"/>
                    <a:pt x="1996894" y="408858"/>
                  </a:cubicBezTo>
                  <a:lnTo>
                    <a:pt x="204429" y="408858"/>
                  </a:lnTo>
                  <a:cubicBezTo>
                    <a:pt x="91526" y="408858"/>
                    <a:pt x="0" y="408858"/>
                    <a:pt x="0" y="408858"/>
                  </a:cubicBezTo>
                  <a:lnTo>
                    <a:pt x="0" y="0"/>
                  </a:lnTo>
                  <a:cubicBezTo>
                    <a:pt x="0" y="0"/>
                    <a:pt x="91526" y="0"/>
                    <a:pt x="2044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85" name="Google Shape;585;p26"/>
            <p:cNvSpPr/>
            <p:nvPr/>
          </p:nvSpPr>
          <p:spPr>
            <a:xfrm>
              <a:off x="7661206" y="5555784"/>
              <a:ext cx="2247353" cy="363226"/>
            </a:xfrm>
            <a:custGeom>
              <a:rect b="b" l="l" r="r" t="t"/>
              <a:pathLst>
                <a:path extrusionOk="0" h="347585" w="2150577">
                  <a:moveTo>
                    <a:pt x="179023" y="347331"/>
                  </a:moveTo>
                  <a:cubicBezTo>
                    <a:pt x="83081" y="350235"/>
                    <a:pt x="2953" y="274830"/>
                    <a:pt x="48" y="178888"/>
                  </a:cubicBezTo>
                  <a:cubicBezTo>
                    <a:pt x="-2856" y="82945"/>
                    <a:pt x="72548" y="2817"/>
                    <a:pt x="168491" y="-87"/>
                  </a:cubicBezTo>
                  <a:cubicBezTo>
                    <a:pt x="172002" y="-199"/>
                    <a:pt x="175513" y="-199"/>
                    <a:pt x="179023" y="-87"/>
                  </a:cubicBezTo>
                  <a:lnTo>
                    <a:pt x="1971488" y="-87"/>
                  </a:lnTo>
                  <a:cubicBezTo>
                    <a:pt x="2067431" y="-2992"/>
                    <a:pt x="2147559" y="72412"/>
                    <a:pt x="2150464" y="168355"/>
                  </a:cubicBezTo>
                  <a:cubicBezTo>
                    <a:pt x="2153368" y="264298"/>
                    <a:pt x="2077964" y="344426"/>
                    <a:pt x="1982020" y="347331"/>
                  </a:cubicBezTo>
                  <a:cubicBezTo>
                    <a:pt x="1978510" y="347442"/>
                    <a:pt x="1974999" y="347442"/>
                    <a:pt x="1971488" y="34733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86" name="Google Shape;586;p26"/>
            <p:cNvSpPr/>
            <p:nvPr/>
          </p:nvSpPr>
          <p:spPr>
            <a:xfrm rot="-2700000">
              <a:off x="6930586" y="4519773"/>
              <a:ext cx="1362018" cy="1362018"/>
            </a:xfrm>
            <a:custGeom>
              <a:rect b="b" l="l" r="r" t="t"/>
              <a:pathLst>
                <a:path extrusionOk="0" h="1305888" w="1305888">
                  <a:moveTo>
                    <a:pt x="1198455" y="-171"/>
                  </a:moveTo>
                  <a:cubicBezTo>
                    <a:pt x="1257771" y="-171"/>
                    <a:pt x="1305856" y="-171"/>
                    <a:pt x="1305856" y="-171"/>
                  </a:cubicBezTo>
                  <a:lnTo>
                    <a:pt x="1305856" y="1305717"/>
                  </a:lnTo>
                  <a:cubicBezTo>
                    <a:pt x="1305856" y="1305717"/>
                    <a:pt x="1257771" y="1305717"/>
                    <a:pt x="1198455" y="1305717"/>
                  </a:cubicBezTo>
                  <a:lnTo>
                    <a:pt x="107368" y="1305717"/>
                  </a:lnTo>
                  <a:cubicBezTo>
                    <a:pt x="48052" y="1305717"/>
                    <a:pt x="-33" y="1305717"/>
                    <a:pt x="-33" y="1305717"/>
                  </a:cubicBezTo>
                  <a:lnTo>
                    <a:pt x="-33" y="-171"/>
                  </a:lnTo>
                  <a:cubicBezTo>
                    <a:pt x="-33" y="-171"/>
                    <a:pt x="48052" y="-171"/>
                    <a:pt x="107368" y="-1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7625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87" name="Google Shape;587;p26"/>
            <p:cNvSpPr/>
            <p:nvPr/>
          </p:nvSpPr>
          <p:spPr>
            <a:xfrm rot="-2700000">
              <a:off x="7042634" y="4631709"/>
              <a:ext cx="1138150" cy="1138150"/>
            </a:xfrm>
            <a:custGeom>
              <a:rect b="b" l="l" r="r" t="t"/>
              <a:pathLst>
                <a:path extrusionOk="0" h="1091246" w="1091246">
                  <a:moveTo>
                    <a:pt x="1041902" y="-171"/>
                  </a:moveTo>
                  <a:cubicBezTo>
                    <a:pt x="1069136" y="-171"/>
                    <a:pt x="1091213" y="-171"/>
                    <a:pt x="1091213" y="-171"/>
                  </a:cubicBezTo>
                  <a:lnTo>
                    <a:pt x="1091213" y="1091075"/>
                  </a:lnTo>
                  <a:cubicBezTo>
                    <a:pt x="1091213" y="1091075"/>
                    <a:pt x="1069136" y="1091075"/>
                    <a:pt x="1041902" y="1091075"/>
                  </a:cubicBezTo>
                  <a:lnTo>
                    <a:pt x="49279" y="1091075"/>
                  </a:lnTo>
                  <a:cubicBezTo>
                    <a:pt x="22045" y="1091075"/>
                    <a:pt x="-33" y="1091075"/>
                    <a:pt x="-33" y="1091075"/>
                  </a:cubicBezTo>
                  <a:lnTo>
                    <a:pt x="-33" y="-171"/>
                  </a:lnTo>
                  <a:cubicBezTo>
                    <a:pt x="-33" y="-171"/>
                    <a:pt x="22045" y="-171"/>
                    <a:pt x="49279" y="-1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7625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88" name="Google Shape;588;p26"/>
            <p:cNvSpPr/>
            <p:nvPr/>
          </p:nvSpPr>
          <p:spPr>
            <a:xfrm>
              <a:off x="6827643" y="4542738"/>
              <a:ext cx="637503" cy="1317124"/>
            </a:xfrm>
            <a:custGeom>
              <a:rect b="b" l="l" r="r" t="t"/>
              <a:pathLst>
                <a:path extrusionOk="0" h="1260406" w="610051">
                  <a:moveTo>
                    <a:pt x="13648" y="596839"/>
                  </a:moveTo>
                  <a:cubicBezTo>
                    <a:pt x="-4593" y="615462"/>
                    <a:pt x="-4593" y="645241"/>
                    <a:pt x="13648" y="663865"/>
                  </a:cubicBezTo>
                  <a:lnTo>
                    <a:pt x="610019" y="1260236"/>
                  </a:lnTo>
                  <a:lnTo>
                    <a:pt x="610019" y="-17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89" name="Google Shape;589;p26"/>
            <p:cNvSpPr/>
            <p:nvPr/>
          </p:nvSpPr>
          <p:spPr>
            <a:xfrm>
              <a:off x="7822895" y="5051972"/>
              <a:ext cx="20011" cy="20011"/>
            </a:xfrm>
            <a:custGeom>
              <a:rect b="b" l="l" r="r" t="t"/>
              <a:pathLst>
                <a:path extrusionOk="0" h="19149" w="19149">
                  <a:moveTo>
                    <a:pt x="9542" y="-171"/>
                  </a:moveTo>
                  <a:cubicBezTo>
                    <a:pt x="4260" y="-171"/>
                    <a:pt x="-33" y="4122"/>
                    <a:pt x="-33" y="9404"/>
                  </a:cubicBezTo>
                  <a:cubicBezTo>
                    <a:pt x="-33" y="14686"/>
                    <a:pt x="4260" y="18979"/>
                    <a:pt x="9542" y="18979"/>
                  </a:cubicBezTo>
                  <a:cubicBezTo>
                    <a:pt x="14825" y="18979"/>
                    <a:pt x="19117" y="14686"/>
                    <a:pt x="19117" y="9404"/>
                  </a:cubicBezTo>
                  <a:cubicBezTo>
                    <a:pt x="19117" y="4122"/>
                    <a:pt x="14825" y="-171"/>
                    <a:pt x="9542" y="-17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90" name="Google Shape;590;p26"/>
            <p:cNvSpPr txBox="1"/>
            <p:nvPr/>
          </p:nvSpPr>
          <p:spPr>
            <a:xfrm>
              <a:off x="2590904" y="1858931"/>
              <a:ext cx="20334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100"/>
                <a:buFont typeface="Lora"/>
                <a:buNone/>
              </a:pPr>
              <a:r>
                <a:rPr b="1" i="0" lang="en-US" sz="1100" u="none" cap="none" strike="noStrike">
                  <a:solidFill>
                    <a:srgbClr val="262626"/>
                  </a:solidFill>
                  <a:latin typeface="Lora"/>
                  <a:ea typeface="Lora"/>
                  <a:cs typeface="Lora"/>
                  <a:sym typeface="Lora"/>
                </a:rPr>
                <a:t>Product</a:t>
              </a:r>
              <a:endParaRPr b="0" i="0" sz="11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91" name="Google Shape;591;p26"/>
            <p:cNvSpPr txBox="1"/>
            <p:nvPr/>
          </p:nvSpPr>
          <p:spPr>
            <a:xfrm>
              <a:off x="2298932" y="2568721"/>
              <a:ext cx="26175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Lora"/>
                <a:buNone/>
              </a:pPr>
              <a:r>
                <a:rPr b="0" i="0" lang="en-US" sz="800" u="none" cap="none" strike="noStrike">
                  <a:solidFill>
                    <a:srgbClr val="262626"/>
                  </a:solidFill>
                  <a:latin typeface="Lora"/>
                  <a:ea typeface="Lora"/>
                  <a:cs typeface="Lora"/>
                  <a:sym typeface="Lora"/>
                </a:rPr>
                <a:t>This refers to what a company is selling, which can be a tangible product or an intangible service.</a:t>
              </a:r>
              <a:endParaRPr b="0" i="0" sz="8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92" name="Google Shape;592;p26"/>
            <p:cNvSpPr txBox="1"/>
            <p:nvPr/>
          </p:nvSpPr>
          <p:spPr>
            <a:xfrm>
              <a:off x="3389241" y="4759199"/>
              <a:ext cx="24510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Lora"/>
                <a:buNone/>
              </a:pPr>
              <a:r>
                <a:rPr b="0" i="0" lang="en-US" sz="800" u="none" cap="none" strike="noStrike">
                  <a:solidFill>
                    <a:srgbClr val="262626"/>
                  </a:solidFill>
                  <a:latin typeface="Lora"/>
                  <a:ea typeface="Lora"/>
                  <a:cs typeface="Lora"/>
                  <a:sym typeface="Lora"/>
                </a:rPr>
                <a:t>This refers to where and how the product is distributed and sold to customers. This can mean physical stores, online marketplaces</a:t>
              </a:r>
              <a:endParaRPr b="0" i="0" sz="8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93" name="Google Shape;593;p26"/>
            <p:cNvSpPr txBox="1"/>
            <p:nvPr/>
          </p:nvSpPr>
          <p:spPr>
            <a:xfrm>
              <a:off x="7583528" y="2467717"/>
              <a:ext cx="23961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Lora"/>
                <a:buNone/>
              </a:pPr>
              <a:r>
                <a:rPr b="0" i="0" lang="en-US" sz="800" u="none" cap="none" strike="noStrike">
                  <a:solidFill>
                    <a:srgbClr val="262626"/>
                  </a:solidFill>
                  <a:latin typeface="Lora"/>
                  <a:ea typeface="Lora"/>
                  <a:cs typeface="Lora"/>
                  <a:sym typeface="Lora"/>
                </a:rPr>
                <a:t>This is how much the customer pays for the product. It is determined by various factors like production cost, market demand</a:t>
              </a:r>
              <a:endParaRPr b="0" i="0" sz="8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94" name="Google Shape;594;p26"/>
            <p:cNvSpPr txBox="1"/>
            <p:nvPr/>
          </p:nvSpPr>
          <p:spPr>
            <a:xfrm>
              <a:off x="3704074" y="4169630"/>
              <a:ext cx="16170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100"/>
                <a:buFont typeface="Lora"/>
                <a:buNone/>
              </a:pPr>
              <a:r>
                <a:rPr b="1" i="0" lang="en-US" sz="1100" u="none" cap="none" strike="noStrike">
                  <a:solidFill>
                    <a:srgbClr val="262626"/>
                  </a:solidFill>
                  <a:latin typeface="Lora"/>
                  <a:ea typeface="Lora"/>
                  <a:cs typeface="Lora"/>
                  <a:sym typeface="Lora"/>
                </a:rPr>
                <a:t>Place</a:t>
              </a:r>
              <a:endParaRPr b="0" i="0" sz="11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95" name="Google Shape;595;p26"/>
            <p:cNvSpPr txBox="1"/>
            <p:nvPr/>
          </p:nvSpPr>
          <p:spPr>
            <a:xfrm>
              <a:off x="7832895" y="1888656"/>
              <a:ext cx="15198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100"/>
                <a:buFont typeface="Lora"/>
                <a:buNone/>
              </a:pPr>
              <a:r>
                <a:rPr b="1" i="0" lang="en-US" sz="1100" u="none" cap="none" strike="noStrike">
                  <a:solidFill>
                    <a:srgbClr val="262626"/>
                  </a:solidFill>
                  <a:latin typeface="Lora"/>
                  <a:ea typeface="Lora"/>
                  <a:cs typeface="Lora"/>
                  <a:sym typeface="Lora"/>
                </a:rPr>
                <a:t>Price</a:t>
              </a:r>
              <a:endParaRPr b="0" i="0" sz="11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96" name="Google Shape;596;p26"/>
            <p:cNvSpPr txBox="1"/>
            <p:nvPr/>
          </p:nvSpPr>
          <p:spPr>
            <a:xfrm>
              <a:off x="8884354" y="4174698"/>
              <a:ext cx="20334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100"/>
                <a:buFont typeface="Lora"/>
                <a:buNone/>
              </a:pPr>
              <a:r>
                <a:rPr b="1" i="0" lang="en-US" sz="1100" u="none" cap="none" strike="noStrike">
                  <a:solidFill>
                    <a:srgbClr val="262626"/>
                  </a:solidFill>
                  <a:latin typeface="Lora"/>
                  <a:ea typeface="Lora"/>
                  <a:cs typeface="Lora"/>
                  <a:sym typeface="Lora"/>
                </a:rPr>
                <a:t>Promotion</a:t>
              </a:r>
              <a:endParaRPr b="0" i="0" sz="11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sp>
        <p:nvSpPr>
          <p:cNvPr id="597" name="Google Shape;597;p26"/>
          <p:cNvSpPr txBox="1"/>
          <p:nvPr/>
        </p:nvSpPr>
        <p:spPr>
          <a:xfrm>
            <a:off x="6480127" y="3633304"/>
            <a:ext cx="1613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Lora"/>
              <a:buNone/>
            </a:pPr>
            <a:r>
              <a:rPr b="0" i="0" lang="en-US" sz="8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rPr>
              <a:t>This includes all the methods of communication used to provide information about the product. </a:t>
            </a:r>
            <a:endParaRPr sz="1100"/>
          </a:p>
        </p:txBody>
      </p:sp>
      <p:sp>
        <p:nvSpPr>
          <p:cNvPr id="598" name="Google Shape;598;p26"/>
          <p:cNvSpPr txBox="1"/>
          <p:nvPr/>
        </p:nvSpPr>
        <p:spPr>
          <a:xfrm>
            <a:off x="935645" y="2005786"/>
            <a:ext cx="432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Lora"/>
              <a:buNone/>
            </a:pPr>
            <a:r>
              <a:rPr b="1" i="0" lang="en-US" sz="18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rPr>
              <a:t>01</a:t>
            </a:r>
            <a:endParaRPr sz="1100"/>
          </a:p>
        </p:txBody>
      </p:sp>
      <p:sp>
        <p:nvSpPr>
          <p:cNvPr id="599" name="Google Shape;599;p26"/>
          <p:cNvSpPr txBox="1"/>
          <p:nvPr/>
        </p:nvSpPr>
        <p:spPr>
          <a:xfrm>
            <a:off x="4843951" y="2016683"/>
            <a:ext cx="432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Lora"/>
              <a:buNone/>
            </a:pPr>
            <a:r>
              <a:rPr b="1" i="0" lang="en-US" sz="18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rPr>
              <a:t>02</a:t>
            </a:r>
            <a:endParaRPr sz="1100"/>
          </a:p>
        </p:txBody>
      </p:sp>
      <p:sp>
        <p:nvSpPr>
          <p:cNvPr id="600" name="Google Shape;600;p26"/>
          <p:cNvSpPr txBox="1"/>
          <p:nvPr/>
        </p:nvSpPr>
        <p:spPr>
          <a:xfrm>
            <a:off x="1762139" y="3726056"/>
            <a:ext cx="432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Lora"/>
              <a:buNone/>
            </a:pPr>
            <a:r>
              <a:rPr b="1" i="0" lang="en-US" sz="18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rPr>
              <a:t>03</a:t>
            </a:r>
            <a:endParaRPr sz="1100"/>
          </a:p>
        </p:txBody>
      </p:sp>
      <p:sp>
        <p:nvSpPr>
          <p:cNvPr id="601" name="Google Shape;601;p26"/>
          <p:cNvSpPr txBox="1"/>
          <p:nvPr/>
        </p:nvSpPr>
        <p:spPr>
          <a:xfrm>
            <a:off x="5671388" y="3715868"/>
            <a:ext cx="432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Lora"/>
              <a:buNone/>
            </a:pPr>
            <a:r>
              <a:rPr b="1" i="0" lang="en-US" sz="1800" u="none" cap="none" strike="noStrike">
                <a:solidFill>
                  <a:srgbClr val="262626"/>
                </a:solidFill>
                <a:latin typeface="Lora"/>
                <a:ea typeface="Lora"/>
                <a:cs typeface="Lora"/>
                <a:sym typeface="Lora"/>
              </a:rPr>
              <a:t>04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7"/>
          <p:cNvSpPr txBox="1"/>
          <p:nvPr/>
        </p:nvSpPr>
        <p:spPr>
          <a:xfrm>
            <a:off x="0" y="363968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Template Ideas</a:t>
            </a:r>
            <a:endParaRPr sz="1100"/>
          </a:p>
        </p:txBody>
      </p:sp>
      <p:sp>
        <p:nvSpPr>
          <p:cNvPr id="607" name="Google Shape;607;p27"/>
          <p:cNvSpPr txBox="1"/>
          <p:nvPr/>
        </p:nvSpPr>
        <p:spPr>
          <a:xfrm>
            <a:off x="0" y="900014"/>
            <a:ext cx="914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management </a:t>
            </a:r>
            <a:endParaRPr b="0" i="0" sz="1400" u="none" cap="none" strike="noStrike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608" name="Google Shape;608;p27"/>
          <p:cNvGrpSpPr/>
          <p:nvPr/>
        </p:nvGrpSpPr>
        <p:grpSpPr>
          <a:xfrm>
            <a:off x="919892" y="1762096"/>
            <a:ext cx="7303668" cy="2674420"/>
            <a:chOff x="772651" y="2258925"/>
            <a:chExt cx="9738225" cy="3565893"/>
          </a:xfrm>
        </p:grpSpPr>
        <p:sp>
          <p:nvSpPr>
            <p:cNvPr id="609" name="Google Shape;609;p27"/>
            <p:cNvSpPr/>
            <p:nvPr/>
          </p:nvSpPr>
          <p:spPr>
            <a:xfrm>
              <a:off x="1519033" y="3256630"/>
              <a:ext cx="1129378" cy="2008557"/>
            </a:xfrm>
            <a:custGeom>
              <a:rect b="b" l="l" r="r" t="t"/>
              <a:pathLst>
                <a:path extrusionOk="0" h="2008557" w="1129378">
                  <a:moveTo>
                    <a:pt x="1129282" y="2008378"/>
                  </a:moveTo>
                  <a:lnTo>
                    <a:pt x="362529" y="2008378"/>
                  </a:lnTo>
                  <a:cubicBezTo>
                    <a:pt x="162303" y="2008089"/>
                    <a:pt x="91" y="1845809"/>
                    <a:pt x="-96" y="1645583"/>
                  </a:cubicBezTo>
                  <a:lnTo>
                    <a:pt x="-96" y="-179"/>
                  </a:lnTo>
                  <a:lnTo>
                    <a:pt x="16912" y="-179"/>
                  </a:lnTo>
                  <a:lnTo>
                    <a:pt x="16912" y="1645583"/>
                  </a:lnTo>
                  <a:cubicBezTo>
                    <a:pt x="17100" y="1836386"/>
                    <a:pt x="171725" y="1991012"/>
                    <a:pt x="362529" y="1991199"/>
                  </a:cubicBezTo>
                  <a:lnTo>
                    <a:pt x="1129282" y="1991199"/>
                  </a:lnTo>
                  <a:close/>
                </a:path>
              </a:pathLst>
            </a:custGeom>
            <a:solidFill>
              <a:srgbClr val="4A5D5A"/>
            </a:solidFill>
            <a:ln cap="flat" cmpd="sng" w="127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27"/>
            <p:cNvSpPr/>
            <p:nvPr/>
          </p:nvSpPr>
          <p:spPr>
            <a:xfrm>
              <a:off x="2983035" y="2954758"/>
              <a:ext cx="848564" cy="1869425"/>
            </a:xfrm>
            <a:custGeom>
              <a:rect b="b" l="l" r="r" t="t"/>
              <a:pathLst>
                <a:path extrusionOk="0" h="1869425" w="848564">
                  <a:moveTo>
                    <a:pt x="16912" y="1869247"/>
                  </a:moveTo>
                  <a:lnTo>
                    <a:pt x="-96" y="1869247"/>
                  </a:lnTo>
                  <a:lnTo>
                    <a:pt x="-96" y="362446"/>
                  </a:lnTo>
                  <a:cubicBezTo>
                    <a:pt x="193" y="162288"/>
                    <a:pt x="162371" y="110"/>
                    <a:pt x="362529" y="-179"/>
                  </a:cubicBezTo>
                  <a:lnTo>
                    <a:pt x="848468" y="-179"/>
                  </a:lnTo>
                  <a:lnTo>
                    <a:pt x="848468" y="16829"/>
                  </a:lnTo>
                  <a:lnTo>
                    <a:pt x="362529" y="16829"/>
                  </a:lnTo>
                  <a:cubicBezTo>
                    <a:pt x="171760" y="17119"/>
                    <a:pt x="17202" y="171677"/>
                    <a:pt x="16912" y="362446"/>
                  </a:cubicBezTo>
                  <a:close/>
                </a:path>
              </a:pathLst>
            </a:custGeom>
            <a:solidFill>
              <a:srgbClr val="4A5D5A"/>
            </a:solidFill>
            <a:ln cap="flat" cmpd="sng" w="127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27"/>
            <p:cNvSpPr/>
            <p:nvPr/>
          </p:nvSpPr>
          <p:spPr>
            <a:xfrm>
              <a:off x="4259986" y="3256630"/>
              <a:ext cx="1129378" cy="2008557"/>
            </a:xfrm>
            <a:custGeom>
              <a:rect b="b" l="l" r="r" t="t"/>
              <a:pathLst>
                <a:path extrusionOk="0" h="2008557" w="1129378">
                  <a:moveTo>
                    <a:pt x="1129282" y="2008378"/>
                  </a:moveTo>
                  <a:lnTo>
                    <a:pt x="362529" y="2008378"/>
                  </a:lnTo>
                  <a:cubicBezTo>
                    <a:pt x="162302" y="2008089"/>
                    <a:pt x="91" y="1845809"/>
                    <a:pt x="-96" y="1645583"/>
                  </a:cubicBezTo>
                  <a:lnTo>
                    <a:pt x="-96" y="-179"/>
                  </a:lnTo>
                  <a:lnTo>
                    <a:pt x="16912" y="-179"/>
                  </a:lnTo>
                  <a:lnTo>
                    <a:pt x="16912" y="1645583"/>
                  </a:lnTo>
                  <a:cubicBezTo>
                    <a:pt x="17202" y="1836352"/>
                    <a:pt x="171759" y="1990910"/>
                    <a:pt x="362529" y="1991199"/>
                  </a:cubicBezTo>
                  <a:lnTo>
                    <a:pt x="1129282" y="1991199"/>
                  </a:lnTo>
                  <a:close/>
                </a:path>
              </a:pathLst>
            </a:custGeom>
            <a:solidFill>
              <a:srgbClr val="4A5D5A"/>
            </a:solidFill>
            <a:ln cap="flat" cmpd="sng" w="127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27"/>
            <p:cNvSpPr/>
            <p:nvPr/>
          </p:nvSpPr>
          <p:spPr>
            <a:xfrm>
              <a:off x="5720310" y="2926491"/>
              <a:ext cx="848394" cy="1869425"/>
            </a:xfrm>
            <a:custGeom>
              <a:rect b="b" l="l" r="r" t="t"/>
              <a:pathLst>
                <a:path extrusionOk="0" h="1869425" w="848394">
                  <a:moveTo>
                    <a:pt x="16912" y="1869247"/>
                  </a:moveTo>
                  <a:lnTo>
                    <a:pt x="-96" y="1869247"/>
                  </a:lnTo>
                  <a:lnTo>
                    <a:pt x="-96" y="362446"/>
                  </a:lnTo>
                  <a:cubicBezTo>
                    <a:pt x="91" y="162322"/>
                    <a:pt x="162235" y="110"/>
                    <a:pt x="362359" y="-179"/>
                  </a:cubicBezTo>
                  <a:lnTo>
                    <a:pt x="848298" y="-179"/>
                  </a:lnTo>
                  <a:lnTo>
                    <a:pt x="848298" y="16829"/>
                  </a:lnTo>
                  <a:lnTo>
                    <a:pt x="362359" y="16829"/>
                  </a:lnTo>
                  <a:cubicBezTo>
                    <a:pt x="171624" y="17119"/>
                    <a:pt x="17099" y="171711"/>
                    <a:pt x="16912" y="362446"/>
                  </a:cubicBezTo>
                  <a:close/>
                </a:path>
              </a:pathLst>
            </a:custGeom>
            <a:solidFill>
              <a:srgbClr val="4A5D5A"/>
            </a:solidFill>
            <a:ln cap="flat" cmpd="sng" w="127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27"/>
            <p:cNvSpPr/>
            <p:nvPr/>
          </p:nvSpPr>
          <p:spPr>
            <a:xfrm>
              <a:off x="7001109" y="3256630"/>
              <a:ext cx="1129207" cy="2008557"/>
            </a:xfrm>
            <a:custGeom>
              <a:rect b="b" l="l" r="r" t="t"/>
              <a:pathLst>
                <a:path extrusionOk="0" h="2008557" w="1129207">
                  <a:moveTo>
                    <a:pt x="1129112" y="2008378"/>
                  </a:moveTo>
                  <a:lnTo>
                    <a:pt x="362360" y="2008378"/>
                  </a:lnTo>
                  <a:cubicBezTo>
                    <a:pt x="162167" y="2008089"/>
                    <a:pt x="6" y="1845775"/>
                    <a:pt x="-96" y="1645583"/>
                  </a:cubicBezTo>
                  <a:lnTo>
                    <a:pt x="-96" y="-179"/>
                  </a:lnTo>
                  <a:lnTo>
                    <a:pt x="16912" y="-179"/>
                  </a:lnTo>
                  <a:lnTo>
                    <a:pt x="16912" y="1645583"/>
                  </a:lnTo>
                  <a:cubicBezTo>
                    <a:pt x="17100" y="1836318"/>
                    <a:pt x="171624" y="1990910"/>
                    <a:pt x="362360" y="1991199"/>
                  </a:cubicBezTo>
                  <a:lnTo>
                    <a:pt x="1129112" y="1991199"/>
                  </a:lnTo>
                  <a:close/>
                </a:path>
              </a:pathLst>
            </a:custGeom>
            <a:solidFill>
              <a:srgbClr val="4A5D5A"/>
            </a:solidFill>
            <a:ln cap="flat" cmpd="sng" w="127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27"/>
            <p:cNvSpPr/>
            <p:nvPr/>
          </p:nvSpPr>
          <p:spPr>
            <a:xfrm>
              <a:off x="8457416" y="2926491"/>
              <a:ext cx="848904" cy="1869425"/>
            </a:xfrm>
            <a:custGeom>
              <a:rect b="b" l="l" r="r" t="t"/>
              <a:pathLst>
                <a:path extrusionOk="0" h="1869425" w="848904">
                  <a:moveTo>
                    <a:pt x="16912" y="1869247"/>
                  </a:moveTo>
                  <a:lnTo>
                    <a:pt x="-96" y="1869247"/>
                  </a:lnTo>
                  <a:lnTo>
                    <a:pt x="-96" y="362446"/>
                  </a:lnTo>
                  <a:cubicBezTo>
                    <a:pt x="91" y="162254"/>
                    <a:pt x="162337" y="8"/>
                    <a:pt x="362528" y="-179"/>
                  </a:cubicBezTo>
                  <a:lnTo>
                    <a:pt x="848808" y="-179"/>
                  </a:lnTo>
                  <a:lnTo>
                    <a:pt x="848808" y="16829"/>
                  </a:lnTo>
                  <a:lnTo>
                    <a:pt x="362528" y="16829"/>
                  </a:lnTo>
                  <a:cubicBezTo>
                    <a:pt x="171725" y="17017"/>
                    <a:pt x="17099" y="171643"/>
                    <a:pt x="16912" y="362446"/>
                  </a:cubicBezTo>
                  <a:close/>
                </a:path>
              </a:pathLst>
            </a:custGeom>
            <a:solidFill>
              <a:srgbClr val="4A5D5A"/>
            </a:solidFill>
            <a:ln cap="flat" cmpd="sng" w="127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27"/>
            <p:cNvSpPr/>
            <p:nvPr/>
          </p:nvSpPr>
          <p:spPr>
            <a:xfrm>
              <a:off x="772651" y="2258927"/>
              <a:ext cx="1509042" cy="1353007"/>
            </a:xfrm>
            <a:custGeom>
              <a:rect b="b" l="l" r="r" t="t"/>
              <a:pathLst>
                <a:path extrusionOk="0" h="1127506" w="1257535">
                  <a:moveTo>
                    <a:pt x="873765" y="-179"/>
                  </a:moveTo>
                  <a:lnTo>
                    <a:pt x="383574" y="-179"/>
                  </a:lnTo>
                  <a:cubicBezTo>
                    <a:pt x="334061" y="-179"/>
                    <a:pt x="288308" y="26201"/>
                    <a:pt x="263492" y="69046"/>
                  </a:cubicBezTo>
                  <a:lnTo>
                    <a:pt x="18397" y="494264"/>
                  </a:lnTo>
                  <a:cubicBezTo>
                    <a:pt x="-6261" y="537177"/>
                    <a:pt x="-6261" y="589972"/>
                    <a:pt x="18397" y="632885"/>
                  </a:cubicBezTo>
                  <a:lnTo>
                    <a:pt x="263492" y="1058102"/>
                  </a:lnTo>
                  <a:cubicBezTo>
                    <a:pt x="288308" y="1100947"/>
                    <a:pt x="334061" y="1127328"/>
                    <a:pt x="383574" y="1127328"/>
                  </a:cubicBezTo>
                  <a:lnTo>
                    <a:pt x="873765" y="1127328"/>
                  </a:lnTo>
                  <a:cubicBezTo>
                    <a:pt x="923277" y="1127328"/>
                    <a:pt x="969031" y="1100947"/>
                    <a:pt x="993846" y="1058102"/>
                  </a:cubicBezTo>
                  <a:lnTo>
                    <a:pt x="1238942" y="632885"/>
                  </a:lnTo>
                  <a:cubicBezTo>
                    <a:pt x="1263604" y="589972"/>
                    <a:pt x="1263604" y="537177"/>
                    <a:pt x="1238942" y="494264"/>
                  </a:cubicBezTo>
                  <a:lnTo>
                    <a:pt x="993846" y="69046"/>
                  </a:lnTo>
                  <a:cubicBezTo>
                    <a:pt x="969031" y="26201"/>
                    <a:pt x="923277" y="-179"/>
                    <a:pt x="873765" y="-1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27"/>
            <p:cNvSpPr/>
            <p:nvPr/>
          </p:nvSpPr>
          <p:spPr>
            <a:xfrm>
              <a:off x="3515613" y="2258925"/>
              <a:ext cx="1509148" cy="1353010"/>
            </a:xfrm>
            <a:custGeom>
              <a:rect b="b" l="l" r="r" t="t"/>
              <a:pathLst>
                <a:path extrusionOk="0" h="1127508" w="1257623">
                  <a:moveTo>
                    <a:pt x="873045" y="-178"/>
                  </a:moveTo>
                  <a:lnTo>
                    <a:pt x="382685" y="-178"/>
                  </a:lnTo>
                  <a:cubicBezTo>
                    <a:pt x="333513" y="95"/>
                    <a:pt x="288184" y="26441"/>
                    <a:pt x="263624" y="69048"/>
                  </a:cubicBezTo>
                  <a:lnTo>
                    <a:pt x="18528" y="494265"/>
                  </a:lnTo>
                  <a:cubicBezTo>
                    <a:pt x="-6304" y="537144"/>
                    <a:pt x="-6304" y="590007"/>
                    <a:pt x="18528" y="632886"/>
                  </a:cubicBezTo>
                  <a:lnTo>
                    <a:pt x="263624" y="1058104"/>
                  </a:lnTo>
                  <a:cubicBezTo>
                    <a:pt x="288337" y="1100966"/>
                    <a:pt x="334057" y="1127363"/>
                    <a:pt x="383535" y="1127329"/>
                  </a:cubicBezTo>
                  <a:lnTo>
                    <a:pt x="873726" y="1127329"/>
                  </a:lnTo>
                  <a:cubicBezTo>
                    <a:pt x="923238" y="1127329"/>
                    <a:pt x="968992" y="1100949"/>
                    <a:pt x="993807" y="1058104"/>
                  </a:cubicBezTo>
                  <a:lnTo>
                    <a:pt x="1238903" y="632886"/>
                  </a:lnTo>
                  <a:cubicBezTo>
                    <a:pt x="1263736" y="590007"/>
                    <a:pt x="1263736" y="537144"/>
                    <a:pt x="1238903" y="494265"/>
                  </a:cubicBezTo>
                  <a:lnTo>
                    <a:pt x="993807" y="69048"/>
                  </a:lnTo>
                  <a:cubicBezTo>
                    <a:pt x="968873" y="25999"/>
                    <a:pt x="922796" y="-416"/>
                    <a:pt x="873045" y="-17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27"/>
            <p:cNvSpPr/>
            <p:nvPr/>
          </p:nvSpPr>
          <p:spPr>
            <a:xfrm>
              <a:off x="6258609" y="2258929"/>
              <a:ext cx="1509353" cy="1353007"/>
            </a:xfrm>
            <a:custGeom>
              <a:rect b="b" l="l" r="r" t="t"/>
              <a:pathLst>
                <a:path extrusionOk="0" h="1127506" w="1257794">
                  <a:moveTo>
                    <a:pt x="874066" y="-179"/>
                  </a:moveTo>
                  <a:lnTo>
                    <a:pt x="383705" y="-179"/>
                  </a:lnTo>
                  <a:cubicBezTo>
                    <a:pt x="334193" y="-179"/>
                    <a:pt x="288440" y="26201"/>
                    <a:pt x="263624" y="69046"/>
                  </a:cubicBezTo>
                  <a:lnTo>
                    <a:pt x="18529" y="494264"/>
                  </a:lnTo>
                  <a:cubicBezTo>
                    <a:pt x="-6305" y="537143"/>
                    <a:pt x="-6305" y="590006"/>
                    <a:pt x="18529" y="632885"/>
                  </a:cubicBezTo>
                  <a:lnTo>
                    <a:pt x="263624" y="1058102"/>
                  </a:lnTo>
                  <a:cubicBezTo>
                    <a:pt x="288440" y="1100947"/>
                    <a:pt x="334193" y="1127328"/>
                    <a:pt x="383705" y="1127328"/>
                  </a:cubicBezTo>
                  <a:lnTo>
                    <a:pt x="874066" y="1127328"/>
                  </a:lnTo>
                  <a:cubicBezTo>
                    <a:pt x="923545" y="1127362"/>
                    <a:pt x="969264" y="1100964"/>
                    <a:pt x="993977" y="1058102"/>
                  </a:cubicBezTo>
                  <a:lnTo>
                    <a:pt x="1239073" y="632885"/>
                  </a:lnTo>
                  <a:cubicBezTo>
                    <a:pt x="1263906" y="590006"/>
                    <a:pt x="1263906" y="537143"/>
                    <a:pt x="1239073" y="494264"/>
                  </a:cubicBezTo>
                  <a:lnTo>
                    <a:pt x="993127" y="69046"/>
                  </a:lnTo>
                  <a:cubicBezTo>
                    <a:pt x="968567" y="26439"/>
                    <a:pt x="923238" y="93"/>
                    <a:pt x="874066" y="-17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27"/>
            <p:cNvSpPr/>
            <p:nvPr/>
          </p:nvSpPr>
          <p:spPr>
            <a:xfrm>
              <a:off x="2231210" y="4471809"/>
              <a:ext cx="1509148" cy="1353007"/>
            </a:xfrm>
            <a:custGeom>
              <a:rect b="b" l="l" r="r" t="t"/>
              <a:pathLst>
                <a:path extrusionOk="0" h="1127506" w="1257623">
                  <a:moveTo>
                    <a:pt x="873726" y="-179"/>
                  </a:moveTo>
                  <a:lnTo>
                    <a:pt x="383535" y="-179"/>
                  </a:lnTo>
                  <a:cubicBezTo>
                    <a:pt x="334057" y="-213"/>
                    <a:pt x="288337" y="26184"/>
                    <a:pt x="263624" y="69046"/>
                  </a:cubicBezTo>
                  <a:lnTo>
                    <a:pt x="18528" y="494264"/>
                  </a:lnTo>
                  <a:cubicBezTo>
                    <a:pt x="-6305" y="537143"/>
                    <a:pt x="-6305" y="590006"/>
                    <a:pt x="18528" y="632885"/>
                  </a:cubicBezTo>
                  <a:lnTo>
                    <a:pt x="263624" y="1058102"/>
                  </a:lnTo>
                  <a:cubicBezTo>
                    <a:pt x="288337" y="1100964"/>
                    <a:pt x="334057" y="1127361"/>
                    <a:pt x="383535" y="1127328"/>
                  </a:cubicBezTo>
                  <a:lnTo>
                    <a:pt x="873726" y="1127328"/>
                  </a:lnTo>
                  <a:cubicBezTo>
                    <a:pt x="923238" y="1127328"/>
                    <a:pt x="968992" y="1100947"/>
                    <a:pt x="993808" y="1058102"/>
                  </a:cubicBezTo>
                  <a:lnTo>
                    <a:pt x="1238903" y="632885"/>
                  </a:lnTo>
                  <a:cubicBezTo>
                    <a:pt x="1263736" y="590006"/>
                    <a:pt x="1263736" y="537143"/>
                    <a:pt x="1238903" y="494264"/>
                  </a:cubicBezTo>
                  <a:lnTo>
                    <a:pt x="993808" y="69046"/>
                  </a:lnTo>
                  <a:cubicBezTo>
                    <a:pt x="968992" y="26201"/>
                    <a:pt x="923238" y="-179"/>
                    <a:pt x="873726" y="-1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27"/>
            <p:cNvSpPr/>
            <p:nvPr/>
          </p:nvSpPr>
          <p:spPr>
            <a:xfrm>
              <a:off x="4972731" y="4471811"/>
              <a:ext cx="1508128" cy="1353007"/>
            </a:xfrm>
            <a:custGeom>
              <a:rect b="b" l="l" r="r" t="t"/>
              <a:pathLst>
                <a:path extrusionOk="0" h="1127506" w="1256773">
                  <a:moveTo>
                    <a:pt x="874406" y="-179"/>
                  </a:moveTo>
                  <a:lnTo>
                    <a:pt x="383705" y="-179"/>
                  </a:lnTo>
                  <a:cubicBezTo>
                    <a:pt x="334193" y="-179"/>
                    <a:pt x="288439" y="26201"/>
                    <a:pt x="263624" y="69046"/>
                  </a:cubicBezTo>
                  <a:lnTo>
                    <a:pt x="18528" y="494264"/>
                  </a:lnTo>
                  <a:cubicBezTo>
                    <a:pt x="-6304" y="537143"/>
                    <a:pt x="-6304" y="590006"/>
                    <a:pt x="18528" y="632885"/>
                  </a:cubicBezTo>
                  <a:lnTo>
                    <a:pt x="263624" y="1058102"/>
                  </a:lnTo>
                  <a:cubicBezTo>
                    <a:pt x="288439" y="1100947"/>
                    <a:pt x="334193" y="1127328"/>
                    <a:pt x="383705" y="1127328"/>
                  </a:cubicBezTo>
                  <a:lnTo>
                    <a:pt x="873896" y="1127328"/>
                  </a:lnTo>
                  <a:cubicBezTo>
                    <a:pt x="923068" y="1127055"/>
                    <a:pt x="968397" y="1100709"/>
                    <a:pt x="992957" y="1058102"/>
                  </a:cubicBezTo>
                  <a:lnTo>
                    <a:pt x="1238053" y="632885"/>
                  </a:lnTo>
                  <a:cubicBezTo>
                    <a:pt x="1262885" y="590006"/>
                    <a:pt x="1262885" y="537143"/>
                    <a:pt x="1238053" y="494264"/>
                  </a:cubicBezTo>
                  <a:lnTo>
                    <a:pt x="992957" y="69046"/>
                  </a:lnTo>
                  <a:cubicBezTo>
                    <a:pt x="968498" y="26593"/>
                    <a:pt x="923392" y="263"/>
                    <a:pt x="874406" y="-17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27"/>
            <p:cNvSpPr/>
            <p:nvPr/>
          </p:nvSpPr>
          <p:spPr>
            <a:xfrm>
              <a:off x="7713254" y="4471809"/>
              <a:ext cx="1509046" cy="1353007"/>
            </a:xfrm>
            <a:custGeom>
              <a:rect b="b" l="l" r="r" t="t"/>
              <a:pathLst>
                <a:path extrusionOk="0" h="1127506" w="1257538">
                  <a:moveTo>
                    <a:pt x="873769" y="-179"/>
                  </a:moveTo>
                  <a:lnTo>
                    <a:pt x="383577" y="-179"/>
                  </a:lnTo>
                  <a:cubicBezTo>
                    <a:pt x="334065" y="-179"/>
                    <a:pt x="288311" y="26201"/>
                    <a:pt x="263496" y="69046"/>
                  </a:cubicBezTo>
                  <a:lnTo>
                    <a:pt x="18400" y="494264"/>
                  </a:lnTo>
                  <a:cubicBezTo>
                    <a:pt x="-6262" y="537176"/>
                    <a:pt x="-6262" y="589971"/>
                    <a:pt x="18400" y="632885"/>
                  </a:cubicBezTo>
                  <a:lnTo>
                    <a:pt x="263496" y="1058102"/>
                  </a:lnTo>
                  <a:cubicBezTo>
                    <a:pt x="288311" y="1100947"/>
                    <a:pt x="334065" y="1127328"/>
                    <a:pt x="383577" y="1127328"/>
                  </a:cubicBezTo>
                  <a:lnTo>
                    <a:pt x="873769" y="1127328"/>
                  </a:lnTo>
                  <a:cubicBezTo>
                    <a:pt x="923281" y="1127328"/>
                    <a:pt x="969034" y="1100947"/>
                    <a:pt x="993850" y="1058102"/>
                  </a:cubicBezTo>
                  <a:lnTo>
                    <a:pt x="1238945" y="632885"/>
                  </a:lnTo>
                  <a:cubicBezTo>
                    <a:pt x="1263608" y="589971"/>
                    <a:pt x="1263608" y="537176"/>
                    <a:pt x="1238945" y="494264"/>
                  </a:cubicBezTo>
                  <a:lnTo>
                    <a:pt x="993850" y="69046"/>
                  </a:lnTo>
                  <a:cubicBezTo>
                    <a:pt x="969034" y="26201"/>
                    <a:pt x="923281" y="-179"/>
                    <a:pt x="873769" y="-17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27"/>
            <p:cNvSpPr/>
            <p:nvPr/>
          </p:nvSpPr>
          <p:spPr>
            <a:xfrm>
              <a:off x="9001830" y="2258927"/>
              <a:ext cx="1509046" cy="1353007"/>
            </a:xfrm>
            <a:custGeom>
              <a:rect b="b" l="l" r="r" t="t"/>
              <a:pathLst>
                <a:path extrusionOk="0" h="1127506" w="1257538">
                  <a:moveTo>
                    <a:pt x="873769" y="-179"/>
                  </a:moveTo>
                  <a:lnTo>
                    <a:pt x="383578" y="-179"/>
                  </a:lnTo>
                  <a:cubicBezTo>
                    <a:pt x="334065" y="-179"/>
                    <a:pt x="288312" y="26201"/>
                    <a:pt x="263496" y="69046"/>
                  </a:cubicBezTo>
                  <a:lnTo>
                    <a:pt x="18400" y="494264"/>
                  </a:lnTo>
                  <a:cubicBezTo>
                    <a:pt x="-6262" y="537177"/>
                    <a:pt x="-6262" y="589972"/>
                    <a:pt x="18400" y="632885"/>
                  </a:cubicBezTo>
                  <a:lnTo>
                    <a:pt x="263496" y="1058102"/>
                  </a:lnTo>
                  <a:cubicBezTo>
                    <a:pt x="288312" y="1100947"/>
                    <a:pt x="334065" y="1127328"/>
                    <a:pt x="383578" y="1127328"/>
                  </a:cubicBezTo>
                  <a:lnTo>
                    <a:pt x="873769" y="1127328"/>
                  </a:lnTo>
                  <a:cubicBezTo>
                    <a:pt x="923281" y="1127328"/>
                    <a:pt x="969035" y="1100947"/>
                    <a:pt x="993850" y="1058102"/>
                  </a:cubicBezTo>
                  <a:lnTo>
                    <a:pt x="1238945" y="632885"/>
                  </a:lnTo>
                  <a:cubicBezTo>
                    <a:pt x="1263608" y="589972"/>
                    <a:pt x="1263608" y="537177"/>
                    <a:pt x="1238945" y="494264"/>
                  </a:cubicBezTo>
                  <a:lnTo>
                    <a:pt x="993850" y="69046"/>
                  </a:lnTo>
                  <a:cubicBezTo>
                    <a:pt x="969035" y="26201"/>
                    <a:pt x="923281" y="-179"/>
                    <a:pt x="873769" y="-179"/>
                  </a:cubicBezTo>
                  <a:close/>
                </a:path>
              </a:pathLst>
            </a:custGeom>
            <a:solidFill>
              <a:srgbClr val="758DA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27"/>
            <p:cNvSpPr/>
            <p:nvPr/>
          </p:nvSpPr>
          <p:spPr>
            <a:xfrm>
              <a:off x="1333638" y="4143123"/>
              <a:ext cx="387798" cy="387798"/>
            </a:xfrm>
            <a:custGeom>
              <a:rect b="b" l="l" r="r" t="t"/>
              <a:pathLst>
                <a:path extrusionOk="0" h="387798" w="387798">
                  <a:moveTo>
                    <a:pt x="387799" y="193899"/>
                  </a:moveTo>
                  <a:cubicBezTo>
                    <a:pt x="387799" y="300987"/>
                    <a:pt x="300987" y="387798"/>
                    <a:pt x="193899" y="387798"/>
                  </a:cubicBezTo>
                  <a:cubicBezTo>
                    <a:pt x="86812" y="387798"/>
                    <a:pt x="0" y="300987"/>
                    <a:pt x="0" y="193899"/>
                  </a:cubicBezTo>
                  <a:cubicBezTo>
                    <a:pt x="0" y="86812"/>
                    <a:pt x="86812" y="0"/>
                    <a:pt x="193899" y="0"/>
                  </a:cubicBezTo>
                  <a:cubicBezTo>
                    <a:pt x="300987" y="0"/>
                    <a:pt x="387799" y="86812"/>
                    <a:pt x="387799" y="193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27"/>
            <p:cNvSpPr/>
            <p:nvPr/>
          </p:nvSpPr>
          <p:spPr>
            <a:xfrm>
              <a:off x="1414089" y="4223575"/>
              <a:ext cx="226896" cy="226896"/>
            </a:xfrm>
            <a:custGeom>
              <a:rect b="b" l="l" r="r" t="t"/>
              <a:pathLst>
                <a:path extrusionOk="0" h="226896" w="226896">
                  <a:moveTo>
                    <a:pt x="226896" y="113448"/>
                  </a:moveTo>
                  <a:cubicBezTo>
                    <a:pt x="226896" y="176104"/>
                    <a:pt x="176104" y="226896"/>
                    <a:pt x="113448" y="226896"/>
                  </a:cubicBezTo>
                  <a:cubicBezTo>
                    <a:pt x="50792" y="226896"/>
                    <a:pt x="0" y="176104"/>
                    <a:pt x="0" y="113448"/>
                  </a:cubicBezTo>
                  <a:cubicBezTo>
                    <a:pt x="0" y="50792"/>
                    <a:pt x="50792" y="0"/>
                    <a:pt x="113448" y="0"/>
                  </a:cubicBezTo>
                  <a:cubicBezTo>
                    <a:pt x="176104" y="0"/>
                    <a:pt x="226896" y="50792"/>
                    <a:pt x="226896" y="1134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27"/>
            <p:cNvSpPr/>
            <p:nvPr/>
          </p:nvSpPr>
          <p:spPr>
            <a:xfrm>
              <a:off x="2794742" y="3716885"/>
              <a:ext cx="387798" cy="387798"/>
            </a:xfrm>
            <a:custGeom>
              <a:rect b="b" l="l" r="r" t="t"/>
              <a:pathLst>
                <a:path extrusionOk="0" h="387798" w="387798">
                  <a:moveTo>
                    <a:pt x="387799" y="193899"/>
                  </a:moveTo>
                  <a:cubicBezTo>
                    <a:pt x="387799" y="300987"/>
                    <a:pt x="300987" y="387798"/>
                    <a:pt x="193899" y="387798"/>
                  </a:cubicBezTo>
                  <a:cubicBezTo>
                    <a:pt x="86812" y="387798"/>
                    <a:pt x="0" y="300987"/>
                    <a:pt x="0" y="193899"/>
                  </a:cubicBezTo>
                  <a:cubicBezTo>
                    <a:pt x="0" y="86812"/>
                    <a:pt x="86812" y="0"/>
                    <a:pt x="193899" y="0"/>
                  </a:cubicBezTo>
                  <a:cubicBezTo>
                    <a:pt x="300987" y="0"/>
                    <a:pt x="387799" y="86812"/>
                    <a:pt x="387799" y="19389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27"/>
            <p:cNvSpPr/>
            <p:nvPr/>
          </p:nvSpPr>
          <p:spPr>
            <a:xfrm>
              <a:off x="2875193" y="3797337"/>
              <a:ext cx="226896" cy="226896"/>
            </a:xfrm>
            <a:custGeom>
              <a:rect b="b" l="l" r="r" t="t"/>
              <a:pathLst>
                <a:path extrusionOk="0" h="226896" w="226896">
                  <a:moveTo>
                    <a:pt x="226896" y="113448"/>
                  </a:moveTo>
                  <a:cubicBezTo>
                    <a:pt x="226896" y="176104"/>
                    <a:pt x="176104" y="226896"/>
                    <a:pt x="113448" y="226896"/>
                  </a:cubicBezTo>
                  <a:cubicBezTo>
                    <a:pt x="50792" y="226896"/>
                    <a:pt x="0" y="176104"/>
                    <a:pt x="0" y="113448"/>
                  </a:cubicBezTo>
                  <a:cubicBezTo>
                    <a:pt x="0" y="50792"/>
                    <a:pt x="50792" y="0"/>
                    <a:pt x="113448" y="0"/>
                  </a:cubicBezTo>
                  <a:cubicBezTo>
                    <a:pt x="176104" y="0"/>
                    <a:pt x="226896" y="50792"/>
                    <a:pt x="226896" y="1134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27"/>
            <p:cNvSpPr/>
            <p:nvPr/>
          </p:nvSpPr>
          <p:spPr>
            <a:xfrm>
              <a:off x="4072040" y="4143123"/>
              <a:ext cx="387798" cy="387798"/>
            </a:xfrm>
            <a:custGeom>
              <a:rect b="b" l="l" r="r" t="t"/>
              <a:pathLst>
                <a:path extrusionOk="0" h="387798" w="387798">
                  <a:moveTo>
                    <a:pt x="387798" y="193899"/>
                  </a:moveTo>
                  <a:cubicBezTo>
                    <a:pt x="387798" y="300987"/>
                    <a:pt x="300987" y="387798"/>
                    <a:pt x="193899" y="387798"/>
                  </a:cubicBezTo>
                  <a:cubicBezTo>
                    <a:pt x="86812" y="387798"/>
                    <a:pt x="0" y="300987"/>
                    <a:pt x="0" y="193899"/>
                  </a:cubicBezTo>
                  <a:cubicBezTo>
                    <a:pt x="0" y="86812"/>
                    <a:pt x="86812" y="0"/>
                    <a:pt x="193899" y="0"/>
                  </a:cubicBezTo>
                  <a:cubicBezTo>
                    <a:pt x="300987" y="0"/>
                    <a:pt x="387798" y="86812"/>
                    <a:pt x="387798" y="19389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27"/>
            <p:cNvSpPr/>
            <p:nvPr/>
          </p:nvSpPr>
          <p:spPr>
            <a:xfrm>
              <a:off x="4152491" y="4223575"/>
              <a:ext cx="226896" cy="226896"/>
            </a:xfrm>
            <a:custGeom>
              <a:rect b="b" l="l" r="r" t="t"/>
              <a:pathLst>
                <a:path extrusionOk="0" h="226896" w="226896">
                  <a:moveTo>
                    <a:pt x="226896" y="113448"/>
                  </a:moveTo>
                  <a:cubicBezTo>
                    <a:pt x="226896" y="176104"/>
                    <a:pt x="176104" y="226896"/>
                    <a:pt x="113448" y="226896"/>
                  </a:cubicBezTo>
                  <a:cubicBezTo>
                    <a:pt x="50792" y="226896"/>
                    <a:pt x="0" y="176104"/>
                    <a:pt x="0" y="113448"/>
                  </a:cubicBezTo>
                  <a:cubicBezTo>
                    <a:pt x="0" y="50792"/>
                    <a:pt x="50793" y="0"/>
                    <a:pt x="113448" y="0"/>
                  </a:cubicBezTo>
                  <a:cubicBezTo>
                    <a:pt x="176104" y="0"/>
                    <a:pt x="226896" y="50792"/>
                    <a:pt x="226896" y="1134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27"/>
            <p:cNvSpPr/>
            <p:nvPr/>
          </p:nvSpPr>
          <p:spPr>
            <a:xfrm>
              <a:off x="5533144" y="3716885"/>
              <a:ext cx="387798" cy="387798"/>
            </a:xfrm>
            <a:custGeom>
              <a:rect b="b" l="l" r="r" t="t"/>
              <a:pathLst>
                <a:path extrusionOk="0" h="387798" w="387798">
                  <a:moveTo>
                    <a:pt x="387799" y="193899"/>
                  </a:moveTo>
                  <a:cubicBezTo>
                    <a:pt x="387799" y="300987"/>
                    <a:pt x="300987" y="387798"/>
                    <a:pt x="193899" y="387798"/>
                  </a:cubicBezTo>
                  <a:cubicBezTo>
                    <a:pt x="86812" y="387798"/>
                    <a:pt x="0" y="300987"/>
                    <a:pt x="0" y="193899"/>
                  </a:cubicBezTo>
                  <a:cubicBezTo>
                    <a:pt x="0" y="86812"/>
                    <a:pt x="86812" y="0"/>
                    <a:pt x="193899" y="0"/>
                  </a:cubicBezTo>
                  <a:cubicBezTo>
                    <a:pt x="300987" y="0"/>
                    <a:pt x="387799" y="86812"/>
                    <a:pt x="387799" y="19389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27"/>
            <p:cNvSpPr/>
            <p:nvPr/>
          </p:nvSpPr>
          <p:spPr>
            <a:xfrm>
              <a:off x="5613595" y="3797337"/>
              <a:ext cx="226896" cy="226896"/>
            </a:xfrm>
            <a:custGeom>
              <a:rect b="b" l="l" r="r" t="t"/>
              <a:pathLst>
                <a:path extrusionOk="0" h="226896" w="226896">
                  <a:moveTo>
                    <a:pt x="226896" y="113448"/>
                  </a:moveTo>
                  <a:cubicBezTo>
                    <a:pt x="226896" y="176104"/>
                    <a:pt x="176104" y="226896"/>
                    <a:pt x="113448" y="226896"/>
                  </a:cubicBezTo>
                  <a:cubicBezTo>
                    <a:pt x="50792" y="226896"/>
                    <a:pt x="-1" y="176104"/>
                    <a:pt x="-1" y="113448"/>
                  </a:cubicBezTo>
                  <a:cubicBezTo>
                    <a:pt x="-1" y="50792"/>
                    <a:pt x="50792" y="0"/>
                    <a:pt x="113448" y="0"/>
                  </a:cubicBezTo>
                  <a:cubicBezTo>
                    <a:pt x="176104" y="0"/>
                    <a:pt x="226896" y="50792"/>
                    <a:pt x="226896" y="1134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27"/>
            <p:cNvSpPr/>
            <p:nvPr/>
          </p:nvSpPr>
          <p:spPr>
            <a:xfrm>
              <a:off x="6810442" y="4143123"/>
              <a:ext cx="387798" cy="387798"/>
            </a:xfrm>
            <a:custGeom>
              <a:rect b="b" l="l" r="r" t="t"/>
              <a:pathLst>
                <a:path extrusionOk="0" h="387798" w="387798">
                  <a:moveTo>
                    <a:pt x="387798" y="193899"/>
                  </a:moveTo>
                  <a:cubicBezTo>
                    <a:pt x="387798" y="300987"/>
                    <a:pt x="300987" y="387798"/>
                    <a:pt x="193899" y="387798"/>
                  </a:cubicBezTo>
                  <a:cubicBezTo>
                    <a:pt x="86812" y="387798"/>
                    <a:pt x="0" y="300987"/>
                    <a:pt x="0" y="193899"/>
                  </a:cubicBezTo>
                  <a:cubicBezTo>
                    <a:pt x="0" y="86812"/>
                    <a:pt x="86812" y="0"/>
                    <a:pt x="193899" y="0"/>
                  </a:cubicBezTo>
                  <a:cubicBezTo>
                    <a:pt x="300987" y="0"/>
                    <a:pt x="387798" y="86812"/>
                    <a:pt x="387798" y="19389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27"/>
            <p:cNvSpPr/>
            <p:nvPr/>
          </p:nvSpPr>
          <p:spPr>
            <a:xfrm>
              <a:off x="6890893" y="4223575"/>
              <a:ext cx="226896" cy="226896"/>
            </a:xfrm>
            <a:custGeom>
              <a:rect b="b" l="l" r="r" t="t"/>
              <a:pathLst>
                <a:path extrusionOk="0" h="226896" w="226896">
                  <a:moveTo>
                    <a:pt x="226896" y="113448"/>
                  </a:moveTo>
                  <a:cubicBezTo>
                    <a:pt x="226896" y="176104"/>
                    <a:pt x="176104" y="226896"/>
                    <a:pt x="113448" y="226896"/>
                  </a:cubicBezTo>
                  <a:cubicBezTo>
                    <a:pt x="50792" y="226896"/>
                    <a:pt x="0" y="176104"/>
                    <a:pt x="0" y="113448"/>
                  </a:cubicBezTo>
                  <a:cubicBezTo>
                    <a:pt x="0" y="50792"/>
                    <a:pt x="50792" y="0"/>
                    <a:pt x="113448" y="0"/>
                  </a:cubicBezTo>
                  <a:cubicBezTo>
                    <a:pt x="176104" y="0"/>
                    <a:pt x="226896" y="50792"/>
                    <a:pt x="226896" y="1134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27"/>
            <p:cNvSpPr/>
            <p:nvPr/>
          </p:nvSpPr>
          <p:spPr>
            <a:xfrm>
              <a:off x="8271546" y="3716885"/>
              <a:ext cx="387798" cy="387798"/>
            </a:xfrm>
            <a:custGeom>
              <a:rect b="b" l="l" r="r" t="t"/>
              <a:pathLst>
                <a:path extrusionOk="0" h="387798" w="387798">
                  <a:moveTo>
                    <a:pt x="387799" y="193899"/>
                  </a:moveTo>
                  <a:cubicBezTo>
                    <a:pt x="387799" y="300987"/>
                    <a:pt x="300987" y="387798"/>
                    <a:pt x="193899" y="387798"/>
                  </a:cubicBezTo>
                  <a:cubicBezTo>
                    <a:pt x="86812" y="387798"/>
                    <a:pt x="0" y="300987"/>
                    <a:pt x="0" y="193899"/>
                  </a:cubicBezTo>
                  <a:cubicBezTo>
                    <a:pt x="0" y="86812"/>
                    <a:pt x="86812" y="0"/>
                    <a:pt x="193899" y="0"/>
                  </a:cubicBezTo>
                  <a:cubicBezTo>
                    <a:pt x="300987" y="0"/>
                    <a:pt x="387799" y="86812"/>
                    <a:pt x="387799" y="19389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27"/>
            <p:cNvSpPr/>
            <p:nvPr/>
          </p:nvSpPr>
          <p:spPr>
            <a:xfrm>
              <a:off x="8351997" y="3797337"/>
              <a:ext cx="226896" cy="226896"/>
            </a:xfrm>
            <a:custGeom>
              <a:rect b="b" l="l" r="r" t="t"/>
              <a:pathLst>
                <a:path extrusionOk="0" h="226896" w="226896">
                  <a:moveTo>
                    <a:pt x="226896" y="113448"/>
                  </a:moveTo>
                  <a:cubicBezTo>
                    <a:pt x="226896" y="176104"/>
                    <a:pt x="176104" y="226896"/>
                    <a:pt x="113448" y="226896"/>
                  </a:cubicBezTo>
                  <a:cubicBezTo>
                    <a:pt x="50792" y="226896"/>
                    <a:pt x="-1" y="176104"/>
                    <a:pt x="-1" y="113448"/>
                  </a:cubicBezTo>
                  <a:cubicBezTo>
                    <a:pt x="-1" y="50792"/>
                    <a:pt x="50792" y="0"/>
                    <a:pt x="113448" y="0"/>
                  </a:cubicBezTo>
                  <a:cubicBezTo>
                    <a:pt x="176104" y="0"/>
                    <a:pt x="226896" y="50792"/>
                    <a:pt x="226896" y="1134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27"/>
            <p:cNvSpPr txBox="1"/>
            <p:nvPr/>
          </p:nvSpPr>
          <p:spPr>
            <a:xfrm>
              <a:off x="828137" y="2674150"/>
              <a:ext cx="1398900" cy="5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Create project Charter</a:t>
              </a:r>
              <a:endParaRPr b="1" sz="11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5" name="Google Shape;635;p27"/>
            <p:cNvSpPr txBox="1"/>
            <p:nvPr/>
          </p:nvSpPr>
          <p:spPr>
            <a:xfrm>
              <a:off x="6314248" y="2566428"/>
              <a:ext cx="13989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Monitor and Control Project Task</a:t>
              </a:r>
              <a:endParaRPr b="1" sz="11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6" name="Google Shape;636;p27"/>
            <p:cNvSpPr txBox="1"/>
            <p:nvPr/>
          </p:nvSpPr>
          <p:spPr>
            <a:xfrm>
              <a:off x="3571152" y="2566428"/>
              <a:ext cx="13989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Direct &amp; Manage Project Tasks</a:t>
              </a:r>
              <a:endParaRPr b="1" sz="11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7" name="Google Shape;637;p27"/>
            <p:cNvSpPr txBox="1"/>
            <p:nvPr/>
          </p:nvSpPr>
          <p:spPr>
            <a:xfrm>
              <a:off x="9057316" y="2674150"/>
              <a:ext cx="1398900" cy="5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Close out the project</a:t>
              </a:r>
              <a:endParaRPr b="1" sz="11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8" name="Google Shape;638;p27"/>
            <p:cNvSpPr txBox="1"/>
            <p:nvPr/>
          </p:nvSpPr>
          <p:spPr>
            <a:xfrm>
              <a:off x="2286749" y="4779310"/>
              <a:ext cx="13989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Develop Project Mgmt. Plan</a:t>
              </a:r>
              <a:endParaRPr b="1" sz="11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9" name="Google Shape;639;p27"/>
            <p:cNvSpPr txBox="1"/>
            <p:nvPr/>
          </p:nvSpPr>
          <p:spPr>
            <a:xfrm>
              <a:off x="7768740" y="4671589"/>
              <a:ext cx="1398900" cy="9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Perform Integrated Change control</a:t>
              </a:r>
              <a:endParaRPr b="1" sz="11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40" name="Google Shape;640;p27"/>
            <p:cNvSpPr txBox="1"/>
            <p:nvPr/>
          </p:nvSpPr>
          <p:spPr>
            <a:xfrm>
              <a:off x="5027758" y="4779310"/>
              <a:ext cx="13989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Manage Project Knowledge</a:t>
              </a:r>
              <a:endParaRPr b="1" sz="11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8"/>
          <p:cNvSpPr txBox="1"/>
          <p:nvPr/>
        </p:nvSpPr>
        <p:spPr>
          <a:xfrm>
            <a:off x="0" y="363968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Template Ideas</a:t>
            </a:r>
            <a:endParaRPr sz="1100"/>
          </a:p>
        </p:txBody>
      </p:sp>
      <p:sp>
        <p:nvSpPr>
          <p:cNvPr id="646" name="Google Shape;646;p28"/>
          <p:cNvSpPr txBox="1"/>
          <p:nvPr/>
        </p:nvSpPr>
        <p:spPr>
          <a:xfrm>
            <a:off x="0" y="900014"/>
            <a:ext cx="914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People Strategy – Manager and Employee</a:t>
            </a:r>
            <a:endParaRPr sz="14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647" name="Google Shape;647;p28"/>
          <p:cNvGrpSpPr/>
          <p:nvPr/>
        </p:nvGrpSpPr>
        <p:grpSpPr>
          <a:xfrm>
            <a:off x="668769" y="1599850"/>
            <a:ext cx="7806441" cy="3064217"/>
            <a:chOff x="891692" y="2217108"/>
            <a:chExt cx="10408588" cy="4085623"/>
          </a:xfrm>
        </p:grpSpPr>
        <p:grpSp>
          <p:nvGrpSpPr>
            <p:cNvPr id="648" name="Google Shape;648;p28"/>
            <p:cNvGrpSpPr/>
            <p:nvPr/>
          </p:nvGrpSpPr>
          <p:grpSpPr>
            <a:xfrm>
              <a:off x="891692" y="2217108"/>
              <a:ext cx="10408588" cy="4085623"/>
              <a:chOff x="891692" y="2217108"/>
              <a:chExt cx="10408588" cy="4085623"/>
            </a:xfrm>
          </p:grpSpPr>
          <p:grpSp>
            <p:nvGrpSpPr>
              <p:cNvPr id="649" name="Google Shape;649;p28"/>
              <p:cNvGrpSpPr/>
              <p:nvPr/>
            </p:nvGrpSpPr>
            <p:grpSpPr>
              <a:xfrm>
                <a:off x="891692" y="2217108"/>
                <a:ext cx="10408588" cy="4085623"/>
                <a:chOff x="891692" y="2217108"/>
                <a:chExt cx="10408588" cy="4085623"/>
              </a:xfrm>
            </p:grpSpPr>
            <p:grpSp>
              <p:nvGrpSpPr>
                <p:cNvPr id="650" name="Google Shape;650;p28"/>
                <p:cNvGrpSpPr/>
                <p:nvPr/>
              </p:nvGrpSpPr>
              <p:grpSpPr>
                <a:xfrm>
                  <a:off x="891692" y="2217108"/>
                  <a:ext cx="10408588" cy="3750037"/>
                  <a:chOff x="891692" y="2217108"/>
                  <a:chExt cx="10408588" cy="3750037"/>
                </a:xfrm>
              </p:grpSpPr>
              <p:sp>
                <p:nvSpPr>
                  <p:cNvPr id="651" name="Google Shape;651;p28"/>
                  <p:cNvSpPr txBox="1"/>
                  <p:nvPr/>
                </p:nvSpPr>
                <p:spPr>
                  <a:xfrm>
                    <a:off x="6955336" y="2217108"/>
                    <a:ext cx="2946300" cy="79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34275" lIns="68575" spcFirstLastPara="1" rIns="68575" wrap="square" tIns="34275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0" lang="en-US" sz="1200">
                        <a:solidFill>
                          <a:srgbClr val="2626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Business Strategy </a:t>
                    </a:r>
                    <a:endParaRPr sz="1100"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rgbClr val="262626"/>
                      </a:buClr>
                      <a:buSzPts val="900"/>
                      <a:buFont typeface="Quattrocento Sans"/>
                      <a:buNone/>
                    </a:pPr>
                    <a:r>
                      <a:rPr b="0" i="0" lang="en-US" sz="900" u="none" cap="none" strike="noStrike">
                        <a:solidFill>
                          <a:srgbClr val="2626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Creating a conducive environment for employees to thrive and succeed.</a:t>
                    </a:r>
                    <a:endParaRPr sz="1100"/>
                  </a:p>
                </p:txBody>
              </p:sp>
              <p:sp>
                <p:nvSpPr>
                  <p:cNvPr id="652" name="Google Shape;652;p28"/>
                  <p:cNvSpPr txBox="1"/>
                  <p:nvPr/>
                </p:nvSpPr>
                <p:spPr>
                  <a:xfrm>
                    <a:off x="7931603" y="5173645"/>
                    <a:ext cx="2946300" cy="79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34275" lIns="68575" spcFirstLastPara="1" rIns="68575" wrap="square" tIns="34275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0" lang="en-US" sz="1200">
                        <a:solidFill>
                          <a:srgbClr val="2626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Employee </a:t>
                    </a:r>
                    <a:endParaRPr sz="1100"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rgbClr val="262626"/>
                      </a:buClr>
                      <a:buSzPts val="900"/>
                      <a:buFont typeface="Quattrocento Sans"/>
                      <a:buNone/>
                    </a:pPr>
                    <a:r>
                      <a:rPr b="0" i="0" lang="en-US" sz="900" u="none" cap="none" strike="noStrike">
                        <a:solidFill>
                          <a:srgbClr val="2626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Creating a conducive environment for employees to thrive and succeed.</a:t>
                    </a:r>
                    <a:endParaRPr sz="1100"/>
                  </a:p>
                </p:txBody>
              </p:sp>
              <p:sp>
                <p:nvSpPr>
                  <p:cNvPr id="653" name="Google Shape;653;p28"/>
                  <p:cNvSpPr txBox="1"/>
                  <p:nvPr/>
                </p:nvSpPr>
                <p:spPr>
                  <a:xfrm>
                    <a:off x="1314070" y="5173645"/>
                    <a:ext cx="2946300" cy="79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34275" lIns="68575" spcFirstLastPara="1" rIns="68575" wrap="square" tIns="34275">
                    <a:spAutoFit/>
                  </a:bodyPr>
                  <a:lstStyle/>
                  <a:p>
                    <a:pPr indent="0" lvl="0" marL="0" marR="0" rtl="0" algn="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0" lang="en-US" sz="1200">
                        <a:solidFill>
                          <a:srgbClr val="2626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Managers </a:t>
                    </a:r>
                    <a:endParaRPr sz="1100"/>
                  </a:p>
                  <a:p>
                    <a:pPr indent="0" lvl="0" marL="0" marR="0" rtl="0" algn="r">
                      <a:lnSpc>
                        <a:spcPct val="10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rgbClr val="262626"/>
                      </a:buClr>
                      <a:buSzPts val="900"/>
                      <a:buFont typeface="Quattrocento Sans"/>
                      <a:buNone/>
                    </a:pPr>
                    <a:r>
                      <a:rPr b="0" i="0" lang="en-US" sz="900" u="none" cap="none" strike="noStrike">
                        <a:solidFill>
                          <a:srgbClr val="2626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Creating a conducive environment for employees to thrive and succeed.</a:t>
                    </a:r>
                    <a:endParaRPr sz="1100"/>
                  </a:p>
                </p:txBody>
              </p:sp>
              <p:sp>
                <p:nvSpPr>
                  <p:cNvPr id="654" name="Google Shape;654;p28"/>
                  <p:cNvSpPr txBox="1"/>
                  <p:nvPr/>
                </p:nvSpPr>
                <p:spPr>
                  <a:xfrm>
                    <a:off x="8353980" y="3613690"/>
                    <a:ext cx="2946300" cy="79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34275" lIns="68575" spcFirstLastPara="1" rIns="68575" wrap="square" tIns="34275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0" lang="en-US" sz="1200">
                        <a:solidFill>
                          <a:srgbClr val="2626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Environment </a:t>
                    </a:r>
                    <a:endParaRPr sz="1100"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rgbClr val="262626"/>
                      </a:buClr>
                      <a:buSzPts val="900"/>
                      <a:buFont typeface="Quattrocento Sans"/>
                      <a:buNone/>
                    </a:pPr>
                    <a:r>
                      <a:rPr b="0" i="0" lang="en-US" sz="900" u="none" cap="none" strike="noStrike">
                        <a:solidFill>
                          <a:srgbClr val="2626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Creating a conducive environment for employees to thrive and succeed.</a:t>
                    </a:r>
                    <a:endParaRPr sz="1100"/>
                  </a:p>
                </p:txBody>
              </p:sp>
              <p:sp>
                <p:nvSpPr>
                  <p:cNvPr id="655" name="Google Shape;655;p28"/>
                  <p:cNvSpPr txBox="1"/>
                  <p:nvPr/>
                </p:nvSpPr>
                <p:spPr>
                  <a:xfrm>
                    <a:off x="891692" y="3613690"/>
                    <a:ext cx="2946300" cy="79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34275" lIns="68575" spcFirstLastPara="1" rIns="68575" wrap="square" tIns="34275">
                    <a:spAutoFit/>
                  </a:bodyPr>
                  <a:lstStyle/>
                  <a:p>
                    <a:pPr indent="0" lvl="0" marL="0" marR="0" rtl="0" algn="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0" lang="en-US" sz="1200">
                        <a:solidFill>
                          <a:srgbClr val="2626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Competitive Advantages </a:t>
                    </a:r>
                    <a:endParaRPr sz="1100"/>
                  </a:p>
                  <a:p>
                    <a:pPr indent="0" lvl="0" marL="0" marR="0" rtl="0" algn="r">
                      <a:lnSpc>
                        <a:spcPct val="10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rgbClr val="262626"/>
                      </a:buClr>
                      <a:buSzPts val="900"/>
                      <a:buFont typeface="Quattrocento Sans"/>
                      <a:buNone/>
                    </a:pPr>
                    <a:r>
                      <a:rPr b="0" i="0" lang="en-US" sz="900" u="none" cap="none" strike="noStrike">
                        <a:solidFill>
                          <a:srgbClr val="2626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Creating a conducive environment for employees to thrive and succeed.</a:t>
                    </a:r>
                    <a:endParaRPr sz="1100"/>
                  </a:p>
                </p:txBody>
              </p:sp>
            </p:grpSp>
            <p:grpSp>
              <p:nvGrpSpPr>
                <p:cNvPr id="656" name="Google Shape;656;p28"/>
                <p:cNvGrpSpPr/>
                <p:nvPr/>
              </p:nvGrpSpPr>
              <p:grpSpPr>
                <a:xfrm>
                  <a:off x="4067660" y="2238127"/>
                  <a:ext cx="4056681" cy="4064604"/>
                  <a:chOff x="4067660" y="2238127"/>
                  <a:chExt cx="4056681" cy="4064604"/>
                </a:xfrm>
              </p:grpSpPr>
              <p:grpSp>
                <p:nvGrpSpPr>
                  <p:cNvPr id="657" name="Google Shape;657;p28"/>
                  <p:cNvGrpSpPr/>
                  <p:nvPr/>
                </p:nvGrpSpPr>
                <p:grpSpPr>
                  <a:xfrm>
                    <a:off x="4067660" y="2238127"/>
                    <a:ext cx="4056681" cy="4064604"/>
                    <a:chOff x="4067660" y="2238127"/>
                    <a:chExt cx="4056681" cy="4064604"/>
                  </a:xfrm>
                </p:grpSpPr>
                <p:sp>
                  <p:nvSpPr>
                    <p:cNvPr id="658" name="Google Shape;658;p28"/>
                    <p:cNvSpPr/>
                    <p:nvPr/>
                  </p:nvSpPr>
                  <p:spPr>
                    <a:xfrm>
                      <a:off x="6164797" y="2351928"/>
                      <a:ext cx="622178" cy="622590"/>
                    </a:xfrm>
                    <a:custGeom>
                      <a:rect b="b" l="l" r="r" t="t"/>
                      <a:pathLst>
                        <a:path extrusionOk="0" h="622590" w="622178">
                          <a:moveTo>
                            <a:pt x="589908" y="622492"/>
                          </a:moveTo>
                          <a:lnTo>
                            <a:pt x="31951" y="622492"/>
                          </a:lnTo>
                          <a:cubicBezTo>
                            <a:pt x="14118" y="622425"/>
                            <a:pt x="-299" y="607963"/>
                            <a:pt x="-299" y="590130"/>
                          </a:cubicBezTo>
                          <a:lnTo>
                            <a:pt x="-299" y="32173"/>
                          </a:lnTo>
                          <a:cubicBezTo>
                            <a:pt x="-243" y="14296"/>
                            <a:pt x="14286" y="-144"/>
                            <a:pt x="32151" y="-99"/>
                          </a:cubicBezTo>
                          <a:cubicBezTo>
                            <a:pt x="32497" y="-99"/>
                            <a:pt x="32832" y="-88"/>
                            <a:pt x="33178" y="-77"/>
                          </a:cubicBezTo>
                          <a:cubicBezTo>
                            <a:pt x="350745" y="17153"/>
                            <a:pt x="604414" y="270678"/>
                            <a:pt x="621823" y="588233"/>
                          </a:cubicBezTo>
                          <a:cubicBezTo>
                            <a:pt x="622872" y="606077"/>
                            <a:pt x="609258" y="621387"/>
                            <a:pt x="591414" y="622436"/>
                          </a:cubicBezTo>
                          <a:cubicBezTo>
                            <a:pt x="590912" y="622469"/>
                            <a:pt x="590410" y="622481"/>
                            <a:pt x="589908" y="622492"/>
                          </a:cubicBezTo>
                          <a:close/>
                        </a:path>
                      </a:pathLst>
                    </a:custGeom>
                    <a:solidFill>
                      <a:srgbClr val="2C969B"/>
                    </a:solidFill>
                    <a:ln>
                      <a:noFill/>
                    </a:ln>
                  </p:spPr>
                  <p:txBody>
                    <a:bodyPr anchorCtr="0" anchor="b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 b="1" sz="240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659" name="Google Shape;659;p28"/>
                    <p:cNvSpPr/>
                    <p:nvPr/>
                  </p:nvSpPr>
                  <p:spPr>
                    <a:xfrm>
                      <a:off x="5363794" y="2238127"/>
                      <a:ext cx="753241" cy="1473006"/>
                    </a:xfrm>
                    <a:custGeom>
                      <a:rect b="b" l="l" r="r" t="t"/>
                      <a:pathLst>
                        <a:path extrusionOk="0" h="1473006" w="753241">
                          <a:moveTo>
                            <a:pt x="736204" y="1472907"/>
                          </a:moveTo>
                          <a:cubicBezTo>
                            <a:pt x="329442" y="1472907"/>
                            <a:pt x="-299" y="1143166"/>
                            <a:pt x="-299" y="736404"/>
                          </a:cubicBezTo>
                          <a:cubicBezTo>
                            <a:pt x="-299" y="329642"/>
                            <a:pt x="329442" y="-99"/>
                            <a:pt x="736204" y="-99"/>
                          </a:cubicBezTo>
                          <a:cubicBezTo>
                            <a:pt x="745444" y="-99"/>
                            <a:pt x="752942" y="7395"/>
                            <a:pt x="752942" y="16640"/>
                          </a:cubicBezTo>
                          <a:cubicBezTo>
                            <a:pt x="752942" y="25879"/>
                            <a:pt x="745444" y="33378"/>
                            <a:pt x="736204" y="33378"/>
                          </a:cubicBezTo>
                          <a:cubicBezTo>
                            <a:pt x="347933" y="33378"/>
                            <a:pt x="33178" y="348133"/>
                            <a:pt x="33178" y="736404"/>
                          </a:cubicBezTo>
                          <a:cubicBezTo>
                            <a:pt x="33178" y="1124675"/>
                            <a:pt x="347933" y="1439430"/>
                            <a:pt x="736204" y="1439430"/>
                          </a:cubicBezTo>
                          <a:cubicBezTo>
                            <a:pt x="745444" y="1439430"/>
                            <a:pt x="752942" y="1446929"/>
                            <a:pt x="752942" y="1456168"/>
                          </a:cubicBezTo>
                          <a:cubicBezTo>
                            <a:pt x="752942" y="1465408"/>
                            <a:pt x="745444" y="1472907"/>
                            <a:pt x="736204" y="1472907"/>
                          </a:cubicBezTo>
                          <a:close/>
                        </a:path>
                      </a:pathLst>
                    </a:custGeom>
                    <a:solidFill>
                      <a:srgbClr val="2C969B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0" name="Google Shape;660;p28"/>
                    <p:cNvSpPr/>
                    <p:nvPr/>
                  </p:nvSpPr>
                  <p:spPr>
                    <a:xfrm>
                      <a:off x="5476572" y="2351727"/>
                      <a:ext cx="623725" cy="1246152"/>
                    </a:xfrm>
                    <a:custGeom>
                      <a:rect b="b" l="l" r="r" t="t"/>
                      <a:pathLst>
                        <a:path extrusionOk="0" h="1246152" w="623725">
                          <a:moveTo>
                            <a:pt x="623426" y="1224505"/>
                          </a:moveTo>
                          <a:cubicBezTo>
                            <a:pt x="623370" y="1236456"/>
                            <a:pt x="613628" y="1246109"/>
                            <a:pt x="601677" y="1246053"/>
                          </a:cubicBezTo>
                          <a:cubicBezTo>
                            <a:pt x="601487" y="1246053"/>
                            <a:pt x="601297" y="1246053"/>
                            <a:pt x="601108" y="1246042"/>
                          </a:cubicBezTo>
                          <a:cubicBezTo>
                            <a:pt x="256993" y="1233856"/>
                            <a:pt x="-12087" y="945024"/>
                            <a:pt x="99" y="600910"/>
                          </a:cubicBezTo>
                          <a:cubicBezTo>
                            <a:pt x="11682" y="273902"/>
                            <a:pt x="274100" y="11484"/>
                            <a:pt x="601108" y="-99"/>
                          </a:cubicBezTo>
                          <a:cubicBezTo>
                            <a:pt x="613137" y="-110"/>
                            <a:pt x="623002" y="9420"/>
                            <a:pt x="623426" y="21438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1" name="Google Shape;661;p28"/>
                    <p:cNvSpPr/>
                    <p:nvPr/>
                  </p:nvSpPr>
                  <p:spPr>
                    <a:xfrm>
                      <a:off x="7387727" y="4078492"/>
                      <a:ext cx="622590" cy="622160"/>
                    </a:xfrm>
                    <a:custGeom>
                      <a:rect b="b" l="l" r="r" t="t"/>
                      <a:pathLst>
                        <a:path extrusionOk="0" h="622160" w="622590">
                          <a:moveTo>
                            <a:pt x="-299" y="590108"/>
                          </a:moveTo>
                          <a:lnTo>
                            <a:pt x="-299" y="32151"/>
                          </a:lnTo>
                          <a:cubicBezTo>
                            <a:pt x="-299" y="14341"/>
                            <a:pt x="14140" y="-99"/>
                            <a:pt x="31950" y="-99"/>
                          </a:cubicBezTo>
                          <a:lnTo>
                            <a:pt x="589907" y="-99"/>
                          </a:lnTo>
                          <a:cubicBezTo>
                            <a:pt x="607784" y="-110"/>
                            <a:pt x="622280" y="14374"/>
                            <a:pt x="622291" y="32240"/>
                          </a:cubicBezTo>
                          <a:cubicBezTo>
                            <a:pt x="622291" y="32620"/>
                            <a:pt x="622280" y="32999"/>
                            <a:pt x="622269" y="33378"/>
                          </a:cubicBezTo>
                          <a:cubicBezTo>
                            <a:pt x="604972" y="351034"/>
                            <a:pt x="351280" y="604726"/>
                            <a:pt x="33624" y="622023"/>
                          </a:cubicBezTo>
                          <a:cubicBezTo>
                            <a:pt x="15770" y="622882"/>
                            <a:pt x="605" y="609112"/>
                            <a:pt x="-266" y="591268"/>
                          </a:cubicBezTo>
                          <a:cubicBezTo>
                            <a:pt x="-288" y="590878"/>
                            <a:pt x="-299" y="590498"/>
                            <a:pt x="-299" y="590108"/>
                          </a:cubicBezTo>
                          <a:close/>
                        </a:path>
                      </a:pathLst>
                    </a:custGeom>
                    <a:solidFill>
                      <a:srgbClr val="F6AD00"/>
                    </a:solidFill>
                    <a:ln>
                      <a:noFill/>
                    </a:ln>
                  </p:spPr>
                  <p:txBody>
                    <a:bodyPr anchorCtr="0" anchor="t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endParaRPr b="1" sz="240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662" name="Google Shape;662;p28"/>
                    <p:cNvSpPr/>
                    <p:nvPr/>
                  </p:nvSpPr>
                  <p:spPr>
                    <a:xfrm>
                      <a:off x="6651335" y="3277378"/>
                      <a:ext cx="1473006" cy="753241"/>
                    </a:xfrm>
                    <a:custGeom>
                      <a:rect b="b" l="l" r="r" t="t"/>
                      <a:pathLst>
                        <a:path extrusionOk="0" h="753241" w="1473006">
                          <a:moveTo>
                            <a:pt x="1455968" y="753143"/>
                          </a:moveTo>
                          <a:cubicBezTo>
                            <a:pt x="1446728" y="753143"/>
                            <a:pt x="1439229" y="745644"/>
                            <a:pt x="1439229" y="736404"/>
                          </a:cubicBezTo>
                          <a:cubicBezTo>
                            <a:pt x="1439229" y="348133"/>
                            <a:pt x="1124475" y="33378"/>
                            <a:pt x="736204" y="33378"/>
                          </a:cubicBezTo>
                          <a:cubicBezTo>
                            <a:pt x="347933" y="33378"/>
                            <a:pt x="33178" y="348133"/>
                            <a:pt x="33178" y="736404"/>
                          </a:cubicBezTo>
                          <a:cubicBezTo>
                            <a:pt x="33178" y="745644"/>
                            <a:pt x="25679" y="753143"/>
                            <a:pt x="16439" y="753143"/>
                          </a:cubicBezTo>
                          <a:cubicBezTo>
                            <a:pt x="7200" y="753143"/>
                            <a:pt x="-299" y="745644"/>
                            <a:pt x="-299" y="736404"/>
                          </a:cubicBezTo>
                          <a:cubicBezTo>
                            <a:pt x="-299" y="329642"/>
                            <a:pt x="329442" y="-99"/>
                            <a:pt x="736204" y="-99"/>
                          </a:cubicBezTo>
                          <a:cubicBezTo>
                            <a:pt x="1142966" y="-99"/>
                            <a:pt x="1472707" y="329642"/>
                            <a:pt x="1472707" y="736404"/>
                          </a:cubicBezTo>
                          <a:cubicBezTo>
                            <a:pt x="1472707" y="745644"/>
                            <a:pt x="1465208" y="753143"/>
                            <a:pt x="1455968" y="753143"/>
                          </a:cubicBezTo>
                          <a:close/>
                        </a:path>
                      </a:pathLst>
                    </a:custGeom>
                    <a:solidFill>
                      <a:srgbClr val="F6AD00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3" name="Google Shape;663;p28"/>
                    <p:cNvSpPr/>
                    <p:nvPr/>
                  </p:nvSpPr>
                  <p:spPr>
                    <a:xfrm>
                      <a:off x="6764700" y="3391683"/>
                      <a:ext cx="1246055" cy="622197"/>
                    </a:xfrm>
                    <a:custGeom>
                      <a:rect b="b" l="l" r="r" t="t"/>
                      <a:pathLst>
                        <a:path extrusionOk="0" h="622197" w="1246055">
                          <a:moveTo>
                            <a:pt x="21138" y="622099"/>
                          </a:moveTo>
                          <a:cubicBezTo>
                            <a:pt x="9242" y="622043"/>
                            <a:pt x="-354" y="612357"/>
                            <a:pt x="-299" y="600461"/>
                          </a:cubicBezTo>
                          <a:cubicBezTo>
                            <a:pt x="-299" y="600238"/>
                            <a:pt x="-299" y="600004"/>
                            <a:pt x="-287" y="599780"/>
                          </a:cubicBezTo>
                          <a:cubicBezTo>
                            <a:pt x="12735" y="255700"/>
                            <a:pt x="302237" y="-12678"/>
                            <a:pt x="646317" y="356"/>
                          </a:cubicBezTo>
                          <a:cubicBezTo>
                            <a:pt x="972120" y="12687"/>
                            <a:pt x="1233411" y="273967"/>
                            <a:pt x="1245742" y="599780"/>
                          </a:cubicBezTo>
                          <a:cubicBezTo>
                            <a:pt x="1246177" y="611665"/>
                            <a:pt x="1236881" y="621653"/>
                            <a:pt x="1224997" y="622088"/>
                          </a:cubicBezTo>
                          <a:cubicBezTo>
                            <a:pt x="1224774" y="622088"/>
                            <a:pt x="1224540" y="622099"/>
                            <a:pt x="1224316" y="622099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64" name="Google Shape;664;p28"/>
                    <p:cNvGrpSpPr/>
                    <p:nvPr/>
                  </p:nvGrpSpPr>
                  <p:grpSpPr>
                    <a:xfrm>
                      <a:off x="4067660" y="3294413"/>
                      <a:ext cx="1473006" cy="1423385"/>
                      <a:chOff x="4067660" y="3294413"/>
                      <a:chExt cx="1473006" cy="1423385"/>
                    </a:xfrm>
                  </p:grpSpPr>
                  <p:sp>
                    <p:nvSpPr>
                      <p:cNvPr id="665" name="Google Shape;665;p28"/>
                      <p:cNvSpPr/>
                      <p:nvPr/>
                    </p:nvSpPr>
                    <p:spPr>
                      <a:xfrm>
                        <a:off x="4067660" y="3964557"/>
                        <a:ext cx="1473006" cy="753241"/>
                      </a:xfrm>
                      <a:custGeom>
                        <a:rect b="b" l="l" r="r" t="t"/>
                        <a:pathLst>
                          <a:path extrusionOk="0" h="753241" w="1473006">
                            <a:moveTo>
                              <a:pt x="736204" y="753143"/>
                            </a:moveTo>
                            <a:cubicBezTo>
                              <a:pt x="329676" y="752585"/>
                              <a:pt x="259" y="423167"/>
                              <a:pt x="-299" y="16640"/>
                            </a:cubicBezTo>
                            <a:cubicBezTo>
                              <a:pt x="-299" y="7400"/>
                              <a:pt x="7200" y="-99"/>
                              <a:pt x="16439" y="-99"/>
                            </a:cubicBezTo>
                            <a:cubicBezTo>
                              <a:pt x="25679" y="-99"/>
                              <a:pt x="33178" y="7400"/>
                              <a:pt x="33178" y="16640"/>
                            </a:cubicBezTo>
                            <a:cubicBezTo>
                              <a:pt x="33178" y="404911"/>
                              <a:pt x="347933" y="719666"/>
                              <a:pt x="736204" y="719666"/>
                            </a:cubicBezTo>
                            <a:cubicBezTo>
                              <a:pt x="1124475" y="719666"/>
                              <a:pt x="1439229" y="404911"/>
                              <a:pt x="1439229" y="16640"/>
                            </a:cubicBezTo>
                            <a:cubicBezTo>
                              <a:pt x="1439229" y="7400"/>
                              <a:pt x="1446728" y="-99"/>
                              <a:pt x="1455968" y="-99"/>
                            </a:cubicBezTo>
                            <a:cubicBezTo>
                              <a:pt x="1465208" y="-99"/>
                              <a:pt x="1472707" y="7400"/>
                              <a:pt x="1472707" y="16640"/>
                            </a:cubicBezTo>
                            <a:cubicBezTo>
                              <a:pt x="1472149" y="423167"/>
                              <a:pt x="1142731" y="752585"/>
                              <a:pt x="736204" y="753143"/>
                            </a:cubicBezTo>
                            <a:close/>
                          </a:path>
                        </a:pathLst>
                      </a:custGeom>
                      <a:solidFill>
                        <a:srgbClr val="594676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66" name="Google Shape;666;p28"/>
                      <p:cNvSpPr/>
                      <p:nvPr/>
                    </p:nvSpPr>
                    <p:spPr>
                      <a:xfrm>
                        <a:off x="4181138" y="3981073"/>
                        <a:ext cx="1246051" cy="622197"/>
                      </a:xfrm>
                      <a:custGeom>
                        <a:rect b="b" l="l" r="r" t="t"/>
                        <a:pathLst>
                          <a:path extrusionOk="0" h="622197" w="1246051">
                            <a:moveTo>
                              <a:pt x="1224315" y="-99"/>
                            </a:moveTo>
                            <a:cubicBezTo>
                              <a:pt x="1236266" y="24"/>
                              <a:pt x="1245863" y="9810"/>
                              <a:pt x="1245752" y="21762"/>
                            </a:cubicBezTo>
                            <a:cubicBezTo>
                              <a:pt x="1245752" y="21918"/>
                              <a:pt x="1245741" y="22063"/>
                              <a:pt x="1245741" y="22219"/>
                            </a:cubicBezTo>
                            <a:cubicBezTo>
                              <a:pt x="1232718" y="366300"/>
                              <a:pt x="943216" y="634677"/>
                              <a:pt x="599135" y="621643"/>
                            </a:cubicBezTo>
                            <a:cubicBezTo>
                              <a:pt x="273333" y="609313"/>
                              <a:pt x="12042" y="348033"/>
                              <a:pt x="-289" y="22219"/>
                            </a:cubicBezTo>
                            <a:cubicBezTo>
                              <a:pt x="-657" y="10268"/>
                              <a:pt x="8728" y="280"/>
                              <a:pt x="20679" y="-88"/>
                            </a:cubicBezTo>
                            <a:cubicBezTo>
                              <a:pt x="20835" y="-99"/>
                              <a:pt x="20981" y="-99"/>
                              <a:pt x="21137" y="-99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67" name="Google Shape;667;p28"/>
                      <p:cNvSpPr/>
                      <p:nvPr/>
                    </p:nvSpPr>
                    <p:spPr>
                      <a:xfrm>
                        <a:off x="4181573" y="3294413"/>
                        <a:ext cx="622590" cy="622160"/>
                      </a:xfrm>
                      <a:custGeom>
                        <a:rect b="b" l="l" r="r" t="t"/>
                        <a:pathLst>
                          <a:path extrusionOk="0" h="622160" w="622590">
                            <a:moveTo>
                              <a:pt x="622291" y="31854"/>
                            </a:moveTo>
                            <a:lnTo>
                              <a:pt x="622291" y="589811"/>
                            </a:lnTo>
                            <a:cubicBezTo>
                              <a:pt x="622291" y="607621"/>
                              <a:pt x="607851" y="622061"/>
                              <a:pt x="590041" y="622061"/>
                            </a:cubicBezTo>
                            <a:lnTo>
                              <a:pt x="32084" y="622061"/>
                            </a:lnTo>
                            <a:cubicBezTo>
                              <a:pt x="14207" y="622072"/>
                              <a:pt x="-288" y="607587"/>
                              <a:pt x="-299" y="589722"/>
                            </a:cubicBezTo>
                            <a:cubicBezTo>
                              <a:pt x="-299" y="589342"/>
                              <a:pt x="-288" y="588963"/>
                              <a:pt x="-277" y="588584"/>
                            </a:cubicBezTo>
                            <a:cubicBezTo>
                              <a:pt x="17064" y="270950"/>
                              <a:pt x="270734" y="17280"/>
                              <a:pt x="588367" y="-61"/>
                            </a:cubicBezTo>
                            <a:cubicBezTo>
                              <a:pt x="606222" y="-920"/>
                              <a:pt x="621387" y="12850"/>
                              <a:pt x="622258" y="30694"/>
                            </a:cubicBezTo>
                            <a:cubicBezTo>
                              <a:pt x="622269" y="31084"/>
                              <a:pt x="622291" y="31464"/>
                              <a:pt x="622291" y="31854"/>
                            </a:cubicBezTo>
                            <a:close/>
                          </a:path>
                        </a:pathLst>
                      </a:custGeom>
                      <a:solidFill>
                        <a:srgbClr val="594676"/>
                      </a:solidFill>
                      <a:ln>
                        <a:noFill/>
                      </a:ln>
                    </p:spPr>
                    <p:txBody>
                      <a:bodyPr anchorCtr="0" anchor="b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b="1" lang="en-US" sz="2400">
                            <a:solidFill>
                              <a:schemeClr val="lt1"/>
                            </a:solidFill>
                            <a:latin typeface="Quattrocento Sans"/>
                            <a:ea typeface="Quattrocento Sans"/>
                            <a:cs typeface="Quattrocento Sans"/>
                            <a:sym typeface="Quattrocento Sans"/>
                          </a:rPr>
                          <a:t>5</a:t>
                        </a:r>
                        <a:endParaRPr b="1" sz="240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endParaRPr>
                      </a:p>
                    </p:txBody>
                  </p:sp>
                </p:grpSp>
                <p:sp>
                  <p:nvSpPr>
                    <p:cNvPr id="668" name="Google Shape;668;p28"/>
                    <p:cNvSpPr/>
                    <p:nvPr/>
                  </p:nvSpPr>
                  <p:spPr>
                    <a:xfrm>
                      <a:off x="6919935" y="4829725"/>
                      <a:ext cx="753241" cy="1473006"/>
                    </a:xfrm>
                    <a:custGeom>
                      <a:rect b="b" l="l" r="r" t="t"/>
                      <a:pathLst>
                        <a:path extrusionOk="0" h="1473006" w="753241">
                          <a:moveTo>
                            <a:pt x="16439" y="1472907"/>
                          </a:moveTo>
                          <a:cubicBezTo>
                            <a:pt x="7200" y="1472907"/>
                            <a:pt x="-299" y="1465408"/>
                            <a:pt x="-299" y="1456168"/>
                          </a:cubicBezTo>
                          <a:cubicBezTo>
                            <a:pt x="-299" y="1446929"/>
                            <a:pt x="7200" y="1439430"/>
                            <a:pt x="16439" y="1439430"/>
                          </a:cubicBezTo>
                          <a:cubicBezTo>
                            <a:pt x="404711" y="1439430"/>
                            <a:pt x="719465" y="1124675"/>
                            <a:pt x="719465" y="736404"/>
                          </a:cubicBezTo>
                          <a:cubicBezTo>
                            <a:pt x="719465" y="348133"/>
                            <a:pt x="404711" y="33378"/>
                            <a:pt x="16439" y="33378"/>
                          </a:cubicBezTo>
                          <a:cubicBezTo>
                            <a:pt x="7200" y="33378"/>
                            <a:pt x="-299" y="25879"/>
                            <a:pt x="-299" y="16640"/>
                          </a:cubicBezTo>
                          <a:cubicBezTo>
                            <a:pt x="-299" y="7400"/>
                            <a:pt x="7200" y="-99"/>
                            <a:pt x="16439" y="-99"/>
                          </a:cubicBezTo>
                          <a:cubicBezTo>
                            <a:pt x="423201" y="-99"/>
                            <a:pt x="752942" y="329642"/>
                            <a:pt x="752942" y="736404"/>
                          </a:cubicBezTo>
                          <a:cubicBezTo>
                            <a:pt x="752942" y="1143166"/>
                            <a:pt x="423201" y="1472907"/>
                            <a:pt x="16439" y="1472907"/>
                          </a:cubicBezTo>
                          <a:close/>
                        </a:path>
                      </a:pathLst>
                    </a:custGeom>
                    <a:solidFill>
                      <a:srgbClr val="DC0F12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9" name="Google Shape;669;p28"/>
                    <p:cNvSpPr/>
                    <p:nvPr/>
                  </p:nvSpPr>
                  <p:spPr>
                    <a:xfrm>
                      <a:off x="6936674" y="4942979"/>
                      <a:ext cx="623725" cy="1246162"/>
                    </a:xfrm>
                    <a:custGeom>
                      <a:rect b="b" l="l" r="r" t="t"/>
                      <a:pathLst>
                        <a:path extrusionOk="0" h="1246162" w="623725">
                          <a:moveTo>
                            <a:pt x="-299" y="21449"/>
                          </a:moveTo>
                          <a:cubicBezTo>
                            <a:pt x="-243" y="9498"/>
                            <a:pt x="9498" y="-155"/>
                            <a:pt x="21450" y="-99"/>
                          </a:cubicBezTo>
                          <a:cubicBezTo>
                            <a:pt x="21640" y="-99"/>
                            <a:pt x="21830" y="-99"/>
                            <a:pt x="22019" y="-88"/>
                          </a:cubicBezTo>
                          <a:cubicBezTo>
                            <a:pt x="366134" y="12098"/>
                            <a:pt x="635214" y="300930"/>
                            <a:pt x="623028" y="645045"/>
                          </a:cubicBezTo>
                          <a:cubicBezTo>
                            <a:pt x="611445" y="972052"/>
                            <a:pt x="349027" y="1234470"/>
                            <a:pt x="22019" y="1246054"/>
                          </a:cubicBezTo>
                          <a:cubicBezTo>
                            <a:pt x="10068" y="1246422"/>
                            <a:pt x="80" y="1237037"/>
                            <a:pt x="-288" y="1225085"/>
                          </a:cubicBezTo>
                          <a:cubicBezTo>
                            <a:pt x="-299" y="1224895"/>
                            <a:pt x="-299" y="1224706"/>
                            <a:pt x="-299" y="1224516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0" name="Google Shape;670;p28"/>
                    <p:cNvSpPr/>
                    <p:nvPr/>
                  </p:nvSpPr>
                  <p:spPr>
                    <a:xfrm>
                      <a:off x="6249908" y="5566005"/>
                      <a:ext cx="622155" cy="622479"/>
                    </a:xfrm>
                    <a:custGeom>
                      <a:rect b="b" l="l" r="r" t="t"/>
                      <a:pathLst>
                        <a:path extrusionOk="0" h="622479" w="622155">
                          <a:moveTo>
                            <a:pt x="31649" y="-99"/>
                          </a:moveTo>
                          <a:lnTo>
                            <a:pt x="589606" y="-99"/>
                          </a:lnTo>
                          <a:cubicBezTo>
                            <a:pt x="607393" y="-43"/>
                            <a:pt x="621800" y="14363"/>
                            <a:pt x="621856" y="32151"/>
                          </a:cubicBezTo>
                          <a:lnTo>
                            <a:pt x="621856" y="590108"/>
                          </a:lnTo>
                          <a:cubicBezTo>
                            <a:pt x="621800" y="607985"/>
                            <a:pt x="607271" y="622425"/>
                            <a:pt x="589405" y="622380"/>
                          </a:cubicBezTo>
                          <a:cubicBezTo>
                            <a:pt x="589059" y="622380"/>
                            <a:pt x="588725" y="622369"/>
                            <a:pt x="588379" y="622358"/>
                          </a:cubicBezTo>
                          <a:cubicBezTo>
                            <a:pt x="270700" y="605117"/>
                            <a:pt x="16975" y="351392"/>
                            <a:pt x="-266" y="33713"/>
                          </a:cubicBezTo>
                          <a:cubicBezTo>
                            <a:pt x="-1069" y="15859"/>
                            <a:pt x="12757" y="738"/>
                            <a:pt x="30611" y="-65"/>
                          </a:cubicBezTo>
                          <a:cubicBezTo>
                            <a:pt x="30957" y="-88"/>
                            <a:pt x="31303" y="-99"/>
                            <a:pt x="31649" y="-99"/>
                          </a:cubicBezTo>
                          <a:close/>
                        </a:path>
                      </a:pathLst>
                    </a:custGeom>
                    <a:solidFill>
                      <a:srgbClr val="DC0F12"/>
                    </a:solidFill>
                    <a:ln>
                      <a:noFill/>
                    </a:ln>
                  </p:spPr>
                  <p:txBody>
                    <a:bodyPr anchorCtr="0" anchor="t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</a:t>
                      </a:r>
                      <a:endParaRPr b="1" sz="240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671" name="Google Shape;671;p28"/>
                    <p:cNvSpPr/>
                    <p:nvPr/>
                  </p:nvSpPr>
                  <p:spPr>
                    <a:xfrm>
                      <a:off x="5195737" y="4829725"/>
                      <a:ext cx="753241" cy="1473006"/>
                    </a:xfrm>
                    <a:custGeom>
                      <a:rect b="b" l="l" r="r" t="t"/>
                      <a:pathLst>
                        <a:path extrusionOk="0" h="1473006" w="753241">
                          <a:moveTo>
                            <a:pt x="16439" y="1472907"/>
                          </a:moveTo>
                          <a:cubicBezTo>
                            <a:pt x="7200" y="1472907"/>
                            <a:pt x="-299" y="1465408"/>
                            <a:pt x="-299" y="1456168"/>
                          </a:cubicBezTo>
                          <a:cubicBezTo>
                            <a:pt x="-299" y="1446929"/>
                            <a:pt x="7200" y="1439430"/>
                            <a:pt x="16439" y="1439430"/>
                          </a:cubicBezTo>
                          <a:cubicBezTo>
                            <a:pt x="404711" y="1439430"/>
                            <a:pt x="719465" y="1124675"/>
                            <a:pt x="719465" y="736404"/>
                          </a:cubicBezTo>
                          <a:cubicBezTo>
                            <a:pt x="719465" y="348133"/>
                            <a:pt x="404711" y="33378"/>
                            <a:pt x="16439" y="33378"/>
                          </a:cubicBezTo>
                          <a:cubicBezTo>
                            <a:pt x="7200" y="33378"/>
                            <a:pt x="-299" y="25879"/>
                            <a:pt x="-299" y="16640"/>
                          </a:cubicBezTo>
                          <a:cubicBezTo>
                            <a:pt x="-299" y="7400"/>
                            <a:pt x="7200" y="-99"/>
                            <a:pt x="16439" y="-99"/>
                          </a:cubicBezTo>
                          <a:cubicBezTo>
                            <a:pt x="423201" y="-99"/>
                            <a:pt x="752942" y="329642"/>
                            <a:pt x="752942" y="736404"/>
                          </a:cubicBezTo>
                          <a:cubicBezTo>
                            <a:pt x="752942" y="1143166"/>
                            <a:pt x="423201" y="1472907"/>
                            <a:pt x="16439" y="1472907"/>
                          </a:cubicBezTo>
                          <a:close/>
                        </a:path>
                      </a:pathLst>
                    </a:custGeom>
                    <a:solidFill>
                      <a:srgbClr val="F14700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2" name="Google Shape;672;p28"/>
                    <p:cNvSpPr/>
                    <p:nvPr/>
                  </p:nvSpPr>
                  <p:spPr>
                    <a:xfrm>
                      <a:off x="5212476" y="4942979"/>
                      <a:ext cx="623725" cy="1246162"/>
                    </a:xfrm>
                    <a:custGeom>
                      <a:rect b="b" l="l" r="r" t="t"/>
                      <a:pathLst>
                        <a:path extrusionOk="0" h="1246162" w="623725">
                          <a:moveTo>
                            <a:pt x="-299" y="21449"/>
                          </a:moveTo>
                          <a:cubicBezTo>
                            <a:pt x="-311" y="9554"/>
                            <a:pt x="9331" y="-99"/>
                            <a:pt x="21227" y="-99"/>
                          </a:cubicBezTo>
                          <a:cubicBezTo>
                            <a:pt x="21495" y="-99"/>
                            <a:pt x="21751" y="-99"/>
                            <a:pt x="22019" y="-88"/>
                          </a:cubicBezTo>
                          <a:cubicBezTo>
                            <a:pt x="366133" y="12098"/>
                            <a:pt x="635213" y="300930"/>
                            <a:pt x="623028" y="645044"/>
                          </a:cubicBezTo>
                          <a:cubicBezTo>
                            <a:pt x="611445" y="972052"/>
                            <a:pt x="349026" y="1234470"/>
                            <a:pt x="22019" y="1246053"/>
                          </a:cubicBezTo>
                          <a:cubicBezTo>
                            <a:pt x="10067" y="1246421"/>
                            <a:pt x="80" y="1237037"/>
                            <a:pt x="-288" y="1225085"/>
                          </a:cubicBezTo>
                          <a:cubicBezTo>
                            <a:pt x="-299" y="1224895"/>
                            <a:pt x="-299" y="1224706"/>
                            <a:pt x="-299" y="1224516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3" name="Google Shape;673;p28"/>
                    <p:cNvSpPr/>
                    <p:nvPr/>
                  </p:nvSpPr>
                  <p:spPr>
                    <a:xfrm>
                      <a:off x="4525714" y="5566005"/>
                      <a:ext cx="622150" cy="622479"/>
                    </a:xfrm>
                    <a:custGeom>
                      <a:rect b="b" l="l" r="r" t="t"/>
                      <a:pathLst>
                        <a:path extrusionOk="0" h="622479" w="622150">
                          <a:moveTo>
                            <a:pt x="31645" y="-99"/>
                          </a:moveTo>
                          <a:lnTo>
                            <a:pt x="589602" y="-99"/>
                          </a:lnTo>
                          <a:cubicBezTo>
                            <a:pt x="607411" y="-99"/>
                            <a:pt x="621851" y="14341"/>
                            <a:pt x="621851" y="32151"/>
                          </a:cubicBezTo>
                          <a:lnTo>
                            <a:pt x="621851" y="590108"/>
                          </a:lnTo>
                          <a:cubicBezTo>
                            <a:pt x="621796" y="607985"/>
                            <a:pt x="607266" y="622425"/>
                            <a:pt x="589401" y="622380"/>
                          </a:cubicBezTo>
                          <a:cubicBezTo>
                            <a:pt x="589055" y="622380"/>
                            <a:pt x="588720" y="622369"/>
                            <a:pt x="588374" y="622358"/>
                          </a:cubicBezTo>
                          <a:cubicBezTo>
                            <a:pt x="270718" y="605061"/>
                            <a:pt x="17026" y="351369"/>
                            <a:pt x="-271" y="33713"/>
                          </a:cubicBezTo>
                          <a:cubicBezTo>
                            <a:pt x="-1018" y="15792"/>
                            <a:pt x="12908" y="671"/>
                            <a:pt x="30830" y="-77"/>
                          </a:cubicBezTo>
                          <a:cubicBezTo>
                            <a:pt x="31098" y="-88"/>
                            <a:pt x="31377" y="-99"/>
                            <a:pt x="31645" y="-99"/>
                          </a:cubicBezTo>
                          <a:close/>
                        </a:path>
                      </a:pathLst>
                    </a:custGeom>
                    <a:solidFill>
                      <a:srgbClr val="F14700"/>
                    </a:solidFill>
                    <a:ln>
                      <a:noFill/>
                    </a:ln>
                  </p:spPr>
                  <p:txBody>
                    <a:bodyPr anchorCtr="0" anchor="t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</a:t>
                      </a:r>
                      <a:endParaRPr b="1" sz="240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  <p:pic>
                <p:nvPicPr>
                  <p:cNvPr descr="People Strategy Icons - Free SVG &amp; PNG People Strategy Images - Noun Project" id="674" name="Google Shape;674;p2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5835824" y="4170362"/>
                    <a:ext cx="707712" cy="70771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pic>
            <p:nvPicPr>
              <p:cNvPr descr="Business, strategy icon - Free download on Iconfinder" id="675" name="Google Shape;675;p2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640426" y="2826796"/>
                <a:ext cx="296017" cy="29601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Sustainable - Free business icons" id="676" name="Google Shape;676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215055" y="3530109"/>
              <a:ext cx="345344" cy="3453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roduct management Icon - Free PNG &amp; SVG 1855399 - Noun Project" id="677" name="Google Shape;677;p2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090574" y="5408098"/>
              <a:ext cx="315925" cy="315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Employee - Free people icons" id="678" name="Google Shape;678;p2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44769" y="5402923"/>
              <a:ext cx="359139" cy="326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mpetitive advantage Icon - Free PNG &amp; SVG 3852341 - Noun Project" id="679" name="Google Shape;679;p2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605580" y="4093588"/>
              <a:ext cx="397166" cy="39716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9"/>
          <p:cNvSpPr txBox="1"/>
          <p:nvPr/>
        </p:nvSpPr>
        <p:spPr>
          <a:xfrm>
            <a:off x="0" y="363968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Template Ideas</a:t>
            </a:r>
            <a:endParaRPr sz="1100"/>
          </a:p>
        </p:txBody>
      </p:sp>
      <p:sp>
        <p:nvSpPr>
          <p:cNvPr id="685" name="Google Shape;685;p29"/>
          <p:cNvSpPr txBox="1"/>
          <p:nvPr/>
        </p:nvSpPr>
        <p:spPr>
          <a:xfrm>
            <a:off x="0" y="900014"/>
            <a:ext cx="914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 Methodology Five Steps</a:t>
            </a:r>
            <a:endParaRPr sz="14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686" name="Google Shape;686;p29"/>
          <p:cNvGrpSpPr/>
          <p:nvPr/>
        </p:nvGrpSpPr>
        <p:grpSpPr>
          <a:xfrm>
            <a:off x="413981" y="1711460"/>
            <a:ext cx="8316135" cy="2707983"/>
            <a:chOff x="551975" y="2281946"/>
            <a:chExt cx="11088180" cy="3610644"/>
          </a:xfrm>
        </p:grpSpPr>
        <p:grpSp>
          <p:nvGrpSpPr>
            <p:cNvPr id="687" name="Google Shape;687;p29"/>
            <p:cNvGrpSpPr/>
            <p:nvPr/>
          </p:nvGrpSpPr>
          <p:grpSpPr>
            <a:xfrm>
              <a:off x="551975" y="2281946"/>
              <a:ext cx="11088180" cy="3610644"/>
              <a:chOff x="793687" y="2607871"/>
              <a:chExt cx="11088180" cy="3610644"/>
            </a:xfrm>
          </p:grpSpPr>
          <p:grpSp>
            <p:nvGrpSpPr>
              <p:cNvPr id="688" name="Google Shape;688;p29"/>
              <p:cNvGrpSpPr/>
              <p:nvPr/>
            </p:nvGrpSpPr>
            <p:grpSpPr>
              <a:xfrm>
                <a:off x="793687" y="2607871"/>
                <a:ext cx="10604625" cy="1870079"/>
                <a:chOff x="583589" y="2453643"/>
                <a:chExt cx="11018937" cy="1943141"/>
              </a:xfrm>
            </p:grpSpPr>
            <p:grpSp>
              <p:nvGrpSpPr>
                <p:cNvPr id="689" name="Google Shape;689;p29"/>
                <p:cNvGrpSpPr/>
                <p:nvPr/>
              </p:nvGrpSpPr>
              <p:grpSpPr>
                <a:xfrm>
                  <a:off x="583589" y="2453643"/>
                  <a:ext cx="1824824" cy="1943141"/>
                  <a:chOff x="583589" y="2453643"/>
                  <a:chExt cx="1824824" cy="1943141"/>
                </a:xfrm>
              </p:grpSpPr>
              <p:sp>
                <p:nvSpPr>
                  <p:cNvPr id="690" name="Google Shape;690;p29"/>
                  <p:cNvSpPr/>
                  <p:nvPr/>
                </p:nvSpPr>
                <p:spPr>
                  <a:xfrm>
                    <a:off x="711489" y="2581389"/>
                    <a:ext cx="1326075" cy="1326075"/>
                  </a:xfrm>
                  <a:custGeom>
                    <a:rect b="b" l="l" r="r" t="t"/>
                    <a:pathLst>
                      <a:path extrusionOk="0" h="1326075" w="1326075">
                        <a:moveTo>
                          <a:pt x="1135928" y="0"/>
                        </a:moveTo>
                        <a:cubicBezTo>
                          <a:pt x="1240944" y="0"/>
                          <a:pt x="1326076" y="0"/>
                          <a:pt x="1326076" y="0"/>
                        </a:cubicBezTo>
                        <a:lnTo>
                          <a:pt x="1326076" y="1326076"/>
                        </a:lnTo>
                        <a:cubicBezTo>
                          <a:pt x="1326076" y="1326076"/>
                          <a:pt x="1240944" y="1326076"/>
                          <a:pt x="1135928" y="1326076"/>
                        </a:cubicBezTo>
                        <a:lnTo>
                          <a:pt x="190147" y="1326076"/>
                        </a:lnTo>
                        <a:cubicBezTo>
                          <a:pt x="85132" y="1326076"/>
                          <a:pt x="0" y="1326076"/>
                          <a:pt x="0" y="1326076"/>
                        </a:cubicBezTo>
                        <a:lnTo>
                          <a:pt x="0" y="0"/>
                        </a:lnTo>
                        <a:cubicBezTo>
                          <a:pt x="0" y="0"/>
                          <a:pt x="85132" y="0"/>
                          <a:pt x="190147" y="0"/>
                        </a:cubicBezTo>
                        <a:close/>
                      </a:path>
                    </a:pathLst>
                  </a:custGeom>
                  <a:solidFill>
                    <a:srgbClr val="05BCC1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1" name="Google Shape;691;p29"/>
                  <p:cNvSpPr/>
                  <p:nvPr/>
                </p:nvSpPr>
                <p:spPr>
                  <a:xfrm rot="5400000">
                    <a:off x="832421" y="2702476"/>
                    <a:ext cx="1084210" cy="1084210"/>
                  </a:xfrm>
                  <a:custGeom>
                    <a:rect b="b" l="l" r="r" t="t"/>
                    <a:pathLst>
                      <a:path extrusionOk="0" h="1084210" w="1084210">
                        <a:moveTo>
                          <a:pt x="1025769" y="-130"/>
                        </a:moveTo>
                        <a:cubicBezTo>
                          <a:pt x="1058009" y="-130"/>
                          <a:pt x="1084145" y="-130"/>
                          <a:pt x="1084145" y="-130"/>
                        </a:cubicBezTo>
                        <a:lnTo>
                          <a:pt x="1084145" y="1084081"/>
                        </a:lnTo>
                        <a:cubicBezTo>
                          <a:pt x="1084145" y="1084081"/>
                          <a:pt x="1058009" y="1084081"/>
                          <a:pt x="1025769" y="1084081"/>
                        </a:cubicBezTo>
                        <a:lnTo>
                          <a:pt x="58310" y="1084081"/>
                        </a:lnTo>
                        <a:cubicBezTo>
                          <a:pt x="26070" y="1084081"/>
                          <a:pt x="-66" y="1084081"/>
                          <a:pt x="-66" y="1084081"/>
                        </a:cubicBezTo>
                        <a:lnTo>
                          <a:pt x="-66" y="-130"/>
                        </a:lnTo>
                        <a:cubicBezTo>
                          <a:pt x="-66" y="-130"/>
                          <a:pt x="26070" y="-130"/>
                          <a:pt x="58310" y="-13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/>
                      </a:gs>
                      <a:gs pos="22850">
                        <a:srgbClr val="FFFFFF"/>
                      </a:gs>
                      <a:gs pos="63320">
                        <a:srgbClr val="E6EAEB"/>
                      </a:gs>
                      <a:gs pos="99960">
                        <a:srgbClr val="CDD5D8"/>
                      </a:gs>
                      <a:gs pos="100000">
                        <a:srgbClr val="CDD5D8"/>
                      </a:gs>
                    </a:gsLst>
                    <a:lin ang="18813757" scaled="0"/>
                  </a:gradFill>
                  <a:ln cap="flat" cmpd="sng" w="42875">
                    <a:solidFill>
                      <a:schemeClr val="lt1"/>
                    </a:solidFill>
                    <a:prstDash val="solid"/>
                    <a:miter lim="400000"/>
                    <a:headEnd len="sm" w="sm" type="none"/>
                    <a:tailEnd len="sm" w="sm" type="none"/>
                  </a:ln>
                  <a:effectLst>
                    <a:outerShdw blurRad="114300" rotWithShape="0" dir="2315233" dist="67526">
                      <a:srgbClr val="000000">
                        <a:alpha val="38040"/>
                      </a:srgbClr>
                    </a:outerShdw>
                  </a:effectLst>
                </p:spPr>
                <p:txBody>
                  <a:bodyPr anchorCtr="0" anchor="ctr" bIns="34275" lIns="34275" spcFirstLastPara="1" rIns="34275" wrap="square" tIns="3427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2" name="Google Shape;692;p29"/>
                  <p:cNvSpPr/>
                  <p:nvPr/>
                </p:nvSpPr>
                <p:spPr>
                  <a:xfrm>
                    <a:off x="2292436" y="3177534"/>
                    <a:ext cx="115977" cy="133939"/>
                  </a:xfrm>
                  <a:custGeom>
                    <a:rect b="b" l="l" r="r" t="t"/>
                    <a:pathLst>
                      <a:path extrusionOk="0" h="133939" w="115977">
                        <a:moveTo>
                          <a:pt x="0" y="0"/>
                        </a:moveTo>
                        <a:lnTo>
                          <a:pt x="115977" y="66892"/>
                        </a:lnTo>
                        <a:lnTo>
                          <a:pt x="0" y="13393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3" name="Google Shape;693;p29"/>
                  <p:cNvSpPr/>
                  <p:nvPr/>
                </p:nvSpPr>
                <p:spPr>
                  <a:xfrm>
                    <a:off x="583589" y="2453643"/>
                    <a:ext cx="1728512" cy="1582031"/>
                  </a:xfrm>
                  <a:custGeom>
                    <a:rect b="b" l="l" r="r" t="t"/>
                    <a:pathLst>
                      <a:path extrusionOk="0" h="1582031" w="1728512">
                        <a:moveTo>
                          <a:pt x="1564932" y="782292"/>
                        </a:moveTo>
                        <a:lnTo>
                          <a:pt x="1564932" y="1398722"/>
                        </a:lnTo>
                        <a:cubicBezTo>
                          <a:pt x="1564762" y="1490466"/>
                          <a:pt x="1490375" y="1564775"/>
                          <a:pt x="1398631" y="1564869"/>
                        </a:cubicBezTo>
                        <a:lnTo>
                          <a:pt x="182959" y="1564869"/>
                        </a:lnTo>
                        <a:cubicBezTo>
                          <a:pt x="91113" y="1564961"/>
                          <a:pt x="16587" y="1490575"/>
                          <a:pt x="16502" y="1398722"/>
                        </a:cubicBezTo>
                        <a:lnTo>
                          <a:pt x="16502" y="182740"/>
                        </a:lnTo>
                        <a:cubicBezTo>
                          <a:pt x="16587" y="91011"/>
                          <a:pt x="90924" y="16686"/>
                          <a:pt x="182649" y="16593"/>
                        </a:cubicBezTo>
                        <a:lnTo>
                          <a:pt x="1398631" y="16593"/>
                        </a:lnTo>
                        <a:cubicBezTo>
                          <a:pt x="1490375" y="16686"/>
                          <a:pt x="1564762" y="90995"/>
                          <a:pt x="1564932" y="182740"/>
                        </a:cubicBezTo>
                        <a:lnTo>
                          <a:pt x="1564932" y="584557"/>
                        </a:lnTo>
                        <a:cubicBezTo>
                          <a:pt x="1567719" y="584310"/>
                          <a:pt x="1570507" y="584310"/>
                          <a:pt x="1573294" y="584557"/>
                        </a:cubicBezTo>
                        <a:cubicBezTo>
                          <a:pt x="1576081" y="584325"/>
                          <a:pt x="1578868" y="584325"/>
                          <a:pt x="1581655" y="584557"/>
                        </a:cubicBezTo>
                        <a:lnTo>
                          <a:pt x="1581655" y="182740"/>
                        </a:lnTo>
                        <a:cubicBezTo>
                          <a:pt x="1581485" y="81875"/>
                          <a:pt x="1499806" y="133"/>
                          <a:pt x="1398941" y="-130"/>
                        </a:cubicBezTo>
                        <a:lnTo>
                          <a:pt x="182959" y="-130"/>
                        </a:lnTo>
                        <a:cubicBezTo>
                          <a:pt x="81948" y="40"/>
                          <a:pt x="104" y="81890"/>
                          <a:pt x="-66" y="182895"/>
                        </a:cubicBezTo>
                        <a:lnTo>
                          <a:pt x="-66" y="1398877"/>
                        </a:lnTo>
                        <a:cubicBezTo>
                          <a:pt x="104" y="1499881"/>
                          <a:pt x="81948" y="1581731"/>
                          <a:pt x="182959" y="1581901"/>
                        </a:cubicBezTo>
                        <a:lnTo>
                          <a:pt x="1398941" y="1581901"/>
                        </a:lnTo>
                        <a:cubicBezTo>
                          <a:pt x="1499945" y="1581731"/>
                          <a:pt x="1581795" y="1499881"/>
                          <a:pt x="1581965" y="1398877"/>
                        </a:cubicBezTo>
                        <a:lnTo>
                          <a:pt x="1581965" y="799170"/>
                        </a:lnTo>
                        <a:lnTo>
                          <a:pt x="1728447" y="799170"/>
                        </a:lnTo>
                        <a:lnTo>
                          <a:pt x="1728447" y="782292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4" name="Google Shape;694;p29"/>
                  <p:cNvSpPr/>
                  <p:nvPr/>
                </p:nvSpPr>
                <p:spPr>
                  <a:xfrm>
                    <a:off x="2099966" y="3031053"/>
                    <a:ext cx="114584" cy="114584"/>
                  </a:xfrm>
                  <a:custGeom>
                    <a:rect b="b" l="l" r="r" t="t"/>
                    <a:pathLst>
                      <a:path extrusionOk="0" h="114584" w="114584">
                        <a:moveTo>
                          <a:pt x="-66" y="57317"/>
                        </a:moveTo>
                        <a:cubicBezTo>
                          <a:pt x="-159" y="25683"/>
                          <a:pt x="25437" y="-37"/>
                          <a:pt x="57071" y="-130"/>
                        </a:cubicBezTo>
                        <a:cubicBezTo>
                          <a:pt x="88706" y="-223"/>
                          <a:pt x="114425" y="25373"/>
                          <a:pt x="114518" y="57007"/>
                        </a:cubicBezTo>
                        <a:cubicBezTo>
                          <a:pt x="114611" y="88642"/>
                          <a:pt x="89016" y="114361"/>
                          <a:pt x="57381" y="114454"/>
                        </a:cubicBezTo>
                        <a:cubicBezTo>
                          <a:pt x="57335" y="114454"/>
                          <a:pt x="57273" y="114454"/>
                          <a:pt x="57226" y="114454"/>
                        </a:cubicBezTo>
                        <a:cubicBezTo>
                          <a:pt x="25638" y="114454"/>
                          <a:pt x="27" y="88905"/>
                          <a:pt x="-66" y="57317"/>
                        </a:cubicBezTo>
                        <a:close/>
                        <a:moveTo>
                          <a:pt x="100892" y="57317"/>
                        </a:moveTo>
                        <a:cubicBezTo>
                          <a:pt x="100985" y="33115"/>
                          <a:pt x="81428" y="13435"/>
                          <a:pt x="57226" y="13342"/>
                        </a:cubicBezTo>
                        <a:cubicBezTo>
                          <a:pt x="33024" y="13264"/>
                          <a:pt x="13344" y="32806"/>
                          <a:pt x="13251" y="57007"/>
                        </a:cubicBezTo>
                        <a:cubicBezTo>
                          <a:pt x="13173" y="81209"/>
                          <a:pt x="32715" y="100890"/>
                          <a:pt x="56916" y="100983"/>
                        </a:cubicBezTo>
                        <a:cubicBezTo>
                          <a:pt x="57025" y="100983"/>
                          <a:pt x="57118" y="100983"/>
                          <a:pt x="57226" y="100983"/>
                        </a:cubicBezTo>
                        <a:cubicBezTo>
                          <a:pt x="81304" y="100905"/>
                          <a:pt x="100815" y="81395"/>
                          <a:pt x="100892" y="57317"/>
                        </a:cubicBez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5" name="Google Shape;695;p29"/>
                  <p:cNvSpPr/>
                  <p:nvPr/>
                </p:nvSpPr>
                <p:spPr>
                  <a:xfrm>
                    <a:off x="1263489" y="4226414"/>
                    <a:ext cx="151340" cy="90161"/>
                  </a:xfrm>
                  <a:custGeom>
                    <a:rect b="b" l="l" r="r" t="t"/>
                    <a:pathLst>
                      <a:path extrusionOk="0" h="90161" w="151340">
                        <a:moveTo>
                          <a:pt x="150302" y="11355"/>
                        </a:moveTo>
                        <a:lnTo>
                          <a:pt x="140083" y="1136"/>
                        </a:lnTo>
                        <a:cubicBezTo>
                          <a:pt x="138240" y="-552"/>
                          <a:pt x="135422" y="-552"/>
                          <a:pt x="133579" y="1136"/>
                        </a:cubicBezTo>
                        <a:lnTo>
                          <a:pt x="79849" y="55486"/>
                        </a:lnTo>
                        <a:cubicBezTo>
                          <a:pt x="78223" y="57235"/>
                          <a:pt x="75467" y="57344"/>
                          <a:pt x="73717" y="55702"/>
                        </a:cubicBezTo>
                        <a:cubicBezTo>
                          <a:pt x="73639" y="55641"/>
                          <a:pt x="73577" y="55563"/>
                          <a:pt x="73500" y="55486"/>
                        </a:cubicBezTo>
                        <a:lnTo>
                          <a:pt x="17911" y="1136"/>
                        </a:lnTo>
                        <a:cubicBezTo>
                          <a:pt x="16069" y="-552"/>
                          <a:pt x="13251" y="-552"/>
                          <a:pt x="11408" y="1136"/>
                        </a:cubicBezTo>
                        <a:lnTo>
                          <a:pt x="1188" y="11355"/>
                        </a:lnTo>
                        <a:cubicBezTo>
                          <a:pt x="-484" y="13136"/>
                          <a:pt x="-484" y="15923"/>
                          <a:pt x="1188" y="17704"/>
                        </a:cubicBezTo>
                        <a:lnTo>
                          <a:pt x="72261" y="88777"/>
                        </a:lnTo>
                        <a:cubicBezTo>
                          <a:pt x="74042" y="90449"/>
                          <a:pt x="76829" y="90449"/>
                          <a:pt x="78610" y="88777"/>
                        </a:cubicBezTo>
                        <a:lnTo>
                          <a:pt x="149683" y="17704"/>
                        </a:lnTo>
                        <a:cubicBezTo>
                          <a:pt x="151541" y="16094"/>
                          <a:pt x="151804" y="13307"/>
                          <a:pt x="150302" y="11355"/>
                        </a:cubicBez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6" name="Google Shape;696;p29"/>
                  <p:cNvSpPr/>
                  <p:nvPr/>
                </p:nvSpPr>
                <p:spPr>
                  <a:xfrm>
                    <a:off x="1263489" y="4306623"/>
                    <a:ext cx="151340" cy="90161"/>
                  </a:xfrm>
                  <a:custGeom>
                    <a:rect b="b" l="l" r="r" t="t"/>
                    <a:pathLst>
                      <a:path extrusionOk="0" h="90161" w="151340">
                        <a:moveTo>
                          <a:pt x="150302" y="11355"/>
                        </a:moveTo>
                        <a:lnTo>
                          <a:pt x="140083" y="1136"/>
                        </a:lnTo>
                        <a:cubicBezTo>
                          <a:pt x="138240" y="-552"/>
                          <a:pt x="135422" y="-552"/>
                          <a:pt x="133579" y="1136"/>
                        </a:cubicBezTo>
                        <a:lnTo>
                          <a:pt x="79849" y="55486"/>
                        </a:lnTo>
                        <a:cubicBezTo>
                          <a:pt x="78223" y="57235"/>
                          <a:pt x="75467" y="57344"/>
                          <a:pt x="73717" y="55702"/>
                        </a:cubicBezTo>
                        <a:cubicBezTo>
                          <a:pt x="73639" y="55641"/>
                          <a:pt x="73577" y="55563"/>
                          <a:pt x="73500" y="55486"/>
                        </a:cubicBezTo>
                        <a:lnTo>
                          <a:pt x="17911" y="1136"/>
                        </a:lnTo>
                        <a:cubicBezTo>
                          <a:pt x="16069" y="-552"/>
                          <a:pt x="13251" y="-552"/>
                          <a:pt x="11408" y="1136"/>
                        </a:cubicBezTo>
                        <a:lnTo>
                          <a:pt x="1188" y="11355"/>
                        </a:lnTo>
                        <a:cubicBezTo>
                          <a:pt x="-484" y="13136"/>
                          <a:pt x="-484" y="15923"/>
                          <a:pt x="1188" y="17704"/>
                        </a:cubicBezTo>
                        <a:lnTo>
                          <a:pt x="72261" y="88777"/>
                        </a:lnTo>
                        <a:cubicBezTo>
                          <a:pt x="74042" y="90449"/>
                          <a:pt x="76829" y="90449"/>
                          <a:pt x="78610" y="88777"/>
                        </a:cubicBezTo>
                        <a:lnTo>
                          <a:pt x="149683" y="17704"/>
                        </a:lnTo>
                        <a:cubicBezTo>
                          <a:pt x="151541" y="16094"/>
                          <a:pt x="151804" y="13306"/>
                          <a:pt x="150302" y="11355"/>
                        </a:cubicBez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97" name="Google Shape;697;p29"/>
                <p:cNvGrpSpPr/>
                <p:nvPr/>
              </p:nvGrpSpPr>
              <p:grpSpPr>
                <a:xfrm>
                  <a:off x="2942815" y="2453643"/>
                  <a:ext cx="1824824" cy="1943140"/>
                  <a:chOff x="2470970" y="2453643"/>
                  <a:chExt cx="1824824" cy="1943140"/>
                </a:xfrm>
              </p:grpSpPr>
              <p:sp>
                <p:nvSpPr>
                  <p:cNvPr id="698" name="Google Shape;698;p29"/>
                  <p:cNvSpPr/>
                  <p:nvPr/>
                </p:nvSpPr>
                <p:spPr>
                  <a:xfrm>
                    <a:off x="2598870" y="2581389"/>
                    <a:ext cx="1326075" cy="1326075"/>
                  </a:xfrm>
                  <a:custGeom>
                    <a:rect b="b" l="l" r="r" t="t"/>
                    <a:pathLst>
                      <a:path extrusionOk="0" h="1326075" w="1326075">
                        <a:moveTo>
                          <a:pt x="1135928" y="0"/>
                        </a:moveTo>
                        <a:cubicBezTo>
                          <a:pt x="1240944" y="0"/>
                          <a:pt x="1326075" y="0"/>
                          <a:pt x="1326075" y="0"/>
                        </a:cubicBezTo>
                        <a:lnTo>
                          <a:pt x="1326075" y="1326076"/>
                        </a:lnTo>
                        <a:cubicBezTo>
                          <a:pt x="1326075" y="1326076"/>
                          <a:pt x="1240944" y="1326076"/>
                          <a:pt x="1135928" y="1326076"/>
                        </a:cubicBezTo>
                        <a:lnTo>
                          <a:pt x="190147" y="1326076"/>
                        </a:lnTo>
                        <a:cubicBezTo>
                          <a:pt x="85132" y="1326076"/>
                          <a:pt x="0" y="1326076"/>
                          <a:pt x="0" y="1326076"/>
                        </a:cubicBezTo>
                        <a:lnTo>
                          <a:pt x="0" y="0"/>
                        </a:lnTo>
                        <a:cubicBezTo>
                          <a:pt x="0" y="0"/>
                          <a:pt x="85132" y="0"/>
                          <a:pt x="190147" y="0"/>
                        </a:cubicBezTo>
                        <a:close/>
                      </a:path>
                    </a:pathLst>
                  </a:custGeom>
                  <a:solidFill>
                    <a:srgbClr val="A3CE37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9" name="Google Shape;699;p29"/>
                  <p:cNvSpPr/>
                  <p:nvPr/>
                </p:nvSpPr>
                <p:spPr>
                  <a:xfrm rot="5400000">
                    <a:off x="2719803" y="2702476"/>
                    <a:ext cx="1084210" cy="1084210"/>
                  </a:xfrm>
                  <a:custGeom>
                    <a:rect b="b" l="l" r="r" t="t"/>
                    <a:pathLst>
                      <a:path extrusionOk="0" h="1084210" w="1084210">
                        <a:moveTo>
                          <a:pt x="1025769" y="-130"/>
                        </a:moveTo>
                        <a:cubicBezTo>
                          <a:pt x="1058009" y="-130"/>
                          <a:pt x="1084145" y="-130"/>
                          <a:pt x="1084145" y="-130"/>
                        </a:cubicBezTo>
                        <a:lnTo>
                          <a:pt x="1084145" y="1084081"/>
                        </a:lnTo>
                        <a:cubicBezTo>
                          <a:pt x="1084145" y="1084081"/>
                          <a:pt x="1058009" y="1084081"/>
                          <a:pt x="1025769" y="1084081"/>
                        </a:cubicBezTo>
                        <a:lnTo>
                          <a:pt x="58310" y="1084081"/>
                        </a:lnTo>
                        <a:cubicBezTo>
                          <a:pt x="26070" y="1084081"/>
                          <a:pt x="-66" y="1084081"/>
                          <a:pt x="-66" y="1084081"/>
                        </a:cubicBezTo>
                        <a:lnTo>
                          <a:pt x="-66" y="-130"/>
                        </a:lnTo>
                        <a:cubicBezTo>
                          <a:pt x="-66" y="-130"/>
                          <a:pt x="26070" y="-130"/>
                          <a:pt x="58310" y="-13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/>
                      </a:gs>
                      <a:gs pos="22850">
                        <a:srgbClr val="FFFFFF"/>
                      </a:gs>
                      <a:gs pos="63320">
                        <a:srgbClr val="E6EAEB"/>
                      </a:gs>
                      <a:gs pos="99960">
                        <a:srgbClr val="CDD5D8"/>
                      </a:gs>
                      <a:gs pos="100000">
                        <a:srgbClr val="CDD5D8"/>
                      </a:gs>
                    </a:gsLst>
                    <a:lin ang="18813757" scaled="0"/>
                  </a:gradFill>
                  <a:ln cap="flat" cmpd="sng" w="42875">
                    <a:solidFill>
                      <a:schemeClr val="lt1"/>
                    </a:solidFill>
                    <a:prstDash val="solid"/>
                    <a:miter lim="400000"/>
                    <a:headEnd len="sm" w="sm" type="none"/>
                    <a:tailEnd len="sm" w="sm" type="none"/>
                  </a:ln>
                  <a:effectLst>
                    <a:outerShdw blurRad="114300" rotWithShape="0" dir="2315233" dist="67526">
                      <a:srgbClr val="000000">
                        <a:alpha val="38040"/>
                      </a:srgbClr>
                    </a:outerShdw>
                  </a:effectLst>
                </p:spPr>
                <p:txBody>
                  <a:bodyPr anchorCtr="0" anchor="ctr" bIns="34275" lIns="34275" spcFirstLastPara="1" rIns="34275" wrap="square" tIns="3427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0" name="Google Shape;700;p29"/>
                  <p:cNvSpPr/>
                  <p:nvPr/>
                </p:nvSpPr>
                <p:spPr>
                  <a:xfrm>
                    <a:off x="4179817" y="3177534"/>
                    <a:ext cx="115977" cy="133939"/>
                  </a:xfrm>
                  <a:custGeom>
                    <a:rect b="b" l="l" r="r" t="t"/>
                    <a:pathLst>
                      <a:path extrusionOk="0" h="133939" w="115977">
                        <a:moveTo>
                          <a:pt x="0" y="0"/>
                        </a:moveTo>
                        <a:lnTo>
                          <a:pt x="115978" y="66892"/>
                        </a:lnTo>
                        <a:lnTo>
                          <a:pt x="0" y="13393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1" name="Google Shape;701;p29"/>
                  <p:cNvSpPr/>
                  <p:nvPr/>
                </p:nvSpPr>
                <p:spPr>
                  <a:xfrm>
                    <a:off x="2470970" y="2453643"/>
                    <a:ext cx="1728667" cy="1582031"/>
                  </a:xfrm>
                  <a:custGeom>
                    <a:rect b="b" l="l" r="r" t="t"/>
                    <a:pathLst>
                      <a:path extrusionOk="0" h="1582031" w="1728667">
                        <a:moveTo>
                          <a:pt x="1565242" y="782292"/>
                        </a:moveTo>
                        <a:lnTo>
                          <a:pt x="1565242" y="1398722"/>
                        </a:lnTo>
                        <a:cubicBezTo>
                          <a:pt x="1565071" y="1490466"/>
                          <a:pt x="1490685" y="1564775"/>
                          <a:pt x="1398941" y="1564869"/>
                        </a:cubicBezTo>
                        <a:lnTo>
                          <a:pt x="182958" y="1564869"/>
                        </a:lnTo>
                        <a:cubicBezTo>
                          <a:pt x="91229" y="1564775"/>
                          <a:pt x="16905" y="1490451"/>
                          <a:pt x="16812" y="1398722"/>
                        </a:cubicBezTo>
                        <a:lnTo>
                          <a:pt x="16812" y="182740"/>
                        </a:lnTo>
                        <a:cubicBezTo>
                          <a:pt x="16905" y="91011"/>
                          <a:pt x="91229" y="16686"/>
                          <a:pt x="182958" y="16593"/>
                        </a:cubicBezTo>
                        <a:lnTo>
                          <a:pt x="1398941" y="16593"/>
                        </a:lnTo>
                        <a:cubicBezTo>
                          <a:pt x="1490685" y="16686"/>
                          <a:pt x="1565071" y="90995"/>
                          <a:pt x="1565242" y="182740"/>
                        </a:cubicBezTo>
                        <a:lnTo>
                          <a:pt x="1565242" y="584557"/>
                        </a:lnTo>
                        <a:cubicBezTo>
                          <a:pt x="1568029" y="584310"/>
                          <a:pt x="1570816" y="584310"/>
                          <a:pt x="1573604" y="584557"/>
                        </a:cubicBezTo>
                        <a:cubicBezTo>
                          <a:pt x="1576391" y="584325"/>
                          <a:pt x="1579178" y="584325"/>
                          <a:pt x="1581965" y="584557"/>
                        </a:cubicBezTo>
                        <a:lnTo>
                          <a:pt x="1581965" y="182740"/>
                        </a:lnTo>
                        <a:cubicBezTo>
                          <a:pt x="1581795" y="81751"/>
                          <a:pt x="1499929" y="-37"/>
                          <a:pt x="1398941" y="-130"/>
                        </a:cubicBezTo>
                        <a:lnTo>
                          <a:pt x="182958" y="-130"/>
                        </a:lnTo>
                        <a:cubicBezTo>
                          <a:pt x="81954" y="40"/>
                          <a:pt x="104" y="81890"/>
                          <a:pt x="-66" y="182895"/>
                        </a:cubicBezTo>
                        <a:lnTo>
                          <a:pt x="-66" y="1398877"/>
                        </a:lnTo>
                        <a:cubicBezTo>
                          <a:pt x="104" y="1499881"/>
                          <a:pt x="81954" y="1581731"/>
                          <a:pt x="182958" y="1581901"/>
                        </a:cubicBezTo>
                        <a:lnTo>
                          <a:pt x="1398941" y="1581901"/>
                        </a:lnTo>
                        <a:cubicBezTo>
                          <a:pt x="1500068" y="1581808"/>
                          <a:pt x="1582042" y="1499850"/>
                          <a:pt x="1582120" y="1398722"/>
                        </a:cubicBezTo>
                        <a:lnTo>
                          <a:pt x="1582120" y="799170"/>
                        </a:lnTo>
                        <a:lnTo>
                          <a:pt x="1728601" y="799170"/>
                        </a:lnTo>
                        <a:lnTo>
                          <a:pt x="1728601" y="782292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2" name="Google Shape;702;p29"/>
                  <p:cNvSpPr/>
                  <p:nvPr/>
                </p:nvSpPr>
                <p:spPr>
                  <a:xfrm>
                    <a:off x="3987347" y="3031053"/>
                    <a:ext cx="114584" cy="114584"/>
                  </a:xfrm>
                  <a:custGeom>
                    <a:rect b="b" l="l" r="r" t="t"/>
                    <a:pathLst>
                      <a:path extrusionOk="0" h="114584" w="114584">
                        <a:moveTo>
                          <a:pt x="-66" y="57317"/>
                        </a:moveTo>
                        <a:cubicBezTo>
                          <a:pt x="-159" y="25683"/>
                          <a:pt x="25437" y="-37"/>
                          <a:pt x="57071" y="-130"/>
                        </a:cubicBezTo>
                        <a:cubicBezTo>
                          <a:pt x="88706" y="-223"/>
                          <a:pt x="114425" y="25373"/>
                          <a:pt x="114518" y="57007"/>
                        </a:cubicBezTo>
                        <a:cubicBezTo>
                          <a:pt x="114596" y="88642"/>
                          <a:pt x="89015" y="114361"/>
                          <a:pt x="57381" y="114454"/>
                        </a:cubicBezTo>
                        <a:cubicBezTo>
                          <a:pt x="57335" y="114454"/>
                          <a:pt x="57273" y="114454"/>
                          <a:pt x="57226" y="114454"/>
                        </a:cubicBezTo>
                        <a:cubicBezTo>
                          <a:pt x="25638" y="114454"/>
                          <a:pt x="27" y="88905"/>
                          <a:pt x="-66" y="57317"/>
                        </a:cubicBezTo>
                        <a:close/>
                        <a:moveTo>
                          <a:pt x="100892" y="57317"/>
                        </a:moveTo>
                        <a:cubicBezTo>
                          <a:pt x="100985" y="33115"/>
                          <a:pt x="81428" y="13435"/>
                          <a:pt x="57226" y="13342"/>
                        </a:cubicBezTo>
                        <a:cubicBezTo>
                          <a:pt x="33024" y="13264"/>
                          <a:pt x="13344" y="32806"/>
                          <a:pt x="13251" y="57007"/>
                        </a:cubicBezTo>
                        <a:cubicBezTo>
                          <a:pt x="13158" y="81209"/>
                          <a:pt x="32715" y="100890"/>
                          <a:pt x="56916" y="100983"/>
                        </a:cubicBezTo>
                        <a:cubicBezTo>
                          <a:pt x="57025" y="100983"/>
                          <a:pt x="57118" y="100983"/>
                          <a:pt x="57226" y="100983"/>
                        </a:cubicBezTo>
                        <a:cubicBezTo>
                          <a:pt x="81304" y="100905"/>
                          <a:pt x="100799" y="81395"/>
                          <a:pt x="100892" y="57317"/>
                        </a:cubicBez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3" name="Google Shape;703;p29"/>
                  <p:cNvSpPr/>
                  <p:nvPr/>
                </p:nvSpPr>
                <p:spPr>
                  <a:xfrm>
                    <a:off x="3186510" y="4226426"/>
                    <a:ext cx="150976" cy="90149"/>
                  </a:xfrm>
                  <a:custGeom>
                    <a:rect b="b" l="l" r="r" t="t"/>
                    <a:pathLst>
                      <a:path extrusionOk="0" h="90149" w="150976">
                        <a:moveTo>
                          <a:pt x="149657" y="11344"/>
                        </a:moveTo>
                        <a:lnTo>
                          <a:pt x="139437" y="1124"/>
                        </a:lnTo>
                        <a:cubicBezTo>
                          <a:pt x="137656" y="-548"/>
                          <a:pt x="134869" y="-548"/>
                          <a:pt x="133088" y="1124"/>
                        </a:cubicBezTo>
                        <a:lnTo>
                          <a:pt x="78584" y="55474"/>
                        </a:lnTo>
                        <a:cubicBezTo>
                          <a:pt x="76958" y="57224"/>
                          <a:pt x="74202" y="57332"/>
                          <a:pt x="72452" y="55691"/>
                        </a:cubicBezTo>
                        <a:cubicBezTo>
                          <a:pt x="72374" y="55629"/>
                          <a:pt x="72313" y="55552"/>
                          <a:pt x="72235" y="55474"/>
                        </a:cubicBezTo>
                        <a:lnTo>
                          <a:pt x="17885" y="1124"/>
                        </a:lnTo>
                        <a:cubicBezTo>
                          <a:pt x="16104" y="-548"/>
                          <a:pt x="13317" y="-548"/>
                          <a:pt x="11537" y="1124"/>
                        </a:cubicBezTo>
                        <a:lnTo>
                          <a:pt x="1317" y="11344"/>
                        </a:lnTo>
                        <a:cubicBezTo>
                          <a:pt x="-433" y="12970"/>
                          <a:pt x="-541" y="15710"/>
                          <a:pt x="1100" y="17476"/>
                        </a:cubicBezTo>
                        <a:cubicBezTo>
                          <a:pt x="1162" y="17553"/>
                          <a:pt x="1240" y="17615"/>
                          <a:pt x="1317" y="17692"/>
                        </a:cubicBezTo>
                        <a:lnTo>
                          <a:pt x="72235" y="88765"/>
                        </a:lnTo>
                        <a:cubicBezTo>
                          <a:pt x="74016" y="90438"/>
                          <a:pt x="76803" y="90438"/>
                          <a:pt x="78584" y="88765"/>
                        </a:cubicBezTo>
                        <a:lnTo>
                          <a:pt x="149657" y="17692"/>
                        </a:lnTo>
                        <a:cubicBezTo>
                          <a:pt x="151329" y="15912"/>
                          <a:pt x="151329" y="13124"/>
                          <a:pt x="149657" y="11344"/>
                        </a:cubicBez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4" name="Google Shape;704;p29"/>
                  <p:cNvSpPr/>
                  <p:nvPr/>
                </p:nvSpPr>
                <p:spPr>
                  <a:xfrm>
                    <a:off x="3186510" y="4306634"/>
                    <a:ext cx="150976" cy="90149"/>
                  </a:xfrm>
                  <a:custGeom>
                    <a:rect b="b" l="l" r="r" t="t"/>
                    <a:pathLst>
                      <a:path extrusionOk="0" h="90149" w="150976">
                        <a:moveTo>
                          <a:pt x="149657" y="11344"/>
                        </a:moveTo>
                        <a:lnTo>
                          <a:pt x="139437" y="1124"/>
                        </a:lnTo>
                        <a:cubicBezTo>
                          <a:pt x="137656" y="-548"/>
                          <a:pt x="134869" y="-548"/>
                          <a:pt x="133088" y="1124"/>
                        </a:cubicBezTo>
                        <a:lnTo>
                          <a:pt x="78584" y="55474"/>
                        </a:lnTo>
                        <a:cubicBezTo>
                          <a:pt x="76958" y="57224"/>
                          <a:pt x="74202" y="57332"/>
                          <a:pt x="72452" y="55691"/>
                        </a:cubicBezTo>
                        <a:cubicBezTo>
                          <a:pt x="72374" y="55629"/>
                          <a:pt x="72313" y="55552"/>
                          <a:pt x="72235" y="55474"/>
                        </a:cubicBezTo>
                        <a:lnTo>
                          <a:pt x="17885" y="1124"/>
                        </a:lnTo>
                        <a:cubicBezTo>
                          <a:pt x="16104" y="-548"/>
                          <a:pt x="13317" y="-548"/>
                          <a:pt x="11537" y="1124"/>
                        </a:cubicBezTo>
                        <a:lnTo>
                          <a:pt x="1317" y="11344"/>
                        </a:lnTo>
                        <a:cubicBezTo>
                          <a:pt x="-433" y="12970"/>
                          <a:pt x="-541" y="15726"/>
                          <a:pt x="1100" y="17476"/>
                        </a:cubicBezTo>
                        <a:cubicBezTo>
                          <a:pt x="1162" y="17553"/>
                          <a:pt x="1240" y="17615"/>
                          <a:pt x="1317" y="17693"/>
                        </a:cubicBezTo>
                        <a:lnTo>
                          <a:pt x="72235" y="88765"/>
                        </a:lnTo>
                        <a:cubicBezTo>
                          <a:pt x="74016" y="90438"/>
                          <a:pt x="76803" y="90438"/>
                          <a:pt x="78584" y="88765"/>
                        </a:cubicBezTo>
                        <a:lnTo>
                          <a:pt x="149657" y="17693"/>
                        </a:lnTo>
                        <a:cubicBezTo>
                          <a:pt x="151329" y="15912"/>
                          <a:pt x="151329" y="13124"/>
                          <a:pt x="149657" y="11344"/>
                        </a:cubicBez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05" name="Google Shape;705;p29"/>
                <p:cNvGrpSpPr/>
                <p:nvPr/>
              </p:nvGrpSpPr>
              <p:grpSpPr>
                <a:xfrm>
                  <a:off x="5302041" y="2453643"/>
                  <a:ext cx="1824825" cy="1943140"/>
                  <a:chOff x="4358351" y="2453643"/>
                  <a:chExt cx="1824825" cy="1943140"/>
                </a:xfrm>
              </p:grpSpPr>
              <p:sp>
                <p:nvSpPr>
                  <p:cNvPr id="706" name="Google Shape;706;p29"/>
                  <p:cNvSpPr/>
                  <p:nvPr/>
                </p:nvSpPr>
                <p:spPr>
                  <a:xfrm>
                    <a:off x="4486252" y="2581389"/>
                    <a:ext cx="1326075" cy="1326075"/>
                  </a:xfrm>
                  <a:custGeom>
                    <a:rect b="b" l="l" r="r" t="t"/>
                    <a:pathLst>
                      <a:path extrusionOk="0" h="1326075" w="1326075">
                        <a:moveTo>
                          <a:pt x="1135928" y="0"/>
                        </a:moveTo>
                        <a:cubicBezTo>
                          <a:pt x="1240943" y="0"/>
                          <a:pt x="1326075" y="0"/>
                          <a:pt x="1326075" y="0"/>
                        </a:cubicBezTo>
                        <a:lnTo>
                          <a:pt x="1326075" y="1326076"/>
                        </a:lnTo>
                        <a:cubicBezTo>
                          <a:pt x="1326075" y="1326076"/>
                          <a:pt x="1240943" y="1326076"/>
                          <a:pt x="1135928" y="1326076"/>
                        </a:cubicBezTo>
                        <a:lnTo>
                          <a:pt x="190147" y="1326076"/>
                        </a:lnTo>
                        <a:cubicBezTo>
                          <a:pt x="85132" y="1326076"/>
                          <a:pt x="0" y="1326076"/>
                          <a:pt x="0" y="1326076"/>
                        </a:cubicBezTo>
                        <a:lnTo>
                          <a:pt x="0" y="0"/>
                        </a:lnTo>
                        <a:cubicBezTo>
                          <a:pt x="0" y="0"/>
                          <a:pt x="85132" y="0"/>
                          <a:pt x="190147" y="0"/>
                        </a:cubicBezTo>
                        <a:close/>
                      </a:path>
                    </a:pathLst>
                  </a:custGeom>
                  <a:solidFill>
                    <a:srgbClr val="59696E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9"/>
                  <p:cNvSpPr/>
                  <p:nvPr/>
                </p:nvSpPr>
                <p:spPr>
                  <a:xfrm rot="5400000">
                    <a:off x="4607184" y="2702476"/>
                    <a:ext cx="1084210" cy="1084210"/>
                  </a:xfrm>
                  <a:custGeom>
                    <a:rect b="b" l="l" r="r" t="t"/>
                    <a:pathLst>
                      <a:path extrusionOk="0" h="1084210" w="1084210">
                        <a:moveTo>
                          <a:pt x="1025769" y="-130"/>
                        </a:moveTo>
                        <a:cubicBezTo>
                          <a:pt x="1058009" y="-130"/>
                          <a:pt x="1084145" y="-130"/>
                          <a:pt x="1084145" y="-130"/>
                        </a:cubicBezTo>
                        <a:lnTo>
                          <a:pt x="1084145" y="1084081"/>
                        </a:lnTo>
                        <a:cubicBezTo>
                          <a:pt x="1084145" y="1084081"/>
                          <a:pt x="1058009" y="1084081"/>
                          <a:pt x="1025769" y="1084081"/>
                        </a:cubicBezTo>
                        <a:lnTo>
                          <a:pt x="58310" y="1084081"/>
                        </a:lnTo>
                        <a:cubicBezTo>
                          <a:pt x="26070" y="1084081"/>
                          <a:pt x="-66" y="1084081"/>
                          <a:pt x="-66" y="1084081"/>
                        </a:cubicBezTo>
                        <a:lnTo>
                          <a:pt x="-66" y="-130"/>
                        </a:lnTo>
                        <a:cubicBezTo>
                          <a:pt x="-66" y="-130"/>
                          <a:pt x="26070" y="-130"/>
                          <a:pt x="58310" y="-13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/>
                      </a:gs>
                      <a:gs pos="22850">
                        <a:srgbClr val="FFFFFF"/>
                      </a:gs>
                      <a:gs pos="63320">
                        <a:srgbClr val="E6EAEB"/>
                      </a:gs>
                      <a:gs pos="99960">
                        <a:srgbClr val="CDD5D8"/>
                      </a:gs>
                      <a:gs pos="100000">
                        <a:srgbClr val="CDD5D8"/>
                      </a:gs>
                    </a:gsLst>
                    <a:lin ang="18813757" scaled="0"/>
                  </a:gradFill>
                  <a:ln cap="flat" cmpd="sng" w="42875">
                    <a:solidFill>
                      <a:schemeClr val="lt1"/>
                    </a:solidFill>
                    <a:prstDash val="solid"/>
                    <a:miter lim="400000"/>
                    <a:headEnd len="sm" w="sm" type="none"/>
                    <a:tailEnd len="sm" w="sm" type="none"/>
                  </a:ln>
                  <a:effectLst>
                    <a:outerShdw blurRad="114300" rotWithShape="0" dir="2315233" dist="67526">
                      <a:srgbClr val="000000">
                        <a:alpha val="38040"/>
                      </a:srgbClr>
                    </a:outerShdw>
                  </a:effectLst>
                </p:spPr>
                <p:txBody>
                  <a:bodyPr anchorCtr="0" anchor="ctr" bIns="34275" lIns="34275" spcFirstLastPara="1" rIns="34275" wrap="square" tIns="3427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9"/>
                  <p:cNvSpPr/>
                  <p:nvPr/>
                </p:nvSpPr>
                <p:spPr>
                  <a:xfrm>
                    <a:off x="6067199" y="3177534"/>
                    <a:ext cx="115977" cy="133939"/>
                  </a:xfrm>
                  <a:custGeom>
                    <a:rect b="b" l="l" r="r" t="t"/>
                    <a:pathLst>
                      <a:path extrusionOk="0" h="133939" w="115977">
                        <a:moveTo>
                          <a:pt x="0" y="0"/>
                        </a:moveTo>
                        <a:lnTo>
                          <a:pt x="115977" y="66892"/>
                        </a:lnTo>
                        <a:lnTo>
                          <a:pt x="0" y="13393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9"/>
                  <p:cNvSpPr/>
                  <p:nvPr/>
                </p:nvSpPr>
                <p:spPr>
                  <a:xfrm>
                    <a:off x="4358351" y="2453643"/>
                    <a:ext cx="1728512" cy="1582031"/>
                  </a:xfrm>
                  <a:custGeom>
                    <a:rect b="b" l="l" r="r" t="t"/>
                    <a:pathLst>
                      <a:path extrusionOk="0" h="1582031" w="1728512">
                        <a:moveTo>
                          <a:pt x="1565242" y="782292"/>
                        </a:moveTo>
                        <a:lnTo>
                          <a:pt x="1565242" y="1398722"/>
                        </a:lnTo>
                        <a:cubicBezTo>
                          <a:pt x="1565072" y="1490466"/>
                          <a:pt x="1490685" y="1564775"/>
                          <a:pt x="1398941" y="1564869"/>
                        </a:cubicBezTo>
                        <a:lnTo>
                          <a:pt x="182959" y="1564869"/>
                        </a:lnTo>
                        <a:cubicBezTo>
                          <a:pt x="91229" y="1564775"/>
                          <a:pt x="16905" y="1490451"/>
                          <a:pt x="16812" y="1398722"/>
                        </a:cubicBezTo>
                        <a:lnTo>
                          <a:pt x="16812" y="182740"/>
                        </a:lnTo>
                        <a:cubicBezTo>
                          <a:pt x="16905" y="91011"/>
                          <a:pt x="91229" y="16686"/>
                          <a:pt x="182959" y="16593"/>
                        </a:cubicBezTo>
                        <a:lnTo>
                          <a:pt x="1398941" y="16593"/>
                        </a:lnTo>
                        <a:cubicBezTo>
                          <a:pt x="1490685" y="16686"/>
                          <a:pt x="1565072" y="90995"/>
                          <a:pt x="1565242" y="182740"/>
                        </a:cubicBezTo>
                        <a:lnTo>
                          <a:pt x="1565242" y="584557"/>
                        </a:lnTo>
                        <a:cubicBezTo>
                          <a:pt x="1568030" y="584310"/>
                          <a:pt x="1570817" y="584310"/>
                          <a:pt x="1573604" y="584557"/>
                        </a:cubicBezTo>
                        <a:cubicBezTo>
                          <a:pt x="1576391" y="584325"/>
                          <a:pt x="1579178" y="584325"/>
                          <a:pt x="1581965" y="584557"/>
                        </a:cubicBezTo>
                        <a:lnTo>
                          <a:pt x="1581965" y="182740"/>
                        </a:lnTo>
                        <a:cubicBezTo>
                          <a:pt x="1581795" y="81751"/>
                          <a:pt x="1499929" y="-37"/>
                          <a:pt x="1398941" y="-130"/>
                        </a:cubicBezTo>
                        <a:lnTo>
                          <a:pt x="182959" y="-130"/>
                        </a:lnTo>
                        <a:cubicBezTo>
                          <a:pt x="81954" y="40"/>
                          <a:pt x="105" y="81890"/>
                          <a:pt x="-66" y="182895"/>
                        </a:cubicBezTo>
                        <a:lnTo>
                          <a:pt x="-66" y="1398877"/>
                        </a:lnTo>
                        <a:cubicBezTo>
                          <a:pt x="105" y="1499881"/>
                          <a:pt x="81954" y="1581731"/>
                          <a:pt x="182959" y="1581901"/>
                        </a:cubicBezTo>
                        <a:lnTo>
                          <a:pt x="1398941" y="1581901"/>
                        </a:lnTo>
                        <a:cubicBezTo>
                          <a:pt x="1499945" y="1581731"/>
                          <a:pt x="1581795" y="1499881"/>
                          <a:pt x="1581965" y="1398877"/>
                        </a:cubicBezTo>
                        <a:lnTo>
                          <a:pt x="1581965" y="799170"/>
                        </a:lnTo>
                        <a:lnTo>
                          <a:pt x="1728447" y="799170"/>
                        </a:lnTo>
                        <a:lnTo>
                          <a:pt x="1728447" y="782292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0" name="Google Shape;710;p29"/>
                  <p:cNvSpPr/>
                  <p:nvPr/>
                </p:nvSpPr>
                <p:spPr>
                  <a:xfrm>
                    <a:off x="5874729" y="3031053"/>
                    <a:ext cx="114584" cy="114584"/>
                  </a:xfrm>
                  <a:custGeom>
                    <a:rect b="b" l="l" r="r" t="t"/>
                    <a:pathLst>
                      <a:path extrusionOk="0" h="114584" w="114584">
                        <a:moveTo>
                          <a:pt x="-66" y="57317"/>
                        </a:moveTo>
                        <a:cubicBezTo>
                          <a:pt x="-159" y="25683"/>
                          <a:pt x="25437" y="-37"/>
                          <a:pt x="57071" y="-130"/>
                        </a:cubicBezTo>
                        <a:cubicBezTo>
                          <a:pt x="88705" y="-223"/>
                          <a:pt x="114425" y="25373"/>
                          <a:pt x="114518" y="57007"/>
                        </a:cubicBezTo>
                        <a:cubicBezTo>
                          <a:pt x="114611" y="88642"/>
                          <a:pt x="89015" y="114361"/>
                          <a:pt x="57381" y="114454"/>
                        </a:cubicBezTo>
                        <a:cubicBezTo>
                          <a:pt x="57334" y="114454"/>
                          <a:pt x="57272" y="114454"/>
                          <a:pt x="57226" y="114454"/>
                        </a:cubicBezTo>
                        <a:cubicBezTo>
                          <a:pt x="25638" y="114454"/>
                          <a:pt x="27" y="88905"/>
                          <a:pt x="-66" y="57317"/>
                        </a:cubicBezTo>
                        <a:close/>
                        <a:moveTo>
                          <a:pt x="100892" y="57317"/>
                        </a:moveTo>
                        <a:cubicBezTo>
                          <a:pt x="100984" y="33115"/>
                          <a:pt x="81428" y="13435"/>
                          <a:pt x="57226" y="13342"/>
                        </a:cubicBezTo>
                        <a:cubicBezTo>
                          <a:pt x="33024" y="13264"/>
                          <a:pt x="13344" y="32806"/>
                          <a:pt x="13251" y="57007"/>
                        </a:cubicBezTo>
                        <a:cubicBezTo>
                          <a:pt x="13173" y="81209"/>
                          <a:pt x="32714" y="100890"/>
                          <a:pt x="56916" y="100983"/>
                        </a:cubicBezTo>
                        <a:cubicBezTo>
                          <a:pt x="57025" y="100983"/>
                          <a:pt x="57118" y="100983"/>
                          <a:pt x="57226" y="100983"/>
                        </a:cubicBezTo>
                        <a:cubicBezTo>
                          <a:pt x="81304" y="100905"/>
                          <a:pt x="100814" y="81395"/>
                          <a:pt x="100892" y="57317"/>
                        </a:cubicBez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1" name="Google Shape;711;p29"/>
                  <p:cNvSpPr/>
                  <p:nvPr/>
                </p:nvSpPr>
                <p:spPr>
                  <a:xfrm>
                    <a:off x="5073892" y="4226426"/>
                    <a:ext cx="150976" cy="90149"/>
                  </a:xfrm>
                  <a:custGeom>
                    <a:rect b="b" l="l" r="r" t="t"/>
                    <a:pathLst>
                      <a:path extrusionOk="0" h="90149" w="150976">
                        <a:moveTo>
                          <a:pt x="149656" y="11344"/>
                        </a:moveTo>
                        <a:lnTo>
                          <a:pt x="139437" y="1124"/>
                        </a:lnTo>
                        <a:cubicBezTo>
                          <a:pt x="137656" y="-548"/>
                          <a:pt x="134869" y="-548"/>
                          <a:pt x="133088" y="1124"/>
                        </a:cubicBezTo>
                        <a:lnTo>
                          <a:pt x="78584" y="55474"/>
                        </a:lnTo>
                        <a:cubicBezTo>
                          <a:pt x="76958" y="57224"/>
                          <a:pt x="74202" y="57332"/>
                          <a:pt x="72452" y="55691"/>
                        </a:cubicBezTo>
                        <a:cubicBezTo>
                          <a:pt x="72374" y="55629"/>
                          <a:pt x="72312" y="55552"/>
                          <a:pt x="72235" y="55474"/>
                        </a:cubicBezTo>
                        <a:lnTo>
                          <a:pt x="17885" y="1124"/>
                        </a:lnTo>
                        <a:cubicBezTo>
                          <a:pt x="16104" y="-548"/>
                          <a:pt x="13317" y="-548"/>
                          <a:pt x="11537" y="1124"/>
                        </a:cubicBezTo>
                        <a:lnTo>
                          <a:pt x="1317" y="11344"/>
                        </a:lnTo>
                        <a:cubicBezTo>
                          <a:pt x="-433" y="12970"/>
                          <a:pt x="-541" y="15710"/>
                          <a:pt x="1100" y="17476"/>
                        </a:cubicBezTo>
                        <a:cubicBezTo>
                          <a:pt x="1162" y="17553"/>
                          <a:pt x="1240" y="17615"/>
                          <a:pt x="1317" y="17692"/>
                        </a:cubicBezTo>
                        <a:lnTo>
                          <a:pt x="72235" y="88765"/>
                        </a:lnTo>
                        <a:cubicBezTo>
                          <a:pt x="74015" y="90438"/>
                          <a:pt x="76803" y="90438"/>
                          <a:pt x="78584" y="88765"/>
                        </a:cubicBezTo>
                        <a:lnTo>
                          <a:pt x="149656" y="17692"/>
                        </a:lnTo>
                        <a:cubicBezTo>
                          <a:pt x="151329" y="15912"/>
                          <a:pt x="151329" y="13124"/>
                          <a:pt x="149656" y="11344"/>
                        </a:cubicBez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2" name="Google Shape;712;p29"/>
                  <p:cNvSpPr/>
                  <p:nvPr/>
                </p:nvSpPr>
                <p:spPr>
                  <a:xfrm>
                    <a:off x="5073892" y="4306634"/>
                    <a:ext cx="150976" cy="90149"/>
                  </a:xfrm>
                  <a:custGeom>
                    <a:rect b="b" l="l" r="r" t="t"/>
                    <a:pathLst>
                      <a:path extrusionOk="0" h="90149" w="150976">
                        <a:moveTo>
                          <a:pt x="149656" y="11344"/>
                        </a:moveTo>
                        <a:lnTo>
                          <a:pt x="139437" y="1124"/>
                        </a:lnTo>
                        <a:cubicBezTo>
                          <a:pt x="137656" y="-548"/>
                          <a:pt x="134869" y="-548"/>
                          <a:pt x="133088" y="1124"/>
                        </a:cubicBezTo>
                        <a:lnTo>
                          <a:pt x="78584" y="55474"/>
                        </a:lnTo>
                        <a:cubicBezTo>
                          <a:pt x="76958" y="57224"/>
                          <a:pt x="74202" y="57332"/>
                          <a:pt x="72452" y="55691"/>
                        </a:cubicBezTo>
                        <a:cubicBezTo>
                          <a:pt x="72374" y="55629"/>
                          <a:pt x="72312" y="55552"/>
                          <a:pt x="72235" y="55474"/>
                        </a:cubicBezTo>
                        <a:lnTo>
                          <a:pt x="17885" y="1124"/>
                        </a:lnTo>
                        <a:cubicBezTo>
                          <a:pt x="16104" y="-548"/>
                          <a:pt x="13317" y="-548"/>
                          <a:pt x="11537" y="1124"/>
                        </a:cubicBezTo>
                        <a:lnTo>
                          <a:pt x="1317" y="11344"/>
                        </a:lnTo>
                        <a:cubicBezTo>
                          <a:pt x="-433" y="12970"/>
                          <a:pt x="-541" y="15726"/>
                          <a:pt x="1100" y="17476"/>
                        </a:cubicBezTo>
                        <a:cubicBezTo>
                          <a:pt x="1162" y="17553"/>
                          <a:pt x="1240" y="17615"/>
                          <a:pt x="1317" y="17693"/>
                        </a:cubicBezTo>
                        <a:lnTo>
                          <a:pt x="72235" y="88765"/>
                        </a:lnTo>
                        <a:cubicBezTo>
                          <a:pt x="74015" y="90438"/>
                          <a:pt x="76803" y="90438"/>
                          <a:pt x="78584" y="88765"/>
                        </a:cubicBezTo>
                        <a:lnTo>
                          <a:pt x="149656" y="17693"/>
                        </a:lnTo>
                        <a:cubicBezTo>
                          <a:pt x="151329" y="15912"/>
                          <a:pt x="151329" y="13124"/>
                          <a:pt x="149656" y="11344"/>
                        </a:cubicBez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13" name="Google Shape;713;p29"/>
                <p:cNvGrpSpPr/>
                <p:nvPr/>
              </p:nvGrpSpPr>
              <p:grpSpPr>
                <a:xfrm>
                  <a:off x="7661268" y="2453643"/>
                  <a:ext cx="1824824" cy="1943140"/>
                  <a:chOff x="6245733" y="2453643"/>
                  <a:chExt cx="1824824" cy="1943140"/>
                </a:xfrm>
              </p:grpSpPr>
              <p:sp>
                <p:nvSpPr>
                  <p:cNvPr id="714" name="Google Shape;714;p29"/>
                  <p:cNvSpPr/>
                  <p:nvPr/>
                </p:nvSpPr>
                <p:spPr>
                  <a:xfrm>
                    <a:off x="6373633" y="2581389"/>
                    <a:ext cx="1326075" cy="1326075"/>
                  </a:xfrm>
                  <a:custGeom>
                    <a:rect b="b" l="l" r="r" t="t"/>
                    <a:pathLst>
                      <a:path extrusionOk="0" h="1326075" w="1326075">
                        <a:moveTo>
                          <a:pt x="1135928" y="0"/>
                        </a:moveTo>
                        <a:cubicBezTo>
                          <a:pt x="1240944" y="0"/>
                          <a:pt x="1326076" y="0"/>
                          <a:pt x="1326076" y="0"/>
                        </a:cubicBezTo>
                        <a:lnTo>
                          <a:pt x="1326076" y="1326076"/>
                        </a:lnTo>
                        <a:cubicBezTo>
                          <a:pt x="1326076" y="1326076"/>
                          <a:pt x="1240944" y="1326076"/>
                          <a:pt x="1135928" y="1326076"/>
                        </a:cubicBezTo>
                        <a:lnTo>
                          <a:pt x="190148" y="1326076"/>
                        </a:lnTo>
                        <a:cubicBezTo>
                          <a:pt x="85132" y="1326076"/>
                          <a:pt x="0" y="1326076"/>
                          <a:pt x="0" y="1326076"/>
                        </a:cubicBezTo>
                        <a:lnTo>
                          <a:pt x="0" y="0"/>
                        </a:lnTo>
                        <a:cubicBezTo>
                          <a:pt x="0" y="0"/>
                          <a:pt x="85132" y="0"/>
                          <a:pt x="190148" y="0"/>
                        </a:cubicBezTo>
                        <a:close/>
                      </a:path>
                    </a:pathLst>
                  </a:custGeom>
                  <a:solidFill>
                    <a:srgbClr val="F7615A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5" name="Google Shape;715;p29"/>
                  <p:cNvSpPr/>
                  <p:nvPr/>
                </p:nvSpPr>
                <p:spPr>
                  <a:xfrm rot="5400000">
                    <a:off x="6494565" y="2702476"/>
                    <a:ext cx="1084210" cy="1084210"/>
                  </a:xfrm>
                  <a:custGeom>
                    <a:rect b="b" l="l" r="r" t="t"/>
                    <a:pathLst>
                      <a:path extrusionOk="0" h="1084210" w="1084210">
                        <a:moveTo>
                          <a:pt x="1025769" y="-130"/>
                        </a:moveTo>
                        <a:cubicBezTo>
                          <a:pt x="1058009" y="-130"/>
                          <a:pt x="1084145" y="-130"/>
                          <a:pt x="1084145" y="-130"/>
                        </a:cubicBezTo>
                        <a:lnTo>
                          <a:pt x="1084145" y="1084081"/>
                        </a:lnTo>
                        <a:cubicBezTo>
                          <a:pt x="1084145" y="1084081"/>
                          <a:pt x="1058010" y="1084081"/>
                          <a:pt x="1025769" y="1084081"/>
                        </a:cubicBezTo>
                        <a:lnTo>
                          <a:pt x="58310" y="1084081"/>
                        </a:lnTo>
                        <a:cubicBezTo>
                          <a:pt x="26069" y="1084081"/>
                          <a:pt x="-66" y="1084081"/>
                          <a:pt x="-66" y="1084081"/>
                        </a:cubicBezTo>
                        <a:lnTo>
                          <a:pt x="-66" y="-130"/>
                        </a:lnTo>
                        <a:cubicBezTo>
                          <a:pt x="-66" y="-130"/>
                          <a:pt x="26070" y="-130"/>
                          <a:pt x="58310" y="-13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/>
                      </a:gs>
                      <a:gs pos="22850">
                        <a:srgbClr val="FFFFFF"/>
                      </a:gs>
                      <a:gs pos="63320">
                        <a:srgbClr val="E6EAEB"/>
                      </a:gs>
                      <a:gs pos="99960">
                        <a:srgbClr val="CDD5D8"/>
                      </a:gs>
                      <a:gs pos="100000">
                        <a:srgbClr val="CDD5D8"/>
                      </a:gs>
                    </a:gsLst>
                    <a:lin ang="18813757" scaled="0"/>
                  </a:gradFill>
                  <a:ln cap="flat" cmpd="sng" w="42875">
                    <a:solidFill>
                      <a:schemeClr val="lt1"/>
                    </a:solidFill>
                    <a:prstDash val="solid"/>
                    <a:miter lim="400000"/>
                    <a:headEnd len="sm" w="sm" type="none"/>
                    <a:tailEnd len="sm" w="sm" type="none"/>
                  </a:ln>
                  <a:effectLst>
                    <a:outerShdw blurRad="114300" rotWithShape="0" dir="2315233" dist="67526">
                      <a:srgbClr val="000000">
                        <a:alpha val="38040"/>
                      </a:srgbClr>
                    </a:outerShdw>
                  </a:effectLst>
                </p:spPr>
                <p:txBody>
                  <a:bodyPr anchorCtr="0" anchor="ctr" bIns="34275" lIns="34275" spcFirstLastPara="1" rIns="34275" wrap="square" tIns="3427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6" name="Google Shape;716;p29"/>
                  <p:cNvSpPr/>
                  <p:nvPr/>
                </p:nvSpPr>
                <p:spPr>
                  <a:xfrm>
                    <a:off x="7954580" y="3177534"/>
                    <a:ext cx="115977" cy="133939"/>
                  </a:xfrm>
                  <a:custGeom>
                    <a:rect b="b" l="l" r="r" t="t"/>
                    <a:pathLst>
                      <a:path extrusionOk="0" h="133939" w="115977">
                        <a:moveTo>
                          <a:pt x="0" y="0"/>
                        </a:moveTo>
                        <a:lnTo>
                          <a:pt x="115977" y="66892"/>
                        </a:lnTo>
                        <a:lnTo>
                          <a:pt x="0" y="13393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7" name="Google Shape;717;p29"/>
                  <p:cNvSpPr/>
                  <p:nvPr/>
                </p:nvSpPr>
                <p:spPr>
                  <a:xfrm>
                    <a:off x="6245733" y="2453643"/>
                    <a:ext cx="1729287" cy="1582031"/>
                  </a:xfrm>
                  <a:custGeom>
                    <a:rect b="b" l="l" r="r" t="t"/>
                    <a:pathLst>
                      <a:path extrusionOk="0" h="1582031" w="1729287">
                        <a:moveTo>
                          <a:pt x="1565242" y="782292"/>
                        </a:moveTo>
                        <a:lnTo>
                          <a:pt x="1565242" y="1398722"/>
                        </a:lnTo>
                        <a:cubicBezTo>
                          <a:pt x="1565072" y="1490172"/>
                          <a:pt x="1491165" y="1564357"/>
                          <a:pt x="1399715" y="1564869"/>
                        </a:cubicBezTo>
                        <a:lnTo>
                          <a:pt x="182959" y="1564869"/>
                        </a:lnTo>
                        <a:cubicBezTo>
                          <a:pt x="91229" y="1564775"/>
                          <a:pt x="16905" y="1490451"/>
                          <a:pt x="16812" y="1398722"/>
                        </a:cubicBezTo>
                        <a:lnTo>
                          <a:pt x="16812" y="182740"/>
                        </a:lnTo>
                        <a:cubicBezTo>
                          <a:pt x="16905" y="91011"/>
                          <a:pt x="91229" y="16686"/>
                          <a:pt x="182959" y="16593"/>
                        </a:cubicBezTo>
                        <a:lnTo>
                          <a:pt x="1399715" y="16593"/>
                        </a:lnTo>
                        <a:cubicBezTo>
                          <a:pt x="1491459" y="16686"/>
                          <a:pt x="1565846" y="90995"/>
                          <a:pt x="1566016" y="182740"/>
                        </a:cubicBezTo>
                        <a:lnTo>
                          <a:pt x="1566016" y="584557"/>
                        </a:lnTo>
                        <a:cubicBezTo>
                          <a:pt x="1568803" y="584310"/>
                          <a:pt x="1571590" y="584310"/>
                          <a:pt x="1574378" y="584557"/>
                        </a:cubicBezTo>
                        <a:cubicBezTo>
                          <a:pt x="1577165" y="584325"/>
                          <a:pt x="1579952" y="584325"/>
                          <a:pt x="1582739" y="584557"/>
                        </a:cubicBezTo>
                        <a:lnTo>
                          <a:pt x="1582739" y="182740"/>
                        </a:lnTo>
                        <a:cubicBezTo>
                          <a:pt x="1582569" y="81751"/>
                          <a:pt x="1500703" y="-37"/>
                          <a:pt x="1399715" y="-130"/>
                        </a:cubicBezTo>
                        <a:lnTo>
                          <a:pt x="182959" y="-130"/>
                        </a:lnTo>
                        <a:cubicBezTo>
                          <a:pt x="81954" y="40"/>
                          <a:pt x="104" y="81890"/>
                          <a:pt x="-66" y="182895"/>
                        </a:cubicBezTo>
                        <a:lnTo>
                          <a:pt x="-66" y="1398877"/>
                        </a:lnTo>
                        <a:cubicBezTo>
                          <a:pt x="104" y="1499881"/>
                          <a:pt x="81954" y="1581731"/>
                          <a:pt x="182959" y="1581901"/>
                        </a:cubicBezTo>
                        <a:lnTo>
                          <a:pt x="1399715" y="1581901"/>
                        </a:lnTo>
                        <a:cubicBezTo>
                          <a:pt x="1500719" y="1581731"/>
                          <a:pt x="1582569" y="1499881"/>
                          <a:pt x="1582739" y="1398877"/>
                        </a:cubicBezTo>
                        <a:lnTo>
                          <a:pt x="1582739" y="799170"/>
                        </a:lnTo>
                        <a:lnTo>
                          <a:pt x="1729221" y="799170"/>
                        </a:lnTo>
                        <a:lnTo>
                          <a:pt x="1729221" y="782292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8" name="Google Shape;718;p29"/>
                  <p:cNvSpPr/>
                  <p:nvPr/>
                </p:nvSpPr>
                <p:spPr>
                  <a:xfrm>
                    <a:off x="7762111" y="3031053"/>
                    <a:ext cx="114583" cy="114584"/>
                  </a:xfrm>
                  <a:custGeom>
                    <a:rect b="b" l="l" r="r" t="t"/>
                    <a:pathLst>
                      <a:path extrusionOk="0" h="114584" w="114583">
                        <a:moveTo>
                          <a:pt x="-66" y="57317"/>
                        </a:moveTo>
                        <a:cubicBezTo>
                          <a:pt x="-143" y="25683"/>
                          <a:pt x="25436" y="-37"/>
                          <a:pt x="57070" y="-130"/>
                        </a:cubicBezTo>
                        <a:cubicBezTo>
                          <a:pt x="88705" y="-223"/>
                          <a:pt x="114425" y="25373"/>
                          <a:pt x="114518" y="57007"/>
                        </a:cubicBezTo>
                        <a:cubicBezTo>
                          <a:pt x="114595" y="88642"/>
                          <a:pt x="89015" y="114361"/>
                          <a:pt x="57380" y="114454"/>
                        </a:cubicBezTo>
                        <a:cubicBezTo>
                          <a:pt x="57334" y="114454"/>
                          <a:pt x="57272" y="114454"/>
                          <a:pt x="57225" y="114454"/>
                        </a:cubicBezTo>
                        <a:cubicBezTo>
                          <a:pt x="25638" y="114454"/>
                          <a:pt x="27" y="88905"/>
                          <a:pt x="-66" y="57317"/>
                        </a:cubicBezTo>
                        <a:close/>
                        <a:moveTo>
                          <a:pt x="100891" y="57317"/>
                        </a:moveTo>
                        <a:cubicBezTo>
                          <a:pt x="100969" y="33115"/>
                          <a:pt x="81428" y="13435"/>
                          <a:pt x="57225" y="13342"/>
                        </a:cubicBezTo>
                        <a:cubicBezTo>
                          <a:pt x="33024" y="13264"/>
                          <a:pt x="13343" y="32806"/>
                          <a:pt x="13251" y="57007"/>
                        </a:cubicBezTo>
                        <a:cubicBezTo>
                          <a:pt x="13173" y="81209"/>
                          <a:pt x="32714" y="100890"/>
                          <a:pt x="56916" y="100983"/>
                        </a:cubicBezTo>
                        <a:cubicBezTo>
                          <a:pt x="57024" y="100983"/>
                          <a:pt x="57118" y="100983"/>
                          <a:pt x="57225" y="100983"/>
                        </a:cubicBezTo>
                        <a:cubicBezTo>
                          <a:pt x="81303" y="100905"/>
                          <a:pt x="100799" y="81395"/>
                          <a:pt x="100891" y="57317"/>
                        </a:cubicBez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9" name="Google Shape;719;p29"/>
                  <p:cNvSpPr/>
                  <p:nvPr/>
                </p:nvSpPr>
                <p:spPr>
                  <a:xfrm>
                    <a:off x="6961737" y="4226426"/>
                    <a:ext cx="150762" cy="90149"/>
                  </a:xfrm>
                  <a:custGeom>
                    <a:rect b="b" l="l" r="r" t="t"/>
                    <a:pathLst>
                      <a:path extrusionOk="0" h="90149" w="150762">
                        <a:moveTo>
                          <a:pt x="149192" y="11344"/>
                        </a:moveTo>
                        <a:lnTo>
                          <a:pt x="138973" y="1124"/>
                        </a:lnTo>
                        <a:cubicBezTo>
                          <a:pt x="137192" y="-548"/>
                          <a:pt x="134405" y="-548"/>
                          <a:pt x="132624" y="1124"/>
                        </a:cubicBezTo>
                        <a:lnTo>
                          <a:pt x="78120" y="55474"/>
                        </a:lnTo>
                        <a:cubicBezTo>
                          <a:pt x="76494" y="57224"/>
                          <a:pt x="73753" y="57332"/>
                          <a:pt x="71987" y="55691"/>
                        </a:cubicBezTo>
                        <a:cubicBezTo>
                          <a:pt x="71910" y="55629"/>
                          <a:pt x="71848" y="55552"/>
                          <a:pt x="71771" y="55474"/>
                        </a:cubicBezTo>
                        <a:lnTo>
                          <a:pt x="17885" y="1124"/>
                        </a:lnTo>
                        <a:cubicBezTo>
                          <a:pt x="16105" y="-548"/>
                          <a:pt x="13317" y="-548"/>
                          <a:pt x="11537" y="1124"/>
                        </a:cubicBezTo>
                        <a:lnTo>
                          <a:pt x="1317" y="11344"/>
                        </a:lnTo>
                        <a:cubicBezTo>
                          <a:pt x="-433" y="12970"/>
                          <a:pt x="-541" y="15710"/>
                          <a:pt x="1100" y="17476"/>
                        </a:cubicBezTo>
                        <a:cubicBezTo>
                          <a:pt x="1163" y="17553"/>
                          <a:pt x="1240" y="17615"/>
                          <a:pt x="1317" y="17692"/>
                        </a:cubicBezTo>
                        <a:lnTo>
                          <a:pt x="72235" y="88765"/>
                        </a:lnTo>
                        <a:cubicBezTo>
                          <a:pt x="74016" y="90438"/>
                          <a:pt x="76803" y="90438"/>
                          <a:pt x="78584" y="88765"/>
                        </a:cubicBezTo>
                        <a:lnTo>
                          <a:pt x="149657" y="17692"/>
                        </a:lnTo>
                        <a:cubicBezTo>
                          <a:pt x="151205" y="15788"/>
                          <a:pt x="151004" y="13001"/>
                          <a:pt x="149192" y="11344"/>
                        </a:cubicBez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0" name="Google Shape;720;p29"/>
                  <p:cNvSpPr/>
                  <p:nvPr/>
                </p:nvSpPr>
                <p:spPr>
                  <a:xfrm>
                    <a:off x="6961737" y="4306634"/>
                    <a:ext cx="150762" cy="90149"/>
                  </a:xfrm>
                  <a:custGeom>
                    <a:rect b="b" l="l" r="r" t="t"/>
                    <a:pathLst>
                      <a:path extrusionOk="0" h="90149" w="150762">
                        <a:moveTo>
                          <a:pt x="149192" y="11344"/>
                        </a:moveTo>
                        <a:lnTo>
                          <a:pt x="138973" y="1124"/>
                        </a:lnTo>
                        <a:cubicBezTo>
                          <a:pt x="137192" y="-548"/>
                          <a:pt x="134405" y="-548"/>
                          <a:pt x="132624" y="1124"/>
                        </a:cubicBezTo>
                        <a:lnTo>
                          <a:pt x="78120" y="55474"/>
                        </a:lnTo>
                        <a:cubicBezTo>
                          <a:pt x="76494" y="57224"/>
                          <a:pt x="73753" y="57332"/>
                          <a:pt x="71987" y="55691"/>
                        </a:cubicBezTo>
                        <a:cubicBezTo>
                          <a:pt x="71910" y="55629"/>
                          <a:pt x="71848" y="55552"/>
                          <a:pt x="71771" y="55474"/>
                        </a:cubicBezTo>
                        <a:lnTo>
                          <a:pt x="17885" y="1124"/>
                        </a:lnTo>
                        <a:cubicBezTo>
                          <a:pt x="16105" y="-548"/>
                          <a:pt x="13317" y="-548"/>
                          <a:pt x="11537" y="1124"/>
                        </a:cubicBezTo>
                        <a:lnTo>
                          <a:pt x="1317" y="11344"/>
                        </a:lnTo>
                        <a:cubicBezTo>
                          <a:pt x="-433" y="12970"/>
                          <a:pt x="-541" y="15726"/>
                          <a:pt x="1100" y="17476"/>
                        </a:cubicBezTo>
                        <a:cubicBezTo>
                          <a:pt x="1163" y="17553"/>
                          <a:pt x="1240" y="17615"/>
                          <a:pt x="1317" y="17693"/>
                        </a:cubicBezTo>
                        <a:lnTo>
                          <a:pt x="72235" y="88765"/>
                        </a:lnTo>
                        <a:cubicBezTo>
                          <a:pt x="74016" y="90438"/>
                          <a:pt x="76803" y="90438"/>
                          <a:pt x="78584" y="88765"/>
                        </a:cubicBezTo>
                        <a:lnTo>
                          <a:pt x="149657" y="17693"/>
                        </a:lnTo>
                        <a:cubicBezTo>
                          <a:pt x="151205" y="15788"/>
                          <a:pt x="151004" y="13001"/>
                          <a:pt x="149192" y="11344"/>
                        </a:cubicBez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21" name="Google Shape;721;p29"/>
                <p:cNvGrpSpPr/>
                <p:nvPr/>
              </p:nvGrpSpPr>
              <p:grpSpPr>
                <a:xfrm>
                  <a:off x="10020496" y="2453643"/>
                  <a:ext cx="1582030" cy="1943140"/>
                  <a:chOff x="10020496" y="2453643"/>
                  <a:chExt cx="1582030" cy="1943140"/>
                </a:xfrm>
              </p:grpSpPr>
              <p:sp>
                <p:nvSpPr>
                  <p:cNvPr id="722" name="Google Shape;722;p29"/>
                  <p:cNvSpPr/>
                  <p:nvPr/>
                </p:nvSpPr>
                <p:spPr>
                  <a:xfrm>
                    <a:off x="10148396" y="2581389"/>
                    <a:ext cx="1326075" cy="1326075"/>
                  </a:xfrm>
                  <a:custGeom>
                    <a:rect b="b" l="l" r="r" t="t"/>
                    <a:pathLst>
                      <a:path extrusionOk="0" h="1326075" w="1326075">
                        <a:moveTo>
                          <a:pt x="1135928" y="0"/>
                        </a:moveTo>
                        <a:cubicBezTo>
                          <a:pt x="1240944" y="0"/>
                          <a:pt x="1326076" y="0"/>
                          <a:pt x="1326076" y="0"/>
                        </a:cubicBezTo>
                        <a:lnTo>
                          <a:pt x="1326076" y="1326076"/>
                        </a:lnTo>
                        <a:cubicBezTo>
                          <a:pt x="1326076" y="1326076"/>
                          <a:pt x="1240945" y="1326076"/>
                          <a:pt x="1135928" y="1326076"/>
                        </a:cubicBezTo>
                        <a:lnTo>
                          <a:pt x="190147" y="1326076"/>
                        </a:lnTo>
                        <a:cubicBezTo>
                          <a:pt x="85132" y="1326076"/>
                          <a:pt x="-1" y="1326076"/>
                          <a:pt x="-1" y="1326076"/>
                        </a:cubicBezTo>
                        <a:lnTo>
                          <a:pt x="-1" y="0"/>
                        </a:lnTo>
                        <a:cubicBezTo>
                          <a:pt x="-1" y="0"/>
                          <a:pt x="85131" y="0"/>
                          <a:pt x="190147" y="0"/>
                        </a:cubicBezTo>
                        <a:close/>
                      </a:path>
                    </a:pathLst>
                  </a:custGeom>
                  <a:solidFill>
                    <a:srgbClr val="8F4881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3" name="Google Shape;723;p29"/>
                  <p:cNvSpPr/>
                  <p:nvPr/>
                </p:nvSpPr>
                <p:spPr>
                  <a:xfrm rot="5400000">
                    <a:off x="10269328" y="2702476"/>
                    <a:ext cx="1084210" cy="1084210"/>
                  </a:xfrm>
                  <a:custGeom>
                    <a:rect b="b" l="l" r="r" t="t"/>
                    <a:pathLst>
                      <a:path extrusionOk="0" h="1084210" w="1084210">
                        <a:moveTo>
                          <a:pt x="1025769" y="-130"/>
                        </a:moveTo>
                        <a:cubicBezTo>
                          <a:pt x="1058009" y="-130"/>
                          <a:pt x="1084145" y="-130"/>
                          <a:pt x="1084145" y="-130"/>
                        </a:cubicBezTo>
                        <a:lnTo>
                          <a:pt x="1084145" y="1084081"/>
                        </a:lnTo>
                        <a:cubicBezTo>
                          <a:pt x="1084145" y="1084081"/>
                          <a:pt x="1058010" y="1084081"/>
                          <a:pt x="1025769" y="1084081"/>
                        </a:cubicBezTo>
                        <a:lnTo>
                          <a:pt x="58311" y="1084081"/>
                        </a:lnTo>
                        <a:cubicBezTo>
                          <a:pt x="26071" y="1084081"/>
                          <a:pt x="-66" y="1084081"/>
                          <a:pt x="-66" y="1084081"/>
                        </a:cubicBezTo>
                        <a:lnTo>
                          <a:pt x="-66" y="-130"/>
                        </a:lnTo>
                        <a:cubicBezTo>
                          <a:pt x="-66" y="-130"/>
                          <a:pt x="26070" y="-130"/>
                          <a:pt x="58311" y="-13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/>
                      </a:gs>
                      <a:gs pos="22850">
                        <a:srgbClr val="FFFFFF"/>
                      </a:gs>
                      <a:gs pos="63320">
                        <a:srgbClr val="E6EAEB"/>
                      </a:gs>
                      <a:gs pos="99960">
                        <a:srgbClr val="CDD5D8"/>
                      </a:gs>
                      <a:gs pos="100000">
                        <a:srgbClr val="CDD5D8"/>
                      </a:gs>
                    </a:gsLst>
                    <a:lin ang="18813757" scaled="0"/>
                  </a:gradFill>
                  <a:ln cap="flat" cmpd="sng" w="42875">
                    <a:solidFill>
                      <a:schemeClr val="lt1"/>
                    </a:solidFill>
                    <a:prstDash val="solid"/>
                    <a:miter lim="400000"/>
                    <a:headEnd len="sm" w="sm" type="none"/>
                    <a:tailEnd len="sm" w="sm" type="none"/>
                  </a:ln>
                  <a:effectLst>
                    <a:outerShdw blurRad="114300" rotWithShape="0" dir="2315233" dist="67526">
                      <a:srgbClr val="000000">
                        <a:alpha val="38040"/>
                      </a:srgbClr>
                    </a:outerShdw>
                  </a:effectLst>
                </p:spPr>
                <p:txBody>
                  <a:bodyPr anchorCtr="0" anchor="ctr" bIns="34275" lIns="34275" spcFirstLastPara="1" rIns="34275" wrap="square" tIns="3427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4" name="Google Shape;724;p29"/>
                  <p:cNvSpPr/>
                  <p:nvPr/>
                </p:nvSpPr>
                <p:spPr>
                  <a:xfrm>
                    <a:off x="10020496" y="2453643"/>
                    <a:ext cx="1582030" cy="1582031"/>
                  </a:xfrm>
                  <a:custGeom>
                    <a:rect b="b" l="l" r="r" t="t"/>
                    <a:pathLst>
                      <a:path extrusionOk="0" h="1582031" w="1582030">
                        <a:moveTo>
                          <a:pt x="1398940" y="-130"/>
                        </a:moveTo>
                        <a:lnTo>
                          <a:pt x="182959" y="-130"/>
                        </a:lnTo>
                        <a:cubicBezTo>
                          <a:pt x="81954" y="40"/>
                          <a:pt x="104" y="81890"/>
                          <a:pt x="-66" y="182895"/>
                        </a:cubicBezTo>
                        <a:lnTo>
                          <a:pt x="-66" y="1398877"/>
                        </a:lnTo>
                        <a:cubicBezTo>
                          <a:pt x="104" y="1499881"/>
                          <a:pt x="81954" y="1581731"/>
                          <a:pt x="182959" y="1581901"/>
                        </a:cubicBezTo>
                        <a:lnTo>
                          <a:pt x="1398940" y="1581901"/>
                        </a:lnTo>
                        <a:cubicBezTo>
                          <a:pt x="1499945" y="1581731"/>
                          <a:pt x="1581795" y="1499881"/>
                          <a:pt x="1581965" y="1398877"/>
                        </a:cubicBezTo>
                        <a:lnTo>
                          <a:pt x="1581965" y="182740"/>
                        </a:lnTo>
                        <a:cubicBezTo>
                          <a:pt x="1581795" y="81751"/>
                          <a:pt x="1499929" y="-37"/>
                          <a:pt x="1398940" y="-130"/>
                        </a:cubicBezTo>
                        <a:close/>
                        <a:moveTo>
                          <a:pt x="1565242" y="1398877"/>
                        </a:moveTo>
                        <a:cubicBezTo>
                          <a:pt x="1565071" y="1490621"/>
                          <a:pt x="1490686" y="1564946"/>
                          <a:pt x="1398940" y="1565023"/>
                        </a:cubicBezTo>
                        <a:lnTo>
                          <a:pt x="182959" y="1565023"/>
                        </a:lnTo>
                        <a:cubicBezTo>
                          <a:pt x="91229" y="1564930"/>
                          <a:pt x="16905" y="1490606"/>
                          <a:pt x="16811" y="1398877"/>
                        </a:cubicBezTo>
                        <a:lnTo>
                          <a:pt x="16811" y="182740"/>
                        </a:lnTo>
                        <a:cubicBezTo>
                          <a:pt x="16889" y="91011"/>
                          <a:pt x="91229" y="16686"/>
                          <a:pt x="182959" y="16593"/>
                        </a:cubicBezTo>
                        <a:lnTo>
                          <a:pt x="1398940" y="16593"/>
                        </a:lnTo>
                        <a:cubicBezTo>
                          <a:pt x="1490686" y="16686"/>
                          <a:pt x="1565071" y="90995"/>
                          <a:pt x="1565242" y="182740"/>
                        </a:cubicBez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5" name="Google Shape;725;p29"/>
                  <p:cNvSpPr/>
                  <p:nvPr/>
                </p:nvSpPr>
                <p:spPr>
                  <a:xfrm>
                    <a:off x="10736036" y="4226426"/>
                    <a:ext cx="150976" cy="90149"/>
                  </a:xfrm>
                  <a:custGeom>
                    <a:rect b="b" l="l" r="r" t="t"/>
                    <a:pathLst>
                      <a:path extrusionOk="0" h="90149" w="150976">
                        <a:moveTo>
                          <a:pt x="149657" y="11344"/>
                        </a:moveTo>
                        <a:lnTo>
                          <a:pt x="139437" y="1124"/>
                        </a:lnTo>
                        <a:cubicBezTo>
                          <a:pt x="137656" y="-548"/>
                          <a:pt x="134869" y="-548"/>
                          <a:pt x="133088" y="1124"/>
                        </a:cubicBezTo>
                        <a:lnTo>
                          <a:pt x="78583" y="55474"/>
                        </a:lnTo>
                        <a:cubicBezTo>
                          <a:pt x="76958" y="57224"/>
                          <a:pt x="74202" y="57332"/>
                          <a:pt x="72452" y="55691"/>
                        </a:cubicBezTo>
                        <a:cubicBezTo>
                          <a:pt x="72374" y="55629"/>
                          <a:pt x="72313" y="55552"/>
                          <a:pt x="72235" y="55474"/>
                        </a:cubicBezTo>
                        <a:lnTo>
                          <a:pt x="17885" y="1124"/>
                        </a:lnTo>
                        <a:cubicBezTo>
                          <a:pt x="16105" y="-548"/>
                          <a:pt x="13318" y="-548"/>
                          <a:pt x="11537" y="1124"/>
                        </a:cubicBezTo>
                        <a:lnTo>
                          <a:pt x="1317" y="11344"/>
                        </a:lnTo>
                        <a:cubicBezTo>
                          <a:pt x="-433" y="12970"/>
                          <a:pt x="-541" y="15710"/>
                          <a:pt x="1100" y="17476"/>
                        </a:cubicBezTo>
                        <a:cubicBezTo>
                          <a:pt x="1162" y="17553"/>
                          <a:pt x="1239" y="17615"/>
                          <a:pt x="1317" y="17692"/>
                        </a:cubicBezTo>
                        <a:lnTo>
                          <a:pt x="72235" y="88765"/>
                        </a:lnTo>
                        <a:cubicBezTo>
                          <a:pt x="74016" y="90438"/>
                          <a:pt x="76803" y="90438"/>
                          <a:pt x="78583" y="88765"/>
                        </a:cubicBezTo>
                        <a:lnTo>
                          <a:pt x="149657" y="17692"/>
                        </a:lnTo>
                        <a:cubicBezTo>
                          <a:pt x="151329" y="15912"/>
                          <a:pt x="151329" y="13124"/>
                          <a:pt x="149657" y="11344"/>
                        </a:cubicBez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6" name="Google Shape;726;p29"/>
                  <p:cNvSpPr/>
                  <p:nvPr/>
                </p:nvSpPr>
                <p:spPr>
                  <a:xfrm>
                    <a:off x="10736036" y="4306634"/>
                    <a:ext cx="150976" cy="90149"/>
                  </a:xfrm>
                  <a:custGeom>
                    <a:rect b="b" l="l" r="r" t="t"/>
                    <a:pathLst>
                      <a:path extrusionOk="0" h="90149" w="150976">
                        <a:moveTo>
                          <a:pt x="149657" y="11344"/>
                        </a:moveTo>
                        <a:lnTo>
                          <a:pt x="139437" y="1124"/>
                        </a:lnTo>
                        <a:cubicBezTo>
                          <a:pt x="137656" y="-548"/>
                          <a:pt x="134869" y="-548"/>
                          <a:pt x="133088" y="1124"/>
                        </a:cubicBezTo>
                        <a:lnTo>
                          <a:pt x="78583" y="55474"/>
                        </a:lnTo>
                        <a:cubicBezTo>
                          <a:pt x="76958" y="57224"/>
                          <a:pt x="74202" y="57332"/>
                          <a:pt x="72452" y="55691"/>
                        </a:cubicBezTo>
                        <a:cubicBezTo>
                          <a:pt x="72374" y="55629"/>
                          <a:pt x="72313" y="55552"/>
                          <a:pt x="72235" y="55474"/>
                        </a:cubicBezTo>
                        <a:lnTo>
                          <a:pt x="17885" y="1124"/>
                        </a:lnTo>
                        <a:cubicBezTo>
                          <a:pt x="16105" y="-548"/>
                          <a:pt x="13318" y="-548"/>
                          <a:pt x="11537" y="1124"/>
                        </a:cubicBezTo>
                        <a:lnTo>
                          <a:pt x="1317" y="11344"/>
                        </a:lnTo>
                        <a:cubicBezTo>
                          <a:pt x="-433" y="12970"/>
                          <a:pt x="-541" y="15726"/>
                          <a:pt x="1100" y="17476"/>
                        </a:cubicBezTo>
                        <a:cubicBezTo>
                          <a:pt x="1162" y="17553"/>
                          <a:pt x="1239" y="17615"/>
                          <a:pt x="1317" y="17693"/>
                        </a:cubicBezTo>
                        <a:lnTo>
                          <a:pt x="72235" y="88765"/>
                        </a:lnTo>
                        <a:cubicBezTo>
                          <a:pt x="74016" y="90438"/>
                          <a:pt x="76803" y="90438"/>
                          <a:pt x="78583" y="88765"/>
                        </a:cubicBezTo>
                        <a:lnTo>
                          <a:pt x="149657" y="17693"/>
                        </a:lnTo>
                        <a:cubicBezTo>
                          <a:pt x="151329" y="15912"/>
                          <a:pt x="151329" y="13124"/>
                          <a:pt x="149657" y="11344"/>
                        </a:cubicBez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2626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27" name="Google Shape;727;p29"/>
              <p:cNvSpPr txBox="1"/>
              <p:nvPr/>
            </p:nvSpPr>
            <p:spPr>
              <a:xfrm>
                <a:off x="793687" y="4686115"/>
                <a:ext cx="2006100" cy="11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2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Prepare</a:t>
                </a:r>
                <a:endParaRPr sz="1100"/>
              </a:p>
              <a:p>
                <a:pPr indent="-120650" lvl="0" marL="127000" marR="0" rtl="0" algn="l">
                  <a:spcBef>
                    <a:spcPts val="500"/>
                  </a:spcBef>
                  <a:spcAft>
                    <a:spcPts val="0"/>
                  </a:spcAft>
                  <a:buClr>
                    <a:srgbClr val="262626"/>
                  </a:buClr>
                  <a:buSzPts val="900"/>
                  <a:buFont typeface="Noto Sans Symbols"/>
                  <a:buChar char="✔"/>
                </a:pPr>
                <a:r>
                  <a:rPr lang="en-US" sz="900">
                    <a:solidFill>
                      <a:srgbClr val="2626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Identify Lead</a:t>
                </a:r>
                <a:endParaRPr sz="1100"/>
              </a:p>
              <a:p>
                <a:pPr indent="-120650" lvl="0" marL="1270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62626"/>
                  </a:buClr>
                  <a:buSzPts val="900"/>
                  <a:buFont typeface="Noto Sans Symbols"/>
                  <a:buChar char="✔"/>
                </a:pPr>
                <a:r>
                  <a:rPr lang="en-US" sz="900">
                    <a:solidFill>
                      <a:srgbClr val="2626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Assign Team</a:t>
                </a:r>
                <a:endParaRPr sz="1100"/>
              </a:p>
              <a:p>
                <a:pPr indent="-120650" lvl="0" marL="1270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62626"/>
                  </a:buClr>
                  <a:buSzPts val="900"/>
                  <a:buFont typeface="Noto Sans Symbols"/>
                  <a:buChar char="✔"/>
                </a:pPr>
                <a:r>
                  <a:rPr lang="en-US" sz="900">
                    <a:solidFill>
                      <a:srgbClr val="2626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Roles &amp; Responsibilities</a:t>
                </a:r>
                <a:endParaRPr sz="1100"/>
              </a:p>
              <a:p>
                <a:pPr indent="-120650" lvl="0" marL="1270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62626"/>
                  </a:buClr>
                  <a:buSzPts val="900"/>
                  <a:buFont typeface="Noto Sans Symbols"/>
                  <a:buChar char="✔"/>
                </a:pPr>
                <a:r>
                  <a:rPr lang="en-US" sz="900">
                    <a:solidFill>
                      <a:srgbClr val="2626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Initial Risk Assessment</a:t>
                </a:r>
                <a:endParaRPr sz="1100"/>
              </a:p>
            </p:txBody>
          </p:sp>
          <p:sp>
            <p:nvSpPr>
              <p:cNvPr id="728" name="Google Shape;728;p29"/>
              <p:cNvSpPr txBox="1"/>
              <p:nvPr/>
            </p:nvSpPr>
            <p:spPr>
              <a:xfrm>
                <a:off x="3064207" y="4686115"/>
                <a:ext cx="2006100" cy="122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2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Discover, Classify &amp; Audit</a:t>
                </a:r>
                <a:endParaRPr sz="1100"/>
              </a:p>
              <a:p>
                <a:pPr indent="-171450" lvl="0" marL="177800" marR="0" rtl="0" algn="l">
                  <a:spcBef>
                    <a:spcPts val="500"/>
                  </a:spcBef>
                  <a:spcAft>
                    <a:spcPts val="0"/>
                  </a:spcAft>
                  <a:buClr>
                    <a:srgbClr val="262626"/>
                  </a:buClr>
                  <a:buSzPts val="900"/>
                  <a:buFont typeface="Noto Sans Symbols"/>
                  <a:buChar char="✔"/>
                </a:pPr>
                <a:r>
                  <a:rPr lang="en-US" sz="900">
                    <a:solidFill>
                      <a:srgbClr val="2626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Interview Data</a:t>
                </a:r>
                <a:endParaRPr sz="1100"/>
              </a:p>
              <a:p>
                <a:pPr indent="-171450" lvl="0" marL="1778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62626"/>
                  </a:buClr>
                  <a:buSzPts val="900"/>
                  <a:buFont typeface="Noto Sans Symbols"/>
                  <a:buChar char="✔"/>
                </a:pPr>
                <a:r>
                  <a:rPr lang="en-US" sz="900">
                    <a:solidFill>
                      <a:srgbClr val="2626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Discover Data Sources</a:t>
                </a:r>
                <a:endParaRPr sz="1100"/>
              </a:p>
              <a:p>
                <a:pPr indent="-171450" lvl="0" marL="1778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62626"/>
                  </a:buClr>
                  <a:buSzPts val="900"/>
                  <a:buFont typeface="Noto Sans Symbols"/>
                  <a:buChar char="✔"/>
                </a:pPr>
                <a:r>
                  <a:rPr lang="en-US" sz="900">
                    <a:solidFill>
                      <a:srgbClr val="2626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Scan Data Sources</a:t>
                </a:r>
                <a:endParaRPr sz="1100"/>
              </a:p>
            </p:txBody>
          </p:sp>
          <p:sp>
            <p:nvSpPr>
              <p:cNvPr id="729" name="Google Shape;729;p29"/>
              <p:cNvSpPr txBox="1"/>
              <p:nvPr/>
            </p:nvSpPr>
            <p:spPr>
              <a:xfrm>
                <a:off x="5334727" y="4686115"/>
                <a:ext cx="2006100" cy="79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2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Design </a:t>
                </a:r>
                <a:endParaRPr sz="1100"/>
              </a:p>
              <a:p>
                <a:pPr indent="-120650" lvl="0" marL="127000" marR="0" rtl="0" algn="l">
                  <a:spcBef>
                    <a:spcPts val="500"/>
                  </a:spcBef>
                  <a:spcAft>
                    <a:spcPts val="0"/>
                  </a:spcAft>
                  <a:buClr>
                    <a:srgbClr val="262626"/>
                  </a:buClr>
                  <a:buSzPts val="900"/>
                  <a:buFont typeface="Noto Sans Symbols"/>
                  <a:buChar char="✔"/>
                </a:pPr>
                <a:r>
                  <a:rPr lang="en-US" sz="900">
                    <a:solidFill>
                      <a:srgbClr val="2626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 Governance Plan</a:t>
                </a:r>
                <a:endParaRPr sz="1100"/>
              </a:p>
              <a:p>
                <a:pPr indent="-120650" lvl="0" marL="1270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62626"/>
                  </a:buClr>
                  <a:buSzPts val="900"/>
                  <a:buFont typeface="Noto Sans Symbols"/>
                  <a:buChar char="✔"/>
                </a:pPr>
                <a:r>
                  <a:rPr lang="en-US" sz="900">
                    <a:solidFill>
                      <a:srgbClr val="2626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Test Plan</a:t>
                </a:r>
                <a:endParaRPr sz="1100"/>
              </a:p>
            </p:txBody>
          </p:sp>
          <p:sp>
            <p:nvSpPr>
              <p:cNvPr id="730" name="Google Shape;730;p29"/>
              <p:cNvSpPr txBox="1"/>
              <p:nvPr/>
            </p:nvSpPr>
            <p:spPr>
              <a:xfrm>
                <a:off x="7605247" y="4686115"/>
                <a:ext cx="2006100" cy="153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2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Execute </a:t>
                </a:r>
                <a:endParaRPr sz="1100"/>
              </a:p>
              <a:p>
                <a:pPr indent="-120650" lvl="0" marL="127000" marR="0" rtl="0" algn="l">
                  <a:spcBef>
                    <a:spcPts val="500"/>
                  </a:spcBef>
                  <a:spcAft>
                    <a:spcPts val="0"/>
                  </a:spcAft>
                  <a:buClr>
                    <a:srgbClr val="262626"/>
                  </a:buClr>
                  <a:buSzPts val="900"/>
                  <a:buFont typeface="Noto Sans Symbols"/>
                  <a:buChar char="✔"/>
                </a:pPr>
                <a:r>
                  <a:rPr lang="en-US" sz="900">
                    <a:solidFill>
                      <a:srgbClr val="2626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Implement org. changes if Needed</a:t>
                </a:r>
                <a:endParaRPr sz="1100"/>
              </a:p>
              <a:p>
                <a:pPr indent="-120650" lvl="0" marL="1270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62626"/>
                  </a:buClr>
                  <a:buSzPts val="900"/>
                  <a:buFont typeface="Noto Sans Symbols"/>
                  <a:buChar char="✔"/>
                </a:pPr>
                <a:r>
                  <a:rPr lang="en-US" sz="900">
                    <a:solidFill>
                      <a:srgbClr val="2626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Updated Roles &amp; Responsibilities</a:t>
                </a:r>
                <a:endParaRPr sz="1100"/>
              </a:p>
              <a:p>
                <a:pPr indent="-120650" lvl="0" marL="1270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62626"/>
                  </a:buClr>
                  <a:buSzPts val="900"/>
                  <a:buFont typeface="Noto Sans Symbols"/>
                  <a:buChar char="✔"/>
                </a:pPr>
                <a:r>
                  <a:rPr lang="en-US" sz="900">
                    <a:solidFill>
                      <a:srgbClr val="2626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Demonstrate Compliance (Test)</a:t>
                </a:r>
                <a:endParaRPr sz="1100"/>
              </a:p>
            </p:txBody>
          </p:sp>
          <p:sp>
            <p:nvSpPr>
              <p:cNvPr id="731" name="Google Shape;731;p29"/>
              <p:cNvSpPr txBox="1"/>
              <p:nvPr/>
            </p:nvSpPr>
            <p:spPr>
              <a:xfrm>
                <a:off x="9875767" y="4686115"/>
                <a:ext cx="2006100" cy="122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2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Manager, Monitor &amp; Report</a:t>
                </a:r>
                <a:endParaRPr sz="1100"/>
              </a:p>
              <a:p>
                <a:pPr indent="-120650" lvl="0" marL="127000" marR="0" rtl="0" algn="l">
                  <a:spcBef>
                    <a:spcPts val="500"/>
                  </a:spcBef>
                  <a:spcAft>
                    <a:spcPts val="0"/>
                  </a:spcAft>
                  <a:buClr>
                    <a:srgbClr val="262626"/>
                  </a:buClr>
                  <a:buSzPts val="900"/>
                  <a:buFont typeface="Noto Sans Symbols"/>
                  <a:buChar char="✔"/>
                </a:pPr>
                <a:r>
                  <a:rPr lang="en-US" sz="900">
                    <a:solidFill>
                      <a:srgbClr val="2626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Monitor Progress</a:t>
                </a:r>
                <a:endParaRPr sz="1100"/>
              </a:p>
              <a:p>
                <a:pPr indent="-120650" lvl="0" marL="1270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62626"/>
                  </a:buClr>
                  <a:buSzPts val="900"/>
                  <a:buFont typeface="Noto Sans Symbols"/>
                  <a:buChar char="✔"/>
                </a:pPr>
                <a:r>
                  <a:rPr lang="en-US" sz="900">
                    <a:solidFill>
                      <a:srgbClr val="2626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Report Results Management</a:t>
                </a:r>
                <a:endParaRPr sz="1100"/>
              </a:p>
            </p:txBody>
          </p:sp>
        </p:grpSp>
        <p:pic>
          <p:nvPicPr>
            <p:cNvPr descr="Preparation Icons - Free SVG &amp; PNG Preparation Images - Noun Project" id="732" name="Google Shape;732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73821" y="2803792"/>
              <a:ext cx="478702" cy="4787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udit Icon - Free PNG &amp; SVG 33089 - Noun Project" id="733" name="Google Shape;733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71641" y="2731092"/>
              <a:ext cx="624102" cy="6241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Design icon - Themeisle Icons Graphics | Free icons" id="734" name="Google Shape;734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05063" y="2793995"/>
              <a:ext cx="498298" cy="4982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Execution Icons - Free SVG &amp; PNG Execution Images - Noun Project" id="735" name="Google Shape;735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819424" y="2737836"/>
              <a:ext cx="610614" cy="6106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alytics - Free computer icons" id="736" name="Google Shape;736;p2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140537" y="2788428"/>
              <a:ext cx="509431" cy="50943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0"/>
          <p:cNvSpPr txBox="1"/>
          <p:nvPr/>
        </p:nvSpPr>
        <p:spPr>
          <a:xfrm>
            <a:off x="0" y="363968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Template Ideas</a:t>
            </a:r>
            <a:endParaRPr sz="1100"/>
          </a:p>
        </p:txBody>
      </p:sp>
      <p:grpSp>
        <p:nvGrpSpPr>
          <p:cNvPr id="742" name="Google Shape;742;p30"/>
          <p:cNvGrpSpPr/>
          <p:nvPr/>
        </p:nvGrpSpPr>
        <p:grpSpPr>
          <a:xfrm>
            <a:off x="792860" y="1926903"/>
            <a:ext cx="7558861" cy="2347742"/>
            <a:chOff x="1057146" y="2442458"/>
            <a:chExt cx="10078481" cy="3130322"/>
          </a:xfrm>
        </p:grpSpPr>
        <p:grpSp>
          <p:nvGrpSpPr>
            <p:cNvPr id="743" name="Google Shape;743;p30"/>
            <p:cNvGrpSpPr/>
            <p:nvPr/>
          </p:nvGrpSpPr>
          <p:grpSpPr>
            <a:xfrm>
              <a:off x="1057146" y="4597868"/>
              <a:ext cx="4792273" cy="964310"/>
              <a:chOff x="1057146" y="4597868"/>
              <a:chExt cx="4792273" cy="964310"/>
            </a:xfrm>
          </p:grpSpPr>
          <p:sp>
            <p:nvSpPr>
              <p:cNvPr id="744" name="Google Shape;744;p30"/>
              <p:cNvSpPr/>
              <p:nvPr/>
            </p:nvSpPr>
            <p:spPr>
              <a:xfrm>
                <a:off x="5431089" y="4603170"/>
                <a:ext cx="112418" cy="115762"/>
              </a:xfrm>
              <a:custGeom>
                <a:rect b="b" l="l" r="r" t="t"/>
                <a:pathLst>
                  <a:path extrusionOk="0" h="115762" w="112418">
                    <a:moveTo>
                      <a:pt x="112418" y="0"/>
                    </a:moveTo>
                    <a:lnTo>
                      <a:pt x="0" y="68854"/>
                    </a:lnTo>
                    <a:lnTo>
                      <a:pt x="64585" y="68854"/>
                    </a:lnTo>
                    <a:lnTo>
                      <a:pt x="73423" y="115763"/>
                    </a:lnTo>
                    <a:lnTo>
                      <a:pt x="112418" y="0"/>
                    </a:lnTo>
                    <a:close/>
                  </a:path>
                </a:pathLst>
              </a:custGeom>
              <a:solidFill>
                <a:srgbClr val="930A0C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30"/>
              <p:cNvSpPr/>
              <p:nvPr/>
            </p:nvSpPr>
            <p:spPr>
              <a:xfrm>
                <a:off x="1929595" y="4677816"/>
                <a:ext cx="3818433" cy="741648"/>
              </a:xfrm>
              <a:custGeom>
                <a:rect b="b" l="l" r="r" t="t"/>
                <a:pathLst>
                  <a:path extrusionOk="0" h="741648" w="3818433">
                    <a:moveTo>
                      <a:pt x="3818434" y="741648"/>
                    </a:moveTo>
                    <a:lnTo>
                      <a:pt x="252383" y="741648"/>
                    </a:lnTo>
                    <a:lnTo>
                      <a:pt x="0" y="0"/>
                    </a:lnTo>
                    <a:lnTo>
                      <a:pt x="3566078" y="0"/>
                    </a:lnTo>
                    <a:lnTo>
                      <a:pt x="3818434" y="741648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p30"/>
              <p:cNvSpPr/>
              <p:nvPr/>
            </p:nvSpPr>
            <p:spPr>
              <a:xfrm>
                <a:off x="2527554" y="5413673"/>
                <a:ext cx="78154" cy="74156"/>
              </a:xfrm>
              <a:custGeom>
                <a:rect b="b" l="l" r="r" t="t"/>
                <a:pathLst>
                  <a:path extrusionOk="0" h="74156" w="78154">
                    <a:moveTo>
                      <a:pt x="25236" y="74157"/>
                    </a:moveTo>
                    <a:lnTo>
                      <a:pt x="78154" y="0"/>
                    </a:lnTo>
                    <a:lnTo>
                      <a:pt x="0" y="0"/>
                    </a:lnTo>
                    <a:lnTo>
                      <a:pt x="25236" y="74157"/>
                    </a:lnTo>
                    <a:close/>
                  </a:path>
                </a:pathLst>
              </a:custGeom>
              <a:solidFill>
                <a:srgbClr val="930A0C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" name="Google Shape;747;p30"/>
              <p:cNvSpPr/>
              <p:nvPr/>
            </p:nvSpPr>
            <p:spPr>
              <a:xfrm>
                <a:off x="2249963" y="4597868"/>
                <a:ext cx="100099" cy="74156"/>
              </a:xfrm>
              <a:custGeom>
                <a:rect b="b" l="l" r="r" t="t"/>
                <a:pathLst>
                  <a:path extrusionOk="0" h="74156" w="100099">
                    <a:moveTo>
                      <a:pt x="0" y="0"/>
                    </a:moveTo>
                    <a:lnTo>
                      <a:pt x="100099" y="74157"/>
                    </a:lnTo>
                    <a:lnTo>
                      <a:pt x="25236" y="74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0A0C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30"/>
              <p:cNvSpPr/>
              <p:nvPr/>
            </p:nvSpPr>
            <p:spPr>
              <a:xfrm>
                <a:off x="1057146" y="4603660"/>
                <a:ext cx="105945" cy="100670"/>
              </a:xfrm>
              <a:custGeom>
                <a:rect b="b" l="l" r="r" t="t"/>
                <a:pathLst>
                  <a:path extrusionOk="0" h="100670" w="105945">
                    <a:moveTo>
                      <a:pt x="105946" y="0"/>
                    </a:moveTo>
                    <a:lnTo>
                      <a:pt x="0" y="0"/>
                    </a:lnTo>
                    <a:lnTo>
                      <a:pt x="34264" y="100670"/>
                    </a:lnTo>
                    <a:lnTo>
                      <a:pt x="10594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30"/>
              <p:cNvSpPr/>
              <p:nvPr/>
            </p:nvSpPr>
            <p:spPr>
              <a:xfrm>
                <a:off x="1110826" y="4603660"/>
                <a:ext cx="1687304" cy="889961"/>
              </a:xfrm>
              <a:custGeom>
                <a:rect b="b" l="l" r="r" t="t"/>
                <a:pathLst>
                  <a:path extrusionOk="0" h="889961" w="1687304">
                    <a:moveTo>
                      <a:pt x="1447104" y="597849"/>
                    </a:moveTo>
                    <a:lnTo>
                      <a:pt x="1687304" y="397515"/>
                    </a:lnTo>
                    <a:lnTo>
                      <a:pt x="1329029" y="220757"/>
                    </a:lnTo>
                    <a:lnTo>
                      <a:pt x="1369874" y="332250"/>
                    </a:lnTo>
                    <a:lnTo>
                      <a:pt x="1252181" y="332250"/>
                    </a:lnTo>
                    <a:lnTo>
                      <a:pt x="1139137" y="0"/>
                    </a:lnTo>
                    <a:lnTo>
                      <a:pt x="112391" y="0"/>
                    </a:lnTo>
                    <a:lnTo>
                      <a:pt x="0" y="157777"/>
                    </a:lnTo>
                    <a:lnTo>
                      <a:pt x="249147" y="889962"/>
                    </a:lnTo>
                    <a:lnTo>
                      <a:pt x="1441964" y="889962"/>
                    </a:lnTo>
                    <a:lnTo>
                      <a:pt x="1303957" y="484398"/>
                    </a:lnTo>
                    <a:lnTo>
                      <a:pt x="1409930" y="484180"/>
                    </a:lnTo>
                    <a:lnTo>
                      <a:pt x="1447104" y="59784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30"/>
              <p:cNvSpPr/>
              <p:nvPr/>
            </p:nvSpPr>
            <p:spPr>
              <a:xfrm rot="-4280315">
                <a:off x="5100853" y="4921899"/>
                <a:ext cx="903195" cy="321860"/>
              </a:xfrm>
              <a:custGeom>
                <a:rect b="b" l="l" r="r" t="t"/>
                <a:pathLst>
                  <a:path extrusionOk="0" h="321835" w="903124">
                    <a:moveTo>
                      <a:pt x="-104" y="-377"/>
                    </a:moveTo>
                    <a:lnTo>
                      <a:pt x="903020" y="-377"/>
                    </a:lnTo>
                    <a:lnTo>
                      <a:pt x="903020" y="321458"/>
                    </a:lnTo>
                    <a:lnTo>
                      <a:pt x="-104" y="321458"/>
                    </a:lnTo>
                    <a:close/>
                  </a:path>
                </a:pathLst>
              </a:custGeom>
              <a:solidFill>
                <a:srgbClr val="DC0F1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30"/>
              <p:cNvSpPr/>
              <p:nvPr/>
            </p:nvSpPr>
            <p:spPr>
              <a:xfrm>
                <a:off x="5218299" y="5413673"/>
                <a:ext cx="52320" cy="45413"/>
              </a:xfrm>
              <a:custGeom>
                <a:rect b="b" l="l" r="r" t="t"/>
                <a:pathLst>
                  <a:path extrusionOk="0" h="45413" w="52320">
                    <a:moveTo>
                      <a:pt x="37011" y="45413"/>
                    </a:moveTo>
                    <a:lnTo>
                      <a:pt x="0" y="0"/>
                    </a:lnTo>
                    <a:lnTo>
                      <a:pt x="52320" y="0"/>
                    </a:lnTo>
                    <a:lnTo>
                      <a:pt x="37011" y="45413"/>
                    </a:lnTo>
                    <a:close/>
                  </a:path>
                </a:pathLst>
              </a:custGeom>
              <a:solidFill>
                <a:srgbClr val="930A0C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30"/>
              <p:cNvSpPr txBox="1"/>
              <p:nvPr/>
            </p:nvSpPr>
            <p:spPr>
              <a:xfrm>
                <a:off x="2838881" y="4717780"/>
                <a:ext cx="2286900" cy="6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9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Improve </a:t>
                </a:r>
                <a:endParaRPr sz="1100"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262626"/>
                  </a:buClr>
                  <a:buSzPts val="800"/>
                  <a:buFont typeface="Quattrocento Sans"/>
                  <a:buNone/>
                </a:pPr>
                <a:r>
                  <a:rPr b="0" i="0" lang="en-US" sz="8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Enhancing or making something better through modifications.</a:t>
                </a:r>
                <a:endParaRPr b="0" i="0" sz="800" u="none" cap="none" strike="noStrike">
                  <a:solidFill>
                    <a:srgbClr val="2626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753" name="Google Shape;753;p30"/>
            <p:cNvGrpSpPr/>
            <p:nvPr/>
          </p:nvGrpSpPr>
          <p:grpSpPr>
            <a:xfrm>
              <a:off x="6343354" y="4597868"/>
              <a:ext cx="4792273" cy="974912"/>
              <a:chOff x="6343354" y="4597868"/>
              <a:chExt cx="4792273" cy="974912"/>
            </a:xfrm>
          </p:grpSpPr>
          <p:sp>
            <p:nvSpPr>
              <p:cNvPr id="754" name="Google Shape;754;p30"/>
              <p:cNvSpPr/>
              <p:nvPr/>
            </p:nvSpPr>
            <p:spPr>
              <a:xfrm>
                <a:off x="10717297" y="4603170"/>
                <a:ext cx="112418" cy="115762"/>
              </a:xfrm>
              <a:custGeom>
                <a:rect b="b" l="l" r="r" t="t"/>
                <a:pathLst>
                  <a:path extrusionOk="0" h="115762" w="112418">
                    <a:moveTo>
                      <a:pt x="112418" y="0"/>
                    </a:moveTo>
                    <a:lnTo>
                      <a:pt x="0" y="68854"/>
                    </a:lnTo>
                    <a:lnTo>
                      <a:pt x="64585" y="68854"/>
                    </a:lnTo>
                    <a:lnTo>
                      <a:pt x="73423" y="115763"/>
                    </a:lnTo>
                    <a:lnTo>
                      <a:pt x="112418" y="0"/>
                    </a:lnTo>
                    <a:close/>
                  </a:path>
                </a:pathLst>
              </a:custGeom>
              <a:solidFill>
                <a:srgbClr val="A12F0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30"/>
              <p:cNvSpPr/>
              <p:nvPr/>
            </p:nvSpPr>
            <p:spPr>
              <a:xfrm>
                <a:off x="7215803" y="4677816"/>
                <a:ext cx="3818433" cy="741648"/>
              </a:xfrm>
              <a:custGeom>
                <a:rect b="b" l="l" r="r" t="t"/>
                <a:pathLst>
                  <a:path extrusionOk="0" h="741648" w="3818433">
                    <a:moveTo>
                      <a:pt x="3818434" y="741648"/>
                    </a:moveTo>
                    <a:lnTo>
                      <a:pt x="252383" y="741648"/>
                    </a:lnTo>
                    <a:lnTo>
                      <a:pt x="0" y="0"/>
                    </a:lnTo>
                    <a:lnTo>
                      <a:pt x="3566078" y="0"/>
                    </a:lnTo>
                    <a:lnTo>
                      <a:pt x="3818434" y="741648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30"/>
              <p:cNvSpPr/>
              <p:nvPr/>
            </p:nvSpPr>
            <p:spPr>
              <a:xfrm>
                <a:off x="7813762" y="5413673"/>
                <a:ext cx="78154" cy="74156"/>
              </a:xfrm>
              <a:custGeom>
                <a:rect b="b" l="l" r="r" t="t"/>
                <a:pathLst>
                  <a:path extrusionOk="0" h="74156" w="78154">
                    <a:moveTo>
                      <a:pt x="25236" y="74157"/>
                    </a:moveTo>
                    <a:lnTo>
                      <a:pt x="78154" y="0"/>
                    </a:lnTo>
                    <a:lnTo>
                      <a:pt x="0" y="0"/>
                    </a:lnTo>
                    <a:lnTo>
                      <a:pt x="25236" y="74157"/>
                    </a:lnTo>
                    <a:close/>
                  </a:path>
                </a:pathLst>
              </a:custGeom>
              <a:solidFill>
                <a:srgbClr val="A12F0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30"/>
              <p:cNvSpPr/>
              <p:nvPr/>
            </p:nvSpPr>
            <p:spPr>
              <a:xfrm>
                <a:off x="7536171" y="4597868"/>
                <a:ext cx="100099" cy="74156"/>
              </a:xfrm>
              <a:custGeom>
                <a:rect b="b" l="l" r="r" t="t"/>
                <a:pathLst>
                  <a:path extrusionOk="0" h="74156" w="100099">
                    <a:moveTo>
                      <a:pt x="0" y="0"/>
                    </a:moveTo>
                    <a:lnTo>
                      <a:pt x="100099" y="74157"/>
                    </a:lnTo>
                    <a:lnTo>
                      <a:pt x="25236" y="74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2F0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30"/>
              <p:cNvSpPr/>
              <p:nvPr/>
            </p:nvSpPr>
            <p:spPr>
              <a:xfrm>
                <a:off x="6343354" y="4603660"/>
                <a:ext cx="105945" cy="100670"/>
              </a:xfrm>
              <a:custGeom>
                <a:rect b="b" l="l" r="r" t="t"/>
                <a:pathLst>
                  <a:path extrusionOk="0" h="100670" w="105945">
                    <a:moveTo>
                      <a:pt x="105946" y="0"/>
                    </a:moveTo>
                    <a:lnTo>
                      <a:pt x="0" y="0"/>
                    </a:lnTo>
                    <a:lnTo>
                      <a:pt x="34264" y="100670"/>
                    </a:lnTo>
                    <a:lnTo>
                      <a:pt x="10594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30"/>
              <p:cNvSpPr/>
              <p:nvPr/>
            </p:nvSpPr>
            <p:spPr>
              <a:xfrm>
                <a:off x="6397034" y="4603660"/>
                <a:ext cx="1687304" cy="889961"/>
              </a:xfrm>
              <a:custGeom>
                <a:rect b="b" l="l" r="r" t="t"/>
                <a:pathLst>
                  <a:path extrusionOk="0" h="889961" w="1687304">
                    <a:moveTo>
                      <a:pt x="1447104" y="597849"/>
                    </a:moveTo>
                    <a:lnTo>
                      <a:pt x="1687304" y="397515"/>
                    </a:lnTo>
                    <a:lnTo>
                      <a:pt x="1329029" y="220757"/>
                    </a:lnTo>
                    <a:lnTo>
                      <a:pt x="1369874" y="332250"/>
                    </a:lnTo>
                    <a:lnTo>
                      <a:pt x="1252181" y="332250"/>
                    </a:lnTo>
                    <a:lnTo>
                      <a:pt x="1139137" y="0"/>
                    </a:lnTo>
                    <a:lnTo>
                      <a:pt x="112391" y="0"/>
                    </a:lnTo>
                    <a:lnTo>
                      <a:pt x="0" y="157777"/>
                    </a:lnTo>
                    <a:lnTo>
                      <a:pt x="249147" y="889962"/>
                    </a:lnTo>
                    <a:lnTo>
                      <a:pt x="1441964" y="889962"/>
                    </a:lnTo>
                    <a:lnTo>
                      <a:pt x="1303957" y="484398"/>
                    </a:lnTo>
                    <a:lnTo>
                      <a:pt x="1409930" y="484180"/>
                    </a:lnTo>
                    <a:lnTo>
                      <a:pt x="1447104" y="5978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30"/>
              <p:cNvSpPr/>
              <p:nvPr/>
            </p:nvSpPr>
            <p:spPr>
              <a:xfrm rot="-4280315">
                <a:off x="10387061" y="4921899"/>
                <a:ext cx="903195" cy="321860"/>
              </a:xfrm>
              <a:custGeom>
                <a:rect b="b" l="l" r="r" t="t"/>
                <a:pathLst>
                  <a:path extrusionOk="0" h="321835" w="903124">
                    <a:moveTo>
                      <a:pt x="-104" y="-377"/>
                    </a:moveTo>
                    <a:lnTo>
                      <a:pt x="903020" y="-377"/>
                    </a:lnTo>
                    <a:lnTo>
                      <a:pt x="903020" y="321458"/>
                    </a:lnTo>
                    <a:lnTo>
                      <a:pt x="-104" y="321458"/>
                    </a:lnTo>
                    <a:close/>
                  </a:path>
                </a:pathLst>
              </a:custGeom>
              <a:solidFill>
                <a:srgbClr val="F1470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30"/>
              <p:cNvSpPr/>
              <p:nvPr/>
            </p:nvSpPr>
            <p:spPr>
              <a:xfrm>
                <a:off x="10504507" y="5413673"/>
                <a:ext cx="52320" cy="45413"/>
              </a:xfrm>
              <a:custGeom>
                <a:rect b="b" l="l" r="r" t="t"/>
                <a:pathLst>
                  <a:path extrusionOk="0" h="45413" w="52320">
                    <a:moveTo>
                      <a:pt x="37011" y="45413"/>
                    </a:moveTo>
                    <a:lnTo>
                      <a:pt x="0" y="0"/>
                    </a:lnTo>
                    <a:lnTo>
                      <a:pt x="52320" y="0"/>
                    </a:lnTo>
                    <a:lnTo>
                      <a:pt x="37011" y="45413"/>
                    </a:lnTo>
                    <a:close/>
                  </a:path>
                </a:pathLst>
              </a:custGeom>
              <a:solidFill>
                <a:srgbClr val="A12F0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30"/>
              <p:cNvSpPr txBox="1"/>
              <p:nvPr/>
            </p:nvSpPr>
            <p:spPr>
              <a:xfrm>
                <a:off x="8125089" y="4717780"/>
                <a:ext cx="2286900" cy="85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9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Planning </a:t>
                </a:r>
                <a:endParaRPr sz="1100"/>
              </a:p>
              <a:p>
                <a:pPr indent="0" lvl="0" marL="0" marR="0" rtl="0" algn="l">
                  <a:spcBef>
                    <a:spcPts val="50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Developing strategies and actions to achieve goals and desired outcomes.</a:t>
                </a:r>
                <a:endParaRPr sz="1100"/>
              </a:p>
            </p:txBody>
          </p:sp>
        </p:grpSp>
        <p:grpSp>
          <p:nvGrpSpPr>
            <p:cNvPr id="763" name="Google Shape;763;p30"/>
            <p:cNvGrpSpPr/>
            <p:nvPr/>
          </p:nvGrpSpPr>
          <p:grpSpPr>
            <a:xfrm>
              <a:off x="1057146" y="2442458"/>
              <a:ext cx="4792273" cy="964310"/>
              <a:chOff x="1057146" y="2442458"/>
              <a:chExt cx="4792273" cy="964310"/>
            </a:xfrm>
          </p:grpSpPr>
          <p:sp>
            <p:nvSpPr>
              <p:cNvPr id="764" name="Google Shape;764;p30"/>
              <p:cNvSpPr/>
              <p:nvPr/>
            </p:nvSpPr>
            <p:spPr>
              <a:xfrm>
                <a:off x="5431089" y="2447760"/>
                <a:ext cx="112418" cy="115762"/>
              </a:xfrm>
              <a:custGeom>
                <a:rect b="b" l="l" r="r" t="t"/>
                <a:pathLst>
                  <a:path extrusionOk="0" h="115762" w="112418">
                    <a:moveTo>
                      <a:pt x="112418" y="0"/>
                    </a:moveTo>
                    <a:lnTo>
                      <a:pt x="0" y="68854"/>
                    </a:lnTo>
                    <a:lnTo>
                      <a:pt x="64585" y="68854"/>
                    </a:lnTo>
                    <a:lnTo>
                      <a:pt x="73423" y="115763"/>
                    </a:lnTo>
                    <a:lnTo>
                      <a:pt x="112418" y="0"/>
                    </a:lnTo>
                    <a:close/>
                  </a:path>
                </a:pathLst>
              </a:custGeom>
              <a:solidFill>
                <a:srgbClr val="1D6467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30"/>
              <p:cNvSpPr/>
              <p:nvPr/>
            </p:nvSpPr>
            <p:spPr>
              <a:xfrm>
                <a:off x="1929595" y="2522406"/>
                <a:ext cx="3818433" cy="741648"/>
              </a:xfrm>
              <a:custGeom>
                <a:rect b="b" l="l" r="r" t="t"/>
                <a:pathLst>
                  <a:path extrusionOk="0" h="741648" w="3818433">
                    <a:moveTo>
                      <a:pt x="3818434" y="741648"/>
                    </a:moveTo>
                    <a:lnTo>
                      <a:pt x="252383" y="741648"/>
                    </a:lnTo>
                    <a:lnTo>
                      <a:pt x="0" y="0"/>
                    </a:lnTo>
                    <a:lnTo>
                      <a:pt x="3566078" y="0"/>
                    </a:lnTo>
                    <a:lnTo>
                      <a:pt x="3818434" y="741648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30"/>
              <p:cNvSpPr/>
              <p:nvPr/>
            </p:nvSpPr>
            <p:spPr>
              <a:xfrm>
                <a:off x="2527554" y="3258263"/>
                <a:ext cx="78154" cy="74156"/>
              </a:xfrm>
              <a:custGeom>
                <a:rect b="b" l="l" r="r" t="t"/>
                <a:pathLst>
                  <a:path extrusionOk="0" h="74156" w="78154">
                    <a:moveTo>
                      <a:pt x="25236" y="74157"/>
                    </a:moveTo>
                    <a:lnTo>
                      <a:pt x="78154" y="0"/>
                    </a:lnTo>
                    <a:lnTo>
                      <a:pt x="0" y="0"/>
                    </a:lnTo>
                    <a:lnTo>
                      <a:pt x="25236" y="74157"/>
                    </a:lnTo>
                    <a:close/>
                  </a:path>
                </a:pathLst>
              </a:custGeom>
              <a:solidFill>
                <a:srgbClr val="1D6467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30"/>
              <p:cNvSpPr/>
              <p:nvPr/>
            </p:nvSpPr>
            <p:spPr>
              <a:xfrm>
                <a:off x="2249963" y="2442458"/>
                <a:ext cx="100099" cy="74156"/>
              </a:xfrm>
              <a:custGeom>
                <a:rect b="b" l="l" r="r" t="t"/>
                <a:pathLst>
                  <a:path extrusionOk="0" h="74156" w="100099">
                    <a:moveTo>
                      <a:pt x="0" y="0"/>
                    </a:moveTo>
                    <a:lnTo>
                      <a:pt x="100099" y="74157"/>
                    </a:lnTo>
                    <a:lnTo>
                      <a:pt x="25236" y="74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D6467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30"/>
              <p:cNvSpPr/>
              <p:nvPr/>
            </p:nvSpPr>
            <p:spPr>
              <a:xfrm>
                <a:off x="1057146" y="2448250"/>
                <a:ext cx="105945" cy="100670"/>
              </a:xfrm>
              <a:custGeom>
                <a:rect b="b" l="l" r="r" t="t"/>
                <a:pathLst>
                  <a:path extrusionOk="0" h="100670" w="105945">
                    <a:moveTo>
                      <a:pt x="105946" y="0"/>
                    </a:moveTo>
                    <a:lnTo>
                      <a:pt x="0" y="0"/>
                    </a:lnTo>
                    <a:lnTo>
                      <a:pt x="34264" y="100670"/>
                    </a:lnTo>
                    <a:lnTo>
                      <a:pt x="10594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30"/>
              <p:cNvSpPr/>
              <p:nvPr/>
            </p:nvSpPr>
            <p:spPr>
              <a:xfrm>
                <a:off x="1110826" y="2448250"/>
                <a:ext cx="1687304" cy="889961"/>
              </a:xfrm>
              <a:custGeom>
                <a:rect b="b" l="l" r="r" t="t"/>
                <a:pathLst>
                  <a:path extrusionOk="0" h="889961" w="1687304">
                    <a:moveTo>
                      <a:pt x="1447104" y="597849"/>
                    </a:moveTo>
                    <a:lnTo>
                      <a:pt x="1687304" y="397515"/>
                    </a:lnTo>
                    <a:lnTo>
                      <a:pt x="1329029" y="220757"/>
                    </a:lnTo>
                    <a:lnTo>
                      <a:pt x="1369874" y="332250"/>
                    </a:lnTo>
                    <a:lnTo>
                      <a:pt x="1252181" y="332250"/>
                    </a:lnTo>
                    <a:lnTo>
                      <a:pt x="1139137" y="0"/>
                    </a:lnTo>
                    <a:lnTo>
                      <a:pt x="112391" y="0"/>
                    </a:lnTo>
                    <a:lnTo>
                      <a:pt x="0" y="157777"/>
                    </a:lnTo>
                    <a:lnTo>
                      <a:pt x="249147" y="889962"/>
                    </a:lnTo>
                    <a:lnTo>
                      <a:pt x="1441964" y="889962"/>
                    </a:lnTo>
                    <a:lnTo>
                      <a:pt x="1303957" y="484398"/>
                    </a:lnTo>
                    <a:lnTo>
                      <a:pt x="1409930" y="484180"/>
                    </a:lnTo>
                    <a:lnTo>
                      <a:pt x="1447104" y="59784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30"/>
              <p:cNvSpPr/>
              <p:nvPr/>
            </p:nvSpPr>
            <p:spPr>
              <a:xfrm rot="-4280315">
                <a:off x="5100853" y="2766489"/>
                <a:ext cx="903195" cy="321860"/>
              </a:xfrm>
              <a:custGeom>
                <a:rect b="b" l="l" r="r" t="t"/>
                <a:pathLst>
                  <a:path extrusionOk="0" h="321835" w="903124">
                    <a:moveTo>
                      <a:pt x="-104" y="-377"/>
                    </a:moveTo>
                    <a:lnTo>
                      <a:pt x="903020" y="-377"/>
                    </a:lnTo>
                    <a:lnTo>
                      <a:pt x="903020" y="321458"/>
                    </a:lnTo>
                    <a:lnTo>
                      <a:pt x="-104" y="321458"/>
                    </a:lnTo>
                    <a:close/>
                  </a:path>
                </a:pathLst>
              </a:custGeom>
              <a:solidFill>
                <a:srgbClr val="2C969B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30"/>
              <p:cNvSpPr/>
              <p:nvPr/>
            </p:nvSpPr>
            <p:spPr>
              <a:xfrm>
                <a:off x="5218299" y="3258263"/>
                <a:ext cx="52320" cy="45413"/>
              </a:xfrm>
              <a:custGeom>
                <a:rect b="b" l="l" r="r" t="t"/>
                <a:pathLst>
                  <a:path extrusionOk="0" h="45413" w="52320">
                    <a:moveTo>
                      <a:pt x="37011" y="45413"/>
                    </a:moveTo>
                    <a:lnTo>
                      <a:pt x="0" y="0"/>
                    </a:lnTo>
                    <a:lnTo>
                      <a:pt x="52320" y="0"/>
                    </a:lnTo>
                    <a:lnTo>
                      <a:pt x="37011" y="45413"/>
                    </a:lnTo>
                    <a:close/>
                  </a:path>
                </a:pathLst>
              </a:custGeom>
              <a:solidFill>
                <a:srgbClr val="1D6467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30"/>
              <p:cNvSpPr txBox="1"/>
              <p:nvPr/>
            </p:nvSpPr>
            <p:spPr>
              <a:xfrm>
                <a:off x="2838881" y="2562370"/>
                <a:ext cx="2462700" cy="6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9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Analyze </a:t>
                </a:r>
                <a:endParaRPr sz="1100"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262626"/>
                  </a:buClr>
                  <a:buSzPts val="800"/>
                  <a:buFont typeface="Quattrocento Sans"/>
                  <a:buNone/>
                </a:pPr>
                <a:r>
                  <a:rPr lang="en-US" sz="8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Examining data or information in detail to gain insights and understanding.</a:t>
                </a:r>
                <a:endParaRPr sz="1100"/>
              </a:p>
            </p:txBody>
          </p:sp>
        </p:grpSp>
        <p:grpSp>
          <p:nvGrpSpPr>
            <p:cNvPr id="773" name="Google Shape;773;p30"/>
            <p:cNvGrpSpPr/>
            <p:nvPr/>
          </p:nvGrpSpPr>
          <p:grpSpPr>
            <a:xfrm>
              <a:off x="6343354" y="2442458"/>
              <a:ext cx="4792273" cy="974912"/>
              <a:chOff x="6343354" y="2442458"/>
              <a:chExt cx="4792273" cy="974912"/>
            </a:xfrm>
          </p:grpSpPr>
          <p:sp>
            <p:nvSpPr>
              <p:cNvPr id="774" name="Google Shape;774;p30"/>
              <p:cNvSpPr/>
              <p:nvPr/>
            </p:nvSpPr>
            <p:spPr>
              <a:xfrm>
                <a:off x="10717297" y="2447760"/>
                <a:ext cx="112418" cy="115762"/>
              </a:xfrm>
              <a:custGeom>
                <a:rect b="b" l="l" r="r" t="t"/>
                <a:pathLst>
                  <a:path extrusionOk="0" h="115762" w="112418">
                    <a:moveTo>
                      <a:pt x="112418" y="0"/>
                    </a:moveTo>
                    <a:lnTo>
                      <a:pt x="0" y="68854"/>
                    </a:lnTo>
                    <a:lnTo>
                      <a:pt x="64585" y="68854"/>
                    </a:lnTo>
                    <a:lnTo>
                      <a:pt x="73423" y="115763"/>
                    </a:lnTo>
                    <a:lnTo>
                      <a:pt x="112418" y="0"/>
                    </a:lnTo>
                    <a:close/>
                  </a:path>
                </a:pathLst>
              </a:custGeom>
              <a:solidFill>
                <a:srgbClr val="A4730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30"/>
              <p:cNvSpPr/>
              <p:nvPr/>
            </p:nvSpPr>
            <p:spPr>
              <a:xfrm>
                <a:off x="7215803" y="2522406"/>
                <a:ext cx="3818433" cy="741648"/>
              </a:xfrm>
              <a:custGeom>
                <a:rect b="b" l="l" r="r" t="t"/>
                <a:pathLst>
                  <a:path extrusionOk="0" h="741648" w="3818433">
                    <a:moveTo>
                      <a:pt x="3818434" y="741648"/>
                    </a:moveTo>
                    <a:lnTo>
                      <a:pt x="252383" y="741648"/>
                    </a:lnTo>
                    <a:lnTo>
                      <a:pt x="0" y="0"/>
                    </a:lnTo>
                    <a:lnTo>
                      <a:pt x="3566078" y="0"/>
                    </a:lnTo>
                    <a:lnTo>
                      <a:pt x="3818434" y="741648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30"/>
              <p:cNvSpPr/>
              <p:nvPr/>
            </p:nvSpPr>
            <p:spPr>
              <a:xfrm>
                <a:off x="7813762" y="3258263"/>
                <a:ext cx="78154" cy="74156"/>
              </a:xfrm>
              <a:custGeom>
                <a:rect b="b" l="l" r="r" t="t"/>
                <a:pathLst>
                  <a:path extrusionOk="0" h="74156" w="78154">
                    <a:moveTo>
                      <a:pt x="25236" y="74157"/>
                    </a:moveTo>
                    <a:lnTo>
                      <a:pt x="78154" y="0"/>
                    </a:lnTo>
                    <a:lnTo>
                      <a:pt x="0" y="0"/>
                    </a:lnTo>
                    <a:lnTo>
                      <a:pt x="25236" y="74157"/>
                    </a:lnTo>
                    <a:close/>
                  </a:path>
                </a:pathLst>
              </a:custGeom>
              <a:solidFill>
                <a:srgbClr val="A4730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30"/>
              <p:cNvSpPr/>
              <p:nvPr/>
            </p:nvSpPr>
            <p:spPr>
              <a:xfrm>
                <a:off x="7536171" y="2442458"/>
                <a:ext cx="100099" cy="74156"/>
              </a:xfrm>
              <a:custGeom>
                <a:rect b="b" l="l" r="r" t="t"/>
                <a:pathLst>
                  <a:path extrusionOk="0" h="74156" w="100099">
                    <a:moveTo>
                      <a:pt x="0" y="0"/>
                    </a:moveTo>
                    <a:lnTo>
                      <a:pt x="100099" y="74157"/>
                    </a:lnTo>
                    <a:lnTo>
                      <a:pt x="25236" y="74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4730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30"/>
              <p:cNvSpPr/>
              <p:nvPr/>
            </p:nvSpPr>
            <p:spPr>
              <a:xfrm>
                <a:off x="6343354" y="2448250"/>
                <a:ext cx="105945" cy="100670"/>
              </a:xfrm>
              <a:custGeom>
                <a:rect b="b" l="l" r="r" t="t"/>
                <a:pathLst>
                  <a:path extrusionOk="0" h="100670" w="105945">
                    <a:moveTo>
                      <a:pt x="105946" y="0"/>
                    </a:moveTo>
                    <a:lnTo>
                      <a:pt x="0" y="0"/>
                    </a:lnTo>
                    <a:lnTo>
                      <a:pt x="34264" y="100670"/>
                    </a:lnTo>
                    <a:lnTo>
                      <a:pt x="1059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30"/>
              <p:cNvSpPr/>
              <p:nvPr/>
            </p:nvSpPr>
            <p:spPr>
              <a:xfrm>
                <a:off x="6397034" y="2448250"/>
                <a:ext cx="1687304" cy="889961"/>
              </a:xfrm>
              <a:custGeom>
                <a:rect b="b" l="l" r="r" t="t"/>
                <a:pathLst>
                  <a:path extrusionOk="0" h="889961" w="1687304">
                    <a:moveTo>
                      <a:pt x="1447104" y="597849"/>
                    </a:moveTo>
                    <a:lnTo>
                      <a:pt x="1687304" y="397515"/>
                    </a:lnTo>
                    <a:lnTo>
                      <a:pt x="1329029" y="220757"/>
                    </a:lnTo>
                    <a:lnTo>
                      <a:pt x="1369874" y="332250"/>
                    </a:lnTo>
                    <a:lnTo>
                      <a:pt x="1252181" y="332250"/>
                    </a:lnTo>
                    <a:lnTo>
                      <a:pt x="1139137" y="0"/>
                    </a:lnTo>
                    <a:lnTo>
                      <a:pt x="112391" y="0"/>
                    </a:lnTo>
                    <a:lnTo>
                      <a:pt x="0" y="157777"/>
                    </a:lnTo>
                    <a:lnTo>
                      <a:pt x="249147" y="889962"/>
                    </a:lnTo>
                    <a:lnTo>
                      <a:pt x="1441964" y="889962"/>
                    </a:lnTo>
                    <a:lnTo>
                      <a:pt x="1303957" y="484398"/>
                    </a:lnTo>
                    <a:lnTo>
                      <a:pt x="1409930" y="484180"/>
                    </a:lnTo>
                    <a:lnTo>
                      <a:pt x="1447104" y="5978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30"/>
              <p:cNvSpPr/>
              <p:nvPr/>
            </p:nvSpPr>
            <p:spPr>
              <a:xfrm rot="-4280315">
                <a:off x="10387061" y="2766489"/>
                <a:ext cx="903195" cy="321860"/>
              </a:xfrm>
              <a:custGeom>
                <a:rect b="b" l="l" r="r" t="t"/>
                <a:pathLst>
                  <a:path extrusionOk="0" h="321835" w="903124">
                    <a:moveTo>
                      <a:pt x="-104" y="-377"/>
                    </a:moveTo>
                    <a:lnTo>
                      <a:pt x="903020" y="-377"/>
                    </a:lnTo>
                    <a:lnTo>
                      <a:pt x="903020" y="321458"/>
                    </a:lnTo>
                    <a:lnTo>
                      <a:pt x="-104" y="321458"/>
                    </a:lnTo>
                    <a:close/>
                  </a:path>
                </a:pathLst>
              </a:custGeom>
              <a:solidFill>
                <a:srgbClr val="F6AD0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30"/>
              <p:cNvSpPr/>
              <p:nvPr/>
            </p:nvSpPr>
            <p:spPr>
              <a:xfrm>
                <a:off x="10504507" y="3258263"/>
                <a:ext cx="52320" cy="45413"/>
              </a:xfrm>
              <a:custGeom>
                <a:rect b="b" l="l" r="r" t="t"/>
                <a:pathLst>
                  <a:path extrusionOk="0" h="45413" w="52320">
                    <a:moveTo>
                      <a:pt x="37011" y="45413"/>
                    </a:moveTo>
                    <a:lnTo>
                      <a:pt x="0" y="0"/>
                    </a:lnTo>
                    <a:lnTo>
                      <a:pt x="52320" y="0"/>
                    </a:lnTo>
                    <a:lnTo>
                      <a:pt x="37011" y="45413"/>
                    </a:lnTo>
                    <a:close/>
                  </a:path>
                </a:pathLst>
              </a:custGeom>
              <a:solidFill>
                <a:srgbClr val="A4730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30"/>
              <p:cNvSpPr txBox="1"/>
              <p:nvPr/>
            </p:nvSpPr>
            <p:spPr>
              <a:xfrm>
                <a:off x="8125089" y="2562370"/>
                <a:ext cx="2286900" cy="85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9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Evaluate </a:t>
                </a:r>
                <a:endParaRPr sz="1100"/>
              </a:p>
              <a:p>
                <a:pPr indent="0" lvl="0" marL="0" marR="0" rtl="0" algn="l">
                  <a:spcBef>
                    <a:spcPts val="50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Assessing and determining the value, quality, or significance of something.</a:t>
                </a:r>
                <a:endParaRPr sz="1100"/>
              </a:p>
            </p:txBody>
          </p:sp>
        </p:grpSp>
        <p:pic>
          <p:nvPicPr>
            <p:cNvPr descr="Analysis - Free marketing icons" id="783" name="Google Shape;783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61189" y="2603796"/>
              <a:ext cx="578872" cy="5788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Evaluation - Free files and folders icons" id="784" name="Google Shape;784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66593" y="2651273"/>
              <a:ext cx="483914" cy="4839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prove Icons - Free SVG &amp; PNG Improve Images - Noun Project" id="785" name="Google Shape;785;p3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41133" y="4813367"/>
              <a:ext cx="470548" cy="4705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lanning - Free business and finance icons" id="786" name="Google Shape;786;p3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883370" y="4823460"/>
              <a:ext cx="450360" cy="4503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7" name="Google Shape;787;p30"/>
          <p:cNvSpPr txBox="1"/>
          <p:nvPr/>
        </p:nvSpPr>
        <p:spPr>
          <a:xfrm>
            <a:off x="0" y="900014"/>
            <a:ext cx="914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Quality Control Management</a:t>
            </a:r>
            <a:endParaRPr sz="14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31"/>
          <p:cNvSpPr txBox="1"/>
          <p:nvPr/>
        </p:nvSpPr>
        <p:spPr>
          <a:xfrm>
            <a:off x="0" y="363968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Template Ideas</a:t>
            </a:r>
            <a:endParaRPr sz="1100"/>
          </a:p>
        </p:txBody>
      </p:sp>
      <p:grpSp>
        <p:nvGrpSpPr>
          <p:cNvPr id="793" name="Google Shape;793;p31"/>
          <p:cNvGrpSpPr/>
          <p:nvPr/>
        </p:nvGrpSpPr>
        <p:grpSpPr>
          <a:xfrm>
            <a:off x="1800510" y="1497210"/>
            <a:ext cx="5543859" cy="3285779"/>
            <a:chOff x="2011381" y="2024855"/>
            <a:chExt cx="7391811" cy="4381038"/>
          </a:xfrm>
        </p:grpSpPr>
        <p:sp>
          <p:nvSpPr>
            <p:cNvPr id="794" name="Google Shape;794;p31"/>
            <p:cNvSpPr/>
            <p:nvPr/>
          </p:nvSpPr>
          <p:spPr>
            <a:xfrm>
              <a:off x="4174840" y="2024855"/>
              <a:ext cx="722687" cy="625934"/>
            </a:xfrm>
            <a:custGeom>
              <a:rect b="b" l="l" r="r" t="t"/>
              <a:pathLst>
                <a:path extrusionOk="0" h="574251" w="663016">
                  <a:moveTo>
                    <a:pt x="330818" y="0"/>
                  </a:moveTo>
                  <a:lnTo>
                    <a:pt x="663016" y="574251"/>
                  </a:lnTo>
                  <a:lnTo>
                    <a:pt x="0" y="574251"/>
                  </a:lnTo>
                  <a:lnTo>
                    <a:pt x="3308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31"/>
            <p:cNvSpPr/>
            <p:nvPr/>
          </p:nvSpPr>
          <p:spPr>
            <a:xfrm>
              <a:off x="3454044" y="3277903"/>
              <a:ext cx="2168063" cy="624081"/>
            </a:xfrm>
            <a:custGeom>
              <a:rect b="b" l="l" r="r" t="t"/>
              <a:pathLst>
                <a:path extrusionOk="0" h="572551" w="1989049">
                  <a:moveTo>
                    <a:pt x="329839" y="0"/>
                  </a:moveTo>
                  <a:lnTo>
                    <a:pt x="1657836" y="0"/>
                  </a:lnTo>
                  <a:lnTo>
                    <a:pt x="1989049" y="572551"/>
                  </a:lnTo>
                  <a:lnTo>
                    <a:pt x="0" y="572551"/>
                  </a:lnTo>
                  <a:lnTo>
                    <a:pt x="3298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31"/>
            <p:cNvSpPr/>
            <p:nvPr/>
          </p:nvSpPr>
          <p:spPr>
            <a:xfrm>
              <a:off x="3093644" y="3903501"/>
              <a:ext cx="2890752" cy="624081"/>
            </a:xfrm>
            <a:custGeom>
              <a:rect b="b" l="l" r="r" t="t"/>
              <a:pathLst>
                <a:path extrusionOk="0" h="572551" w="2652066">
                  <a:moveTo>
                    <a:pt x="329839" y="0"/>
                  </a:moveTo>
                  <a:lnTo>
                    <a:pt x="2320852" y="0"/>
                  </a:lnTo>
                  <a:lnTo>
                    <a:pt x="2652066" y="572551"/>
                  </a:lnTo>
                  <a:lnTo>
                    <a:pt x="0" y="572551"/>
                  </a:lnTo>
                  <a:lnTo>
                    <a:pt x="32983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31"/>
            <p:cNvSpPr/>
            <p:nvPr/>
          </p:nvSpPr>
          <p:spPr>
            <a:xfrm>
              <a:off x="3814443" y="2650451"/>
              <a:ext cx="1444599" cy="625598"/>
            </a:xfrm>
            <a:custGeom>
              <a:rect b="b" l="l" r="r" t="t"/>
              <a:pathLst>
                <a:path extrusionOk="0" h="625598" w="1444599">
                  <a:moveTo>
                    <a:pt x="360398" y="0"/>
                  </a:moveTo>
                  <a:lnTo>
                    <a:pt x="1082696" y="0"/>
                  </a:lnTo>
                  <a:lnTo>
                    <a:pt x="1083768" y="1853"/>
                  </a:lnTo>
                  <a:lnTo>
                    <a:pt x="1083770" y="1853"/>
                  </a:lnTo>
                  <a:lnTo>
                    <a:pt x="1444599" y="625598"/>
                  </a:lnTo>
                  <a:lnTo>
                    <a:pt x="0" y="625598"/>
                  </a:lnTo>
                  <a:lnTo>
                    <a:pt x="359331" y="1853"/>
                  </a:lnTo>
                  <a:lnTo>
                    <a:pt x="359330" y="18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31"/>
            <p:cNvSpPr/>
            <p:nvPr/>
          </p:nvSpPr>
          <p:spPr>
            <a:xfrm>
              <a:off x="3813375" y="3276050"/>
              <a:ext cx="1447517" cy="1854"/>
            </a:xfrm>
            <a:custGeom>
              <a:rect b="b" l="l" r="r" t="t"/>
              <a:pathLst>
                <a:path extrusionOk="0" h="1701" w="1327997">
                  <a:moveTo>
                    <a:pt x="980" y="0"/>
                  </a:moveTo>
                  <a:lnTo>
                    <a:pt x="1327013" y="0"/>
                  </a:lnTo>
                  <a:lnTo>
                    <a:pt x="1327997" y="1701"/>
                  </a:lnTo>
                  <a:lnTo>
                    <a:pt x="0" y="1701"/>
                  </a:lnTo>
                  <a:lnTo>
                    <a:pt x="980" y="0"/>
                  </a:lnTo>
                  <a:close/>
                </a:path>
              </a:pathLst>
            </a:custGeom>
            <a:solidFill>
              <a:srgbClr val="F1425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31"/>
            <p:cNvSpPr/>
            <p:nvPr/>
          </p:nvSpPr>
          <p:spPr>
            <a:xfrm>
              <a:off x="3452976" y="3901648"/>
              <a:ext cx="2170204" cy="1854"/>
            </a:xfrm>
            <a:custGeom>
              <a:rect b="b" l="l" r="r" t="t"/>
              <a:pathLst>
                <a:path extrusionOk="0" h="1701" w="1991013">
                  <a:moveTo>
                    <a:pt x="980" y="0"/>
                  </a:moveTo>
                  <a:lnTo>
                    <a:pt x="1990029" y="0"/>
                  </a:lnTo>
                  <a:lnTo>
                    <a:pt x="1991013" y="1701"/>
                  </a:lnTo>
                  <a:lnTo>
                    <a:pt x="0" y="1701"/>
                  </a:lnTo>
                  <a:lnTo>
                    <a:pt x="980" y="0"/>
                  </a:lnTo>
                  <a:close/>
                </a:path>
              </a:pathLst>
            </a:custGeom>
            <a:solidFill>
              <a:srgbClr val="F1425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31"/>
            <p:cNvSpPr/>
            <p:nvPr/>
          </p:nvSpPr>
          <p:spPr>
            <a:xfrm>
              <a:off x="2733246" y="4527245"/>
              <a:ext cx="3611497" cy="625598"/>
            </a:xfrm>
            <a:custGeom>
              <a:rect b="b" l="l" r="r" t="t"/>
              <a:pathLst>
                <a:path extrusionOk="0" h="625598" w="3611497">
                  <a:moveTo>
                    <a:pt x="360398" y="0"/>
                  </a:moveTo>
                  <a:lnTo>
                    <a:pt x="3249595" y="0"/>
                  </a:lnTo>
                  <a:lnTo>
                    <a:pt x="3250667" y="1853"/>
                  </a:lnTo>
                  <a:lnTo>
                    <a:pt x="3250668" y="1853"/>
                  </a:lnTo>
                  <a:lnTo>
                    <a:pt x="3611497" y="625598"/>
                  </a:lnTo>
                  <a:lnTo>
                    <a:pt x="0" y="625598"/>
                  </a:lnTo>
                  <a:lnTo>
                    <a:pt x="359331" y="1853"/>
                  </a:lnTo>
                  <a:lnTo>
                    <a:pt x="359330" y="18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31"/>
            <p:cNvSpPr/>
            <p:nvPr/>
          </p:nvSpPr>
          <p:spPr>
            <a:xfrm>
              <a:off x="2372848" y="5152844"/>
              <a:ext cx="4333796" cy="625597"/>
            </a:xfrm>
            <a:custGeom>
              <a:rect b="b" l="l" r="r" t="t"/>
              <a:pathLst>
                <a:path extrusionOk="0" h="625597" w="4333796">
                  <a:moveTo>
                    <a:pt x="360398" y="0"/>
                  </a:moveTo>
                  <a:lnTo>
                    <a:pt x="3971895" y="0"/>
                  </a:lnTo>
                  <a:lnTo>
                    <a:pt x="3972967" y="1853"/>
                  </a:lnTo>
                  <a:lnTo>
                    <a:pt x="4333796" y="625597"/>
                  </a:lnTo>
                  <a:lnTo>
                    <a:pt x="0" y="625597"/>
                  </a:lnTo>
                  <a:lnTo>
                    <a:pt x="359330" y="185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31"/>
            <p:cNvSpPr/>
            <p:nvPr/>
          </p:nvSpPr>
          <p:spPr>
            <a:xfrm>
              <a:off x="2011381" y="5778441"/>
              <a:ext cx="5058237" cy="627452"/>
            </a:xfrm>
            <a:custGeom>
              <a:rect b="b" l="l" r="r" t="t"/>
              <a:pathLst>
                <a:path extrusionOk="0" h="627452" w="5058237">
                  <a:moveTo>
                    <a:pt x="361467" y="0"/>
                  </a:moveTo>
                  <a:lnTo>
                    <a:pt x="4695263" y="0"/>
                  </a:lnTo>
                  <a:lnTo>
                    <a:pt x="4696335" y="1854"/>
                  </a:lnTo>
                  <a:lnTo>
                    <a:pt x="4696336" y="1854"/>
                  </a:lnTo>
                  <a:lnTo>
                    <a:pt x="5058237" y="627452"/>
                  </a:lnTo>
                  <a:lnTo>
                    <a:pt x="0" y="627452"/>
                  </a:lnTo>
                  <a:lnTo>
                    <a:pt x="360399" y="1854"/>
                  </a:lnTo>
                  <a:lnTo>
                    <a:pt x="360398" y="1854"/>
                  </a:lnTo>
                  <a:close/>
                </a:path>
              </a:pathLst>
            </a:custGeom>
            <a:solidFill>
              <a:srgbClr val="14416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31"/>
            <p:cNvSpPr/>
            <p:nvPr/>
          </p:nvSpPr>
          <p:spPr>
            <a:xfrm>
              <a:off x="4533183" y="2027363"/>
              <a:ext cx="2523170" cy="4377196"/>
            </a:xfrm>
            <a:custGeom>
              <a:rect b="b" l="l" r="r" t="t"/>
              <a:pathLst>
                <a:path extrusionOk="0" h="3997439" w="2314835">
                  <a:moveTo>
                    <a:pt x="0" y="3997440"/>
                  </a:moveTo>
                  <a:lnTo>
                    <a:pt x="2314835" y="3997440"/>
                  </a:lnTo>
                  <a:lnTo>
                    <a:pt x="6911" y="0"/>
                  </a:lnTo>
                  <a:lnTo>
                    <a:pt x="0" y="12013"/>
                  </a:lnTo>
                  <a:lnTo>
                    <a:pt x="0" y="3997440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50000">
                  <a:srgbClr val="010101">
                    <a:alpha val="9803"/>
                  </a:srgbClr>
                </a:gs>
                <a:gs pos="100000">
                  <a:srgbClr val="020202">
                    <a:alpha val="2000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31"/>
            <p:cNvSpPr/>
            <p:nvPr/>
          </p:nvSpPr>
          <p:spPr>
            <a:xfrm>
              <a:off x="4569755" y="6082845"/>
              <a:ext cx="3432924" cy="17936"/>
            </a:xfrm>
            <a:custGeom>
              <a:rect b="b" l="l" r="r" t="t"/>
              <a:pathLst>
                <a:path extrusionOk="0" h="16455" w="3149472">
                  <a:moveTo>
                    <a:pt x="0" y="0"/>
                  </a:moveTo>
                  <a:lnTo>
                    <a:pt x="3149473" y="0"/>
                  </a:lnTo>
                </a:path>
              </a:pathLst>
            </a:custGeom>
            <a:noFill/>
            <a:ln cap="flat" cmpd="sng" w="9250">
              <a:solidFill>
                <a:srgbClr val="1F2C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31"/>
            <p:cNvSpPr/>
            <p:nvPr/>
          </p:nvSpPr>
          <p:spPr>
            <a:xfrm>
              <a:off x="4476174" y="6015977"/>
              <a:ext cx="133808" cy="133808"/>
            </a:xfrm>
            <a:custGeom>
              <a:rect b="b" l="l" r="r" t="t"/>
              <a:pathLst>
                <a:path extrusionOk="0" h="122760" w="122760">
                  <a:moveTo>
                    <a:pt x="122760" y="61380"/>
                  </a:moveTo>
                  <a:cubicBezTo>
                    <a:pt x="122760" y="95279"/>
                    <a:pt x="95279" y="122760"/>
                    <a:pt x="61380" y="122760"/>
                  </a:cubicBezTo>
                  <a:cubicBezTo>
                    <a:pt x="27481" y="122760"/>
                    <a:pt x="0" y="95279"/>
                    <a:pt x="0" y="61380"/>
                  </a:cubicBezTo>
                  <a:cubicBezTo>
                    <a:pt x="0" y="27481"/>
                    <a:pt x="27481" y="0"/>
                    <a:pt x="61380" y="0"/>
                  </a:cubicBezTo>
                  <a:cubicBezTo>
                    <a:pt x="95279" y="0"/>
                    <a:pt x="122760" y="27481"/>
                    <a:pt x="122760" y="6138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250">
              <a:solidFill>
                <a:srgbClr val="1F2C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31"/>
            <p:cNvSpPr/>
            <p:nvPr/>
          </p:nvSpPr>
          <p:spPr>
            <a:xfrm>
              <a:off x="7225125" y="5931089"/>
              <a:ext cx="2178067" cy="303311"/>
            </a:xfrm>
            <a:custGeom>
              <a:rect b="b" l="l" r="r" t="t"/>
              <a:pathLst>
                <a:path extrusionOk="0" h="278267" w="1998227">
                  <a:moveTo>
                    <a:pt x="1998136" y="138994"/>
                  </a:moveTo>
                  <a:cubicBezTo>
                    <a:pt x="1998234" y="215793"/>
                    <a:pt x="1936048" y="278111"/>
                    <a:pt x="1859249" y="278210"/>
                  </a:cubicBezTo>
                  <a:cubicBezTo>
                    <a:pt x="1859199" y="278210"/>
                    <a:pt x="1859134" y="278210"/>
                    <a:pt x="1859084" y="278210"/>
                  </a:cubicBezTo>
                  <a:lnTo>
                    <a:pt x="138961" y="278210"/>
                  </a:lnTo>
                  <a:cubicBezTo>
                    <a:pt x="62161" y="278210"/>
                    <a:pt x="-91" y="215957"/>
                    <a:pt x="-91" y="139158"/>
                  </a:cubicBezTo>
                  <a:cubicBezTo>
                    <a:pt x="-91" y="139109"/>
                    <a:pt x="-91" y="139043"/>
                    <a:pt x="-91" y="138994"/>
                  </a:cubicBezTo>
                  <a:lnTo>
                    <a:pt x="-91" y="138994"/>
                  </a:lnTo>
                  <a:cubicBezTo>
                    <a:pt x="-91" y="62195"/>
                    <a:pt x="62161" y="-58"/>
                    <a:pt x="138961" y="-58"/>
                  </a:cubicBezTo>
                  <a:lnTo>
                    <a:pt x="1859084" y="-58"/>
                  </a:lnTo>
                  <a:cubicBezTo>
                    <a:pt x="1935883" y="-58"/>
                    <a:pt x="1998136" y="62195"/>
                    <a:pt x="1998136" y="138994"/>
                  </a:cubicBezTo>
                  <a:close/>
                </a:path>
              </a:pathLst>
            </a:custGeom>
            <a:solidFill>
              <a:srgbClr val="14416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24130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Positivity</a:t>
              </a:r>
              <a:endParaRPr b="1" sz="11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07" name="Google Shape;807;p31"/>
            <p:cNvSpPr/>
            <p:nvPr/>
          </p:nvSpPr>
          <p:spPr>
            <a:xfrm>
              <a:off x="7151409" y="5861980"/>
              <a:ext cx="441604" cy="441604"/>
            </a:xfrm>
            <a:custGeom>
              <a:rect b="b" l="l" r="r" t="t"/>
              <a:pathLst>
                <a:path extrusionOk="0" h="405141" w="405141">
                  <a:moveTo>
                    <a:pt x="405050" y="202513"/>
                  </a:moveTo>
                  <a:cubicBezTo>
                    <a:pt x="405050" y="314389"/>
                    <a:pt x="314356" y="405083"/>
                    <a:pt x="202479" y="405083"/>
                  </a:cubicBezTo>
                  <a:cubicBezTo>
                    <a:pt x="90602" y="405083"/>
                    <a:pt x="-91" y="314389"/>
                    <a:pt x="-91" y="202513"/>
                  </a:cubicBezTo>
                  <a:cubicBezTo>
                    <a:pt x="-91" y="90636"/>
                    <a:pt x="90602" y="-58"/>
                    <a:pt x="202479" y="-58"/>
                  </a:cubicBezTo>
                  <a:cubicBezTo>
                    <a:pt x="314356" y="-58"/>
                    <a:pt x="405050" y="90636"/>
                    <a:pt x="405050" y="2025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2626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7</a:t>
              </a:r>
              <a:endParaRPr b="1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08" name="Google Shape;808;p31"/>
            <p:cNvSpPr/>
            <p:nvPr/>
          </p:nvSpPr>
          <p:spPr>
            <a:xfrm rot="-2139598">
              <a:off x="7151404" y="5861953"/>
              <a:ext cx="441297" cy="441297"/>
            </a:xfrm>
            <a:custGeom>
              <a:rect b="b" l="l" r="r" t="t"/>
              <a:pathLst>
                <a:path extrusionOk="0" h="405141" w="405141">
                  <a:moveTo>
                    <a:pt x="405050" y="202513"/>
                  </a:moveTo>
                  <a:cubicBezTo>
                    <a:pt x="405050" y="314389"/>
                    <a:pt x="314356" y="405083"/>
                    <a:pt x="202479" y="405083"/>
                  </a:cubicBezTo>
                  <a:cubicBezTo>
                    <a:pt x="90602" y="405083"/>
                    <a:pt x="-91" y="314389"/>
                    <a:pt x="-91" y="202513"/>
                  </a:cubicBezTo>
                  <a:cubicBezTo>
                    <a:pt x="-91" y="90636"/>
                    <a:pt x="90602" y="-58"/>
                    <a:pt x="202479" y="-58"/>
                  </a:cubicBezTo>
                  <a:cubicBezTo>
                    <a:pt x="314356" y="-58"/>
                    <a:pt x="405050" y="90636"/>
                    <a:pt x="405050" y="202513"/>
                  </a:cubicBezTo>
                  <a:close/>
                </a:path>
              </a:pathLst>
            </a:custGeom>
            <a:noFill/>
            <a:ln cap="flat" cmpd="sng" w="46025">
              <a:solidFill>
                <a:srgbClr val="14416E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31"/>
            <p:cNvSpPr/>
            <p:nvPr/>
          </p:nvSpPr>
          <p:spPr>
            <a:xfrm>
              <a:off x="4569755" y="5468482"/>
              <a:ext cx="3057866" cy="179"/>
            </a:xfrm>
            <a:custGeom>
              <a:rect b="b" l="l" r="r" t="t"/>
              <a:pathLst>
                <a:path extrusionOk="0" h="164" w="2805382">
                  <a:moveTo>
                    <a:pt x="0" y="0"/>
                  </a:moveTo>
                  <a:lnTo>
                    <a:pt x="2805382" y="165"/>
                  </a:lnTo>
                </a:path>
              </a:pathLst>
            </a:custGeom>
            <a:noFill/>
            <a:ln cap="flat" cmpd="sng" w="9250">
              <a:solidFill>
                <a:srgbClr val="1F2C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31"/>
            <p:cNvSpPr/>
            <p:nvPr/>
          </p:nvSpPr>
          <p:spPr>
            <a:xfrm>
              <a:off x="4476174" y="5401972"/>
              <a:ext cx="133808" cy="133808"/>
            </a:xfrm>
            <a:custGeom>
              <a:rect b="b" l="l" r="r" t="t"/>
              <a:pathLst>
                <a:path extrusionOk="0" h="122760" w="122760">
                  <a:moveTo>
                    <a:pt x="-91" y="61322"/>
                  </a:moveTo>
                  <a:cubicBezTo>
                    <a:pt x="-91" y="95221"/>
                    <a:pt x="27390" y="122702"/>
                    <a:pt x="61289" y="122702"/>
                  </a:cubicBezTo>
                  <a:cubicBezTo>
                    <a:pt x="95188" y="122702"/>
                    <a:pt x="122669" y="95221"/>
                    <a:pt x="122669" y="61322"/>
                  </a:cubicBezTo>
                  <a:cubicBezTo>
                    <a:pt x="122669" y="27423"/>
                    <a:pt x="95188" y="-58"/>
                    <a:pt x="61289" y="-58"/>
                  </a:cubicBezTo>
                  <a:cubicBezTo>
                    <a:pt x="27390" y="-58"/>
                    <a:pt x="-91" y="27423"/>
                    <a:pt x="-91" y="61322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250">
              <a:solidFill>
                <a:srgbClr val="1F2C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31"/>
            <p:cNvSpPr/>
            <p:nvPr/>
          </p:nvSpPr>
          <p:spPr>
            <a:xfrm>
              <a:off x="6850268" y="5316402"/>
              <a:ext cx="2178605" cy="303311"/>
            </a:xfrm>
            <a:custGeom>
              <a:rect b="b" l="l" r="r" t="t"/>
              <a:pathLst>
                <a:path extrusionOk="0" h="278267" w="1998720">
                  <a:moveTo>
                    <a:pt x="1998135" y="139158"/>
                  </a:moveTo>
                  <a:cubicBezTo>
                    <a:pt x="1998135" y="215957"/>
                    <a:pt x="1935882" y="278210"/>
                    <a:pt x="1859083" y="278210"/>
                  </a:cubicBezTo>
                  <a:cubicBezTo>
                    <a:pt x="1859034" y="278210"/>
                    <a:pt x="1858969" y="278210"/>
                    <a:pt x="1858919" y="278210"/>
                  </a:cubicBezTo>
                  <a:lnTo>
                    <a:pt x="138961" y="278210"/>
                  </a:lnTo>
                  <a:cubicBezTo>
                    <a:pt x="62161" y="278210"/>
                    <a:pt x="-91" y="215957"/>
                    <a:pt x="-91" y="139158"/>
                  </a:cubicBezTo>
                  <a:lnTo>
                    <a:pt x="-91" y="139158"/>
                  </a:lnTo>
                  <a:cubicBezTo>
                    <a:pt x="-91" y="62277"/>
                    <a:pt x="62243" y="-58"/>
                    <a:pt x="139125" y="-58"/>
                  </a:cubicBezTo>
                  <a:lnTo>
                    <a:pt x="1859413" y="-58"/>
                  </a:lnTo>
                  <a:cubicBezTo>
                    <a:pt x="1936294" y="-58"/>
                    <a:pt x="1998629" y="62277"/>
                    <a:pt x="1998629" y="13915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24130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Flexibility</a:t>
              </a:r>
              <a:endParaRPr b="1" sz="11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12" name="Google Shape;812;p31"/>
            <p:cNvSpPr/>
            <p:nvPr/>
          </p:nvSpPr>
          <p:spPr>
            <a:xfrm>
              <a:off x="6776193" y="5247293"/>
              <a:ext cx="441604" cy="441604"/>
            </a:xfrm>
            <a:custGeom>
              <a:rect b="b" l="l" r="r" t="t"/>
              <a:pathLst>
                <a:path extrusionOk="0" h="405141" w="405141">
                  <a:moveTo>
                    <a:pt x="405051" y="202513"/>
                  </a:moveTo>
                  <a:cubicBezTo>
                    <a:pt x="405051" y="314390"/>
                    <a:pt x="314357" y="405084"/>
                    <a:pt x="202480" y="405084"/>
                  </a:cubicBezTo>
                  <a:cubicBezTo>
                    <a:pt x="90603" y="405084"/>
                    <a:pt x="-91" y="314390"/>
                    <a:pt x="-91" y="202513"/>
                  </a:cubicBezTo>
                  <a:cubicBezTo>
                    <a:pt x="-91" y="90636"/>
                    <a:pt x="90603" y="-58"/>
                    <a:pt x="202480" y="-58"/>
                  </a:cubicBezTo>
                  <a:cubicBezTo>
                    <a:pt x="314357" y="-58"/>
                    <a:pt x="405051" y="90636"/>
                    <a:pt x="405051" y="202513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3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2626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6</a:t>
              </a:r>
              <a:endParaRPr b="1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13" name="Google Shape;813;p31"/>
            <p:cNvSpPr/>
            <p:nvPr/>
          </p:nvSpPr>
          <p:spPr>
            <a:xfrm rot="-3724933">
              <a:off x="6776147" y="5247219"/>
              <a:ext cx="441307" cy="441307"/>
            </a:xfrm>
            <a:custGeom>
              <a:rect b="b" l="l" r="r" t="t"/>
              <a:pathLst>
                <a:path extrusionOk="0" h="405141" w="405141">
                  <a:moveTo>
                    <a:pt x="405051" y="202513"/>
                  </a:moveTo>
                  <a:cubicBezTo>
                    <a:pt x="405051" y="314390"/>
                    <a:pt x="314357" y="405084"/>
                    <a:pt x="202480" y="405084"/>
                  </a:cubicBezTo>
                  <a:cubicBezTo>
                    <a:pt x="90603" y="405084"/>
                    <a:pt x="-91" y="314390"/>
                    <a:pt x="-91" y="202513"/>
                  </a:cubicBezTo>
                  <a:cubicBezTo>
                    <a:pt x="-91" y="90636"/>
                    <a:pt x="90603" y="-58"/>
                    <a:pt x="202480" y="-58"/>
                  </a:cubicBezTo>
                  <a:cubicBezTo>
                    <a:pt x="314357" y="-58"/>
                    <a:pt x="405051" y="90636"/>
                    <a:pt x="405051" y="202513"/>
                  </a:cubicBezTo>
                  <a:close/>
                </a:path>
              </a:pathLst>
            </a:custGeom>
            <a:noFill/>
            <a:ln cap="flat" cmpd="sng" w="460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31"/>
            <p:cNvSpPr/>
            <p:nvPr/>
          </p:nvSpPr>
          <p:spPr>
            <a:xfrm>
              <a:off x="4569755" y="4854118"/>
              <a:ext cx="2698591" cy="179"/>
            </a:xfrm>
            <a:custGeom>
              <a:rect b="b" l="l" r="r" t="t"/>
              <a:pathLst>
                <a:path extrusionOk="0" h="164" w="2475772">
                  <a:moveTo>
                    <a:pt x="0" y="0"/>
                  </a:moveTo>
                  <a:lnTo>
                    <a:pt x="2475773" y="165"/>
                  </a:lnTo>
                </a:path>
              </a:pathLst>
            </a:custGeom>
            <a:noFill/>
            <a:ln cap="flat" cmpd="sng" w="9250">
              <a:solidFill>
                <a:srgbClr val="1F2C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31"/>
            <p:cNvSpPr/>
            <p:nvPr/>
          </p:nvSpPr>
          <p:spPr>
            <a:xfrm>
              <a:off x="4476174" y="4787608"/>
              <a:ext cx="133808" cy="133808"/>
            </a:xfrm>
            <a:custGeom>
              <a:rect b="b" l="l" r="r" t="t"/>
              <a:pathLst>
                <a:path extrusionOk="0" h="122760" w="122760">
                  <a:moveTo>
                    <a:pt x="-91" y="61158"/>
                  </a:moveTo>
                  <a:cubicBezTo>
                    <a:pt x="-190" y="95057"/>
                    <a:pt x="27226" y="122603"/>
                    <a:pt x="61125" y="122702"/>
                  </a:cubicBezTo>
                  <a:cubicBezTo>
                    <a:pt x="95024" y="122801"/>
                    <a:pt x="122570" y="95386"/>
                    <a:pt x="122669" y="61487"/>
                  </a:cubicBezTo>
                  <a:cubicBezTo>
                    <a:pt x="122768" y="27588"/>
                    <a:pt x="95353" y="41"/>
                    <a:pt x="61454" y="-58"/>
                  </a:cubicBezTo>
                  <a:cubicBezTo>
                    <a:pt x="61404" y="-58"/>
                    <a:pt x="61339" y="-58"/>
                    <a:pt x="61289" y="-58"/>
                  </a:cubicBezTo>
                  <a:cubicBezTo>
                    <a:pt x="27456" y="-58"/>
                    <a:pt x="8" y="27325"/>
                    <a:pt x="-91" y="61158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250">
              <a:solidFill>
                <a:srgbClr val="1F2C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31"/>
            <p:cNvSpPr/>
            <p:nvPr/>
          </p:nvSpPr>
          <p:spPr>
            <a:xfrm>
              <a:off x="6491008" y="4703239"/>
              <a:ext cx="2178246" cy="303490"/>
            </a:xfrm>
            <a:custGeom>
              <a:rect b="b" l="l" r="r" t="t"/>
              <a:pathLst>
                <a:path extrusionOk="0" h="278431" w="1998391">
                  <a:moveTo>
                    <a:pt x="1998300" y="139158"/>
                  </a:moveTo>
                  <a:cubicBezTo>
                    <a:pt x="1998300" y="216040"/>
                    <a:pt x="1935965" y="278374"/>
                    <a:pt x="1859084" y="278374"/>
                  </a:cubicBezTo>
                  <a:lnTo>
                    <a:pt x="139125" y="278374"/>
                  </a:lnTo>
                  <a:cubicBezTo>
                    <a:pt x="62243" y="278374"/>
                    <a:pt x="-91" y="216040"/>
                    <a:pt x="-91" y="139158"/>
                  </a:cubicBezTo>
                  <a:lnTo>
                    <a:pt x="-91" y="139158"/>
                  </a:lnTo>
                  <a:cubicBezTo>
                    <a:pt x="-91" y="62277"/>
                    <a:pt x="62243" y="-58"/>
                    <a:pt x="139125" y="-58"/>
                  </a:cubicBezTo>
                  <a:lnTo>
                    <a:pt x="1859084" y="-58"/>
                  </a:lnTo>
                  <a:cubicBezTo>
                    <a:pt x="1935965" y="-58"/>
                    <a:pt x="1998300" y="62277"/>
                    <a:pt x="1998300" y="1391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24130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Enthusiasm</a:t>
              </a:r>
              <a:endParaRPr b="1" sz="11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17" name="Google Shape;817;p31"/>
            <p:cNvSpPr/>
            <p:nvPr/>
          </p:nvSpPr>
          <p:spPr>
            <a:xfrm>
              <a:off x="6417422" y="4634219"/>
              <a:ext cx="441604" cy="441604"/>
            </a:xfrm>
            <a:custGeom>
              <a:rect b="b" l="l" r="r" t="t"/>
              <a:pathLst>
                <a:path extrusionOk="0" h="405141" w="405141">
                  <a:moveTo>
                    <a:pt x="405051" y="202513"/>
                  </a:moveTo>
                  <a:cubicBezTo>
                    <a:pt x="405051" y="314390"/>
                    <a:pt x="314356" y="405084"/>
                    <a:pt x="202480" y="405084"/>
                  </a:cubicBezTo>
                  <a:cubicBezTo>
                    <a:pt x="90603" y="405084"/>
                    <a:pt x="-91" y="314390"/>
                    <a:pt x="-91" y="202513"/>
                  </a:cubicBezTo>
                  <a:cubicBezTo>
                    <a:pt x="-91" y="90636"/>
                    <a:pt x="90603" y="-58"/>
                    <a:pt x="202480" y="-58"/>
                  </a:cubicBezTo>
                  <a:cubicBezTo>
                    <a:pt x="314356" y="-58"/>
                    <a:pt x="405051" y="90636"/>
                    <a:pt x="405051" y="2025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2626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5</a:t>
              </a:r>
              <a:endParaRPr b="1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18" name="Google Shape;818;p31"/>
            <p:cNvSpPr/>
            <p:nvPr/>
          </p:nvSpPr>
          <p:spPr>
            <a:xfrm rot="-803915">
              <a:off x="6417571" y="4633981"/>
              <a:ext cx="441465" cy="441465"/>
            </a:xfrm>
            <a:custGeom>
              <a:rect b="b" l="l" r="r" t="t"/>
              <a:pathLst>
                <a:path extrusionOk="0" h="405141" w="405141">
                  <a:moveTo>
                    <a:pt x="405051" y="202513"/>
                  </a:moveTo>
                  <a:cubicBezTo>
                    <a:pt x="405051" y="314390"/>
                    <a:pt x="314356" y="405084"/>
                    <a:pt x="202480" y="405084"/>
                  </a:cubicBezTo>
                  <a:cubicBezTo>
                    <a:pt x="90603" y="405084"/>
                    <a:pt x="-91" y="314390"/>
                    <a:pt x="-91" y="202513"/>
                  </a:cubicBezTo>
                  <a:cubicBezTo>
                    <a:pt x="-91" y="90636"/>
                    <a:pt x="90603" y="-58"/>
                    <a:pt x="202480" y="-58"/>
                  </a:cubicBezTo>
                  <a:cubicBezTo>
                    <a:pt x="314356" y="-58"/>
                    <a:pt x="405051" y="90636"/>
                    <a:pt x="405051" y="202513"/>
                  </a:cubicBezTo>
                  <a:close/>
                </a:path>
              </a:pathLst>
            </a:custGeom>
            <a:noFill/>
            <a:ln cap="flat" cmpd="sng" w="46025">
              <a:solidFill>
                <a:schemeClr val="accent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31"/>
            <p:cNvSpPr/>
            <p:nvPr/>
          </p:nvSpPr>
          <p:spPr>
            <a:xfrm>
              <a:off x="4569755" y="4239754"/>
              <a:ext cx="2353488" cy="179"/>
            </a:xfrm>
            <a:custGeom>
              <a:rect b="b" l="l" r="r" t="t"/>
              <a:pathLst>
                <a:path extrusionOk="0" h="164" w="2159163">
                  <a:moveTo>
                    <a:pt x="0" y="0"/>
                  </a:moveTo>
                  <a:lnTo>
                    <a:pt x="2159164" y="165"/>
                  </a:lnTo>
                </a:path>
              </a:pathLst>
            </a:custGeom>
            <a:noFill/>
            <a:ln cap="flat" cmpd="sng" w="9250">
              <a:solidFill>
                <a:srgbClr val="1F2C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31"/>
            <p:cNvSpPr/>
            <p:nvPr/>
          </p:nvSpPr>
          <p:spPr>
            <a:xfrm>
              <a:off x="4476174" y="4173064"/>
              <a:ext cx="133808" cy="133808"/>
            </a:xfrm>
            <a:custGeom>
              <a:rect b="b" l="l" r="r" t="t"/>
              <a:pathLst>
                <a:path extrusionOk="0" h="122760" w="122760">
                  <a:moveTo>
                    <a:pt x="-91" y="61322"/>
                  </a:moveTo>
                  <a:cubicBezTo>
                    <a:pt x="-91" y="95221"/>
                    <a:pt x="27390" y="122702"/>
                    <a:pt x="61289" y="122702"/>
                  </a:cubicBezTo>
                  <a:cubicBezTo>
                    <a:pt x="95188" y="122702"/>
                    <a:pt x="122669" y="95221"/>
                    <a:pt x="122669" y="61322"/>
                  </a:cubicBezTo>
                  <a:cubicBezTo>
                    <a:pt x="122669" y="27423"/>
                    <a:pt x="95188" y="-58"/>
                    <a:pt x="61289" y="-58"/>
                  </a:cubicBezTo>
                  <a:cubicBezTo>
                    <a:pt x="27390" y="-58"/>
                    <a:pt x="-91" y="27423"/>
                    <a:pt x="-91" y="61322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250">
              <a:solidFill>
                <a:srgbClr val="1F2C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31"/>
            <p:cNvSpPr/>
            <p:nvPr/>
          </p:nvSpPr>
          <p:spPr>
            <a:xfrm>
              <a:off x="6146090" y="4047416"/>
              <a:ext cx="2178245" cy="303311"/>
            </a:xfrm>
            <a:custGeom>
              <a:rect b="b" l="l" r="r" t="t"/>
              <a:pathLst>
                <a:path extrusionOk="0" h="278267" w="1998390">
                  <a:moveTo>
                    <a:pt x="1998299" y="138994"/>
                  </a:moveTo>
                  <a:cubicBezTo>
                    <a:pt x="1998299" y="215875"/>
                    <a:pt x="1935965" y="278210"/>
                    <a:pt x="1859084" y="278210"/>
                  </a:cubicBezTo>
                  <a:lnTo>
                    <a:pt x="139125" y="278210"/>
                  </a:lnTo>
                  <a:cubicBezTo>
                    <a:pt x="62243" y="278210"/>
                    <a:pt x="-91" y="215875"/>
                    <a:pt x="-91" y="138994"/>
                  </a:cubicBezTo>
                  <a:lnTo>
                    <a:pt x="-91" y="138994"/>
                  </a:lnTo>
                  <a:cubicBezTo>
                    <a:pt x="-91" y="62195"/>
                    <a:pt x="62161" y="-58"/>
                    <a:pt x="138961" y="-58"/>
                  </a:cubicBezTo>
                  <a:cubicBezTo>
                    <a:pt x="139010" y="-58"/>
                    <a:pt x="139076" y="-58"/>
                    <a:pt x="139125" y="-58"/>
                  </a:cubicBezTo>
                  <a:lnTo>
                    <a:pt x="1859084" y="-58"/>
                  </a:lnTo>
                  <a:cubicBezTo>
                    <a:pt x="1935883" y="-156"/>
                    <a:pt x="1998201" y="62030"/>
                    <a:pt x="1998299" y="138829"/>
                  </a:cubicBezTo>
                  <a:cubicBezTo>
                    <a:pt x="1998299" y="138878"/>
                    <a:pt x="1998299" y="138944"/>
                    <a:pt x="1998299" y="1389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24130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Adaptability</a:t>
              </a:r>
              <a:endParaRPr b="1" sz="11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22" name="Google Shape;822;p31"/>
            <p:cNvSpPr/>
            <p:nvPr/>
          </p:nvSpPr>
          <p:spPr>
            <a:xfrm>
              <a:off x="6088988" y="3977283"/>
              <a:ext cx="443652" cy="443653"/>
            </a:xfrm>
            <a:custGeom>
              <a:rect b="b" l="l" r="r" t="t"/>
              <a:pathLst>
                <a:path extrusionOk="0" h="407021" w="407020">
                  <a:moveTo>
                    <a:pt x="406931" y="203450"/>
                  </a:moveTo>
                  <a:cubicBezTo>
                    <a:pt x="406931" y="315846"/>
                    <a:pt x="315816" y="406961"/>
                    <a:pt x="203420" y="406961"/>
                  </a:cubicBezTo>
                  <a:cubicBezTo>
                    <a:pt x="91025" y="406961"/>
                    <a:pt x="-90" y="315846"/>
                    <a:pt x="-90" y="203450"/>
                  </a:cubicBezTo>
                  <a:cubicBezTo>
                    <a:pt x="-90" y="91054"/>
                    <a:pt x="91025" y="-60"/>
                    <a:pt x="203420" y="-60"/>
                  </a:cubicBezTo>
                  <a:cubicBezTo>
                    <a:pt x="315816" y="-60"/>
                    <a:pt x="406931" y="91054"/>
                    <a:pt x="406931" y="2034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2626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4</a:t>
              </a:r>
              <a:endParaRPr b="1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23" name="Google Shape;823;p31"/>
            <p:cNvSpPr/>
            <p:nvPr/>
          </p:nvSpPr>
          <p:spPr>
            <a:xfrm rot="-4064062">
              <a:off x="6089028" y="3977720"/>
              <a:ext cx="443112" cy="443113"/>
            </a:xfrm>
            <a:custGeom>
              <a:rect b="b" l="l" r="r" t="t"/>
              <a:pathLst>
                <a:path extrusionOk="0" h="407021" w="407020">
                  <a:moveTo>
                    <a:pt x="406931" y="203450"/>
                  </a:moveTo>
                  <a:cubicBezTo>
                    <a:pt x="406931" y="315846"/>
                    <a:pt x="315816" y="406961"/>
                    <a:pt x="203420" y="406961"/>
                  </a:cubicBezTo>
                  <a:cubicBezTo>
                    <a:pt x="91025" y="406961"/>
                    <a:pt x="-90" y="315846"/>
                    <a:pt x="-90" y="203450"/>
                  </a:cubicBezTo>
                  <a:cubicBezTo>
                    <a:pt x="-90" y="91054"/>
                    <a:pt x="91025" y="-60"/>
                    <a:pt x="203420" y="-60"/>
                  </a:cubicBezTo>
                  <a:cubicBezTo>
                    <a:pt x="315816" y="-60"/>
                    <a:pt x="406931" y="91054"/>
                    <a:pt x="406931" y="203450"/>
                  </a:cubicBezTo>
                  <a:close/>
                </a:path>
              </a:pathLst>
            </a:custGeom>
            <a:noFill/>
            <a:ln cap="flat" cmpd="sng" w="46225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31"/>
            <p:cNvSpPr/>
            <p:nvPr/>
          </p:nvSpPr>
          <p:spPr>
            <a:xfrm>
              <a:off x="4569755" y="3625570"/>
              <a:ext cx="2022015" cy="179"/>
            </a:xfrm>
            <a:custGeom>
              <a:rect b="b" l="l" r="r" t="t"/>
              <a:pathLst>
                <a:path extrusionOk="0" h="164" w="1855060">
                  <a:moveTo>
                    <a:pt x="0" y="0"/>
                  </a:moveTo>
                  <a:lnTo>
                    <a:pt x="1855061" y="165"/>
                  </a:lnTo>
                </a:path>
              </a:pathLst>
            </a:custGeom>
            <a:noFill/>
            <a:ln cap="flat" cmpd="sng" w="9250">
              <a:solidFill>
                <a:srgbClr val="1F2C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31"/>
            <p:cNvSpPr/>
            <p:nvPr/>
          </p:nvSpPr>
          <p:spPr>
            <a:xfrm>
              <a:off x="4476174" y="3558880"/>
              <a:ext cx="133808" cy="133808"/>
            </a:xfrm>
            <a:custGeom>
              <a:rect b="b" l="l" r="r" t="t"/>
              <a:pathLst>
                <a:path extrusionOk="0" h="122760" w="122760">
                  <a:moveTo>
                    <a:pt x="-91" y="61322"/>
                  </a:moveTo>
                  <a:cubicBezTo>
                    <a:pt x="-91" y="95221"/>
                    <a:pt x="27390" y="122702"/>
                    <a:pt x="61289" y="122702"/>
                  </a:cubicBezTo>
                  <a:cubicBezTo>
                    <a:pt x="95188" y="122702"/>
                    <a:pt x="122669" y="95221"/>
                    <a:pt x="122669" y="61322"/>
                  </a:cubicBezTo>
                  <a:cubicBezTo>
                    <a:pt x="122669" y="27423"/>
                    <a:pt x="95188" y="-58"/>
                    <a:pt x="61289" y="-58"/>
                  </a:cubicBezTo>
                  <a:cubicBezTo>
                    <a:pt x="27390" y="-58"/>
                    <a:pt x="-91" y="27423"/>
                    <a:pt x="-91" y="61322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250">
              <a:solidFill>
                <a:srgbClr val="1F2C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31"/>
            <p:cNvSpPr/>
            <p:nvPr/>
          </p:nvSpPr>
          <p:spPr>
            <a:xfrm>
              <a:off x="5814796" y="3473636"/>
              <a:ext cx="2178245" cy="303311"/>
            </a:xfrm>
            <a:custGeom>
              <a:rect b="b" l="l" r="r" t="t"/>
              <a:pathLst>
                <a:path extrusionOk="0" h="278267" w="1998390">
                  <a:moveTo>
                    <a:pt x="1998300" y="139158"/>
                  </a:moveTo>
                  <a:cubicBezTo>
                    <a:pt x="1998300" y="215957"/>
                    <a:pt x="1936047" y="278210"/>
                    <a:pt x="1859248" y="278210"/>
                  </a:cubicBezTo>
                  <a:cubicBezTo>
                    <a:pt x="1859199" y="278210"/>
                    <a:pt x="1859134" y="278210"/>
                    <a:pt x="1859083" y="278210"/>
                  </a:cubicBezTo>
                  <a:lnTo>
                    <a:pt x="139125" y="278210"/>
                  </a:lnTo>
                  <a:cubicBezTo>
                    <a:pt x="62326" y="278308"/>
                    <a:pt x="8" y="216122"/>
                    <a:pt x="-91" y="139323"/>
                  </a:cubicBezTo>
                  <a:cubicBezTo>
                    <a:pt x="-91" y="139273"/>
                    <a:pt x="-91" y="139207"/>
                    <a:pt x="-91" y="139158"/>
                  </a:cubicBezTo>
                  <a:lnTo>
                    <a:pt x="-91" y="139158"/>
                  </a:lnTo>
                  <a:cubicBezTo>
                    <a:pt x="-91" y="62277"/>
                    <a:pt x="62244" y="-58"/>
                    <a:pt x="139125" y="-58"/>
                  </a:cubicBezTo>
                  <a:lnTo>
                    <a:pt x="1859083" y="-58"/>
                  </a:lnTo>
                  <a:cubicBezTo>
                    <a:pt x="1935966" y="-58"/>
                    <a:pt x="1998300" y="62277"/>
                    <a:pt x="1998300" y="1391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24130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Accountability</a:t>
              </a:r>
              <a:endParaRPr b="1" sz="11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27" name="Google Shape;827;p31"/>
            <p:cNvSpPr/>
            <p:nvPr/>
          </p:nvSpPr>
          <p:spPr>
            <a:xfrm>
              <a:off x="5740900" y="3404527"/>
              <a:ext cx="441604" cy="441604"/>
            </a:xfrm>
            <a:custGeom>
              <a:rect b="b" l="l" r="r" t="t"/>
              <a:pathLst>
                <a:path extrusionOk="0" h="405141" w="405141">
                  <a:moveTo>
                    <a:pt x="405050" y="202513"/>
                  </a:moveTo>
                  <a:cubicBezTo>
                    <a:pt x="405050" y="314390"/>
                    <a:pt x="314356" y="405083"/>
                    <a:pt x="202480" y="405083"/>
                  </a:cubicBezTo>
                  <a:cubicBezTo>
                    <a:pt x="90603" y="405083"/>
                    <a:pt x="-91" y="314390"/>
                    <a:pt x="-91" y="202513"/>
                  </a:cubicBezTo>
                  <a:cubicBezTo>
                    <a:pt x="-91" y="90636"/>
                    <a:pt x="90603" y="-58"/>
                    <a:pt x="202480" y="-58"/>
                  </a:cubicBezTo>
                  <a:cubicBezTo>
                    <a:pt x="314356" y="-58"/>
                    <a:pt x="405050" y="90636"/>
                    <a:pt x="405050" y="2025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2626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3</a:t>
              </a:r>
              <a:endParaRPr b="1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28" name="Google Shape;828;p31"/>
            <p:cNvSpPr/>
            <p:nvPr/>
          </p:nvSpPr>
          <p:spPr>
            <a:xfrm rot="-4134355">
              <a:off x="5740978" y="3404176"/>
              <a:ext cx="441838" cy="441838"/>
            </a:xfrm>
            <a:custGeom>
              <a:rect b="b" l="l" r="r" t="t"/>
              <a:pathLst>
                <a:path extrusionOk="0" h="405141" w="405141">
                  <a:moveTo>
                    <a:pt x="405050" y="202513"/>
                  </a:moveTo>
                  <a:cubicBezTo>
                    <a:pt x="405050" y="314390"/>
                    <a:pt x="314356" y="405083"/>
                    <a:pt x="202480" y="405083"/>
                  </a:cubicBezTo>
                  <a:cubicBezTo>
                    <a:pt x="90603" y="405083"/>
                    <a:pt x="-91" y="314390"/>
                    <a:pt x="-91" y="202513"/>
                  </a:cubicBezTo>
                  <a:cubicBezTo>
                    <a:pt x="-91" y="90636"/>
                    <a:pt x="90603" y="-58"/>
                    <a:pt x="202480" y="-58"/>
                  </a:cubicBezTo>
                  <a:cubicBezTo>
                    <a:pt x="314356" y="-58"/>
                    <a:pt x="405050" y="90636"/>
                    <a:pt x="405050" y="202513"/>
                  </a:cubicBezTo>
                  <a:close/>
                </a:path>
              </a:pathLst>
            </a:custGeom>
            <a:noFill/>
            <a:ln cap="flat" cmpd="sng" w="46025">
              <a:solidFill>
                <a:schemeClr val="accent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31"/>
            <p:cNvSpPr/>
            <p:nvPr/>
          </p:nvSpPr>
          <p:spPr>
            <a:xfrm>
              <a:off x="4569755" y="3011206"/>
              <a:ext cx="1666509" cy="179"/>
            </a:xfrm>
            <a:custGeom>
              <a:rect b="b" l="l" r="r" t="t"/>
              <a:pathLst>
                <a:path extrusionOk="0" h="164" w="1528907">
                  <a:moveTo>
                    <a:pt x="0" y="0"/>
                  </a:moveTo>
                  <a:lnTo>
                    <a:pt x="1528907" y="165"/>
                  </a:lnTo>
                </a:path>
              </a:pathLst>
            </a:custGeom>
            <a:noFill/>
            <a:ln cap="flat" cmpd="sng" w="9250">
              <a:solidFill>
                <a:srgbClr val="1F2C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31"/>
            <p:cNvSpPr/>
            <p:nvPr/>
          </p:nvSpPr>
          <p:spPr>
            <a:xfrm>
              <a:off x="4476174" y="2944516"/>
              <a:ext cx="133808" cy="133808"/>
            </a:xfrm>
            <a:custGeom>
              <a:rect b="b" l="l" r="r" t="t"/>
              <a:pathLst>
                <a:path extrusionOk="0" h="122760" w="122760">
                  <a:moveTo>
                    <a:pt x="-91" y="61322"/>
                  </a:moveTo>
                  <a:cubicBezTo>
                    <a:pt x="-91" y="95221"/>
                    <a:pt x="27390" y="122702"/>
                    <a:pt x="61289" y="122702"/>
                  </a:cubicBezTo>
                  <a:cubicBezTo>
                    <a:pt x="95188" y="122702"/>
                    <a:pt x="122669" y="95221"/>
                    <a:pt x="122669" y="61322"/>
                  </a:cubicBezTo>
                  <a:cubicBezTo>
                    <a:pt x="122669" y="27423"/>
                    <a:pt x="95188" y="-58"/>
                    <a:pt x="61289" y="-58"/>
                  </a:cubicBezTo>
                  <a:cubicBezTo>
                    <a:pt x="27390" y="-58"/>
                    <a:pt x="-91" y="27423"/>
                    <a:pt x="-91" y="61322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250">
              <a:solidFill>
                <a:srgbClr val="1F2C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31"/>
            <p:cNvSpPr/>
            <p:nvPr/>
          </p:nvSpPr>
          <p:spPr>
            <a:xfrm>
              <a:off x="5459479" y="2860127"/>
              <a:ext cx="2178245" cy="303490"/>
            </a:xfrm>
            <a:custGeom>
              <a:rect b="b" l="l" r="r" t="t"/>
              <a:pathLst>
                <a:path extrusionOk="0" h="278431" w="1998390">
                  <a:moveTo>
                    <a:pt x="1998299" y="139158"/>
                  </a:moveTo>
                  <a:cubicBezTo>
                    <a:pt x="1998299" y="216040"/>
                    <a:pt x="1935965" y="278374"/>
                    <a:pt x="1859084" y="278374"/>
                  </a:cubicBezTo>
                  <a:lnTo>
                    <a:pt x="138960" y="278374"/>
                  </a:lnTo>
                  <a:cubicBezTo>
                    <a:pt x="62161" y="278374"/>
                    <a:pt x="-91" y="216122"/>
                    <a:pt x="-91" y="139323"/>
                  </a:cubicBezTo>
                  <a:cubicBezTo>
                    <a:pt x="-91" y="139273"/>
                    <a:pt x="-91" y="139207"/>
                    <a:pt x="-91" y="139158"/>
                  </a:cubicBezTo>
                  <a:lnTo>
                    <a:pt x="-91" y="139158"/>
                  </a:lnTo>
                  <a:cubicBezTo>
                    <a:pt x="-190" y="62359"/>
                    <a:pt x="61996" y="41"/>
                    <a:pt x="138795" y="-58"/>
                  </a:cubicBezTo>
                  <a:cubicBezTo>
                    <a:pt x="138845" y="-58"/>
                    <a:pt x="138911" y="-58"/>
                    <a:pt x="138960" y="-58"/>
                  </a:cubicBezTo>
                  <a:lnTo>
                    <a:pt x="1859084" y="-58"/>
                  </a:lnTo>
                  <a:cubicBezTo>
                    <a:pt x="1935965" y="-58"/>
                    <a:pt x="1998299" y="62277"/>
                    <a:pt x="1998299" y="13915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24130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Communication</a:t>
              </a:r>
              <a:endParaRPr b="1" sz="11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32" name="Google Shape;832;p31"/>
            <p:cNvSpPr/>
            <p:nvPr/>
          </p:nvSpPr>
          <p:spPr>
            <a:xfrm>
              <a:off x="5385920" y="2791107"/>
              <a:ext cx="441604" cy="441604"/>
            </a:xfrm>
            <a:custGeom>
              <a:rect b="b" l="l" r="r" t="t"/>
              <a:pathLst>
                <a:path extrusionOk="0" h="405141" w="405141">
                  <a:moveTo>
                    <a:pt x="405050" y="202513"/>
                  </a:moveTo>
                  <a:cubicBezTo>
                    <a:pt x="405050" y="314389"/>
                    <a:pt x="314356" y="405083"/>
                    <a:pt x="202480" y="405083"/>
                  </a:cubicBezTo>
                  <a:cubicBezTo>
                    <a:pt x="90603" y="405083"/>
                    <a:pt x="-91" y="314389"/>
                    <a:pt x="-91" y="202513"/>
                  </a:cubicBezTo>
                  <a:cubicBezTo>
                    <a:pt x="-91" y="90636"/>
                    <a:pt x="90603" y="-58"/>
                    <a:pt x="202480" y="-58"/>
                  </a:cubicBezTo>
                  <a:cubicBezTo>
                    <a:pt x="314356" y="-58"/>
                    <a:pt x="405050" y="90636"/>
                    <a:pt x="405050" y="2025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2626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2</a:t>
              </a:r>
              <a:endParaRPr b="1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33" name="Google Shape;833;p31"/>
            <p:cNvSpPr/>
            <p:nvPr/>
          </p:nvSpPr>
          <p:spPr>
            <a:xfrm rot="-868957">
              <a:off x="5385992" y="2790989"/>
              <a:ext cx="441452" cy="441452"/>
            </a:xfrm>
            <a:custGeom>
              <a:rect b="b" l="l" r="r" t="t"/>
              <a:pathLst>
                <a:path extrusionOk="0" h="405141" w="405141">
                  <a:moveTo>
                    <a:pt x="405050" y="202513"/>
                  </a:moveTo>
                  <a:cubicBezTo>
                    <a:pt x="405050" y="314389"/>
                    <a:pt x="314356" y="405083"/>
                    <a:pt x="202480" y="405083"/>
                  </a:cubicBezTo>
                  <a:cubicBezTo>
                    <a:pt x="90603" y="405083"/>
                    <a:pt x="-91" y="314389"/>
                    <a:pt x="-91" y="202513"/>
                  </a:cubicBezTo>
                  <a:cubicBezTo>
                    <a:pt x="-91" y="90636"/>
                    <a:pt x="90603" y="-58"/>
                    <a:pt x="202480" y="-58"/>
                  </a:cubicBezTo>
                  <a:cubicBezTo>
                    <a:pt x="314356" y="-58"/>
                    <a:pt x="405050" y="90636"/>
                    <a:pt x="405050" y="202513"/>
                  </a:cubicBezTo>
                  <a:close/>
                </a:path>
              </a:pathLst>
            </a:custGeom>
            <a:noFill/>
            <a:ln cap="flat" cmpd="sng" w="460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31"/>
            <p:cNvSpPr/>
            <p:nvPr/>
          </p:nvSpPr>
          <p:spPr>
            <a:xfrm>
              <a:off x="4569755" y="2396842"/>
              <a:ext cx="1376469" cy="179"/>
            </a:xfrm>
            <a:custGeom>
              <a:rect b="b" l="l" r="r" t="t"/>
              <a:pathLst>
                <a:path extrusionOk="0" h="164" w="1262816">
                  <a:moveTo>
                    <a:pt x="0" y="0"/>
                  </a:moveTo>
                  <a:lnTo>
                    <a:pt x="1262817" y="165"/>
                  </a:lnTo>
                </a:path>
              </a:pathLst>
            </a:custGeom>
            <a:noFill/>
            <a:ln cap="flat" cmpd="sng" w="9250">
              <a:solidFill>
                <a:srgbClr val="1F2C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31"/>
            <p:cNvSpPr/>
            <p:nvPr/>
          </p:nvSpPr>
          <p:spPr>
            <a:xfrm>
              <a:off x="4476174" y="2330153"/>
              <a:ext cx="133808" cy="133808"/>
            </a:xfrm>
            <a:custGeom>
              <a:rect b="b" l="l" r="r" t="t"/>
              <a:pathLst>
                <a:path extrusionOk="0" h="122760" w="122760">
                  <a:moveTo>
                    <a:pt x="-91" y="61322"/>
                  </a:moveTo>
                  <a:cubicBezTo>
                    <a:pt x="-91" y="95221"/>
                    <a:pt x="27390" y="122702"/>
                    <a:pt x="61289" y="122702"/>
                  </a:cubicBezTo>
                  <a:cubicBezTo>
                    <a:pt x="95188" y="122702"/>
                    <a:pt x="122669" y="95221"/>
                    <a:pt x="122669" y="61322"/>
                  </a:cubicBezTo>
                  <a:cubicBezTo>
                    <a:pt x="122669" y="27423"/>
                    <a:pt x="95188" y="-58"/>
                    <a:pt x="61289" y="-58"/>
                  </a:cubicBezTo>
                  <a:cubicBezTo>
                    <a:pt x="27390" y="-58"/>
                    <a:pt x="-91" y="27423"/>
                    <a:pt x="-91" y="61322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250">
              <a:solidFill>
                <a:srgbClr val="1F2C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31"/>
            <p:cNvSpPr/>
            <p:nvPr/>
          </p:nvSpPr>
          <p:spPr>
            <a:xfrm>
              <a:off x="5169597" y="2245536"/>
              <a:ext cx="2178245" cy="303311"/>
            </a:xfrm>
            <a:custGeom>
              <a:rect b="b" l="l" r="r" t="t"/>
              <a:pathLst>
                <a:path extrusionOk="0" h="278267" w="1998390">
                  <a:moveTo>
                    <a:pt x="1998300" y="138994"/>
                  </a:moveTo>
                  <a:cubicBezTo>
                    <a:pt x="1998300" y="215880"/>
                    <a:pt x="1935965" y="278210"/>
                    <a:pt x="1859083" y="278210"/>
                  </a:cubicBezTo>
                  <a:lnTo>
                    <a:pt x="138961" y="278210"/>
                  </a:lnTo>
                  <a:cubicBezTo>
                    <a:pt x="62161" y="278210"/>
                    <a:pt x="-91" y="215954"/>
                    <a:pt x="-91" y="139158"/>
                  </a:cubicBezTo>
                  <a:cubicBezTo>
                    <a:pt x="-91" y="139104"/>
                    <a:pt x="-91" y="139048"/>
                    <a:pt x="-91" y="138994"/>
                  </a:cubicBezTo>
                  <a:lnTo>
                    <a:pt x="-91" y="138994"/>
                  </a:lnTo>
                  <a:cubicBezTo>
                    <a:pt x="-91" y="62198"/>
                    <a:pt x="62161" y="-58"/>
                    <a:pt x="138961" y="-58"/>
                  </a:cubicBezTo>
                  <a:lnTo>
                    <a:pt x="1859083" y="-58"/>
                  </a:lnTo>
                  <a:cubicBezTo>
                    <a:pt x="1935882" y="-148"/>
                    <a:pt x="1998201" y="62033"/>
                    <a:pt x="1998300" y="138829"/>
                  </a:cubicBezTo>
                  <a:cubicBezTo>
                    <a:pt x="1998300" y="138883"/>
                    <a:pt x="1998300" y="138939"/>
                    <a:pt x="1998300" y="138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24130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Conscientiousness</a:t>
              </a:r>
              <a:endParaRPr b="1" sz="11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37" name="Google Shape;837;p31"/>
            <p:cNvSpPr/>
            <p:nvPr/>
          </p:nvSpPr>
          <p:spPr>
            <a:xfrm>
              <a:off x="5095750" y="2175931"/>
              <a:ext cx="441604" cy="441604"/>
            </a:xfrm>
            <a:custGeom>
              <a:rect b="b" l="l" r="r" t="t"/>
              <a:pathLst>
                <a:path extrusionOk="0" h="405141" w="405141">
                  <a:moveTo>
                    <a:pt x="405050" y="202513"/>
                  </a:moveTo>
                  <a:cubicBezTo>
                    <a:pt x="405050" y="314389"/>
                    <a:pt x="314356" y="405083"/>
                    <a:pt x="202479" y="405083"/>
                  </a:cubicBezTo>
                  <a:cubicBezTo>
                    <a:pt x="90603" y="405083"/>
                    <a:pt x="-91" y="314389"/>
                    <a:pt x="-91" y="202513"/>
                  </a:cubicBezTo>
                  <a:cubicBezTo>
                    <a:pt x="-91" y="90636"/>
                    <a:pt x="90603" y="-58"/>
                    <a:pt x="202479" y="-58"/>
                  </a:cubicBezTo>
                  <a:cubicBezTo>
                    <a:pt x="314356" y="-58"/>
                    <a:pt x="405050" y="90636"/>
                    <a:pt x="405050" y="2025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2626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</a:t>
              </a:r>
              <a:endParaRPr b="1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38" name="Google Shape;838;p31"/>
            <p:cNvSpPr/>
            <p:nvPr/>
          </p:nvSpPr>
          <p:spPr>
            <a:xfrm rot="-4064062">
              <a:off x="5095590" y="2175889"/>
              <a:ext cx="441067" cy="441067"/>
            </a:xfrm>
            <a:custGeom>
              <a:rect b="b" l="l" r="r" t="t"/>
              <a:pathLst>
                <a:path extrusionOk="0" h="405141" w="405141">
                  <a:moveTo>
                    <a:pt x="405050" y="202513"/>
                  </a:moveTo>
                  <a:cubicBezTo>
                    <a:pt x="405050" y="314389"/>
                    <a:pt x="314356" y="405083"/>
                    <a:pt x="202479" y="405083"/>
                  </a:cubicBezTo>
                  <a:cubicBezTo>
                    <a:pt x="90603" y="405083"/>
                    <a:pt x="-91" y="314389"/>
                    <a:pt x="-91" y="202513"/>
                  </a:cubicBezTo>
                  <a:cubicBezTo>
                    <a:pt x="-91" y="90636"/>
                    <a:pt x="90603" y="-58"/>
                    <a:pt x="202479" y="-58"/>
                  </a:cubicBezTo>
                  <a:cubicBezTo>
                    <a:pt x="314356" y="-58"/>
                    <a:pt x="405050" y="90636"/>
                    <a:pt x="405050" y="202513"/>
                  </a:cubicBezTo>
                  <a:close/>
                </a:path>
              </a:pathLst>
            </a:custGeom>
            <a:noFill/>
            <a:ln cap="flat" cmpd="sng" w="460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9" name="Google Shape;839;p31"/>
          <p:cNvSpPr txBox="1"/>
          <p:nvPr/>
        </p:nvSpPr>
        <p:spPr>
          <a:xfrm>
            <a:off x="0" y="900014"/>
            <a:ext cx="914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Candidate Funnel</a:t>
            </a:r>
            <a:endParaRPr sz="14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2"/>
          <p:cNvSpPr txBox="1"/>
          <p:nvPr/>
        </p:nvSpPr>
        <p:spPr>
          <a:xfrm>
            <a:off x="0" y="363968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Template Ideas</a:t>
            </a:r>
            <a:endParaRPr sz="1100"/>
          </a:p>
        </p:txBody>
      </p:sp>
      <p:sp>
        <p:nvSpPr>
          <p:cNvPr id="845" name="Google Shape;845;p32"/>
          <p:cNvSpPr txBox="1"/>
          <p:nvPr/>
        </p:nvSpPr>
        <p:spPr>
          <a:xfrm>
            <a:off x="0" y="900014"/>
            <a:ext cx="914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Payroll Outsourcing System</a:t>
            </a:r>
            <a:endParaRPr sz="14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846" name="Google Shape;846;p32"/>
          <p:cNvGrpSpPr/>
          <p:nvPr/>
        </p:nvGrpSpPr>
        <p:grpSpPr>
          <a:xfrm>
            <a:off x="1347463" y="1528041"/>
            <a:ext cx="6463555" cy="3142239"/>
            <a:chOff x="1796617" y="2046914"/>
            <a:chExt cx="8618074" cy="4189652"/>
          </a:xfrm>
        </p:grpSpPr>
        <p:cxnSp>
          <p:nvCxnSpPr>
            <p:cNvPr id="847" name="Google Shape;847;p32"/>
            <p:cNvCxnSpPr>
              <a:stCxn id="848" idx="2"/>
              <a:endCxn id="849" idx="1"/>
            </p:cNvCxnSpPr>
            <p:nvPr/>
          </p:nvCxnSpPr>
          <p:spPr>
            <a:xfrm flipH="1" rot="10800000">
              <a:off x="7136978" y="2687210"/>
              <a:ext cx="832500" cy="786000"/>
            </a:xfrm>
            <a:prstGeom prst="bentConnector3">
              <a:avLst>
                <a:gd fmla="val 50000" name="adj1"/>
              </a:avLst>
            </a:prstGeom>
            <a:noFill/>
            <a:ln cap="flat" cmpd="sng" w="9525">
              <a:solidFill>
                <a:srgbClr val="3F3F3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0" name="Google Shape;850;p32"/>
            <p:cNvCxnSpPr>
              <a:stCxn id="848" idx="7"/>
              <a:endCxn id="851" idx="3"/>
            </p:cNvCxnSpPr>
            <p:nvPr/>
          </p:nvCxnSpPr>
          <p:spPr>
            <a:xfrm rot="10800000">
              <a:off x="4216049" y="2687326"/>
              <a:ext cx="831600" cy="786000"/>
            </a:xfrm>
            <a:prstGeom prst="bentConnector3">
              <a:avLst>
                <a:gd fmla="val 49983" name="adj1"/>
              </a:avLst>
            </a:prstGeom>
            <a:noFill/>
            <a:ln cap="flat" cmpd="sng" w="9525">
              <a:solidFill>
                <a:srgbClr val="3F3F3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2" name="Google Shape;852;p32"/>
            <p:cNvCxnSpPr>
              <a:stCxn id="848" idx="6"/>
              <a:endCxn id="853" idx="3"/>
            </p:cNvCxnSpPr>
            <p:nvPr/>
          </p:nvCxnSpPr>
          <p:spPr>
            <a:xfrm flipH="1">
              <a:off x="4214889" y="4810162"/>
              <a:ext cx="831600" cy="786000"/>
            </a:xfrm>
            <a:prstGeom prst="bentConnector3">
              <a:avLst>
                <a:gd fmla="val 50000" name="adj1"/>
              </a:avLst>
            </a:prstGeom>
            <a:noFill/>
            <a:ln cap="flat" cmpd="sng" w="9525">
              <a:solidFill>
                <a:srgbClr val="3F3F3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4" name="Google Shape;854;p32"/>
            <p:cNvCxnSpPr>
              <a:stCxn id="848" idx="3"/>
              <a:endCxn id="855" idx="1"/>
            </p:cNvCxnSpPr>
            <p:nvPr/>
          </p:nvCxnSpPr>
          <p:spPr>
            <a:xfrm>
              <a:off x="7136978" y="4809862"/>
              <a:ext cx="832500" cy="786300"/>
            </a:xfrm>
            <a:prstGeom prst="bentConnector3">
              <a:avLst>
                <a:gd fmla="val 50000" name="adj1"/>
              </a:avLst>
            </a:prstGeom>
            <a:noFill/>
            <a:ln cap="flat" cmpd="sng" w="9525">
              <a:solidFill>
                <a:srgbClr val="3F3F3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6" name="Google Shape;856;p32"/>
            <p:cNvCxnSpPr>
              <a:endCxn id="857" idx="1"/>
            </p:cNvCxnSpPr>
            <p:nvPr/>
          </p:nvCxnSpPr>
          <p:spPr>
            <a:xfrm>
              <a:off x="7137072" y="4137150"/>
              <a:ext cx="1596000" cy="0"/>
            </a:xfrm>
            <a:prstGeom prst="straightConnector1">
              <a:avLst/>
            </a:prstGeom>
            <a:noFill/>
            <a:ln cap="flat" cmpd="sng" w="9525">
              <a:solidFill>
                <a:srgbClr val="3F3F3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8" name="Google Shape;858;p32"/>
            <p:cNvCxnSpPr>
              <a:stCxn id="859" idx="3"/>
            </p:cNvCxnSpPr>
            <p:nvPr/>
          </p:nvCxnSpPr>
          <p:spPr>
            <a:xfrm>
              <a:off x="3480858" y="4137150"/>
              <a:ext cx="1561800" cy="0"/>
            </a:xfrm>
            <a:prstGeom prst="straightConnector1">
              <a:avLst/>
            </a:prstGeom>
            <a:noFill/>
            <a:ln cap="flat" cmpd="sng" w="9525">
              <a:solidFill>
                <a:srgbClr val="3F3F3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grpSp>
          <p:nvGrpSpPr>
            <p:cNvPr id="860" name="Google Shape;860;p32"/>
            <p:cNvGrpSpPr/>
            <p:nvPr/>
          </p:nvGrpSpPr>
          <p:grpSpPr>
            <a:xfrm>
              <a:off x="1796617" y="2046914"/>
              <a:ext cx="8618074" cy="4189652"/>
              <a:chOff x="1577542" y="2046914"/>
              <a:chExt cx="8618074" cy="4189652"/>
            </a:xfrm>
          </p:grpSpPr>
          <p:sp>
            <p:nvSpPr>
              <p:cNvPr id="848" name="Google Shape;848;p32"/>
              <p:cNvSpPr/>
              <p:nvPr/>
            </p:nvSpPr>
            <p:spPr>
              <a:xfrm>
                <a:off x="4828446" y="3097013"/>
                <a:ext cx="2089412" cy="2089445"/>
              </a:xfrm>
              <a:custGeom>
                <a:rect b="b" l="l" r="r" t="t"/>
                <a:pathLst>
                  <a:path extrusionOk="0" h="2089445" w="2089412">
                    <a:moveTo>
                      <a:pt x="376362" y="0"/>
                    </a:moveTo>
                    <a:lnTo>
                      <a:pt x="1713018" y="0"/>
                    </a:lnTo>
                    <a:cubicBezTo>
                      <a:pt x="1920880" y="0"/>
                      <a:pt x="2089413" y="168517"/>
                      <a:pt x="2089413" y="376395"/>
                    </a:cubicBezTo>
                    <a:lnTo>
                      <a:pt x="2089413" y="1713018"/>
                    </a:lnTo>
                    <a:cubicBezTo>
                      <a:pt x="2089446" y="1920856"/>
                      <a:pt x="1920977" y="2089374"/>
                      <a:pt x="1713148" y="2089445"/>
                    </a:cubicBezTo>
                    <a:lnTo>
                      <a:pt x="376362" y="2089445"/>
                    </a:lnTo>
                    <a:cubicBezTo>
                      <a:pt x="168504" y="2089445"/>
                      <a:pt x="0" y="1920941"/>
                      <a:pt x="0" y="1713083"/>
                    </a:cubicBezTo>
                    <a:lnTo>
                      <a:pt x="0" y="376362"/>
                    </a:lnTo>
                    <a:cubicBezTo>
                      <a:pt x="16" y="168511"/>
                      <a:pt x="168511" y="19"/>
                      <a:pt x="376362" y="0"/>
                    </a:cubicBez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Payroll Outsourcing</a:t>
                </a:r>
                <a:endParaRPr b="1" sz="1400">
                  <a:solidFill>
                    <a:srgbClr val="2626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861" name="Google Shape;861;p32"/>
              <p:cNvGrpSpPr/>
              <p:nvPr/>
            </p:nvGrpSpPr>
            <p:grpSpPr>
              <a:xfrm>
                <a:off x="7749463" y="2046914"/>
                <a:ext cx="2446152" cy="4189652"/>
                <a:chOff x="7749463" y="2046914"/>
                <a:chExt cx="2446152" cy="4189652"/>
              </a:xfrm>
            </p:grpSpPr>
            <p:grpSp>
              <p:nvGrpSpPr>
                <p:cNvPr id="862" name="Google Shape;862;p32"/>
                <p:cNvGrpSpPr/>
                <p:nvPr/>
              </p:nvGrpSpPr>
              <p:grpSpPr>
                <a:xfrm>
                  <a:off x="7749463" y="2046914"/>
                  <a:ext cx="2446152" cy="4189652"/>
                  <a:chOff x="7285656" y="2046914"/>
                  <a:chExt cx="2446153" cy="4189652"/>
                </a:xfrm>
              </p:grpSpPr>
              <p:sp>
                <p:nvSpPr>
                  <p:cNvPr id="863" name="Google Shape;863;p32"/>
                  <p:cNvSpPr/>
                  <p:nvPr/>
                </p:nvSpPr>
                <p:spPr>
                  <a:xfrm rot="5400000">
                    <a:off x="8365909" y="3411600"/>
                    <a:ext cx="1280700" cy="1451100"/>
                  </a:xfrm>
                  <a:prstGeom prst="round2SameRect">
                    <a:avLst>
                      <a:gd fmla="val 16667" name="adj1"/>
                      <a:gd fmla="val 0" name="adj2"/>
                    </a:avLst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7" name="Google Shape;857;p32"/>
                  <p:cNvSpPr/>
                  <p:nvPr/>
                </p:nvSpPr>
                <p:spPr>
                  <a:xfrm>
                    <a:off x="8050190" y="3592350"/>
                    <a:ext cx="1089600" cy="1089600"/>
                  </a:xfrm>
                  <a:prstGeom prst="roundRect">
                    <a:avLst>
                      <a:gd fmla="val 16667" name="adj"/>
                    </a:avLst>
                  </a:prstGeom>
                  <a:gradFill>
                    <a:gsLst>
                      <a:gs pos="0">
                        <a:srgbClr val="FFFFFF"/>
                      </a:gs>
                      <a:gs pos="22850">
                        <a:srgbClr val="FFFFFF"/>
                      </a:gs>
                      <a:gs pos="63320">
                        <a:srgbClr val="E6EAEB"/>
                      </a:gs>
                      <a:gs pos="99960">
                        <a:srgbClr val="CDD5D8"/>
                      </a:gs>
                      <a:gs pos="100000">
                        <a:srgbClr val="CDD5D8"/>
                      </a:gs>
                    </a:gsLst>
                    <a:lin ang="18813757" scaled="0"/>
                  </a:gradFill>
                  <a:ln cap="flat" cmpd="sng" w="28575">
                    <a:solidFill>
                      <a:schemeClr val="lt1"/>
                    </a:solidFill>
                    <a:prstDash val="solid"/>
                    <a:miter lim="400000"/>
                    <a:headEnd len="sm" w="sm" type="none"/>
                    <a:tailEnd len="sm" w="sm" type="none"/>
                  </a:ln>
                  <a:effectLst>
                    <a:outerShdw blurRad="114300" rotWithShape="0" dir="2315233" dist="67526">
                      <a:srgbClr val="000000">
                        <a:alpha val="38040"/>
                      </a:srgbClr>
                    </a:outerShdw>
                  </a:effectLst>
                </p:spPr>
                <p:txBody>
                  <a:bodyPr anchorCtr="0" anchor="ctr" bIns="34275" lIns="34275" spcFirstLastPara="1" rIns="34275" wrap="square" tIns="3427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4" name="Google Shape;864;p32"/>
                  <p:cNvSpPr/>
                  <p:nvPr/>
                </p:nvSpPr>
                <p:spPr>
                  <a:xfrm rot="5400000">
                    <a:off x="7623142" y="1961714"/>
                    <a:ext cx="1280700" cy="1451100"/>
                  </a:xfrm>
                  <a:prstGeom prst="round2SameRect">
                    <a:avLst>
                      <a:gd fmla="val 16667" name="adj1"/>
                      <a:gd fmla="val 0" name="adj2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5" name="Google Shape;865;p32"/>
                  <p:cNvSpPr/>
                  <p:nvPr/>
                </p:nvSpPr>
                <p:spPr>
                  <a:xfrm>
                    <a:off x="7285656" y="2142526"/>
                    <a:ext cx="1089600" cy="1089600"/>
                  </a:xfrm>
                  <a:prstGeom prst="roundRect">
                    <a:avLst>
                      <a:gd fmla="val 16667" name="adj"/>
                    </a:avLst>
                  </a:prstGeom>
                  <a:gradFill>
                    <a:gsLst>
                      <a:gs pos="0">
                        <a:srgbClr val="FFFFFF"/>
                      </a:gs>
                      <a:gs pos="22850">
                        <a:srgbClr val="FFFFFF"/>
                      </a:gs>
                      <a:gs pos="63320">
                        <a:srgbClr val="E6EAEB"/>
                      </a:gs>
                      <a:gs pos="99960">
                        <a:srgbClr val="CDD5D8"/>
                      </a:gs>
                      <a:gs pos="100000">
                        <a:srgbClr val="CDD5D8"/>
                      </a:gs>
                    </a:gsLst>
                    <a:lin ang="18813757" scaled="0"/>
                  </a:gradFill>
                  <a:ln cap="flat" cmpd="sng" w="28575">
                    <a:solidFill>
                      <a:schemeClr val="lt1"/>
                    </a:solidFill>
                    <a:prstDash val="solid"/>
                    <a:miter lim="400000"/>
                    <a:headEnd len="sm" w="sm" type="none"/>
                    <a:tailEnd len="sm" w="sm" type="none"/>
                  </a:ln>
                  <a:effectLst>
                    <a:outerShdw blurRad="114300" rotWithShape="0" dir="2315233" dist="67526">
                      <a:srgbClr val="000000">
                        <a:alpha val="38040"/>
                      </a:srgbClr>
                    </a:outerShdw>
                  </a:effectLst>
                </p:spPr>
                <p:txBody>
                  <a:bodyPr anchorCtr="0" anchor="ctr" bIns="34275" lIns="34275" spcFirstLastPara="1" rIns="34275" wrap="square" tIns="3427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6" name="Google Shape;866;p32"/>
                  <p:cNvSpPr/>
                  <p:nvPr/>
                </p:nvSpPr>
                <p:spPr>
                  <a:xfrm rot="5400000">
                    <a:off x="7623142" y="4870666"/>
                    <a:ext cx="1280700" cy="1451100"/>
                  </a:xfrm>
                  <a:prstGeom prst="round2SameRect">
                    <a:avLst>
                      <a:gd fmla="val 16667" name="adj1"/>
                      <a:gd fmla="val 0" name="adj2"/>
                    </a:avLst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" name="Google Shape;867;p32"/>
                  <p:cNvSpPr/>
                  <p:nvPr/>
                </p:nvSpPr>
                <p:spPr>
                  <a:xfrm>
                    <a:off x="7285656" y="5051478"/>
                    <a:ext cx="1089600" cy="1089600"/>
                  </a:xfrm>
                  <a:prstGeom prst="roundRect">
                    <a:avLst>
                      <a:gd fmla="val 16667" name="adj"/>
                    </a:avLst>
                  </a:prstGeom>
                  <a:gradFill>
                    <a:gsLst>
                      <a:gs pos="0">
                        <a:srgbClr val="FFFFFF"/>
                      </a:gs>
                      <a:gs pos="22850">
                        <a:srgbClr val="FFFFFF"/>
                      </a:gs>
                      <a:gs pos="63320">
                        <a:srgbClr val="E6EAEB"/>
                      </a:gs>
                      <a:gs pos="99960">
                        <a:srgbClr val="CDD5D8"/>
                      </a:gs>
                      <a:gs pos="100000">
                        <a:srgbClr val="CDD5D8"/>
                      </a:gs>
                    </a:gsLst>
                    <a:lin ang="18813757" scaled="0"/>
                  </a:gradFill>
                  <a:ln cap="flat" cmpd="sng" w="28575">
                    <a:solidFill>
                      <a:schemeClr val="lt1"/>
                    </a:solidFill>
                    <a:prstDash val="solid"/>
                    <a:miter lim="400000"/>
                    <a:headEnd len="sm" w="sm" type="none"/>
                    <a:tailEnd len="sm" w="sm" type="none"/>
                  </a:ln>
                  <a:effectLst>
                    <a:outerShdw blurRad="114300" rotWithShape="0" dir="2315233" dist="67526">
                      <a:srgbClr val="000000">
                        <a:alpha val="38040"/>
                      </a:srgbClr>
                    </a:outerShdw>
                  </a:effectLst>
                </p:spPr>
                <p:txBody>
                  <a:bodyPr anchorCtr="0" anchor="ctr" bIns="34275" lIns="34275" spcFirstLastPara="1" rIns="34275" wrap="square" tIns="3427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49" name="Google Shape;849;p32"/>
                <p:cNvSpPr txBox="1"/>
                <p:nvPr/>
              </p:nvSpPr>
              <p:spPr>
                <a:xfrm>
                  <a:off x="7750403" y="2548760"/>
                  <a:ext cx="1087500" cy="276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00">
                      <a:solidFill>
                        <a:srgbClr val="2626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Pay Slips</a:t>
                  </a:r>
                  <a:endParaRPr b="1" sz="9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868" name="Google Shape;868;p32"/>
                <p:cNvSpPr txBox="1"/>
                <p:nvPr/>
              </p:nvSpPr>
              <p:spPr>
                <a:xfrm>
                  <a:off x="8513997" y="3906251"/>
                  <a:ext cx="10875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00">
                      <a:solidFill>
                        <a:srgbClr val="2626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Statutory Deductions</a:t>
                  </a:r>
                  <a:endParaRPr b="1" sz="9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855" name="Google Shape;855;p32"/>
                <p:cNvSpPr txBox="1"/>
                <p:nvPr/>
              </p:nvSpPr>
              <p:spPr>
                <a:xfrm>
                  <a:off x="7750403" y="5457712"/>
                  <a:ext cx="1087500" cy="276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00">
                      <a:solidFill>
                        <a:srgbClr val="2626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Pay Sheets</a:t>
                  </a:r>
                  <a:endParaRPr b="1" sz="9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869" name="Google Shape;869;p32"/>
                <p:cNvSpPr txBox="1"/>
                <p:nvPr/>
              </p:nvSpPr>
              <p:spPr>
                <a:xfrm>
                  <a:off x="8868994" y="2456427"/>
                  <a:ext cx="5580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chemeClr val="lt1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01</a:t>
                  </a:r>
                  <a:endParaRPr b="1" sz="1800">
                    <a:solidFill>
                      <a:schemeClr val="lt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870" name="Google Shape;870;p32"/>
                <p:cNvSpPr txBox="1"/>
                <p:nvPr/>
              </p:nvSpPr>
              <p:spPr>
                <a:xfrm>
                  <a:off x="9632588" y="3906251"/>
                  <a:ext cx="5580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chemeClr val="lt1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02</a:t>
                  </a:r>
                  <a:endParaRPr b="1" sz="1800">
                    <a:solidFill>
                      <a:schemeClr val="lt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871" name="Google Shape;871;p32"/>
                <p:cNvSpPr txBox="1"/>
                <p:nvPr/>
              </p:nvSpPr>
              <p:spPr>
                <a:xfrm>
                  <a:off x="8868994" y="5365379"/>
                  <a:ext cx="5580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chemeClr val="lt1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03</a:t>
                  </a:r>
                  <a:endParaRPr b="1" sz="1800">
                    <a:solidFill>
                      <a:schemeClr val="lt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grpSp>
            <p:nvGrpSpPr>
              <p:cNvPr id="872" name="Google Shape;872;p32"/>
              <p:cNvGrpSpPr/>
              <p:nvPr/>
            </p:nvGrpSpPr>
            <p:grpSpPr>
              <a:xfrm>
                <a:off x="1577542" y="2046961"/>
                <a:ext cx="2419432" cy="4189352"/>
                <a:chOff x="1577542" y="2046961"/>
                <a:chExt cx="2419432" cy="4189352"/>
              </a:xfrm>
            </p:grpSpPr>
            <p:grpSp>
              <p:nvGrpSpPr>
                <p:cNvPr id="873" name="Google Shape;873;p32"/>
                <p:cNvGrpSpPr/>
                <p:nvPr/>
              </p:nvGrpSpPr>
              <p:grpSpPr>
                <a:xfrm>
                  <a:off x="1582466" y="2046961"/>
                  <a:ext cx="2414508" cy="4189352"/>
                  <a:chOff x="2485723" y="2046961"/>
                  <a:chExt cx="2414508" cy="4189352"/>
                </a:xfrm>
              </p:grpSpPr>
              <p:sp>
                <p:nvSpPr>
                  <p:cNvPr id="874" name="Google Shape;874;p32"/>
                  <p:cNvSpPr/>
                  <p:nvPr/>
                </p:nvSpPr>
                <p:spPr>
                  <a:xfrm rot="-5400000">
                    <a:off x="2652073" y="3330514"/>
                    <a:ext cx="1297200" cy="1629900"/>
                  </a:xfrm>
                  <a:prstGeom prst="round2SameRect">
                    <a:avLst>
                      <a:gd fmla="val 16667" name="adj1"/>
                      <a:gd fmla="val 0" name="adj2"/>
                    </a:avLst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9" name="Google Shape;859;p32"/>
                  <p:cNvSpPr/>
                  <p:nvPr/>
                </p:nvSpPr>
                <p:spPr>
                  <a:xfrm>
                    <a:off x="3075440" y="3592350"/>
                    <a:ext cx="1089600" cy="1089600"/>
                  </a:xfrm>
                  <a:prstGeom prst="roundRect">
                    <a:avLst>
                      <a:gd fmla="val 16667" name="adj"/>
                    </a:avLst>
                  </a:prstGeom>
                  <a:gradFill>
                    <a:gsLst>
                      <a:gs pos="0">
                        <a:srgbClr val="FFFFFF"/>
                      </a:gs>
                      <a:gs pos="22850">
                        <a:srgbClr val="FFFFFF"/>
                      </a:gs>
                      <a:gs pos="63320">
                        <a:srgbClr val="E6EAEB"/>
                      </a:gs>
                      <a:gs pos="99960">
                        <a:srgbClr val="CDD5D8"/>
                      </a:gs>
                      <a:gs pos="100000">
                        <a:srgbClr val="CDD5D8"/>
                      </a:gs>
                    </a:gsLst>
                    <a:lin ang="18813757" scaled="0"/>
                  </a:gradFill>
                  <a:ln cap="flat" cmpd="sng" w="28575">
                    <a:solidFill>
                      <a:schemeClr val="lt1"/>
                    </a:solidFill>
                    <a:prstDash val="solid"/>
                    <a:miter lim="400000"/>
                    <a:headEnd len="sm" w="sm" type="none"/>
                    <a:tailEnd len="sm" w="sm" type="none"/>
                  </a:ln>
                  <a:effectLst>
                    <a:outerShdw blurRad="114300" rotWithShape="0" dir="2315233" dist="67526">
                      <a:srgbClr val="000000">
                        <a:alpha val="38040"/>
                      </a:srgbClr>
                    </a:outerShdw>
                  </a:effectLst>
                </p:spPr>
                <p:txBody>
                  <a:bodyPr anchorCtr="0" anchor="ctr" bIns="34275" lIns="34275" spcFirstLastPara="1" rIns="34275" wrap="square" tIns="3427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5" name="Google Shape;875;p32"/>
                  <p:cNvSpPr/>
                  <p:nvPr/>
                </p:nvSpPr>
                <p:spPr>
                  <a:xfrm rot="-5400000">
                    <a:off x="3379010" y="1872211"/>
                    <a:ext cx="1280400" cy="1629900"/>
                  </a:xfrm>
                  <a:prstGeom prst="round2SameRect">
                    <a:avLst>
                      <a:gd fmla="val 16667" name="adj1"/>
                      <a:gd fmla="val 0" name="adj2"/>
                    </a:avLst>
                  </a:pr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1" name="Google Shape;851;p32"/>
                  <p:cNvSpPr/>
                  <p:nvPr/>
                </p:nvSpPr>
                <p:spPr>
                  <a:xfrm>
                    <a:off x="3810631" y="2142526"/>
                    <a:ext cx="1089600" cy="1089600"/>
                  </a:xfrm>
                  <a:prstGeom prst="roundRect">
                    <a:avLst>
                      <a:gd fmla="val 16667" name="adj"/>
                    </a:avLst>
                  </a:prstGeom>
                  <a:gradFill>
                    <a:gsLst>
                      <a:gs pos="0">
                        <a:srgbClr val="FFFFFF"/>
                      </a:gs>
                      <a:gs pos="22850">
                        <a:srgbClr val="FFFFFF"/>
                      </a:gs>
                      <a:gs pos="63320">
                        <a:srgbClr val="E6EAEB"/>
                      </a:gs>
                      <a:gs pos="99960">
                        <a:srgbClr val="CDD5D8"/>
                      </a:gs>
                      <a:gs pos="100000">
                        <a:srgbClr val="CDD5D8"/>
                      </a:gs>
                    </a:gsLst>
                    <a:lin ang="18813757" scaled="0"/>
                  </a:gradFill>
                  <a:ln cap="flat" cmpd="sng" w="28575">
                    <a:solidFill>
                      <a:schemeClr val="lt1"/>
                    </a:solidFill>
                    <a:prstDash val="solid"/>
                    <a:miter lim="400000"/>
                    <a:headEnd len="sm" w="sm" type="none"/>
                    <a:tailEnd len="sm" w="sm" type="none"/>
                  </a:ln>
                  <a:effectLst>
                    <a:outerShdw blurRad="114300" rotWithShape="0" dir="2315233" dist="67526">
                      <a:srgbClr val="000000">
                        <a:alpha val="38040"/>
                      </a:srgbClr>
                    </a:outerShdw>
                  </a:effectLst>
                </p:spPr>
                <p:txBody>
                  <a:bodyPr anchorCtr="0" anchor="ctr" bIns="34275" lIns="34275" spcFirstLastPara="1" rIns="34275" wrap="square" tIns="3427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6" name="Google Shape;876;p32"/>
                  <p:cNvSpPr/>
                  <p:nvPr/>
                </p:nvSpPr>
                <p:spPr>
                  <a:xfrm rot="-5400000">
                    <a:off x="3379010" y="4781163"/>
                    <a:ext cx="1280400" cy="1629900"/>
                  </a:xfrm>
                  <a:prstGeom prst="round2SameRect">
                    <a:avLst>
                      <a:gd fmla="val 16667" name="adj1"/>
                      <a:gd fmla="val 0" name="adj2"/>
                    </a:avLst>
                  </a:pr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7" name="Google Shape;877;p32"/>
                  <p:cNvSpPr/>
                  <p:nvPr/>
                </p:nvSpPr>
                <p:spPr>
                  <a:xfrm>
                    <a:off x="3810631" y="5051478"/>
                    <a:ext cx="1089600" cy="1089600"/>
                  </a:xfrm>
                  <a:prstGeom prst="roundRect">
                    <a:avLst>
                      <a:gd fmla="val 16667" name="adj"/>
                    </a:avLst>
                  </a:prstGeom>
                  <a:gradFill>
                    <a:gsLst>
                      <a:gs pos="0">
                        <a:srgbClr val="FFFFFF"/>
                      </a:gs>
                      <a:gs pos="22850">
                        <a:srgbClr val="FFFFFF"/>
                      </a:gs>
                      <a:gs pos="63320">
                        <a:srgbClr val="E6EAEB"/>
                      </a:gs>
                      <a:gs pos="99960">
                        <a:srgbClr val="CDD5D8"/>
                      </a:gs>
                      <a:gs pos="100000">
                        <a:srgbClr val="CDD5D8"/>
                      </a:gs>
                    </a:gsLst>
                    <a:lin ang="18813757" scaled="0"/>
                  </a:gradFill>
                  <a:ln cap="flat" cmpd="sng" w="28575">
                    <a:solidFill>
                      <a:schemeClr val="lt1"/>
                    </a:solidFill>
                    <a:prstDash val="solid"/>
                    <a:miter lim="400000"/>
                    <a:headEnd len="sm" w="sm" type="none"/>
                    <a:tailEnd len="sm" w="sm" type="none"/>
                  </a:ln>
                  <a:effectLst>
                    <a:outerShdw blurRad="114300" rotWithShape="0" dir="2315233" dist="67526">
                      <a:srgbClr val="000000">
                        <a:alpha val="38040"/>
                      </a:srgbClr>
                    </a:outerShdw>
                  </a:effectLst>
                </p:spPr>
                <p:txBody>
                  <a:bodyPr anchorCtr="0" anchor="ctr" bIns="34275" lIns="34275" spcFirstLastPara="1" rIns="34275" wrap="square" tIns="3427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53" name="Google Shape;853;p32"/>
                <p:cNvSpPr txBox="1"/>
                <p:nvPr/>
              </p:nvSpPr>
              <p:spPr>
                <a:xfrm>
                  <a:off x="2908314" y="5457712"/>
                  <a:ext cx="1087500" cy="276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00">
                      <a:solidFill>
                        <a:srgbClr val="2626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Pay Sheets</a:t>
                  </a:r>
                  <a:endParaRPr b="1" sz="9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878" name="Google Shape;878;p32"/>
                <p:cNvSpPr txBox="1"/>
                <p:nvPr/>
              </p:nvSpPr>
              <p:spPr>
                <a:xfrm>
                  <a:off x="2173123" y="3906251"/>
                  <a:ext cx="10875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00">
                      <a:solidFill>
                        <a:srgbClr val="2626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Salary Processing</a:t>
                  </a:r>
                  <a:endParaRPr b="1" sz="9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879" name="Google Shape;879;p32"/>
                <p:cNvSpPr txBox="1"/>
                <p:nvPr/>
              </p:nvSpPr>
              <p:spPr>
                <a:xfrm>
                  <a:off x="2908314" y="2548760"/>
                  <a:ext cx="1087500" cy="276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00">
                      <a:solidFill>
                        <a:srgbClr val="2626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Attendance</a:t>
                  </a:r>
                  <a:endParaRPr b="1" sz="9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880" name="Google Shape;880;p32"/>
                <p:cNvSpPr txBox="1"/>
                <p:nvPr/>
              </p:nvSpPr>
              <p:spPr>
                <a:xfrm>
                  <a:off x="2302979" y="5365257"/>
                  <a:ext cx="5838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chemeClr val="lt1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04</a:t>
                  </a:r>
                  <a:endParaRPr b="1" sz="1800">
                    <a:solidFill>
                      <a:schemeClr val="lt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881" name="Google Shape;881;p32"/>
                <p:cNvSpPr txBox="1"/>
                <p:nvPr/>
              </p:nvSpPr>
              <p:spPr>
                <a:xfrm>
                  <a:off x="1577542" y="3914600"/>
                  <a:ext cx="5727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chemeClr val="lt1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05</a:t>
                  </a:r>
                  <a:endParaRPr b="1" sz="1800">
                    <a:solidFill>
                      <a:schemeClr val="lt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882" name="Google Shape;882;p32"/>
                <p:cNvSpPr txBox="1"/>
                <p:nvPr/>
              </p:nvSpPr>
              <p:spPr>
                <a:xfrm>
                  <a:off x="2293454" y="2456305"/>
                  <a:ext cx="5838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chemeClr val="lt1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06</a:t>
                  </a:r>
                  <a:endParaRPr b="1" sz="1800">
                    <a:solidFill>
                      <a:schemeClr val="lt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33"/>
          <p:cNvSpPr txBox="1"/>
          <p:nvPr/>
        </p:nvSpPr>
        <p:spPr>
          <a:xfrm>
            <a:off x="0" y="363968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Template Ideas</a:t>
            </a:r>
            <a:endParaRPr sz="1100"/>
          </a:p>
        </p:txBody>
      </p:sp>
      <p:grpSp>
        <p:nvGrpSpPr>
          <p:cNvPr id="888" name="Google Shape;888;p33"/>
          <p:cNvGrpSpPr/>
          <p:nvPr/>
        </p:nvGrpSpPr>
        <p:grpSpPr>
          <a:xfrm>
            <a:off x="2732211" y="1369280"/>
            <a:ext cx="3534781" cy="3476381"/>
            <a:chOff x="3434754" y="1430192"/>
            <a:chExt cx="5057635" cy="4974074"/>
          </a:xfrm>
        </p:grpSpPr>
        <p:grpSp>
          <p:nvGrpSpPr>
            <p:cNvPr id="889" name="Google Shape;889;p33"/>
            <p:cNvGrpSpPr/>
            <p:nvPr/>
          </p:nvGrpSpPr>
          <p:grpSpPr>
            <a:xfrm>
              <a:off x="3434754" y="1430192"/>
              <a:ext cx="5057635" cy="4974074"/>
              <a:chOff x="3434754" y="1430192"/>
              <a:chExt cx="5057635" cy="4974074"/>
            </a:xfrm>
          </p:grpSpPr>
          <p:grpSp>
            <p:nvGrpSpPr>
              <p:cNvPr id="890" name="Google Shape;890;p33"/>
              <p:cNvGrpSpPr/>
              <p:nvPr/>
            </p:nvGrpSpPr>
            <p:grpSpPr>
              <a:xfrm>
                <a:off x="3456063" y="1430192"/>
                <a:ext cx="5036326" cy="4974074"/>
                <a:chOff x="3926963" y="1020764"/>
                <a:chExt cx="4035841" cy="3985956"/>
              </a:xfrm>
            </p:grpSpPr>
            <p:sp>
              <p:nvSpPr>
                <p:cNvPr id="891" name="Google Shape;891;p33"/>
                <p:cNvSpPr/>
                <p:nvPr/>
              </p:nvSpPr>
              <p:spPr>
                <a:xfrm>
                  <a:off x="4809838" y="1877758"/>
                  <a:ext cx="2855785" cy="2855785"/>
                </a:xfrm>
                <a:custGeom>
                  <a:rect b="b" l="l" r="r" t="t"/>
                  <a:pathLst>
                    <a:path extrusionOk="0" h="2855785" w="2855785">
                      <a:moveTo>
                        <a:pt x="0" y="0"/>
                      </a:moveTo>
                      <a:lnTo>
                        <a:pt x="2855786" y="0"/>
                      </a:lnTo>
                      <a:lnTo>
                        <a:pt x="2855786" y="2855786"/>
                      </a:lnTo>
                      <a:lnTo>
                        <a:pt x="0" y="2855786"/>
                      </a:lnTo>
                      <a:close/>
                    </a:path>
                  </a:pathLst>
                </a:custGeom>
                <a:solidFill>
                  <a:srgbClr val="CCD0D6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2" name="Google Shape;892;p33"/>
                <p:cNvSpPr/>
                <p:nvPr/>
              </p:nvSpPr>
              <p:spPr>
                <a:xfrm>
                  <a:off x="4512944" y="1571625"/>
                  <a:ext cx="511778" cy="511778"/>
                </a:xfrm>
                <a:custGeom>
                  <a:rect b="b" l="l" r="r" t="t"/>
                  <a:pathLst>
                    <a:path extrusionOk="0" h="511778" w="511778">
                      <a:moveTo>
                        <a:pt x="450056" y="0"/>
                      </a:moveTo>
                      <a:cubicBezTo>
                        <a:pt x="484144" y="0"/>
                        <a:pt x="511778" y="0"/>
                        <a:pt x="511778" y="0"/>
                      </a:cubicBezTo>
                      <a:lnTo>
                        <a:pt x="511778" y="511778"/>
                      </a:lnTo>
                      <a:cubicBezTo>
                        <a:pt x="511778" y="511778"/>
                        <a:pt x="484144" y="511778"/>
                        <a:pt x="450056" y="511778"/>
                      </a:cubicBezTo>
                      <a:lnTo>
                        <a:pt x="61722" y="511778"/>
                      </a:lnTo>
                      <a:cubicBezTo>
                        <a:pt x="27634" y="511778"/>
                        <a:pt x="0" y="511778"/>
                        <a:pt x="0" y="511778"/>
                      </a:cubicBezTo>
                      <a:lnTo>
                        <a:pt x="0" y="0"/>
                      </a:lnTo>
                      <a:cubicBezTo>
                        <a:pt x="0" y="0"/>
                        <a:pt x="27634" y="0"/>
                        <a:pt x="6172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3" name="Google Shape;893;p33"/>
                <p:cNvSpPr/>
                <p:nvPr/>
              </p:nvSpPr>
              <p:spPr>
                <a:xfrm>
                  <a:off x="4569332" y="1623250"/>
                  <a:ext cx="1623000" cy="16230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95250" sx="102000" rotWithShape="0" algn="ctr" sy="102000">
                    <a:srgbClr val="000000">
                      <a:alpha val="14900"/>
                    </a:srgbClr>
                  </a:outerShdw>
                </a:effectLst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4" name="Google Shape;894;p33"/>
                <p:cNvSpPr/>
                <p:nvPr/>
              </p:nvSpPr>
              <p:spPr>
                <a:xfrm>
                  <a:off x="4512944" y="4494942"/>
                  <a:ext cx="511778" cy="511778"/>
                </a:xfrm>
                <a:custGeom>
                  <a:rect b="b" l="l" r="r" t="t"/>
                  <a:pathLst>
                    <a:path extrusionOk="0" h="511778" w="511778">
                      <a:moveTo>
                        <a:pt x="450056" y="0"/>
                      </a:moveTo>
                      <a:cubicBezTo>
                        <a:pt x="484144" y="0"/>
                        <a:pt x="511778" y="0"/>
                        <a:pt x="511778" y="0"/>
                      </a:cubicBezTo>
                      <a:lnTo>
                        <a:pt x="511778" y="511778"/>
                      </a:lnTo>
                      <a:cubicBezTo>
                        <a:pt x="511778" y="511778"/>
                        <a:pt x="484144" y="511778"/>
                        <a:pt x="450056" y="511778"/>
                      </a:cubicBezTo>
                      <a:lnTo>
                        <a:pt x="61722" y="511778"/>
                      </a:lnTo>
                      <a:cubicBezTo>
                        <a:pt x="27634" y="511778"/>
                        <a:pt x="0" y="511778"/>
                        <a:pt x="0" y="511778"/>
                      </a:cubicBezTo>
                      <a:lnTo>
                        <a:pt x="0" y="0"/>
                      </a:lnTo>
                      <a:cubicBezTo>
                        <a:pt x="0" y="0"/>
                        <a:pt x="27634" y="0"/>
                        <a:pt x="6172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5" name="Google Shape;895;p33"/>
                <p:cNvSpPr/>
                <p:nvPr/>
              </p:nvSpPr>
              <p:spPr>
                <a:xfrm>
                  <a:off x="4569332" y="3328320"/>
                  <a:ext cx="1623000" cy="16230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95250" sx="102000" rotWithShape="0" algn="ctr" sy="102000">
                    <a:srgbClr val="000000">
                      <a:alpha val="14900"/>
                    </a:srgbClr>
                  </a:outerShdw>
                </a:effectLst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6" name="Google Shape;896;p33"/>
                <p:cNvSpPr/>
                <p:nvPr/>
              </p:nvSpPr>
              <p:spPr>
                <a:xfrm>
                  <a:off x="7444739" y="4494942"/>
                  <a:ext cx="511778" cy="511778"/>
                </a:xfrm>
                <a:custGeom>
                  <a:rect b="b" l="l" r="r" t="t"/>
                  <a:pathLst>
                    <a:path extrusionOk="0" h="511778" w="511778">
                      <a:moveTo>
                        <a:pt x="450056" y="0"/>
                      </a:moveTo>
                      <a:cubicBezTo>
                        <a:pt x="484144" y="0"/>
                        <a:pt x="511778" y="0"/>
                        <a:pt x="511778" y="0"/>
                      </a:cubicBezTo>
                      <a:lnTo>
                        <a:pt x="511778" y="511778"/>
                      </a:lnTo>
                      <a:cubicBezTo>
                        <a:pt x="511778" y="511778"/>
                        <a:pt x="484145" y="511778"/>
                        <a:pt x="450056" y="511778"/>
                      </a:cubicBezTo>
                      <a:lnTo>
                        <a:pt x="61722" y="511778"/>
                      </a:lnTo>
                      <a:cubicBezTo>
                        <a:pt x="27634" y="511778"/>
                        <a:pt x="0" y="511778"/>
                        <a:pt x="0" y="511778"/>
                      </a:cubicBezTo>
                      <a:lnTo>
                        <a:pt x="0" y="0"/>
                      </a:lnTo>
                      <a:cubicBezTo>
                        <a:pt x="0" y="0"/>
                        <a:pt x="27634" y="0"/>
                        <a:pt x="6172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7" name="Google Shape;897;p33"/>
                <p:cNvSpPr/>
                <p:nvPr/>
              </p:nvSpPr>
              <p:spPr>
                <a:xfrm>
                  <a:off x="6281392" y="3328320"/>
                  <a:ext cx="1623000" cy="16230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95250" sx="102000" rotWithShape="0" algn="ctr" sy="102000">
                    <a:srgbClr val="000000">
                      <a:alpha val="14900"/>
                    </a:srgbClr>
                  </a:outerShdw>
                </a:effectLst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8" name="Google Shape;898;p33"/>
                <p:cNvSpPr/>
                <p:nvPr/>
              </p:nvSpPr>
              <p:spPr>
                <a:xfrm>
                  <a:off x="7451026" y="1571625"/>
                  <a:ext cx="511778" cy="511778"/>
                </a:xfrm>
                <a:custGeom>
                  <a:rect b="b" l="l" r="r" t="t"/>
                  <a:pathLst>
                    <a:path extrusionOk="0" h="511778" w="511778">
                      <a:moveTo>
                        <a:pt x="450056" y="0"/>
                      </a:moveTo>
                      <a:cubicBezTo>
                        <a:pt x="484144" y="0"/>
                        <a:pt x="511778" y="0"/>
                        <a:pt x="511778" y="0"/>
                      </a:cubicBezTo>
                      <a:lnTo>
                        <a:pt x="511778" y="511778"/>
                      </a:lnTo>
                      <a:cubicBezTo>
                        <a:pt x="511778" y="511778"/>
                        <a:pt x="484145" y="511778"/>
                        <a:pt x="450056" y="511778"/>
                      </a:cubicBezTo>
                      <a:lnTo>
                        <a:pt x="61722" y="511778"/>
                      </a:lnTo>
                      <a:cubicBezTo>
                        <a:pt x="27634" y="511778"/>
                        <a:pt x="0" y="511778"/>
                        <a:pt x="0" y="511778"/>
                      </a:cubicBezTo>
                      <a:lnTo>
                        <a:pt x="0" y="0"/>
                      </a:lnTo>
                      <a:cubicBezTo>
                        <a:pt x="0" y="0"/>
                        <a:pt x="27634" y="0"/>
                        <a:pt x="617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9" name="Google Shape;899;p33"/>
                <p:cNvSpPr/>
                <p:nvPr/>
              </p:nvSpPr>
              <p:spPr>
                <a:xfrm>
                  <a:off x="6281451" y="1623250"/>
                  <a:ext cx="1623000" cy="16230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95250" sx="102000" rotWithShape="0" algn="ctr" sy="102000">
                    <a:srgbClr val="000000">
                      <a:alpha val="14900"/>
                    </a:srgbClr>
                  </a:outerShdw>
                </a:effectLst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0" name="Google Shape;900;p33"/>
                <p:cNvSpPr/>
                <p:nvPr/>
              </p:nvSpPr>
              <p:spPr>
                <a:xfrm>
                  <a:off x="3926964" y="3362325"/>
                  <a:ext cx="488674" cy="1626012"/>
                </a:xfrm>
                <a:custGeom>
                  <a:rect b="b" l="l" r="r" t="t"/>
                  <a:pathLst>
                    <a:path extrusionOk="0" h="1626012" w="181832">
                      <a:moveTo>
                        <a:pt x="181832" y="1522762"/>
                      </a:moveTo>
                      <a:lnTo>
                        <a:pt x="181832" y="0"/>
                      </a:lnTo>
                      <a:lnTo>
                        <a:pt x="0" y="0"/>
                      </a:lnTo>
                      <a:lnTo>
                        <a:pt x="0" y="1522762"/>
                      </a:lnTo>
                      <a:lnTo>
                        <a:pt x="93059" y="1626013"/>
                      </a:lnTo>
                      <a:lnTo>
                        <a:pt x="181832" y="1522762"/>
                      </a:lnTo>
                      <a:close/>
                    </a:path>
                  </a:pathLst>
                </a:custGeom>
                <a:solidFill>
                  <a:srgbClr val="CCD0D6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1" name="Google Shape;901;p33"/>
                <p:cNvSpPr/>
                <p:nvPr/>
              </p:nvSpPr>
              <p:spPr>
                <a:xfrm>
                  <a:off x="3926963" y="1635442"/>
                  <a:ext cx="488674" cy="1625917"/>
                </a:xfrm>
                <a:custGeom>
                  <a:rect b="b" l="l" r="r" t="t"/>
                  <a:pathLst>
                    <a:path extrusionOk="0" h="1625917" w="181832">
                      <a:moveTo>
                        <a:pt x="181832" y="103251"/>
                      </a:moveTo>
                      <a:lnTo>
                        <a:pt x="181832" y="1625918"/>
                      </a:lnTo>
                      <a:lnTo>
                        <a:pt x="0" y="1625918"/>
                      </a:lnTo>
                      <a:lnTo>
                        <a:pt x="0" y="103251"/>
                      </a:lnTo>
                      <a:lnTo>
                        <a:pt x="93059" y="0"/>
                      </a:lnTo>
                      <a:lnTo>
                        <a:pt x="181832" y="103251"/>
                      </a:lnTo>
                      <a:close/>
                    </a:path>
                  </a:pathLst>
                </a:custGeom>
                <a:solidFill>
                  <a:srgbClr val="CCD0D6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" name="Google Shape;902;p33"/>
                <p:cNvSpPr/>
                <p:nvPr/>
              </p:nvSpPr>
              <p:spPr>
                <a:xfrm>
                  <a:off x="4547710" y="1020766"/>
                  <a:ext cx="1638204" cy="463672"/>
                </a:xfrm>
                <a:custGeom>
                  <a:rect b="b" l="l" r="r" t="t"/>
                  <a:pathLst>
                    <a:path extrusionOk="0" h="181832" w="1638204">
                      <a:moveTo>
                        <a:pt x="104108" y="181832"/>
                      </a:moveTo>
                      <a:lnTo>
                        <a:pt x="1638205" y="181832"/>
                      </a:lnTo>
                      <a:lnTo>
                        <a:pt x="1638205" y="0"/>
                      </a:lnTo>
                      <a:lnTo>
                        <a:pt x="104108" y="0"/>
                      </a:lnTo>
                      <a:lnTo>
                        <a:pt x="0" y="93059"/>
                      </a:lnTo>
                      <a:lnTo>
                        <a:pt x="104108" y="181832"/>
                      </a:lnTo>
                      <a:close/>
                    </a:path>
                  </a:pathLst>
                </a:custGeom>
                <a:solidFill>
                  <a:srgbClr val="CCD0D6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3" name="Google Shape;903;p33"/>
                <p:cNvSpPr/>
                <p:nvPr/>
              </p:nvSpPr>
              <p:spPr>
                <a:xfrm>
                  <a:off x="6283927" y="1020764"/>
                  <a:ext cx="1616773" cy="463672"/>
                </a:xfrm>
                <a:custGeom>
                  <a:rect b="b" l="l" r="r" t="t"/>
                  <a:pathLst>
                    <a:path extrusionOk="0" h="181832" w="1616773">
                      <a:moveTo>
                        <a:pt x="1514094" y="181832"/>
                      </a:moveTo>
                      <a:lnTo>
                        <a:pt x="0" y="181832"/>
                      </a:lnTo>
                      <a:lnTo>
                        <a:pt x="0" y="0"/>
                      </a:lnTo>
                      <a:lnTo>
                        <a:pt x="1514094" y="0"/>
                      </a:lnTo>
                      <a:lnTo>
                        <a:pt x="1616774" y="93059"/>
                      </a:lnTo>
                      <a:lnTo>
                        <a:pt x="1514094" y="181832"/>
                      </a:lnTo>
                      <a:close/>
                    </a:path>
                  </a:pathLst>
                </a:custGeom>
                <a:solidFill>
                  <a:srgbClr val="CCD0D6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4" name="Google Shape;904;p33"/>
                <p:cNvSpPr/>
                <p:nvPr/>
              </p:nvSpPr>
              <p:spPr>
                <a:xfrm>
                  <a:off x="6281392" y="3328320"/>
                  <a:ext cx="610787" cy="610787"/>
                </a:xfrm>
                <a:custGeom>
                  <a:rect b="b" l="l" r="r" t="t"/>
                  <a:pathLst>
                    <a:path extrusionOk="0" h="374142" w="374142">
                      <a:moveTo>
                        <a:pt x="356140" y="0"/>
                      </a:moveTo>
                      <a:cubicBezTo>
                        <a:pt x="366082" y="0"/>
                        <a:pt x="374142" y="0"/>
                        <a:pt x="374142" y="0"/>
                      </a:cubicBezTo>
                      <a:lnTo>
                        <a:pt x="374142" y="374142"/>
                      </a:lnTo>
                      <a:cubicBezTo>
                        <a:pt x="374142" y="374142"/>
                        <a:pt x="366082" y="374142"/>
                        <a:pt x="356140" y="374142"/>
                      </a:cubicBezTo>
                      <a:lnTo>
                        <a:pt x="18002" y="374142"/>
                      </a:lnTo>
                      <a:cubicBezTo>
                        <a:pt x="8060" y="374142"/>
                        <a:pt x="0" y="374142"/>
                        <a:pt x="0" y="374142"/>
                      </a:cubicBezTo>
                      <a:lnTo>
                        <a:pt x="0" y="0"/>
                      </a:lnTo>
                      <a:cubicBezTo>
                        <a:pt x="0" y="0"/>
                        <a:pt x="8060" y="0"/>
                        <a:pt x="1800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33"/>
                <p:cNvSpPr/>
                <p:nvPr/>
              </p:nvSpPr>
              <p:spPr>
                <a:xfrm>
                  <a:off x="5581123" y="2635042"/>
                  <a:ext cx="610787" cy="610787"/>
                </a:xfrm>
                <a:custGeom>
                  <a:rect b="b" l="l" r="r" t="t"/>
                  <a:pathLst>
                    <a:path extrusionOk="0" h="374142" w="374142">
                      <a:moveTo>
                        <a:pt x="356140" y="0"/>
                      </a:moveTo>
                      <a:cubicBezTo>
                        <a:pt x="366082" y="0"/>
                        <a:pt x="374142" y="0"/>
                        <a:pt x="374142" y="0"/>
                      </a:cubicBezTo>
                      <a:lnTo>
                        <a:pt x="374142" y="374142"/>
                      </a:lnTo>
                      <a:cubicBezTo>
                        <a:pt x="374142" y="374142"/>
                        <a:pt x="366082" y="374142"/>
                        <a:pt x="356140" y="374142"/>
                      </a:cubicBezTo>
                      <a:lnTo>
                        <a:pt x="18002" y="374142"/>
                      </a:lnTo>
                      <a:cubicBezTo>
                        <a:pt x="8060" y="374142"/>
                        <a:pt x="0" y="374142"/>
                        <a:pt x="0" y="374142"/>
                      </a:cubicBezTo>
                      <a:lnTo>
                        <a:pt x="0" y="0"/>
                      </a:lnTo>
                      <a:cubicBezTo>
                        <a:pt x="0" y="0"/>
                        <a:pt x="8060" y="0"/>
                        <a:pt x="1800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6" name="Google Shape;906;p33"/>
                <p:cNvSpPr/>
                <p:nvPr/>
              </p:nvSpPr>
              <p:spPr>
                <a:xfrm>
                  <a:off x="6281451" y="2635042"/>
                  <a:ext cx="610787" cy="610787"/>
                </a:xfrm>
                <a:custGeom>
                  <a:rect b="b" l="l" r="r" t="t"/>
                  <a:pathLst>
                    <a:path extrusionOk="0" h="374142" w="374142">
                      <a:moveTo>
                        <a:pt x="356140" y="0"/>
                      </a:moveTo>
                      <a:cubicBezTo>
                        <a:pt x="366082" y="0"/>
                        <a:pt x="374142" y="0"/>
                        <a:pt x="374142" y="0"/>
                      </a:cubicBezTo>
                      <a:lnTo>
                        <a:pt x="374142" y="374142"/>
                      </a:lnTo>
                      <a:cubicBezTo>
                        <a:pt x="374142" y="374142"/>
                        <a:pt x="366082" y="374142"/>
                        <a:pt x="356140" y="374142"/>
                      </a:cubicBezTo>
                      <a:lnTo>
                        <a:pt x="18002" y="374142"/>
                      </a:lnTo>
                      <a:cubicBezTo>
                        <a:pt x="8060" y="374142"/>
                        <a:pt x="0" y="374142"/>
                        <a:pt x="0" y="374142"/>
                      </a:cubicBezTo>
                      <a:lnTo>
                        <a:pt x="0" y="0"/>
                      </a:lnTo>
                      <a:cubicBezTo>
                        <a:pt x="0" y="0"/>
                        <a:pt x="8060" y="0"/>
                        <a:pt x="1800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7" name="Google Shape;907;p33"/>
                <p:cNvSpPr/>
                <p:nvPr/>
              </p:nvSpPr>
              <p:spPr>
                <a:xfrm>
                  <a:off x="5581123" y="3328320"/>
                  <a:ext cx="610787" cy="610787"/>
                </a:xfrm>
                <a:custGeom>
                  <a:rect b="b" l="l" r="r" t="t"/>
                  <a:pathLst>
                    <a:path extrusionOk="0" h="374142" w="374142">
                      <a:moveTo>
                        <a:pt x="356140" y="0"/>
                      </a:moveTo>
                      <a:cubicBezTo>
                        <a:pt x="366082" y="0"/>
                        <a:pt x="374142" y="0"/>
                        <a:pt x="374142" y="0"/>
                      </a:cubicBezTo>
                      <a:lnTo>
                        <a:pt x="374142" y="374142"/>
                      </a:lnTo>
                      <a:cubicBezTo>
                        <a:pt x="374142" y="374142"/>
                        <a:pt x="366082" y="374142"/>
                        <a:pt x="356140" y="374142"/>
                      </a:cubicBezTo>
                      <a:lnTo>
                        <a:pt x="18002" y="374142"/>
                      </a:lnTo>
                      <a:cubicBezTo>
                        <a:pt x="8060" y="374142"/>
                        <a:pt x="0" y="374142"/>
                        <a:pt x="0" y="374142"/>
                      </a:cubicBezTo>
                      <a:lnTo>
                        <a:pt x="0" y="0"/>
                      </a:lnTo>
                      <a:cubicBezTo>
                        <a:pt x="0" y="0"/>
                        <a:pt x="8060" y="0"/>
                        <a:pt x="1800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8" name="Google Shape;908;p33"/>
                <p:cNvSpPr/>
                <p:nvPr/>
              </p:nvSpPr>
              <p:spPr>
                <a:xfrm>
                  <a:off x="5928111" y="2982031"/>
                  <a:ext cx="617100" cy="6171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95250" sx="102000" rotWithShape="0" algn="ctr" sy="102000">
                    <a:srgbClr val="000000">
                      <a:alpha val="14900"/>
                    </a:srgbClr>
                  </a:outerShdw>
                </a:effectLst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1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909" name="Google Shape;909;p33"/>
              <p:cNvSpPr txBox="1"/>
              <p:nvPr/>
            </p:nvSpPr>
            <p:spPr>
              <a:xfrm>
                <a:off x="4438215" y="2476966"/>
                <a:ext cx="1663800" cy="8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800" u="none" cap="none" strike="noStrike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Strengths</a:t>
                </a:r>
                <a:endParaRPr sz="1100"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262626"/>
                  </a:buClr>
                  <a:buSzPts val="800"/>
                  <a:buFont typeface="Quattrocento Sans"/>
                  <a:buNone/>
                </a:pPr>
                <a:r>
                  <a:rPr b="0" i="0" lang="en-US" sz="8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Strengths are internal factors that give a competitive advantage.</a:t>
                </a:r>
                <a:endParaRPr b="0" i="0" sz="800" u="none" cap="none" strike="noStrike">
                  <a:solidFill>
                    <a:srgbClr val="2626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910" name="Google Shape;910;p33"/>
              <p:cNvSpPr txBox="1"/>
              <p:nvPr/>
            </p:nvSpPr>
            <p:spPr>
              <a:xfrm>
                <a:off x="6491454" y="5235788"/>
                <a:ext cx="1830300" cy="107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800" u="none" cap="none" strike="noStrike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Opportunities</a:t>
                </a:r>
                <a:endParaRPr b="0" i="0" sz="800" u="none" cap="none" strike="noStrike">
                  <a:solidFill>
                    <a:srgbClr val="2626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262626"/>
                  </a:buClr>
                  <a:buSzPts val="800"/>
                  <a:buFont typeface="Quattrocento Sans"/>
                  <a:buNone/>
                </a:pPr>
                <a:r>
                  <a:rPr b="0" i="0" lang="en-US" sz="800" u="none" cap="none" strike="noStrike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Opportunities are external factors that can be leveraged to increase performance.</a:t>
                </a:r>
                <a:endParaRPr sz="1100"/>
              </a:p>
            </p:txBody>
          </p:sp>
          <p:sp>
            <p:nvSpPr>
              <p:cNvPr id="911" name="Google Shape;911;p33"/>
              <p:cNvSpPr txBox="1"/>
              <p:nvPr/>
            </p:nvSpPr>
            <p:spPr>
              <a:xfrm>
                <a:off x="6574717" y="2393305"/>
                <a:ext cx="1663800" cy="107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800" u="none" cap="none" strike="noStrike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Weaknesses</a:t>
                </a:r>
                <a:endParaRPr b="0" i="0" sz="800">
                  <a:solidFill>
                    <a:srgbClr val="2626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262626"/>
                  </a:buClr>
                  <a:buSzPts val="800"/>
                  <a:buFont typeface="Quattrocento Sans"/>
                  <a:buNone/>
                </a:pPr>
                <a:r>
                  <a:rPr b="0" i="0" lang="en-US" sz="8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Weaknesses are internal factors that hinder or limit performance.</a:t>
                </a:r>
                <a:endParaRPr b="0" i="0" sz="800" u="none" cap="none" strike="noStrike">
                  <a:solidFill>
                    <a:srgbClr val="2626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912" name="Google Shape;912;p33"/>
              <p:cNvSpPr txBox="1"/>
              <p:nvPr/>
            </p:nvSpPr>
            <p:spPr>
              <a:xfrm>
                <a:off x="4355026" y="5235788"/>
                <a:ext cx="1830300" cy="107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800" u="none" cap="none" strike="noStrike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Threats</a:t>
                </a:r>
                <a:endParaRPr b="0" i="0" sz="800" u="none" cap="none" strike="noStrike">
                  <a:solidFill>
                    <a:srgbClr val="2626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262626"/>
                  </a:buClr>
                  <a:buSzPts val="800"/>
                  <a:buFont typeface="Quattrocento Sans"/>
                  <a:buNone/>
                </a:pPr>
                <a:r>
                  <a:rPr b="0" i="0" lang="en-US" sz="800" u="none" cap="none" strike="noStrike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Threats are external factors that can negatively impact performance, reputation.</a:t>
                </a:r>
                <a:endParaRPr sz="1100"/>
              </a:p>
            </p:txBody>
          </p:sp>
          <p:sp>
            <p:nvSpPr>
              <p:cNvPr id="913" name="Google Shape;913;p33"/>
              <p:cNvSpPr txBox="1"/>
              <p:nvPr/>
            </p:nvSpPr>
            <p:spPr>
              <a:xfrm>
                <a:off x="4420802" y="1473239"/>
                <a:ext cx="1663800" cy="52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800" u="none" cap="none" strike="noStrike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Helpful</a:t>
                </a:r>
                <a:endParaRPr sz="1100"/>
              </a:p>
              <a:p>
                <a:pPr indent="0" lvl="0" marL="0" marR="0" rtl="0" algn="ctr">
                  <a:spcBef>
                    <a:spcPts val="500"/>
                  </a:spcBef>
                  <a:spcAft>
                    <a:spcPts val="0"/>
                  </a:spcAft>
                  <a:buNone/>
                </a:pPr>
                <a:r>
                  <a:rPr lang="en-US" sz="7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To achieving the objective</a:t>
                </a:r>
                <a:endParaRPr i="0" sz="600" u="none" cap="none" strike="noStrike">
                  <a:solidFill>
                    <a:srgbClr val="2626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914" name="Google Shape;914;p33"/>
              <p:cNvSpPr txBox="1"/>
              <p:nvPr/>
            </p:nvSpPr>
            <p:spPr>
              <a:xfrm>
                <a:off x="6574003" y="1473237"/>
                <a:ext cx="1663800" cy="52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800" u="none" cap="none" strike="noStrike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Harmful</a:t>
                </a:r>
                <a:endParaRPr sz="1100"/>
              </a:p>
              <a:p>
                <a:pPr indent="0" lvl="0" marL="0" marR="0" rtl="0" algn="ctr">
                  <a:spcBef>
                    <a:spcPts val="500"/>
                  </a:spcBef>
                  <a:spcAft>
                    <a:spcPts val="0"/>
                  </a:spcAft>
                  <a:buNone/>
                </a:pPr>
                <a:r>
                  <a:rPr lang="en-US" sz="7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To achieving the objective</a:t>
                </a:r>
                <a:endParaRPr i="0" sz="600" u="none" cap="none" strike="noStrike">
                  <a:solidFill>
                    <a:srgbClr val="2626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915" name="Google Shape;915;p33"/>
              <p:cNvSpPr txBox="1"/>
              <p:nvPr/>
            </p:nvSpPr>
            <p:spPr>
              <a:xfrm rot="-5400000">
                <a:off x="2940504" y="2874002"/>
                <a:ext cx="1663800" cy="67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800" u="none" cap="none" strike="noStrike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Helpful</a:t>
                </a:r>
                <a:endParaRPr sz="1100"/>
              </a:p>
              <a:p>
                <a:pPr indent="0" lvl="0" marL="0" marR="0" rtl="0" algn="ctr">
                  <a:spcBef>
                    <a:spcPts val="500"/>
                  </a:spcBef>
                  <a:spcAft>
                    <a:spcPts val="0"/>
                  </a:spcAft>
                  <a:buNone/>
                </a:pPr>
                <a:r>
                  <a:rPr i="0" lang="en-US" sz="700" u="none" cap="none" strike="noStrike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(Attributes of the </a:t>
                </a:r>
                <a:r>
                  <a:rPr lang="en-US" sz="7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Organization)</a:t>
                </a:r>
                <a:endParaRPr i="0" sz="600" u="none" cap="none" strike="noStrike">
                  <a:solidFill>
                    <a:srgbClr val="2626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916" name="Google Shape;916;p33"/>
              <p:cNvSpPr txBox="1"/>
              <p:nvPr/>
            </p:nvSpPr>
            <p:spPr>
              <a:xfrm rot="-5400000">
                <a:off x="2940505" y="5028985"/>
                <a:ext cx="1663800" cy="67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800" u="none" cap="none" strike="noStrike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External Origin</a:t>
                </a:r>
                <a:endParaRPr sz="1100"/>
              </a:p>
              <a:p>
                <a:pPr indent="0" lvl="0" marL="0" marR="0" rtl="0" algn="ctr">
                  <a:spcBef>
                    <a:spcPts val="500"/>
                  </a:spcBef>
                  <a:spcAft>
                    <a:spcPts val="0"/>
                  </a:spcAft>
                  <a:buNone/>
                </a:pPr>
                <a:r>
                  <a:rPr i="0" lang="en-US" sz="700" u="none" cap="none" strike="noStrike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(Attributes of the </a:t>
                </a:r>
                <a:r>
                  <a:rPr lang="en-US" sz="7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Environment)</a:t>
                </a:r>
                <a:endParaRPr i="0" sz="600" u="none" cap="none" strike="noStrike">
                  <a:solidFill>
                    <a:srgbClr val="2626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pic>
          <p:nvPicPr>
            <p:cNvPr descr="Strength Icons - Free SVG &amp; PNG Strength Images - Noun Project" id="917" name="Google Shape;917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18149" y="3539917"/>
              <a:ext cx="283246" cy="2832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opportunity Icon - Free PNG &amp; SVG 3632601 - Noun Project" id="918" name="Google Shape;918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67549" y="4657529"/>
              <a:ext cx="289876" cy="2898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19" name="Google Shape;919;p33"/>
            <p:cNvGrpSpPr/>
            <p:nvPr/>
          </p:nvGrpSpPr>
          <p:grpSpPr>
            <a:xfrm>
              <a:off x="5696157" y="4690972"/>
              <a:ext cx="213667" cy="213867"/>
              <a:chOff x="325438" y="-827088"/>
              <a:chExt cx="8478841" cy="8486775"/>
            </a:xfrm>
          </p:grpSpPr>
          <p:sp>
            <p:nvSpPr>
              <p:cNvPr id="920" name="Google Shape;920;p33"/>
              <p:cNvSpPr/>
              <p:nvPr/>
            </p:nvSpPr>
            <p:spPr>
              <a:xfrm>
                <a:off x="4379913" y="2011362"/>
                <a:ext cx="368300" cy="3184524"/>
              </a:xfrm>
              <a:custGeom>
                <a:rect b="b" l="l" r="r" t="t"/>
                <a:pathLst>
                  <a:path extrusionOk="0" h="848" w="98">
                    <a:moveTo>
                      <a:pt x="49" y="848"/>
                    </a:moveTo>
                    <a:cubicBezTo>
                      <a:pt x="22" y="848"/>
                      <a:pt x="0" y="826"/>
                      <a:pt x="0" y="79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22"/>
                      <a:pt x="22" y="0"/>
                      <a:pt x="49" y="0"/>
                    </a:cubicBezTo>
                    <a:cubicBezTo>
                      <a:pt x="76" y="0"/>
                      <a:pt x="98" y="22"/>
                      <a:pt x="98" y="49"/>
                    </a:cubicBezTo>
                    <a:cubicBezTo>
                      <a:pt x="98" y="799"/>
                      <a:pt x="98" y="799"/>
                      <a:pt x="98" y="799"/>
                    </a:cubicBezTo>
                    <a:cubicBezTo>
                      <a:pt x="98" y="826"/>
                      <a:pt x="76" y="848"/>
                      <a:pt x="49" y="8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21" name="Google Shape;921;p33"/>
              <p:cNvSpPr/>
              <p:nvPr/>
            </p:nvSpPr>
            <p:spPr>
              <a:xfrm>
                <a:off x="325438" y="-827088"/>
                <a:ext cx="8478841" cy="8486775"/>
              </a:xfrm>
              <a:custGeom>
                <a:rect b="b" l="l" r="r" t="t"/>
                <a:pathLst>
                  <a:path extrusionOk="0" h="2260" w="2258">
                    <a:moveTo>
                      <a:pt x="2209" y="2260"/>
                    </a:moveTo>
                    <a:cubicBezTo>
                      <a:pt x="2209" y="2260"/>
                      <a:pt x="2208" y="2260"/>
                      <a:pt x="2207" y="2260"/>
                    </a:cubicBezTo>
                    <a:cubicBezTo>
                      <a:pt x="51" y="2260"/>
                      <a:pt x="51" y="2260"/>
                      <a:pt x="51" y="2260"/>
                    </a:cubicBezTo>
                    <a:cubicBezTo>
                      <a:pt x="34" y="2260"/>
                      <a:pt x="18" y="2251"/>
                      <a:pt x="9" y="2237"/>
                    </a:cubicBezTo>
                    <a:cubicBezTo>
                      <a:pt x="1" y="2222"/>
                      <a:pt x="0" y="2204"/>
                      <a:pt x="7" y="2189"/>
                    </a:cubicBezTo>
                    <a:cubicBezTo>
                      <a:pt x="1085" y="33"/>
                      <a:pt x="1085" y="33"/>
                      <a:pt x="1085" y="33"/>
                    </a:cubicBezTo>
                    <a:cubicBezTo>
                      <a:pt x="1102" y="0"/>
                      <a:pt x="1156" y="0"/>
                      <a:pt x="1173" y="33"/>
                    </a:cubicBezTo>
                    <a:cubicBezTo>
                      <a:pt x="2246" y="2178"/>
                      <a:pt x="2246" y="2178"/>
                      <a:pt x="2246" y="2178"/>
                    </a:cubicBezTo>
                    <a:cubicBezTo>
                      <a:pt x="2253" y="2187"/>
                      <a:pt x="2258" y="2198"/>
                      <a:pt x="2258" y="2211"/>
                    </a:cubicBezTo>
                    <a:cubicBezTo>
                      <a:pt x="2258" y="2238"/>
                      <a:pt x="2236" y="2260"/>
                      <a:pt x="2209" y="2260"/>
                    </a:cubicBezTo>
                    <a:close/>
                    <a:moveTo>
                      <a:pt x="130" y="2162"/>
                    </a:moveTo>
                    <a:cubicBezTo>
                      <a:pt x="2128" y="2162"/>
                      <a:pt x="2128" y="2162"/>
                      <a:pt x="2128" y="2162"/>
                    </a:cubicBezTo>
                    <a:cubicBezTo>
                      <a:pt x="1129" y="164"/>
                      <a:pt x="1129" y="164"/>
                      <a:pt x="1129" y="164"/>
                    </a:cubicBezTo>
                    <a:lnTo>
                      <a:pt x="130" y="2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22" name="Google Shape;922;p33"/>
              <p:cNvSpPr/>
              <p:nvPr/>
            </p:nvSpPr>
            <p:spPr>
              <a:xfrm>
                <a:off x="4195763" y="5819775"/>
                <a:ext cx="736500" cy="736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923" name="Google Shape;923;p33"/>
            <p:cNvGrpSpPr/>
            <p:nvPr/>
          </p:nvGrpSpPr>
          <p:grpSpPr>
            <a:xfrm>
              <a:off x="6788554" y="3560688"/>
              <a:ext cx="217368" cy="208097"/>
              <a:chOff x="6788554" y="3560688"/>
              <a:chExt cx="217368" cy="208097"/>
            </a:xfrm>
          </p:grpSpPr>
          <p:sp>
            <p:nvSpPr>
              <p:cNvPr id="924" name="Google Shape;924;p33"/>
              <p:cNvSpPr/>
              <p:nvPr/>
            </p:nvSpPr>
            <p:spPr>
              <a:xfrm>
                <a:off x="6823655" y="3574591"/>
                <a:ext cx="28035" cy="27503"/>
              </a:xfrm>
              <a:custGeom>
                <a:rect b="b" l="l" r="r" t="t"/>
                <a:pathLst>
                  <a:path extrusionOk="0" h="153" w="156">
                    <a:moveTo>
                      <a:pt x="128" y="153"/>
                    </a:moveTo>
                    <a:cubicBezTo>
                      <a:pt x="122" y="153"/>
                      <a:pt x="115" y="151"/>
                      <a:pt x="111" y="146"/>
                    </a:cubicBezTo>
                    <a:cubicBezTo>
                      <a:pt x="10" y="45"/>
                      <a:pt x="10" y="45"/>
                      <a:pt x="10" y="45"/>
                    </a:cubicBezTo>
                    <a:cubicBezTo>
                      <a:pt x="0" y="35"/>
                      <a:pt x="0" y="19"/>
                      <a:pt x="10" y="10"/>
                    </a:cubicBezTo>
                    <a:cubicBezTo>
                      <a:pt x="20" y="0"/>
                      <a:pt x="36" y="0"/>
                      <a:pt x="46" y="10"/>
                    </a:cubicBezTo>
                    <a:cubicBezTo>
                      <a:pt x="146" y="110"/>
                      <a:pt x="146" y="110"/>
                      <a:pt x="146" y="110"/>
                    </a:cubicBezTo>
                    <a:cubicBezTo>
                      <a:pt x="156" y="120"/>
                      <a:pt x="156" y="136"/>
                      <a:pt x="146" y="146"/>
                    </a:cubicBezTo>
                    <a:cubicBezTo>
                      <a:pt x="141" y="151"/>
                      <a:pt x="135" y="153"/>
                      <a:pt x="128" y="15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25" name="Google Shape;925;p33"/>
              <p:cNvSpPr/>
              <p:nvPr/>
            </p:nvSpPr>
            <p:spPr>
              <a:xfrm>
                <a:off x="6869849" y="3560688"/>
                <a:ext cx="9193" cy="31682"/>
              </a:xfrm>
              <a:custGeom>
                <a:rect b="b" l="l" r="r" t="t"/>
                <a:pathLst>
                  <a:path extrusionOk="0" h="176" w="51">
                    <a:moveTo>
                      <a:pt x="26" y="176"/>
                    </a:moveTo>
                    <a:cubicBezTo>
                      <a:pt x="12" y="176"/>
                      <a:pt x="0" y="165"/>
                      <a:pt x="0" y="151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11"/>
                      <a:pt x="12" y="0"/>
                      <a:pt x="26" y="0"/>
                    </a:cubicBezTo>
                    <a:cubicBezTo>
                      <a:pt x="39" y="0"/>
                      <a:pt x="51" y="11"/>
                      <a:pt x="51" y="25"/>
                    </a:cubicBezTo>
                    <a:cubicBezTo>
                      <a:pt x="51" y="151"/>
                      <a:pt x="51" y="151"/>
                      <a:pt x="51" y="151"/>
                    </a:cubicBezTo>
                    <a:cubicBezTo>
                      <a:pt x="51" y="165"/>
                      <a:pt x="39" y="176"/>
                      <a:pt x="26" y="17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26" name="Google Shape;926;p33"/>
              <p:cNvSpPr/>
              <p:nvPr/>
            </p:nvSpPr>
            <p:spPr>
              <a:xfrm>
                <a:off x="6810359" y="3624051"/>
                <a:ext cx="31606" cy="9041"/>
              </a:xfrm>
              <a:custGeom>
                <a:rect b="b" l="l" r="r" t="t"/>
                <a:pathLst>
                  <a:path extrusionOk="0" h="50" w="176">
                    <a:moveTo>
                      <a:pt x="151" y="50"/>
                    </a:moveTo>
                    <a:cubicBezTo>
                      <a:pt x="25" y="50"/>
                      <a:pt x="25" y="50"/>
                      <a:pt x="25" y="50"/>
                    </a:cubicBezTo>
                    <a:cubicBezTo>
                      <a:pt x="11" y="50"/>
                      <a:pt x="0" y="39"/>
                      <a:pt x="0" y="25"/>
                    </a:cubicBezTo>
                    <a:cubicBezTo>
                      <a:pt x="0" y="11"/>
                      <a:pt x="11" y="0"/>
                      <a:pt x="25" y="0"/>
                    </a:cubicBezTo>
                    <a:cubicBezTo>
                      <a:pt x="151" y="0"/>
                      <a:pt x="151" y="0"/>
                      <a:pt x="151" y="0"/>
                    </a:cubicBezTo>
                    <a:cubicBezTo>
                      <a:pt x="165" y="0"/>
                      <a:pt x="176" y="11"/>
                      <a:pt x="176" y="25"/>
                    </a:cubicBezTo>
                    <a:cubicBezTo>
                      <a:pt x="176" y="39"/>
                      <a:pt x="165" y="50"/>
                      <a:pt x="151" y="5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27" name="Google Shape;927;p33"/>
              <p:cNvSpPr/>
              <p:nvPr/>
            </p:nvSpPr>
            <p:spPr>
              <a:xfrm>
                <a:off x="6788554" y="3664926"/>
                <a:ext cx="103784" cy="103859"/>
              </a:xfrm>
              <a:custGeom>
                <a:rect b="b" l="l" r="r" t="t"/>
                <a:pathLst>
                  <a:path extrusionOk="0" h="577" w="577">
                    <a:moveTo>
                      <a:pt x="254" y="577"/>
                    </a:moveTo>
                    <a:cubicBezTo>
                      <a:pt x="200" y="577"/>
                      <a:pt x="150" y="556"/>
                      <a:pt x="112" y="518"/>
                    </a:cubicBezTo>
                    <a:cubicBezTo>
                      <a:pt x="59" y="465"/>
                      <a:pt x="59" y="465"/>
                      <a:pt x="59" y="465"/>
                    </a:cubicBezTo>
                    <a:cubicBezTo>
                      <a:pt x="21" y="427"/>
                      <a:pt x="0" y="377"/>
                      <a:pt x="0" y="323"/>
                    </a:cubicBezTo>
                    <a:cubicBezTo>
                      <a:pt x="0" y="269"/>
                      <a:pt x="21" y="219"/>
                      <a:pt x="59" y="181"/>
                    </a:cubicBezTo>
                    <a:cubicBezTo>
                      <a:pt x="230" y="10"/>
                      <a:pt x="230" y="10"/>
                      <a:pt x="230" y="10"/>
                    </a:cubicBezTo>
                    <a:cubicBezTo>
                      <a:pt x="239" y="0"/>
                      <a:pt x="255" y="0"/>
                      <a:pt x="265" y="10"/>
                    </a:cubicBezTo>
                    <a:cubicBezTo>
                      <a:pt x="275" y="19"/>
                      <a:pt x="275" y="35"/>
                      <a:pt x="265" y="45"/>
                    </a:cubicBezTo>
                    <a:cubicBezTo>
                      <a:pt x="94" y="216"/>
                      <a:pt x="94" y="216"/>
                      <a:pt x="94" y="216"/>
                    </a:cubicBezTo>
                    <a:cubicBezTo>
                      <a:pt x="66" y="245"/>
                      <a:pt x="50" y="282"/>
                      <a:pt x="50" y="323"/>
                    </a:cubicBezTo>
                    <a:cubicBezTo>
                      <a:pt x="50" y="363"/>
                      <a:pt x="66" y="401"/>
                      <a:pt x="94" y="429"/>
                    </a:cubicBezTo>
                    <a:cubicBezTo>
                      <a:pt x="147" y="483"/>
                      <a:pt x="147" y="483"/>
                      <a:pt x="147" y="483"/>
                    </a:cubicBezTo>
                    <a:cubicBezTo>
                      <a:pt x="204" y="539"/>
                      <a:pt x="304" y="539"/>
                      <a:pt x="361" y="483"/>
                    </a:cubicBezTo>
                    <a:cubicBezTo>
                      <a:pt x="532" y="312"/>
                      <a:pt x="532" y="312"/>
                      <a:pt x="532" y="312"/>
                    </a:cubicBezTo>
                    <a:cubicBezTo>
                      <a:pt x="542" y="302"/>
                      <a:pt x="557" y="302"/>
                      <a:pt x="567" y="312"/>
                    </a:cubicBezTo>
                    <a:cubicBezTo>
                      <a:pt x="577" y="322"/>
                      <a:pt x="577" y="338"/>
                      <a:pt x="567" y="347"/>
                    </a:cubicBezTo>
                    <a:cubicBezTo>
                      <a:pt x="396" y="518"/>
                      <a:pt x="396" y="518"/>
                      <a:pt x="396" y="518"/>
                    </a:cubicBezTo>
                    <a:cubicBezTo>
                      <a:pt x="358" y="556"/>
                      <a:pt x="308" y="577"/>
                      <a:pt x="254" y="57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28" name="Google Shape;928;p33"/>
              <p:cNvSpPr/>
              <p:nvPr/>
            </p:nvSpPr>
            <p:spPr>
              <a:xfrm>
                <a:off x="6923336" y="3624051"/>
                <a:ext cx="82586" cy="90334"/>
              </a:xfrm>
              <a:custGeom>
                <a:rect b="b" l="l" r="r" t="t"/>
                <a:pathLst>
                  <a:path extrusionOk="0" h="502" w="459">
                    <a:moveTo>
                      <a:pt x="250" y="502"/>
                    </a:moveTo>
                    <a:cubicBezTo>
                      <a:pt x="25" y="502"/>
                      <a:pt x="25" y="502"/>
                      <a:pt x="25" y="502"/>
                    </a:cubicBezTo>
                    <a:cubicBezTo>
                      <a:pt x="12" y="502"/>
                      <a:pt x="0" y="491"/>
                      <a:pt x="0" y="477"/>
                    </a:cubicBezTo>
                    <a:cubicBezTo>
                      <a:pt x="0" y="463"/>
                      <a:pt x="12" y="452"/>
                      <a:pt x="25" y="452"/>
                    </a:cubicBezTo>
                    <a:cubicBezTo>
                      <a:pt x="250" y="452"/>
                      <a:pt x="250" y="452"/>
                      <a:pt x="250" y="452"/>
                    </a:cubicBezTo>
                    <a:cubicBezTo>
                      <a:pt x="336" y="452"/>
                      <a:pt x="409" y="385"/>
                      <a:pt x="409" y="305"/>
                    </a:cubicBezTo>
                    <a:cubicBezTo>
                      <a:pt x="409" y="205"/>
                      <a:pt x="409" y="205"/>
                      <a:pt x="409" y="205"/>
                    </a:cubicBezTo>
                    <a:cubicBezTo>
                      <a:pt x="409" y="122"/>
                      <a:pt x="335" y="50"/>
                      <a:pt x="252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12" y="50"/>
                      <a:pt x="0" y="39"/>
                      <a:pt x="0" y="25"/>
                    </a:cubicBezTo>
                    <a:cubicBezTo>
                      <a:pt x="0" y="11"/>
                      <a:pt x="12" y="0"/>
                      <a:pt x="25" y="0"/>
                    </a:cubicBezTo>
                    <a:cubicBezTo>
                      <a:pt x="252" y="0"/>
                      <a:pt x="252" y="0"/>
                      <a:pt x="252" y="0"/>
                    </a:cubicBezTo>
                    <a:cubicBezTo>
                      <a:pt x="362" y="0"/>
                      <a:pt x="459" y="96"/>
                      <a:pt x="459" y="205"/>
                    </a:cubicBezTo>
                    <a:cubicBezTo>
                      <a:pt x="459" y="305"/>
                      <a:pt x="459" y="305"/>
                      <a:pt x="459" y="305"/>
                    </a:cubicBezTo>
                    <a:cubicBezTo>
                      <a:pt x="459" y="412"/>
                      <a:pt x="363" y="502"/>
                      <a:pt x="250" y="50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929" name="Google Shape;929;p33"/>
            <p:cNvSpPr txBox="1"/>
            <p:nvPr/>
          </p:nvSpPr>
          <p:spPr>
            <a:xfrm>
              <a:off x="5957695" y="4108672"/>
              <a:ext cx="760800" cy="2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SWOT</a:t>
              </a:r>
              <a:endParaRPr b="1" sz="9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930" name="Google Shape;930;p33"/>
          <p:cNvSpPr txBox="1"/>
          <p:nvPr/>
        </p:nvSpPr>
        <p:spPr>
          <a:xfrm>
            <a:off x="0" y="900014"/>
            <a:ext cx="914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SWOT Analysis</a:t>
            </a:r>
            <a:endParaRPr sz="14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34"/>
          <p:cNvSpPr txBox="1"/>
          <p:nvPr/>
        </p:nvSpPr>
        <p:spPr>
          <a:xfrm>
            <a:off x="0" y="363968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Template Ideas</a:t>
            </a:r>
            <a:endParaRPr sz="1100"/>
          </a:p>
        </p:txBody>
      </p:sp>
      <p:sp>
        <p:nvSpPr>
          <p:cNvPr id="936" name="Google Shape;936;p34"/>
          <p:cNvSpPr txBox="1"/>
          <p:nvPr/>
        </p:nvSpPr>
        <p:spPr>
          <a:xfrm>
            <a:off x="0" y="900014"/>
            <a:ext cx="914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Plan Outline</a:t>
            </a:r>
            <a:endParaRPr sz="14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937" name="Google Shape;937;p34"/>
          <p:cNvGrpSpPr/>
          <p:nvPr/>
        </p:nvGrpSpPr>
        <p:grpSpPr>
          <a:xfrm>
            <a:off x="284803" y="1417158"/>
            <a:ext cx="8574374" cy="3410018"/>
            <a:chOff x="289711" y="1681319"/>
            <a:chExt cx="11432499" cy="4546691"/>
          </a:xfrm>
        </p:grpSpPr>
        <p:grpSp>
          <p:nvGrpSpPr>
            <p:cNvPr id="938" name="Google Shape;938;p34"/>
            <p:cNvGrpSpPr/>
            <p:nvPr/>
          </p:nvGrpSpPr>
          <p:grpSpPr>
            <a:xfrm>
              <a:off x="289711" y="1681319"/>
              <a:ext cx="11432499" cy="4546691"/>
              <a:chOff x="289711" y="1681319"/>
              <a:chExt cx="11432499" cy="4546691"/>
            </a:xfrm>
          </p:grpSpPr>
          <p:grpSp>
            <p:nvGrpSpPr>
              <p:cNvPr id="939" name="Google Shape;939;p34"/>
              <p:cNvGrpSpPr/>
              <p:nvPr/>
            </p:nvGrpSpPr>
            <p:grpSpPr>
              <a:xfrm>
                <a:off x="289711" y="1681319"/>
                <a:ext cx="11432499" cy="4546691"/>
                <a:chOff x="430038" y="1826171"/>
                <a:chExt cx="11432499" cy="4546691"/>
              </a:xfrm>
            </p:grpSpPr>
            <p:grpSp>
              <p:nvGrpSpPr>
                <p:cNvPr id="940" name="Google Shape;940;p34"/>
                <p:cNvGrpSpPr/>
                <p:nvPr/>
              </p:nvGrpSpPr>
              <p:grpSpPr>
                <a:xfrm>
                  <a:off x="3893740" y="1826171"/>
                  <a:ext cx="4684266" cy="4546691"/>
                  <a:chOff x="3753413" y="1702969"/>
                  <a:chExt cx="4684266" cy="4546691"/>
                </a:xfrm>
              </p:grpSpPr>
              <p:sp>
                <p:nvSpPr>
                  <p:cNvPr id="941" name="Google Shape;941;p34"/>
                  <p:cNvSpPr/>
                  <p:nvPr/>
                </p:nvSpPr>
                <p:spPr>
                  <a:xfrm>
                    <a:off x="4299076" y="2180521"/>
                    <a:ext cx="3596879" cy="3591873"/>
                  </a:xfrm>
                  <a:custGeom>
                    <a:rect b="b" l="l" r="r" t="t"/>
                    <a:pathLst>
                      <a:path extrusionOk="0" h="2225" w="2225">
                        <a:moveTo>
                          <a:pt x="1113" y="0"/>
                        </a:moveTo>
                        <a:cubicBezTo>
                          <a:pt x="1727" y="0"/>
                          <a:pt x="2225" y="498"/>
                          <a:pt x="2225" y="1113"/>
                        </a:cubicBezTo>
                        <a:cubicBezTo>
                          <a:pt x="2225" y="1727"/>
                          <a:pt x="1727" y="2225"/>
                          <a:pt x="1113" y="2225"/>
                        </a:cubicBezTo>
                        <a:cubicBezTo>
                          <a:pt x="498" y="2225"/>
                          <a:pt x="0" y="1727"/>
                          <a:pt x="0" y="1113"/>
                        </a:cubicBezTo>
                        <a:cubicBezTo>
                          <a:pt x="0" y="498"/>
                          <a:pt x="498" y="0"/>
                          <a:pt x="1113" y="0"/>
                        </a:cubicBezTo>
                        <a:close/>
                        <a:moveTo>
                          <a:pt x="1113" y="176"/>
                        </a:moveTo>
                        <a:cubicBezTo>
                          <a:pt x="1630" y="176"/>
                          <a:pt x="2050" y="595"/>
                          <a:pt x="2050" y="1113"/>
                        </a:cubicBezTo>
                        <a:cubicBezTo>
                          <a:pt x="2050" y="1630"/>
                          <a:pt x="1630" y="2050"/>
                          <a:pt x="1113" y="2050"/>
                        </a:cubicBezTo>
                        <a:cubicBezTo>
                          <a:pt x="595" y="2050"/>
                          <a:pt x="175" y="1630"/>
                          <a:pt x="175" y="1113"/>
                        </a:cubicBezTo>
                        <a:cubicBezTo>
                          <a:pt x="175" y="595"/>
                          <a:pt x="595" y="176"/>
                          <a:pt x="1113" y="176"/>
                        </a:cubicBezTo>
                        <a:close/>
                      </a:path>
                    </a:pathLst>
                  </a:custGeom>
                  <a:solidFill>
                    <a:srgbClr val="C5CDDD"/>
                  </a:solidFill>
                  <a:ln>
                    <a:noFill/>
                  </a:ln>
                </p:spPr>
                <p:txBody>
                  <a:bodyPr anchorCtr="0" anchor="t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chemeClr val="dk1"/>
                      </a:solidFill>
                      <a:latin typeface="Oswald"/>
                      <a:ea typeface="Oswald"/>
                      <a:cs typeface="Oswald"/>
                      <a:sym typeface="Oswald"/>
                    </a:endParaRPr>
                  </a:p>
                </p:txBody>
              </p:sp>
              <p:sp>
                <p:nvSpPr>
                  <p:cNvPr id="942" name="Google Shape;942;p34"/>
                  <p:cNvSpPr/>
                  <p:nvPr/>
                </p:nvSpPr>
                <p:spPr>
                  <a:xfrm>
                    <a:off x="6628333" y="4439741"/>
                    <a:ext cx="1809346" cy="1809345"/>
                  </a:xfrm>
                  <a:custGeom>
                    <a:rect b="b" l="l" r="r" t="t"/>
                    <a:pathLst>
                      <a:path extrusionOk="0" h="2056074" w="2056075">
                        <a:moveTo>
                          <a:pt x="227620" y="0"/>
                        </a:moveTo>
                        <a:lnTo>
                          <a:pt x="1988540" y="472747"/>
                        </a:lnTo>
                        <a:lnTo>
                          <a:pt x="2056075" y="727881"/>
                        </a:lnTo>
                        <a:lnTo>
                          <a:pt x="1390728" y="1393228"/>
                        </a:lnTo>
                        <a:lnTo>
                          <a:pt x="1389961" y="1392463"/>
                        </a:lnTo>
                        <a:lnTo>
                          <a:pt x="1390726" y="1393228"/>
                        </a:lnTo>
                        <a:lnTo>
                          <a:pt x="725379" y="2056074"/>
                        </a:lnTo>
                        <a:lnTo>
                          <a:pt x="470246" y="1988539"/>
                        </a:lnTo>
                        <a:lnTo>
                          <a:pt x="0" y="232623"/>
                        </a:lnTo>
                        <a:lnTo>
                          <a:pt x="112559" y="115061"/>
                        </a:lnTo>
                        <a:lnTo>
                          <a:pt x="113797" y="11629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t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chemeClr val="dk1"/>
                      </a:solidFill>
                      <a:latin typeface="Oswald"/>
                      <a:ea typeface="Oswald"/>
                      <a:cs typeface="Oswald"/>
                      <a:sym typeface="Oswald"/>
                    </a:endParaRPr>
                  </a:p>
                </p:txBody>
              </p:sp>
              <p:sp>
                <p:nvSpPr>
                  <p:cNvPr id="943" name="Google Shape;943;p34"/>
                  <p:cNvSpPr/>
                  <p:nvPr/>
                </p:nvSpPr>
                <p:spPr>
                  <a:xfrm>
                    <a:off x="3753413" y="1709134"/>
                    <a:ext cx="1803630" cy="1801556"/>
                  </a:xfrm>
                  <a:custGeom>
                    <a:rect b="b" l="l" r="r" t="t"/>
                    <a:pathLst>
                      <a:path extrusionOk="0" h="2047223" w="2049580">
                        <a:moveTo>
                          <a:pt x="1324202" y="0"/>
                        </a:moveTo>
                        <a:lnTo>
                          <a:pt x="1579335" y="67535"/>
                        </a:lnTo>
                        <a:lnTo>
                          <a:pt x="2049580" y="1825953"/>
                        </a:lnTo>
                        <a:lnTo>
                          <a:pt x="1946469" y="1931356"/>
                        </a:lnTo>
                        <a:lnTo>
                          <a:pt x="1949794" y="1934664"/>
                        </a:lnTo>
                        <a:lnTo>
                          <a:pt x="1834362" y="2047223"/>
                        </a:lnTo>
                        <a:lnTo>
                          <a:pt x="67754" y="1579479"/>
                        </a:lnTo>
                        <a:lnTo>
                          <a:pt x="0" y="1324345"/>
                        </a:lnTo>
                        <a:lnTo>
                          <a:pt x="659990" y="666481"/>
                        </a:lnTo>
                        <a:lnTo>
                          <a:pt x="658854" y="665347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chemeClr val="dk1"/>
                      </a:solidFill>
                      <a:latin typeface="Oswald"/>
                      <a:ea typeface="Oswald"/>
                      <a:cs typeface="Oswald"/>
                      <a:sym typeface="Oswald"/>
                    </a:endParaRPr>
                  </a:p>
                </p:txBody>
              </p:sp>
              <p:sp>
                <p:nvSpPr>
                  <p:cNvPr id="944" name="Google Shape;944;p34"/>
                  <p:cNvSpPr/>
                  <p:nvPr/>
                </p:nvSpPr>
                <p:spPr>
                  <a:xfrm>
                    <a:off x="3765344" y="4448697"/>
                    <a:ext cx="1801378" cy="1800963"/>
                  </a:xfrm>
                  <a:custGeom>
                    <a:rect b="b" l="l" r="r" t="t"/>
                    <a:pathLst>
                      <a:path extrusionOk="0" h="2046549" w="2047020">
                        <a:moveTo>
                          <a:pt x="1828455" y="0"/>
                        </a:moveTo>
                        <a:lnTo>
                          <a:pt x="1933089" y="106909"/>
                        </a:lnTo>
                        <a:lnTo>
                          <a:pt x="1934461" y="105536"/>
                        </a:lnTo>
                        <a:lnTo>
                          <a:pt x="2047020" y="223098"/>
                        </a:lnTo>
                        <a:lnTo>
                          <a:pt x="1576775" y="1979014"/>
                        </a:lnTo>
                        <a:lnTo>
                          <a:pt x="1321642" y="2046549"/>
                        </a:lnTo>
                        <a:lnTo>
                          <a:pt x="665601" y="1392975"/>
                        </a:lnTo>
                        <a:lnTo>
                          <a:pt x="665348" y="1393228"/>
                        </a:lnTo>
                        <a:lnTo>
                          <a:pt x="0" y="727881"/>
                        </a:lnTo>
                        <a:lnTo>
                          <a:pt x="67535" y="4727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t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chemeClr val="dk1"/>
                      </a:solidFill>
                      <a:latin typeface="Oswald"/>
                      <a:ea typeface="Oswald"/>
                      <a:cs typeface="Oswald"/>
                      <a:sym typeface="Oswald"/>
                    </a:endParaRPr>
                  </a:p>
                </p:txBody>
              </p:sp>
              <p:sp>
                <p:nvSpPr>
                  <p:cNvPr id="945" name="Google Shape;945;p34"/>
                  <p:cNvSpPr/>
                  <p:nvPr/>
                </p:nvSpPr>
                <p:spPr>
                  <a:xfrm>
                    <a:off x="6628152" y="1702969"/>
                    <a:ext cx="1806680" cy="1804287"/>
                  </a:xfrm>
                  <a:custGeom>
                    <a:rect b="b" l="l" r="r" t="t"/>
                    <a:pathLst>
                      <a:path extrusionOk="0" h="2050326" w="2053045">
                        <a:moveTo>
                          <a:pt x="725379" y="0"/>
                        </a:moveTo>
                        <a:lnTo>
                          <a:pt x="1387588" y="662209"/>
                        </a:lnTo>
                        <a:lnTo>
                          <a:pt x="1387698" y="662100"/>
                        </a:lnTo>
                        <a:lnTo>
                          <a:pt x="2053045" y="1327448"/>
                        </a:lnTo>
                        <a:lnTo>
                          <a:pt x="1985510" y="1582582"/>
                        </a:lnTo>
                        <a:lnTo>
                          <a:pt x="224590" y="2050326"/>
                        </a:lnTo>
                        <a:lnTo>
                          <a:pt x="112702" y="1940870"/>
                        </a:lnTo>
                        <a:lnTo>
                          <a:pt x="112559" y="1941013"/>
                        </a:lnTo>
                        <a:lnTo>
                          <a:pt x="0" y="1825953"/>
                        </a:lnTo>
                        <a:lnTo>
                          <a:pt x="470246" y="67535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chemeClr val="dk1"/>
                      </a:solidFill>
                      <a:latin typeface="Oswald"/>
                      <a:ea typeface="Oswald"/>
                      <a:cs typeface="Oswald"/>
                      <a:sym typeface="Oswald"/>
                    </a:endParaRPr>
                  </a:p>
                </p:txBody>
              </p:sp>
              <p:sp>
                <p:nvSpPr>
                  <p:cNvPr id="946" name="Google Shape;946;p34"/>
                  <p:cNvSpPr/>
                  <p:nvPr/>
                </p:nvSpPr>
                <p:spPr>
                  <a:xfrm>
                    <a:off x="4913463" y="2796587"/>
                    <a:ext cx="2368200" cy="2362200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400">
                      <a:solidFill>
                        <a:schemeClr val="dk1"/>
                      </a:solidFill>
                      <a:latin typeface="Oswald"/>
                      <a:ea typeface="Oswald"/>
                      <a:cs typeface="Oswald"/>
                      <a:sym typeface="Oswald"/>
                    </a:endParaRPr>
                  </a:p>
                </p:txBody>
              </p:sp>
            </p:grpSp>
            <p:grpSp>
              <p:nvGrpSpPr>
                <p:cNvPr id="947" name="Google Shape;947;p34"/>
                <p:cNvGrpSpPr/>
                <p:nvPr/>
              </p:nvGrpSpPr>
              <p:grpSpPr>
                <a:xfrm>
                  <a:off x="8916237" y="2393981"/>
                  <a:ext cx="2946300" cy="3420030"/>
                  <a:chOff x="8916237" y="2393981"/>
                  <a:chExt cx="2946300" cy="3420030"/>
                </a:xfrm>
              </p:grpSpPr>
              <p:sp>
                <p:nvSpPr>
                  <p:cNvPr id="948" name="Google Shape;948;p34"/>
                  <p:cNvSpPr txBox="1"/>
                  <p:nvPr/>
                </p:nvSpPr>
                <p:spPr>
                  <a:xfrm>
                    <a:off x="8916237" y="5020511"/>
                    <a:ext cx="2946300" cy="79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34275" lIns="68575" spcFirstLastPara="1" rIns="68575" wrap="square" tIns="34275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0" lang="en-US" sz="1200">
                        <a:solidFill>
                          <a:srgbClr val="2626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List of Actions </a:t>
                    </a:r>
                    <a:endParaRPr sz="1100"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rgbClr val="262626"/>
                      </a:buClr>
                      <a:buSzPts val="900"/>
                      <a:buFont typeface="Quattrocento Sans"/>
                      <a:buNone/>
                    </a:pPr>
                    <a:r>
                      <a:rPr b="0" i="0" lang="en-US" sz="900">
                        <a:solidFill>
                          <a:srgbClr val="2626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Enumerating tasks or steps to be taken to accomplish a goal.</a:t>
                    </a:r>
                    <a:endParaRPr b="0" i="0" sz="900" u="none" cap="none" strike="noStrike">
                      <a:solidFill>
                        <a:srgbClr val="2626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949" name="Google Shape;949;p34"/>
                  <p:cNvSpPr txBox="1"/>
                  <p:nvPr/>
                </p:nvSpPr>
                <p:spPr>
                  <a:xfrm>
                    <a:off x="8916237" y="2393981"/>
                    <a:ext cx="2946300" cy="79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34275" lIns="68575" spcFirstLastPara="1" rIns="68575" wrap="square" tIns="34275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0" lang="en-US" sz="1200">
                        <a:solidFill>
                          <a:srgbClr val="2626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Make Schedule </a:t>
                    </a:r>
                    <a:endParaRPr sz="1100"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rgbClr val="262626"/>
                      </a:buClr>
                      <a:buSzPts val="900"/>
                      <a:buFont typeface="Quattrocento Sans"/>
                      <a:buNone/>
                    </a:pPr>
                    <a:r>
                      <a:rPr b="0" i="0" lang="en-US" sz="900">
                        <a:solidFill>
                          <a:srgbClr val="2626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Creating a timeline or timetable to organize and allocate tasks efficiently.</a:t>
                    </a:r>
                    <a:endParaRPr b="0" i="0" sz="900" u="none" cap="none" strike="noStrike">
                      <a:solidFill>
                        <a:srgbClr val="2626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  <p:grpSp>
              <p:nvGrpSpPr>
                <p:cNvPr id="950" name="Google Shape;950;p34"/>
                <p:cNvGrpSpPr/>
                <p:nvPr/>
              </p:nvGrpSpPr>
              <p:grpSpPr>
                <a:xfrm>
                  <a:off x="430038" y="2393981"/>
                  <a:ext cx="3126352" cy="3420030"/>
                  <a:chOff x="149383" y="2393981"/>
                  <a:chExt cx="3126352" cy="3420030"/>
                </a:xfrm>
              </p:grpSpPr>
              <p:sp>
                <p:nvSpPr>
                  <p:cNvPr id="951" name="Google Shape;951;p34"/>
                  <p:cNvSpPr txBox="1"/>
                  <p:nvPr/>
                </p:nvSpPr>
                <p:spPr>
                  <a:xfrm>
                    <a:off x="329435" y="5020511"/>
                    <a:ext cx="2946300" cy="79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34275" lIns="68575" spcFirstLastPara="1" rIns="68575" wrap="square" tIns="34275">
                    <a:spAutoFit/>
                  </a:bodyPr>
                  <a:lstStyle/>
                  <a:p>
                    <a:pPr indent="0" lvl="0" marL="0" marR="0" rtl="0" algn="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0" lang="en-US" sz="1200">
                        <a:solidFill>
                          <a:srgbClr val="2626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Set Targets </a:t>
                    </a:r>
                    <a:endParaRPr sz="1100"/>
                  </a:p>
                  <a:p>
                    <a:pPr indent="0" lvl="0" marL="0" marR="0" rtl="0" algn="r">
                      <a:lnSpc>
                        <a:spcPct val="10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rgbClr val="262626"/>
                      </a:buClr>
                      <a:buSzPts val="900"/>
                      <a:buFont typeface="Quattrocento Sans"/>
                      <a:buNone/>
                    </a:pPr>
                    <a:r>
                      <a:rPr b="0" i="0" lang="en-US" sz="900">
                        <a:solidFill>
                          <a:srgbClr val="2626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Establishing specific objectives or goals to be achieved within a timeframe.</a:t>
                    </a:r>
                    <a:endParaRPr b="0" i="0" sz="900" u="none" cap="none" strike="noStrike">
                      <a:solidFill>
                        <a:srgbClr val="2626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952" name="Google Shape;952;p34"/>
                  <p:cNvSpPr txBox="1"/>
                  <p:nvPr/>
                </p:nvSpPr>
                <p:spPr>
                  <a:xfrm>
                    <a:off x="149383" y="2393981"/>
                    <a:ext cx="3126300" cy="79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34275" lIns="68575" spcFirstLastPara="1" rIns="68575" wrap="square" tIns="34275">
                    <a:spAutoFit/>
                  </a:bodyPr>
                  <a:lstStyle/>
                  <a:p>
                    <a:pPr indent="0" lvl="0" marL="0" marR="0" rtl="0" algn="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0" lang="en-US" sz="1200">
                        <a:solidFill>
                          <a:srgbClr val="2626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Evaluate Performance</a:t>
                    </a:r>
                    <a:endParaRPr sz="1100"/>
                  </a:p>
                  <a:p>
                    <a:pPr indent="0" lvl="0" marL="0" marR="0" rtl="0" algn="r">
                      <a:lnSpc>
                        <a:spcPct val="10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rgbClr val="262626"/>
                      </a:buClr>
                      <a:buSzPts val="900"/>
                      <a:buFont typeface="Quattrocento Sans"/>
                      <a:buNone/>
                    </a:pPr>
                    <a:r>
                      <a:rPr b="0" i="0" lang="en-US" sz="900" u="none" cap="none" strike="noStrike">
                        <a:solidFill>
                          <a:srgbClr val="2626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Assessing and analyzing the effectiveness and quality of work or outcomes.</a:t>
                    </a:r>
                    <a:endParaRPr sz="1100"/>
                  </a:p>
                </p:txBody>
              </p:sp>
            </p:grpSp>
          </p:grpSp>
          <p:pic>
            <p:nvPicPr>
              <p:cNvPr descr="Daily Schedule icon PNG and SVG Free Download" id="953" name="Google Shape;953;p3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156932" y="2371900"/>
                <a:ext cx="563402" cy="5523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lipboard, to do tasks, list, actions Icon in Stop virus outline" id="954" name="Google Shape;954;p3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125301" y="4943408"/>
                <a:ext cx="598284" cy="5982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Target - Free marketing icons" id="955" name="Google Shape;955;p3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477186" y="4950400"/>
                <a:ext cx="635348" cy="63534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Report - Free business and finance icons" id="956" name="Google Shape;956;p3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4424694" y="2352323"/>
                <a:ext cx="635348" cy="6353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57" name="Google Shape;957;p34"/>
            <p:cNvSpPr txBox="1"/>
            <p:nvPr/>
          </p:nvSpPr>
          <p:spPr>
            <a:xfrm>
              <a:off x="5277047" y="3632895"/>
              <a:ext cx="1641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626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Business Plan Outline</a:t>
              </a:r>
              <a:endParaRPr b="1" sz="14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35"/>
          <p:cNvSpPr txBox="1"/>
          <p:nvPr/>
        </p:nvSpPr>
        <p:spPr>
          <a:xfrm>
            <a:off x="0" y="363968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Template Ideas</a:t>
            </a:r>
            <a:endParaRPr sz="1100"/>
          </a:p>
        </p:txBody>
      </p:sp>
      <p:sp>
        <p:nvSpPr>
          <p:cNvPr id="963" name="Google Shape;963;p35"/>
          <p:cNvSpPr txBox="1"/>
          <p:nvPr/>
        </p:nvSpPr>
        <p:spPr>
          <a:xfrm>
            <a:off x="0" y="900014"/>
            <a:ext cx="914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Decisions</a:t>
            </a:r>
            <a:endParaRPr sz="1100"/>
          </a:p>
        </p:txBody>
      </p:sp>
      <p:grpSp>
        <p:nvGrpSpPr>
          <p:cNvPr id="964" name="Google Shape;964;p35"/>
          <p:cNvGrpSpPr/>
          <p:nvPr/>
        </p:nvGrpSpPr>
        <p:grpSpPr>
          <a:xfrm>
            <a:off x="1527442" y="1298015"/>
            <a:ext cx="6089116" cy="3481517"/>
            <a:chOff x="2033755" y="1679753"/>
            <a:chExt cx="8118821" cy="4642023"/>
          </a:xfrm>
        </p:grpSpPr>
        <p:grpSp>
          <p:nvGrpSpPr>
            <p:cNvPr id="965" name="Google Shape;965;p35"/>
            <p:cNvGrpSpPr/>
            <p:nvPr/>
          </p:nvGrpSpPr>
          <p:grpSpPr>
            <a:xfrm>
              <a:off x="2033755" y="1679753"/>
              <a:ext cx="8118821" cy="4642023"/>
              <a:chOff x="2033755" y="1679753"/>
              <a:chExt cx="8118821" cy="4642023"/>
            </a:xfrm>
          </p:grpSpPr>
          <p:sp>
            <p:nvSpPr>
              <p:cNvPr id="966" name="Google Shape;966;p35"/>
              <p:cNvSpPr/>
              <p:nvPr/>
            </p:nvSpPr>
            <p:spPr>
              <a:xfrm>
                <a:off x="3618505" y="2163117"/>
                <a:ext cx="2162555" cy="629640"/>
              </a:xfrm>
              <a:custGeom>
                <a:rect b="b" l="l" r="r" t="t"/>
                <a:pathLst>
                  <a:path extrusionOk="0" h="629640" w="2162555">
                    <a:moveTo>
                      <a:pt x="2148096" y="78897"/>
                    </a:moveTo>
                    <a:cubicBezTo>
                      <a:pt x="2160696" y="54629"/>
                      <a:pt x="2165173" y="26954"/>
                      <a:pt x="2160849" y="-47"/>
                    </a:cubicBezTo>
                    <a:lnTo>
                      <a:pt x="302027" y="-47"/>
                    </a:lnTo>
                    <a:cubicBezTo>
                      <a:pt x="306350" y="26954"/>
                      <a:pt x="301874" y="54629"/>
                      <a:pt x="289273" y="78897"/>
                    </a:cubicBezTo>
                    <a:lnTo>
                      <a:pt x="27061" y="593755"/>
                    </a:lnTo>
                    <a:cubicBezTo>
                      <a:pt x="20149" y="607185"/>
                      <a:pt x="10954" y="619313"/>
                      <a:pt x="-103" y="629593"/>
                    </a:cubicBezTo>
                    <a:lnTo>
                      <a:pt x="1858719" y="629593"/>
                    </a:lnTo>
                    <a:cubicBezTo>
                      <a:pt x="1869776" y="619339"/>
                      <a:pt x="1878933" y="607210"/>
                      <a:pt x="1885756" y="593755"/>
                    </a:cubicBez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p35"/>
              <p:cNvSpPr/>
              <p:nvPr/>
            </p:nvSpPr>
            <p:spPr>
              <a:xfrm>
                <a:off x="2034521" y="1679753"/>
                <a:ext cx="1854362" cy="1845181"/>
              </a:xfrm>
              <a:custGeom>
                <a:rect b="b" l="l" r="r" t="t"/>
                <a:pathLst>
                  <a:path extrusionOk="0" h="1845181" w="1854362">
                    <a:moveTo>
                      <a:pt x="1826708" y="436639"/>
                    </a:moveTo>
                    <a:lnTo>
                      <a:pt x="1418596" y="28527"/>
                    </a:lnTo>
                    <a:cubicBezTo>
                      <a:pt x="1389377" y="-1309"/>
                      <a:pt x="1344115" y="-8603"/>
                      <a:pt x="1307003" y="10544"/>
                    </a:cubicBezTo>
                    <a:lnTo>
                      <a:pt x="792654" y="272884"/>
                    </a:lnTo>
                    <a:cubicBezTo>
                      <a:pt x="755784" y="291578"/>
                      <a:pt x="735174" y="331914"/>
                      <a:pt x="741640" y="372744"/>
                    </a:cubicBezTo>
                    <a:lnTo>
                      <a:pt x="802984" y="759429"/>
                    </a:lnTo>
                    <a:lnTo>
                      <a:pt x="687055" y="875359"/>
                    </a:lnTo>
                    <a:lnTo>
                      <a:pt x="726846" y="915150"/>
                    </a:lnTo>
                    <a:lnTo>
                      <a:pt x="-103" y="1642099"/>
                    </a:lnTo>
                    <a:lnTo>
                      <a:pt x="10227" y="1845135"/>
                    </a:lnTo>
                    <a:lnTo>
                      <a:pt x="198213" y="1832381"/>
                    </a:lnTo>
                    <a:lnTo>
                      <a:pt x="215176" y="1791187"/>
                    </a:lnTo>
                    <a:lnTo>
                      <a:pt x="275372" y="1792718"/>
                    </a:lnTo>
                    <a:lnTo>
                      <a:pt x="358780" y="1709437"/>
                    </a:lnTo>
                    <a:lnTo>
                      <a:pt x="342583" y="1648986"/>
                    </a:lnTo>
                    <a:lnTo>
                      <a:pt x="356994" y="1634574"/>
                    </a:lnTo>
                    <a:lnTo>
                      <a:pt x="417446" y="1650771"/>
                    </a:lnTo>
                    <a:lnTo>
                      <a:pt x="475730" y="1592488"/>
                    </a:lnTo>
                    <a:lnTo>
                      <a:pt x="474454" y="1544662"/>
                    </a:lnTo>
                    <a:lnTo>
                      <a:pt x="486570" y="1532546"/>
                    </a:lnTo>
                    <a:lnTo>
                      <a:pt x="534396" y="1533822"/>
                    </a:lnTo>
                    <a:lnTo>
                      <a:pt x="592679" y="1475538"/>
                    </a:lnTo>
                    <a:lnTo>
                      <a:pt x="576482" y="1415087"/>
                    </a:lnTo>
                    <a:lnTo>
                      <a:pt x="590894" y="1400548"/>
                    </a:lnTo>
                    <a:lnTo>
                      <a:pt x="651345" y="1416745"/>
                    </a:lnTo>
                    <a:lnTo>
                      <a:pt x="709629" y="1358461"/>
                    </a:lnTo>
                    <a:lnTo>
                      <a:pt x="708353" y="1310636"/>
                    </a:lnTo>
                    <a:lnTo>
                      <a:pt x="720469" y="1298520"/>
                    </a:lnTo>
                    <a:lnTo>
                      <a:pt x="768295" y="1299795"/>
                    </a:lnTo>
                    <a:lnTo>
                      <a:pt x="826578" y="1241512"/>
                    </a:lnTo>
                    <a:lnTo>
                      <a:pt x="809616" y="1181443"/>
                    </a:lnTo>
                    <a:lnTo>
                      <a:pt x="824155" y="1167031"/>
                    </a:lnTo>
                    <a:lnTo>
                      <a:pt x="884607" y="1183228"/>
                    </a:lnTo>
                    <a:lnTo>
                      <a:pt x="885372" y="1182463"/>
                    </a:lnTo>
                    <a:lnTo>
                      <a:pt x="887540" y="1180295"/>
                    </a:lnTo>
                    <a:lnTo>
                      <a:pt x="939829" y="1127878"/>
                    </a:lnTo>
                    <a:lnTo>
                      <a:pt x="939829" y="1127878"/>
                    </a:lnTo>
                    <a:lnTo>
                      <a:pt x="1026936" y="1040772"/>
                    </a:lnTo>
                    <a:lnTo>
                      <a:pt x="1481725" y="1112829"/>
                    </a:lnTo>
                    <a:cubicBezTo>
                      <a:pt x="1522511" y="1119231"/>
                      <a:pt x="1562774" y="1098634"/>
                      <a:pt x="1581458" y="1061815"/>
                    </a:cubicBezTo>
                    <a:lnTo>
                      <a:pt x="1843797" y="546956"/>
                    </a:lnTo>
                    <a:cubicBezTo>
                      <a:pt x="1862545" y="510355"/>
                      <a:pt x="1855645" y="465854"/>
                      <a:pt x="1826708" y="436639"/>
                    </a:cubicBezTo>
                    <a:close/>
                    <a:moveTo>
                      <a:pt x="1555696" y="478853"/>
                    </a:moveTo>
                    <a:cubicBezTo>
                      <a:pt x="1506391" y="528461"/>
                      <a:pt x="1426209" y="528707"/>
                      <a:pt x="1376598" y="479402"/>
                    </a:cubicBezTo>
                    <a:cubicBezTo>
                      <a:pt x="1326987" y="430097"/>
                      <a:pt x="1326745" y="349912"/>
                      <a:pt x="1376050" y="300304"/>
                    </a:cubicBezTo>
                    <a:cubicBezTo>
                      <a:pt x="1425355" y="250695"/>
                      <a:pt x="1505536" y="250449"/>
                      <a:pt x="1555147" y="299754"/>
                    </a:cubicBezTo>
                    <a:cubicBezTo>
                      <a:pt x="1555326" y="299936"/>
                      <a:pt x="1555517" y="300120"/>
                      <a:pt x="1555696" y="300304"/>
                    </a:cubicBezTo>
                    <a:cubicBezTo>
                      <a:pt x="1604784" y="349697"/>
                      <a:pt x="1604784" y="429460"/>
                      <a:pt x="1555696" y="4788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35"/>
              <p:cNvSpPr/>
              <p:nvPr/>
            </p:nvSpPr>
            <p:spPr>
              <a:xfrm>
                <a:off x="7990021" y="2163117"/>
                <a:ext cx="2162555" cy="629640"/>
              </a:xfrm>
              <a:custGeom>
                <a:rect b="b" l="l" r="r" t="t"/>
                <a:pathLst>
                  <a:path extrusionOk="0" h="629640" w="2162555">
                    <a:moveTo>
                      <a:pt x="2148096" y="78897"/>
                    </a:moveTo>
                    <a:cubicBezTo>
                      <a:pt x="2160697" y="54629"/>
                      <a:pt x="2165173" y="26954"/>
                      <a:pt x="2160849" y="-47"/>
                    </a:cubicBezTo>
                    <a:lnTo>
                      <a:pt x="302027" y="-47"/>
                    </a:lnTo>
                    <a:cubicBezTo>
                      <a:pt x="306350" y="26954"/>
                      <a:pt x="301874" y="54629"/>
                      <a:pt x="289273" y="78897"/>
                    </a:cubicBezTo>
                    <a:lnTo>
                      <a:pt x="27062" y="593755"/>
                    </a:lnTo>
                    <a:cubicBezTo>
                      <a:pt x="20149" y="607185"/>
                      <a:pt x="10954" y="619313"/>
                      <a:pt x="-103" y="629593"/>
                    </a:cubicBezTo>
                    <a:lnTo>
                      <a:pt x="1858719" y="629593"/>
                    </a:lnTo>
                    <a:cubicBezTo>
                      <a:pt x="1869776" y="619339"/>
                      <a:pt x="1878933" y="607210"/>
                      <a:pt x="1885756" y="593755"/>
                    </a:cubicBez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35"/>
              <p:cNvSpPr/>
              <p:nvPr/>
            </p:nvSpPr>
            <p:spPr>
              <a:xfrm>
                <a:off x="6406037" y="1680355"/>
                <a:ext cx="1854739" cy="1844580"/>
              </a:xfrm>
              <a:custGeom>
                <a:rect b="b" l="l" r="r" t="t"/>
                <a:pathLst>
                  <a:path extrusionOk="0" h="1844580" w="1854739">
                    <a:moveTo>
                      <a:pt x="1826708" y="436037"/>
                    </a:moveTo>
                    <a:lnTo>
                      <a:pt x="1418596" y="27925"/>
                    </a:lnTo>
                    <a:cubicBezTo>
                      <a:pt x="1389454" y="-1303"/>
                      <a:pt x="1344791" y="-8412"/>
                      <a:pt x="1308023" y="10325"/>
                    </a:cubicBezTo>
                    <a:lnTo>
                      <a:pt x="792654" y="272282"/>
                    </a:lnTo>
                    <a:cubicBezTo>
                      <a:pt x="755784" y="290976"/>
                      <a:pt x="735174" y="331313"/>
                      <a:pt x="741640" y="372142"/>
                    </a:cubicBezTo>
                    <a:lnTo>
                      <a:pt x="802984" y="758828"/>
                    </a:lnTo>
                    <a:lnTo>
                      <a:pt x="687055" y="874757"/>
                    </a:lnTo>
                    <a:lnTo>
                      <a:pt x="726846" y="914548"/>
                    </a:lnTo>
                    <a:lnTo>
                      <a:pt x="-103" y="1641497"/>
                    </a:lnTo>
                    <a:lnTo>
                      <a:pt x="10227" y="1844533"/>
                    </a:lnTo>
                    <a:lnTo>
                      <a:pt x="198213" y="1831779"/>
                    </a:lnTo>
                    <a:lnTo>
                      <a:pt x="215176" y="1790586"/>
                    </a:lnTo>
                    <a:lnTo>
                      <a:pt x="275372" y="1792116"/>
                    </a:lnTo>
                    <a:lnTo>
                      <a:pt x="358780" y="1708836"/>
                    </a:lnTo>
                    <a:lnTo>
                      <a:pt x="342583" y="1648384"/>
                    </a:lnTo>
                    <a:lnTo>
                      <a:pt x="356994" y="1633973"/>
                    </a:lnTo>
                    <a:lnTo>
                      <a:pt x="417446" y="1650170"/>
                    </a:lnTo>
                    <a:lnTo>
                      <a:pt x="475730" y="1591886"/>
                    </a:lnTo>
                    <a:lnTo>
                      <a:pt x="474454" y="1544061"/>
                    </a:lnTo>
                    <a:lnTo>
                      <a:pt x="486570" y="1531945"/>
                    </a:lnTo>
                    <a:lnTo>
                      <a:pt x="534396" y="1533220"/>
                    </a:lnTo>
                    <a:lnTo>
                      <a:pt x="592679" y="1474937"/>
                    </a:lnTo>
                    <a:lnTo>
                      <a:pt x="576482" y="1414485"/>
                    </a:lnTo>
                    <a:lnTo>
                      <a:pt x="590894" y="1399946"/>
                    </a:lnTo>
                    <a:lnTo>
                      <a:pt x="651345" y="1416143"/>
                    </a:lnTo>
                    <a:lnTo>
                      <a:pt x="709629" y="1357860"/>
                    </a:lnTo>
                    <a:lnTo>
                      <a:pt x="708353" y="1310034"/>
                    </a:lnTo>
                    <a:lnTo>
                      <a:pt x="720469" y="1297918"/>
                    </a:lnTo>
                    <a:lnTo>
                      <a:pt x="768295" y="1299193"/>
                    </a:lnTo>
                    <a:lnTo>
                      <a:pt x="826578" y="1240910"/>
                    </a:lnTo>
                    <a:lnTo>
                      <a:pt x="810381" y="1180458"/>
                    </a:lnTo>
                    <a:lnTo>
                      <a:pt x="824920" y="1166047"/>
                    </a:lnTo>
                    <a:lnTo>
                      <a:pt x="885372" y="1182244"/>
                    </a:lnTo>
                    <a:lnTo>
                      <a:pt x="886137" y="1181479"/>
                    </a:lnTo>
                    <a:lnTo>
                      <a:pt x="888305" y="1179311"/>
                    </a:lnTo>
                    <a:lnTo>
                      <a:pt x="940594" y="1126894"/>
                    </a:lnTo>
                    <a:lnTo>
                      <a:pt x="940594" y="1126894"/>
                    </a:lnTo>
                    <a:lnTo>
                      <a:pt x="1027701" y="1039787"/>
                    </a:lnTo>
                    <a:lnTo>
                      <a:pt x="1482491" y="1111845"/>
                    </a:lnTo>
                    <a:cubicBezTo>
                      <a:pt x="1523264" y="1118158"/>
                      <a:pt x="1563488" y="1097586"/>
                      <a:pt x="1582223" y="1060831"/>
                    </a:cubicBezTo>
                    <a:lnTo>
                      <a:pt x="1844562" y="545972"/>
                    </a:lnTo>
                    <a:cubicBezTo>
                      <a:pt x="1862927" y="509308"/>
                      <a:pt x="1855722" y="465005"/>
                      <a:pt x="1826708" y="436037"/>
                    </a:cubicBezTo>
                    <a:close/>
                    <a:moveTo>
                      <a:pt x="1555696" y="478251"/>
                    </a:moveTo>
                    <a:cubicBezTo>
                      <a:pt x="1506391" y="527860"/>
                      <a:pt x="1426210" y="528106"/>
                      <a:pt x="1376598" y="478801"/>
                    </a:cubicBezTo>
                    <a:cubicBezTo>
                      <a:pt x="1326987" y="429496"/>
                      <a:pt x="1326745" y="349311"/>
                      <a:pt x="1376050" y="299702"/>
                    </a:cubicBezTo>
                    <a:cubicBezTo>
                      <a:pt x="1425355" y="250093"/>
                      <a:pt x="1505536" y="249847"/>
                      <a:pt x="1555147" y="299152"/>
                    </a:cubicBezTo>
                    <a:cubicBezTo>
                      <a:pt x="1555326" y="299335"/>
                      <a:pt x="1555517" y="299518"/>
                      <a:pt x="1555696" y="299702"/>
                    </a:cubicBezTo>
                    <a:cubicBezTo>
                      <a:pt x="1604784" y="349095"/>
                      <a:pt x="1604784" y="428858"/>
                      <a:pt x="1555696" y="4782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35"/>
              <p:cNvSpPr/>
              <p:nvPr/>
            </p:nvSpPr>
            <p:spPr>
              <a:xfrm>
                <a:off x="3618505" y="3561665"/>
                <a:ext cx="2162555" cy="629640"/>
              </a:xfrm>
              <a:custGeom>
                <a:rect b="b" l="l" r="r" t="t"/>
                <a:pathLst>
                  <a:path extrusionOk="0" h="629640" w="2162555">
                    <a:moveTo>
                      <a:pt x="2148096" y="78897"/>
                    </a:moveTo>
                    <a:cubicBezTo>
                      <a:pt x="2160696" y="54627"/>
                      <a:pt x="2165173" y="26952"/>
                      <a:pt x="2160849" y="-47"/>
                    </a:cubicBezTo>
                    <a:lnTo>
                      <a:pt x="302027" y="-47"/>
                    </a:lnTo>
                    <a:cubicBezTo>
                      <a:pt x="306350" y="26952"/>
                      <a:pt x="301874" y="54627"/>
                      <a:pt x="289273" y="78897"/>
                    </a:cubicBezTo>
                    <a:lnTo>
                      <a:pt x="27061" y="593628"/>
                    </a:lnTo>
                    <a:cubicBezTo>
                      <a:pt x="20187" y="607121"/>
                      <a:pt x="10992" y="619288"/>
                      <a:pt x="-103" y="629593"/>
                    </a:cubicBezTo>
                    <a:lnTo>
                      <a:pt x="1858719" y="629593"/>
                    </a:lnTo>
                    <a:cubicBezTo>
                      <a:pt x="1869814" y="619313"/>
                      <a:pt x="1878971" y="607134"/>
                      <a:pt x="1885756" y="593628"/>
                    </a:cubicBez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" name="Google Shape;971;p35"/>
              <p:cNvSpPr/>
              <p:nvPr/>
            </p:nvSpPr>
            <p:spPr>
              <a:xfrm>
                <a:off x="2034776" y="3079017"/>
                <a:ext cx="1854357" cy="1844339"/>
              </a:xfrm>
              <a:custGeom>
                <a:rect b="b" l="l" r="r" t="t"/>
                <a:pathLst>
                  <a:path extrusionOk="0" h="1844339" w="1854357">
                    <a:moveTo>
                      <a:pt x="1826453" y="435923"/>
                    </a:moveTo>
                    <a:lnTo>
                      <a:pt x="1418341" y="27812"/>
                    </a:lnTo>
                    <a:cubicBezTo>
                      <a:pt x="1389148" y="-1343"/>
                      <a:pt x="1344523" y="-8383"/>
                      <a:pt x="1307768" y="10339"/>
                    </a:cubicBezTo>
                    <a:lnTo>
                      <a:pt x="792909" y="272679"/>
                    </a:lnTo>
                    <a:cubicBezTo>
                      <a:pt x="756064" y="291324"/>
                      <a:pt x="735455" y="331613"/>
                      <a:pt x="741895" y="372411"/>
                    </a:cubicBezTo>
                    <a:lnTo>
                      <a:pt x="802984" y="758714"/>
                    </a:lnTo>
                    <a:lnTo>
                      <a:pt x="687055" y="874644"/>
                    </a:lnTo>
                    <a:lnTo>
                      <a:pt x="726846" y="914434"/>
                    </a:lnTo>
                    <a:lnTo>
                      <a:pt x="-103" y="1641384"/>
                    </a:lnTo>
                    <a:lnTo>
                      <a:pt x="10227" y="1844292"/>
                    </a:lnTo>
                    <a:lnTo>
                      <a:pt x="198213" y="1831538"/>
                    </a:lnTo>
                    <a:lnTo>
                      <a:pt x="215176" y="1790472"/>
                    </a:lnTo>
                    <a:lnTo>
                      <a:pt x="275372" y="1792002"/>
                    </a:lnTo>
                    <a:lnTo>
                      <a:pt x="358780" y="1708722"/>
                    </a:lnTo>
                    <a:lnTo>
                      <a:pt x="342583" y="1648271"/>
                    </a:lnTo>
                    <a:lnTo>
                      <a:pt x="356994" y="1633859"/>
                    </a:lnTo>
                    <a:lnTo>
                      <a:pt x="417446" y="1650056"/>
                    </a:lnTo>
                    <a:lnTo>
                      <a:pt x="475730" y="1591773"/>
                    </a:lnTo>
                    <a:lnTo>
                      <a:pt x="474454" y="1543819"/>
                    </a:lnTo>
                    <a:lnTo>
                      <a:pt x="486570" y="1531831"/>
                    </a:lnTo>
                    <a:lnTo>
                      <a:pt x="534396" y="1532979"/>
                    </a:lnTo>
                    <a:lnTo>
                      <a:pt x="592679" y="1474695"/>
                    </a:lnTo>
                    <a:lnTo>
                      <a:pt x="576482" y="1414244"/>
                    </a:lnTo>
                    <a:lnTo>
                      <a:pt x="590894" y="1399832"/>
                    </a:lnTo>
                    <a:lnTo>
                      <a:pt x="651345" y="1416030"/>
                    </a:lnTo>
                    <a:lnTo>
                      <a:pt x="709629" y="1357746"/>
                    </a:lnTo>
                    <a:lnTo>
                      <a:pt x="708353" y="1309920"/>
                    </a:lnTo>
                    <a:lnTo>
                      <a:pt x="720469" y="1297167"/>
                    </a:lnTo>
                    <a:lnTo>
                      <a:pt x="768295" y="1298442"/>
                    </a:lnTo>
                    <a:lnTo>
                      <a:pt x="826578" y="1240159"/>
                    </a:lnTo>
                    <a:lnTo>
                      <a:pt x="809361" y="1180727"/>
                    </a:lnTo>
                    <a:lnTo>
                      <a:pt x="823900" y="1166316"/>
                    </a:lnTo>
                    <a:lnTo>
                      <a:pt x="884352" y="1182513"/>
                    </a:lnTo>
                    <a:lnTo>
                      <a:pt x="885117" y="1181620"/>
                    </a:lnTo>
                    <a:lnTo>
                      <a:pt x="887285" y="1179580"/>
                    </a:lnTo>
                    <a:lnTo>
                      <a:pt x="939574" y="1127163"/>
                    </a:lnTo>
                    <a:lnTo>
                      <a:pt x="939574" y="1127163"/>
                    </a:lnTo>
                    <a:lnTo>
                      <a:pt x="1026681" y="1040056"/>
                    </a:lnTo>
                    <a:lnTo>
                      <a:pt x="1481470" y="1111986"/>
                    </a:lnTo>
                    <a:cubicBezTo>
                      <a:pt x="1522269" y="1118465"/>
                      <a:pt x="1562583" y="1097855"/>
                      <a:pt x="1581203" y="1060972"/>
                    </a:cubicBezTo>
                    <a:lnTo>
                      <a:pt x="1843925" y="546241"/>
                    </a:lnTo>
                    <a:cubicBezTo>
                      <a:pt x="1862570" y="509562"/>
                      <a:pt x="1855518" y="465052"/>
                      <a:pt x="1826453" y="435923"/>
                    </a:cubicBezTo>
                    <a:close/>
                    <a:moveTo>
                      <a:pt x="1555441" y="477627"/>
                    </a:moveTo>
                    <a:cubicBezTo>
                      <a:pt x="1505957" y="527060"/>
                      <a:pt x="1425776" y="527022"/>
                      <a:pt x="1376343" y="477538"/>
                    </a:cubicBezTo>
                    <a:cubicBezTo>
                      <a:pt x="1326911" y="428054"/>
                      <a:pt x="1326949" y="347873"/>
                      <a:pt x="1376433" y="298441"/>
                    </a:cubicBezTo>
                    <a:cubicBezTo>
                      <a:pt x="1425878" y="249046"/>
                      <a:pt x="1505995" y="249046"/>
                      <a:pt x="1555441" y="298441"/>
                    </a:cubicBezTo>
                    <a:cubicBezTo>
                      <a:pt x="1604924" y="347873"/>
                      <a:pt x="1604962" y="428054"/>
                      <a:pt x="1555530" y="477538"/>
                    </a:cubicBezTo>
                    <a:cubicBezTo>
                      <a:pt x="1555505" y="477564"/>
                      <a:pt x="1555466" y="477602"/>
                      <a:pt x="1555441" y="4776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35"/>
              <p:cNvSpPr/>
              <p:nvPr/>
            </p:nvSpPr>
            <p:spPr>
              <a:xfrm>
                <a:off x="7990021" y="3561665"/>
                <a:ext cx="2162555" cy="629640"/>
              </a:xfrm>
              <a:custGeom>
                <a:rect b="b" l="l" r="r" t="t"/>
                <a:pathLst>
                  <a:path extrusionOk="0" h="629640" w="2162555">
                    <a:moveTo>
                      <a:pt x="2148096" y="78897"/>
                    </a:moveTo>
                    <a:cubicBezTo>
                      <a:pt x="2160697" y="54627"/>
                      <a:pt x="2165173" y="26952"/>
                      <a:pt x="2160849" y="-47"/>
                    </a:cubicBezTo>
                    <a:lnTo>
                      <a:pt x="302027" y="-47"/>
                    </a:lnTo>
                    <a:cubicBezTo>
                      <a:pt x="306350" y="26952"/>
                      <a:pt x="301874" y="54627"/>
                      <a:pt x="289273" y="78897"/>
                    </a:cubicBezTo>
                    <a:lnTo>
                      <a:pt x="27062" y="593628"/>
                    </a:lnTo>
                    <a:cubicBezTo>
                      <a:pt x="20187" y="607121"/>
                      <a:pt x="10992" y="619288"/>
                      <a:pt x="-103" y="629593"/>
                    </a:cubicBezTo>
                    <a:lnTo>
                      <a:pt x="1858719" y="629593"/>
                    </a:lnTo>
                    <a:cubicBezTo>
                      <a:pt x="1869814" y="619313"/>
                      <a:pt x="1878972" y="607134"/>
                      <a:pt x="1885756" y="593628"/>
                    </a:cubicBez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35"/>
              <p:cNvSpPr/>
              <p:nvPr/>
            </p:nvSpPr>
            <p:spPr>
              <a:xfrm>
                <a:off x="6406292" y="3079043"/>
                <a:ext cx="1854358" cy="1844312"/>
              </a:xfrm>
              <a:custGeom>
                <a:rect b="b" l="l" r="r" t="t"/>
                <a:pathLst>
                  <a:path extrusionOk="0" h="1844312" w="1854358">
                    <a:moveTo>
                      <a:pt x="1826453" y="435897"/>
                    </a:moveTo>
                    <a:lnTo>
                      <a:pt x="1418341" y="27785"/>
                    </a:lnTo>
                    <a:cubicBezTo>
                      <a:pt x="1389135" y="-1332"/>
                      <a:pt x="1344523" y="-8372"/>
                      <a:pt x="1307768" y="10312"/>
                    </a:cubicBezTo>
                    <a:lnTo>
                      <a:pt x="792909" y="272652"/>
                    </a:lnTo>
                    <a:cubicBezTo>
                      <a:pt x="756064" y="291297"/>
                      <a:pt x="735455" y="331586"/>
                      <a:pt x="741895" y="372384"/>
                    </a:cubicBezTo>
                    <a:lnTo>
                      <a:pt x="802984" y="758687"/>
                    </a:lnTo>
                    <a:lnTo>
                      <a:pt x="687055" y="874617"/>
                    </a:lnTo>
                    <a:lnTo>
                      <a:pt x="726846" y="914407"/>
                    </a:lnTo>
                    <a:lnTo>
                      <a:pt x="-103" y="1641357"/>
                    </a:lnTo>
                    <a:lnTo>
                      <a:pt x="10227" y="1844265"/>
                    </a:lnTo>
                    <a:lnTo>
                      <a:pt x="198214" y="1831511"/>
                    </a:lnTo>
                    <a:lnTo>
                      <a:pt x="215176" y="1790445"/>
                    </a:lnTo>
                    <a:lnTo>
                      <a:pt x="275372" y="1791975"/>
                    </a:lnTo>
                    <a:lnTo>
                      <a:pt x="358780" y="1708695"/>
                    </a:lnTo>
                    <a:lnTo>
                      <a:pt x="342583" y="1648244"/>
                    </a:lnTo>
                    <a:lnTo>
                      <a:pt x="356994" y="1633832"/>
                    </a:lnTo>
                    <a:lnTo>
                      <a:pt x="417446" y="1650029"/>
                    </a:lnTo>
                    <a:lnTo>
                      <a:pt x="475730" y="1591746"/>
                    </a:lnTo>
                    <a:lnTo>
                      <a:pt x="474454" y="1543793"/>
                    </a:lnTo>
                    <a:lnTo>
                      <a:pt x="486570" y="1531804"/>
                    </a:lnTo>
                    <a:lnTo>
                      <a:pt x="534396" y="1532952"/>
                    </a:lnTo>
                    <a:lnTo>
                      <a:pt x="592679" y="1474668"/>
                    </a:lnTo>
                    <a:lnTo>
                      <a:pt x="576482" y="1414217"/>
                    </a:lnTo>
                    <a:lnTo>
                      <a:pt x="590894" y="1399805"/>
                    </a:lnTo>
                    <a:lnTo>
                      <a:pt x="651345" y="1416003"/>
                    </a:lnTo>
                    <a:lnTo>
                      <a:pt x="709629" y="1357719"/>
                    </a:lnTo>
                    <a:lnTo>
                      <a:pt x="708354" y="1309894"/>
                    </a:lnTo>
                    <a:lnTo>
                      <a:pt x="720469" y="1297140"/>
                    </a:lnTo>
                    <a:lnTo>
                      <a:pt x="768295" y="1298415"/>
                    </a:lnTo>
                    <a:lnTo>
                      <a:pt x="826578" y="1240132"/>
                    </a:lnTo>
                    <a:lnTo>
                      <a:pt x="810382" y="1179680"/>
                    </a:lnTo>
                    <a:lnTo>
                      <a:pt x="824920" y="1165269"/>
                    </a:lnTo>
                    <a:lnTo>
                      <a:pt x="885372" y="1181466"/>
                    </a:lnTo>
                    <a:lnTo>
                      <a:pt x="886137" y="1180573"/>
                    </a:lnTo>
                    <a:lnTo>
                      <a:pt x="888306" y="1178532"/>
                    </a:lnTo>
                    <a:lnTo>
                      <a:pt x="940595" y="1126116"/>
                    </a:lnTo>
                    <a:lnTo>
                      <a:pt x="940595" y="1126116"/>
                    </a:lnTo>
                    <a:lnTo>
                      <a:pt x="1027701" y="1039009"/>
                    </a:lnTo>
                    <a:lnTo>
                      <a:pt x="1482491" y="1110939"/>
                    </a:lnTo>
                    <a:cubicBezTo>
                      <a:pt x="1523290" y="1117379"/>
                      <a:pt x="1563578" y="1096770"/>
                      <a:pt x="1582223" y="1059925"/>
                    </a:cubicBezTo>
                    <a:lnTo>
                      <a:pt x="1843925" y="546214"/>
                    </a:lnTo>
                    <a:cubicBezTo>
                      <a:pt x="1862570" y="509535"/>
                      <a:pt x="1855518" y="465025"/>
                      <a:pt x="1826453" y="435897"/>
                    </a:cubicBezTo>
                    <a:close/>
                    <a:moveTo>
                      <a:pt x="1555441" y="477600"/>
                    </a:moveTo>
                    <a:cubicBezTo>
                      <a:pt x="1505957" y="527033"/>
                      <a:pt x="1425776" y="526995"/>
                      <a:pt x="1376343" y="477511"/>
                    </a:cubicBezTo>
                    <a:cubicBezTo>
                      <a:pt x="1326911" y="428028"/>
                      <a:pt x="1326949" y="347846"/>
                      <a:pt x="1376433" y="298414"/>
                    </a:cubicBezTo>
                    <a:cubicBezTo>
                      <a:pt x="1425878" y="249020"/>
                      <a:pt x="1505996" y="249020"/>
                      <a:pt x="1555441" y="298414"/>
                    </a:cubicBezTo>
                    <a:cubicBezTo>
                      <a:pt x="1604925" y="347846"/>
                      <a:pt x="1604963" y="428028"/>
                      <a:pt x="1555530" y="477511"/>
                    </a:cubicBezTo>
                    <a:cubicBezTo>
                      <a:pt x="1555505" y="477537"/>
                      <a:pt x="1555466" y="477575"/>
                      <a:pt x="1555441" y="47760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35"/>
              <p:cNvSpPr/>
              <p:nvPr/>
            </p:nvSpPr>
            <p:spPr>
              <a:xfrm>
                <a:off x="3618505" y="4960213"/>
                <a:ext cx="2162555" cy="629639"/>
              </a:xfrm>
              <a:custGeom>
                <a:rect b="b" l="l" r="r" t="t"/>
                <a:pathLst>
                  <a:path extrusionOk="0" h="629639" w="2162555">
                    <a:moveTo>
                      <a:pt x="2148096" y="78896"/>
                    </a:moveTo>
                    <a:cubicBezTo>
                      <a:pt x="2160696" y="54627"/>
                      <a:pt x="2165173" y="26951"/>
                      <a:pt x="2160849" y="-47"/>
                    </a:cubicBezTo>
                    <a:lnTo>
                      <a:pt x="302027" y="-47"/>
                    </a:lnTo>
                    <a:cubicBezTo>
                      <a:pt x="306350" y="26951"/>
                      <a:pt x="301874" y="54627"/>
                      <a:pt x="289273" y="78896"/>
                    </a:cubicBezTo>
                    <a:lnTo>
                      <a:pt x="27061" y="593628"/>
                    </a:lnTo>
                    <a:cubicBezTo>
                      <a:pt x="20187" y="607121"/>
                      <a:pt x="10992" y="619288"/>
                      <a:pt x="-103" y="629593"/>
                    </a:cubicBezTo>
                    <a:lnTo>
                      <a:pt x="1858719" y="629593"/>
                    </a:lnTo>
                    <a:cubicBezTo>
                      <a:pt x="1869814" y="619313"/>
                      <a:pt x="1878971" y="607133"/>
                      <a:pt x="1885756" y="593628"/>
                    </a:cubicBez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35"/>
              <p:cNvSpPr/>
              <p:nvPr/>
            </p:nvSpPr>
            <p:spPr>
              <a:xfrm>
                <a:off x="2033755" y="4476806"/>
                <a:ext cx="1855292" cy="1844587"/>
              </a:xfrm>
              <a:custGeom>
                <a:rect b="b" l="l" r="r" t="t"/>
                <a:pathLst>
                  <a:path extrusionOk="0" h="1844587" w="1855292">
                    <a:moveTo>
                      <a:pt x="1827473" y="436555"/>
                    </a:moveTo>
                    <a:lnTo>
                      <a:pt x="1419361" y="28443"/>
                    </a:lnTo>
                    <a:cubicBezTo>
                      <a:pt x="1390104" y="-1349"/>
                      <a:pt x="1344855" y="-8593"/>
                      <a:pt x="1307768" y="10588"/>
                    </a:cubicBezTo>
                    <a:lnTo>
                      <a:pt x="792909" y="272928"/>
                    </a:lnTo>
                    <a:cubicBezTo>
                      <a:pt x="756026" y="291547"/>
                      <a:pt x="735416" y="331861"/>
                      <a:pt x="741895" y="372660"/>
                    </a:cubicBezTo>
                    <a:lnTo>
                      <a:pt x="802984" y="758963"/>
                    </a:lnTo>
                    <a:lnTo>
                      <a:pt x="687055" y="874892"/>
                    </a:lnTo>
                    <a:lnTo>
                      <a:pt x="726846" y="914683"/>
                    </a:lnTo>
                    <a:lnTo>
                      <a:pt x="-103" y="1641632"/>
                    </a:lnTo>
                    <a:lnTo>
                      <a:pt x="10227" y="1844540"/>
                    </a:lnTo>
                    <a:lnTo>
                      <a:pt x="198213" y="1831787"/>
                    </a:lnTo>
                    <a:lnTo>
                      <a:pt x="215176" y="1790721"/>
                    </a:lnTo>
                    <a:lnTo>
                      <a:pt x="275372" y="1792251"/>
                    </a:lnTo>
                    <a:lnTo>
                      <a:pt x="358780" y="1708971"/>
                    </a:lnTo>
                    <a:lnTo>
                      <a:pt x="342583" y="1648519"/>
                    </a:lnTo>
                    <a:lnTo>
                      <a:pt x="356994" y="1633980"/>
                    </a:lnTo>
                    <a:lnTo>
                      <a:pt x="417446" y="1650177"/>
                    </a:lnTo>
                    <a:lnTo>
                      <a:pt x="475730" y="1591894"/>
                    </a:lnTo>
                    <a:lnTo>
                      <a:pt x="474454" y="1544068"/>
                    </a:lnTo>
                    <a:lnTo>
                      <a:pt x="486570" y="1531315"/>
                    </a:lnTo>
                    <a:lnTo>
                      <a:pt x="534396" y="1532590"/>
                    </a:lnTo>
                    <a:lnTo>
                      <a:pt x="592679" y="1474306"/>
                    </a:lnTo>
                    <a:lnTo>
                      <a:pt x="576482" y="1413855"/>
                    </a:lnTo>
                    <a:lnTo>
                      <a:pt x="590894" y="1399444"/>
                    </a:lnTo>
                    <a:lnTo>
                      <a:pt x="651345" y="1415640"/>
                    </a:lnTo>
                    <a:lnTo>
                      <a:pt x="709629" y="1357357"/>
                    </a:lnTo>
                    <a:lnTo>
                      <a:pt x="708353" y="1309532"/>
                    </a:lnTo>
                    <a:lnTo>
                      <a:pt x="720469" y="1297416"/>
                    </a:lnTo>
                    <a:lnTo>
                      <a:pt x="768295" y="1298691"/>
                    </a:lnTo>
                    <a:lnTo>
                      <a:pt x="826578" y="1240407"/>
                    </a:lnTo>
                    <a:lnTo>
                      <a:pt x="810381" y="1181486"/>
                    </a:lnTo>
                    <a:lnTo>
                      <a:pt x="824920" y="1167075"/>
                    </a:lnTo>
                    <a:lnTo>
                      <a:pt x="885372" y="1183272"/>
                    </a:lnTo>
                    <a:lnTo>
                      <a:pt x="886137" y="1182379"/>
                    </a:lnTo>
                    <a:lnTo>
                      <a:pt x="888305" y="1180339"/>
                    </a:lnTo>
                    <a:lnTo>
                      <a:pt x="940595" y="1127922"/>
                    </a:lnTo>
                    <a:lnTo>
                      <a:pt x="940595" y="1127922"/>
                    </a:lnTo>
                    <a:lnTo>
                      <a:pt x="1027701" y="1040943"/>
                    </a:lnTo>
                    <a:lnTo>
                      <a:pt x="1482873" y="1112490"/>
                    </a:lnTo>
                    <a:cubicBezTo>
                      <a:pt x="1523672" y="1118981"/>
                      <a:pt x="1563986" y="1098359"/>
                      <a:pt x="1582606" y="1061476"/>
                    </a:cubicBezTo>
                    <a:lnTo>
                      <a:pt x="1844945" y="546617"/>
                    </a:lnTo>
                    <a:cubicBezTo>
                      <a:pt x="1863463" y="510002"/>
                      <a:pt x="1856423" y="465633"/>
                      <a:pt x="1827473" y="436555"/>
                    </a:cubicBezTo>
                    <a:close/>
                    <a:moveTo>
                      <a:pt x="1556461" y="478131"/>
                    </a:moveTo>
                    <a:cubicBezTo>
                      <a:pt x="1507156" y="527742"/>
                      <a:pt x="1426975" y="527985"/>
                      <a:pt x="1377364" y="478680"/>
                    </a:cubicBezTo>
                    <a:cubicBezTo>
                      <a:pt x="1327753" y="429375"/>
                      <a:pt x="1327510" y="349193"/>
                      <a:pt x="1376815" y="299582"/>
                    </a:cubicBezTo>
                    <a:cubicBezTo>
                      <a:pt x="1426120" y="249971"/>
                      <a:pt x="1506302" y="249729"/>
                      <a:pt x="1555913" y="299034"/>
                    </a:cubicBezTo>
                    <a:cubicBezTo>
                      <a:pt x="1556091" y="299212"/>
                      <a:pt x="1556282" y="299404"/>
                      <a:pt x="1556461" y="299582"/>
                    </a:cubicBezTo>
                    <a:cubicBezTo>
                      <a:pt x="1605639" y="348989"/>
                      <a:pt x="1605639" y="428852"/>
                      <a:pt x="1556461" y="47825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35"/>
              <p:cNvSpPr/>
              <p:nvPr/>
            </p:nvSpPr>
            <p:spPr>
              <a:xfrm>
                <a:off x="7990021" y="4960213"/>
                <a:ext cx="2162555" cy="629639"/>
              </a:xfrm>
              <a:custGeom>
                <a:rect b="b" l="l" r="r" t="t"/>
                <a:pathLst>
                  <a:path extrusionOk="0" h="629639" w="2162555">
                    <a:moveTo>
                      <a:pt x="2148096" y="78896"/>
                    </a:moveTo>
                    <a:cubicBezTo>
                      <a:pt x="2160697" y="54627"/>
                      <a:pt x="2165173" y="26951"/>
                      <a:pt x="2160849" y="-47"/>
                    </a:cubicBezTo>
                    <a:lnTo>
                      <a:pt x="302027" y="-47"/>
                    </a:lnTo>
                    <a:cubicBezTo>
                      <a:pt x="306350" y="26951"/>
                      <a:pt x="301874" y="54627"/>
                      <a:pt x="289273" y="78896"/>
                    </a:cubicBezTo>
                    <a:lnTo>
                      <a:pt x="27062" y="593628"/>
                    </a:lnTo>
                    <a:cubicBezTo>
                      <a:pt x="20187" y="607121"/>
                      <a:pt x="10992" y="619288"/>
                      <a:pt x="-103" y="629593"/>
                    </a:cubicBezTo>
                    <a:lnTo>
                      <a:pt x="1858719" y="629593"/>
                    </a:lnTo>
                    <a:cubicBezTo>
                      <a:pt x="1869814" y="619313"/>
                      <a:pt x="1878972" y="607133"/>
                      <a:pt x="1885756" y="593628"/>
                    </a:cubicBez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35"/>
              <p:cNvSpPr/>
              <p:nvPr/>
            </p:nvSpPr>
            <p:spPr>
              <a:xfrm>
                <a:off x="6406292" y="4477408"/>
                <a:ext cx="1854271" cy="1844368"/>
              </a:xfrm>
              <a:custGeom>
                <a:rect b="b" l="l" r="r" t="t"/>
                <a:pathLst>
                  <a:path extrusionOk="0" h="1844368" w="1854271">
                    <a:moveTo>
                      <a:pt x="1826453" y="435952"/>
                    </a:moveTo>
                    <a:lnTo>
                      <a:pt x="1418341" y="27841"/>
                    </a:lnTo>
                    <a:cubicBezTo>
                      <a:pt x="1389173" y="-1339"/>
                      <a:pt x="1344511" y="-8405"/>
                      <a:pt x="1307768" y="10368"/>
                    </a:cubicBezTo>
                    <a:lnTo>
                      <a:pt x="792909" y="272708"/>
                    </a:lnTo>
                    <a:cubicBezTo>
                      <a:pt x="756026" y="291328"/>
                      <a:pt x="735404" y="331642"/>
                      <a:pt x="741895" y="372440"/>
                    </a:cubicBezTo>
                    <a:lnTo>
                      <a:pt x="802984" y="758743"/>
                    </a:lnTo>
                    <a:lnTo>
                      <a:pt x="687055" y="874673"/>
                    </a:lnTo>
                    <a:lnTo>
                      <a:pt x="726846" y="914463"/>
                    </a:lnTo>
                    <a:lnTo>
                      <a:pt x="-103" y="1641413"/>
                    </a:lnTo>
                    <a:lnTo>
                      <a:pt x="10227" y="1844321"/>
                    </a:lnTo>
                    <a:lnTo>
                      <a:pt x="198214" y="1831567"/>
                    </a:lnTo>
                    <a:lnTo>
                      <a:pt x="215176" y="1790501"/>
                    </a:lnTo>
                    <a:lnTo>
                      <a:pt x="275372" y="1792031"/>
                    </a:lnTo>
                    <a:lnTo>
                      <a:pt x="358780" y="1708751"/>
                    </a:lnTo>
                    <a:lnTo>
                      <a:pt x="342583" y="1648300"/>
                    </a:lnTo>
                    <a:lnTo>
                      <a:pt x="356994" y="1633761"/>
                    </a:lnTo>
                    <a:lnTo>
                      <a:pt x="417446" y="1649958"/>
                    </a:lnTo>
                    <a:lnTo>
                      <a:pt x="475730" y="1591674"/>
                    </a:lnTo>
                    <a:lnTo>
                      <a:pt x="474454" y="1543848"/>
                    </a:lnTo>
                    <a:lnTo>
                      <a:pt x="486570" y="1531095"/>
                    </a:lnTo>
                    <a:lnTo>
                      <a:pt x="534396" y="1532370"/>
                    </a:lnTo>
                    <a:lnTo>
                      <a:pt x="592679" y="1474087"/>
                    </a:lnTo>
                    <a:lnTo>
                      <a:pt x="576482" y="1413635"/>
                    </a:lnTo>
                    <a:lnTo>
                      <a:pt x="590894" y="1399224"/>
                    </a:lnTo>
                    <a:lnTo>
                      <a:pt x="651345" y="1415421"/>
                    </a:lnTo>
                    <a:lnTo>
                      <a:pt x="709629" y="1357138"/>
                    </a:lnTo>
                    <a:lnTo>
                      <a:pt x="708354" y="1309312"/>
                    </a:lnTo>
                    <a:lnTo>
                      <a:pt x="720469" y="1297196"/>
                    </a:lnTo>
                    <a:lnTo>
                      <a:pt x="768295" y="1298471"/>
                    </a:lnTo>
                    <a:lnTo>
                      <a:pt x="826578" y="1240188"/>
                    </a:lnTo>
                    <a:lnTo>
                      <a:pt x="810382" y="1179736"/>
                    </a:lnTo>
                    <a:lnTo>
                      <a:pt x="824920" y="1165325"/>
                    </a:lnTo>
                    <a:lnTo>
                      <a:pt x="885372" y="1181522"/>
                    </a:lnTo>
                    <a:lnTo>
                      <a:pt x="886137" y="1180629"/>
                    </a:lnTo>
                    <a:lnTo>
                      <a:pt x="888306" y="1178589"/>
                    </a:lnTo>
                    <a:lnTo>
                      <a:pt x="940595" y="1126172"/>
                    </a:lnTo>
                    <a:lnTo>
                      <a:pt x="940595" y="1126172"/>
                    </a:lnTo>
                    <a:lnTo>
                      <a:pt x="1027701" y="1039193"/>
                    </a:lnTo>
                    <a:lnTo>
                      <a:pt x="1481853" y="1111888"/>
                    </a:lnTo>
                    <a:cubicBezTo>
                      <a:pt x="1522651" y="1118328"/>
                      <a:pt x="1562940" y="1097719"/>
                      <a:pt x="1581586" y="1060874"/>
                    </a:cubicBezTo>
                    <a:lnTo>
                      <a:pt x="1843925" y="546015"/>
                    </a:lnTo>
                    <a:cubicBezTo>
                      <a:pt x="1862443" y="509400"/>
                      <a:pt x="1855403" y="465030"/>
                      <a:pt x="1826453" y="435952"/>
                    </a:cubicBezTo>
                    <a:close/>
                    <a:moveTo>
                      <a:pt x="1555441" y="477529"/>
                    </a:moveTo>
                    <a:cubicBezTo>
                      <a:pt x="1506136" y="527140"/>
                      <a:pt x="1425955" y="527382"/>
                      <a:pt x="1376343" y="478077"/>
                    </a:cubicBezTo>
                    <a:cubicBezTo>
                      <a:pt x="1326732" y="428772"/>
                      <a:pt x="1326490" y="348591"/>
                      <a:pt x="1375795" y="298980"/>
                    </a:cubicBezTo>
                    <a:cubicBezTo>
                      <a:pt x="1425100" y="249369"/>
                      <a:pt x="1505281" y="249127"/>
                      <a:pt x="1554892" y="298432"/>
                    </a:cubicBezTo>
                    <a:cubicBezTo>
                      <a:pt x="1555071" y="298610"/>
                      <a:pt x="1555262" y="298801"/>
                      <a:pt x="1555441" y="298980"/>
                    </a:cubicBezTo>
                    <a:cubicBezTo>
                      <a:pt x="1604618" y="348387"/>
                      <a:pt x="1604618" y="428249"/>
                      <a:pt x="1555441" y="47765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78" name="Google Shape;978;p35"/>
            <p:cNvSpPr txBox="1"/>
            <p:nvPr/>
          </p:nvSpPr>
          <p:spPr>
            <a:xfrm>
              <a:off x="3863094" y="2339438"/>
              <a:ext cx="18795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Hire the Right People</a:t>
              </a:r>
              <a:endParaRPr sz="1100"/>
            </a:p>
          </p:txBody>
        </p:sp>
        <p:sp>
          <p:nvSpPr>
            <p:cNvPr id="979" name="Google Shape;979;p35"/>
            <p:cNvSpPr txBox="1"/>
            <p:nvPr/>
          </p:nvSpPr>
          <p:spPr>
            <a:xfrm>
              <a:off x="3863094" y="3645653"/>
              <a:ext cx="1879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Upgrade Your Sales Model</a:t>
              </a:r>
              <a:endParaRPr sz="1100"/>
            </a:p>
          </p:txBody>
        </p:sp>
        <p:sp>
          <p:nvSpPr>
            <p:cNvPr id="980" name="Google Shape;980;p35"/>
            <p:cNvSpPr txBox="1"/>
            <p:nvPr/>
          </p:nvSpPr>
          <p:spPr>
            <a:xfrm>
              <a:off x="3863094" y="5044200"/>
              <a:ext cx="1879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Manage Your Capital Wisely</a:t>
              </a:r>
              <a:endParaRPr sz="1100"/>
            </a:p>
          </p:txBody>
        </p:sp>
        <p:sp>
          <p:nvSpPr>
            <p:cNvPr id="981" name="Google Shape;981;p35"/>
            <p:cNvSpPr txBox="1"/>
            <p:nvPr/>
          </p:nvSpPr>
          <p:spPr>
            <a:xfrm>
              <a:off x="8239691" y="2247105"/>
              <a:ext cx="1879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Solidify Your Business Strategy</a:t>
              </a:r>
              <a:endParaRPr sz="1100"/>
            </a:p>
          </p:txBody>
        </p:sp>
        <p:sp>
          <p:nvSpPr>
            <p:cNvPr id="982" name="Google Shape;982;p35"/>
            <p:cNvSpPr txBox="1"/>
            <p:nvPr/>
          </p:nvSpPr>
          <p:spPr>
            <a:xfrm>
              <a:off x="8239691" y="3645653"/>
              <a:ext cx="1879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Use Culture to Your Advantage</a:t>
              </a:r>
              <a:endParaRPr sz="1100"/>
            </a:p>
          </p:txBody>
        </p:sp>
        <p:sp>
          <p:nvSpPr>
            <p:cNvPr id="983" name="Google Shape;983;p35"/>
            <p:cNvSpPr txBox="1"/>
            <p:nvPr/>
          </p:nvSpPr>
          <p:spPr>
            <a:xfrm>
              <a:off x="8239691" y="5044200"/>
              <a:ext cx="1879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Invest in Understanding Your Customer</a:t>
              </a:r>
              <a:endParaRPr sz="110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36"/>
          <p:cNvSpPr txBox="1"/>
          <p:nvPr/>
        </p:nvSpPr>
        <p:spPr>
          <a:xfrm>
            <a:off x="0" y="363968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Template Ideas</a:t>
            </a:r>
            <a:endParaRPr sz="1100"/>
          </a:p>
        </p:txBody>
      </p:sp>
      <p:sp>
        <p:nvSpPr>
          <p:cNvPr id="989" name="Google Shape;989;p36"/>
          <p:cNvSpPr txBox="1"/>
          <p:nvPr/>
        </p:nvSpPr>
        <p:spPr>
          <a:xfrm>
            <a:off x="0" y="900014"/>
            <a:ext cx="914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Strategic HR Goals</a:t>
            </a:r>
            <a:endParaRPr sz="14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990" name="Google Shape;990;p36"/>
          <p:cNvGrpSpPr/>
          <p:nvPr/>
        </p:nvGrpSpPr>
        <p:grpSpPr>
          <a:xfrm>
            <a:off x="1004230" y="1484257"/>
            <a:ext cx="7135468" cy="3070031"/>
            <a:chOff x="1338974" y="1979010"/>
            <a:chExt cx="9513958" cy="4093374"/>
          </a:xfrm>
        </p:grpSpPr>
        <p:grpSp>
          <p:nvGrpSpPr>
            <p:cNvPr id="991" name="Google Shape;991;p36"/>
            <p:cNvGrpSpPr/>
            <p:nvPr/>
          </p:nvGrpSpPr>
          <p:grpSpPr>
            <a:xfrm>
              <a:off x="1338974" y="1979010"/>
              <a:ext cx="9513958" cy="4093374"/>
              <a:chOff x="2089150" y="1931729"/>
              <a:chExt cx="8118404" cy="3492938"/>
            </a:xfrm>
          </p:grpSpPr>
          <p:grpSp>
            <p:nvGrpSpPr>
              <p:cNvPr id="992" name="Google Shape;992;p36"/>
              <p:cNvGrpSpPr/>
              <p:nvPr/>
            </p:nvGrpSpPr>
            <p:grpSpPr>
              <a:xfrm>
                <a:off x="2089150" y="2338208"/>
                <a:ext cx="3225729" cy="3086459"/>
                <a:chOff x="2089150" y="2223466"/>
                <a:chExt cx="3225729" cy="3086459"/>
              </a:xfrm>
            </p:grpSpPr>
            <p:sp>
              <p:nvSpPr>
                <p:cNvPr id="993" name="Google Shape;993;p36"/>
                <p:cNvSpPr/>
                <p:nvPr/>
              </p:nvSpPr>
              <p:spPr>
                <a:xfrm>
                  <a:off x="4103802" y="2223466"/>
                  <a:ext cx="1211077" cy="478750"/>
                </a:xfrm>
                <a:custGeom>
                  <a:rect b="b" l="l" r="r" t="t"/>
                  <a:pathLst>
                    <a:path extrusionOk="0" h="478750" w="1211077">
                      <a:moveTo>
                        <a:pt x="1211077" y="0"/>
                      </a:moveTo>
                      <a:lnTo>
                        <a:pt x="535132" y="0"/>
                      </a:lnTo>
                      <a:lnTo>
                        <a:pt x="0" y="478751"/>
                      </a:lnTo>
                      <a:lnTo>
                        <a:pt x="1211077" y="478751"/>
                      </a:lnTo>
                      <a:lnTo>
                        <a:pt x="1211077" y="0"/>
                      </a:lnTo>
                      <a:close/>
                    </a:path>
                  </a:pathLst>
                </a:custGeom>
                <a:solidFill>
                  <a:srgbClr val="2C969B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36"/>
                <p:cNvSpPr/>
                <p:nvPr/>
              </p:nvSpPr>
              <p:spPr>
                <a:xfrm>
                  <a:off x="2089150" y="2702216"/>
                  <a:ext cx="2532813" cy="503575"/>
                </a:xfrm>
                <a:custGeom>
                  <a:rect b="b" l="l" r="r" t="t"/>
                  <a:pathLst>
                    <a:path extrusionOk="0" h="503575" w="2532813">
                      <a:moveTo>
                        <a:pt x="1997682" y="503576"/>
                      </a:moveTo>
                      <a:lnTo>
                        <a:pt x="0" y="503576"/>
                      </a:lnTo>
                      <a:lnTo>
                        <a:pt x="0" y="0"/>
                      </a:lnTo>
                      <a:lnTo>
                        <a:pt x="2532814" y="0"/>
                      </a:lnTo>
                      <a:lnTo>
                        <a:pt x="1997682" y="50357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chemeClr val="lt1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Performance and Productivity</a:t>
                  </a:r>
                  <a:endParaRPr sz="1100"/>
                </a:p>
              </p:txBody>
            </p:sp>
            <p:sp>
              <p:nvSpPr>
                <p:cNvPr id="995" name="Google Shape;995;p36"/>
                <p:cNvSpPr/>
                <p:nvPr/>
              </p:nvSpPr>
              <p:spPr>
                <a:xfrm>
                  <a:off x="4103802" y="2924867"/>
                  <a:ext cx="1211077" cy="478680"/>
                </a:xfrm>
                <a:custGeom>
                  <a:rect b="b" l="l" r="r" t="t"/>
                  <a:pathLst>
                    <a:path extrusionOk="0" h="478680" w="1211077">
                      <a:moveTo>
                        <a:pt x="1211077" y="0"/>
                      </a:moveTo>
                      <a:lnTo>
                        <a:pt x="535132" y="0"/>
                      </a:lnTo>
                      <a:lnTo>
                        <a:pt x="0" y="478681"/>
                      </a:lnTo>
                      <a:lnTo>
                        <a:pt x="1211077" y="478681"/>
                      </a:lnTo>
                      <a:lnTo>
                        <a:pt x="1211077" y="0"/>
                      </a:lnTo>
                      <a:close/>
                    </a:path>
                  </a:pathLst>
                </a:custGeom>
                <a:solidFill>
                  <a:srgbClr val="F6AD00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6" name="Google Shape;996;p36"/>
                <p:cNvSpPr/>
                <p:nvPr/>
              </p:nvSpPr>
              <p:spPr>
                <a:xfrm>
                  <a:off x="2089150" y="3403547"/>
                  <a:ext cx="2532813" cy="503645"/>
                </a:xfrm>
                <a:custGeom>
                  <a:rect b="b" l="l" r="r" t="t"/>
                  <a:pathLst>
                    <a:path extrusionOk="0" h="503645" w="2532813">
                      <a:moveTo>
                        <a:pt x="1997682" y="503646"/>
                      </a:moveTo>
                      <a:lnTo>
                        <a:pt x="0" y="503646"/>
                      </a:lnTo>
                      <a:lnTo>
                        <a:pt x="0" y="0"/>
                      </a:lnTo>
                      <a:lnTo>
                        <a:pt x="2532814" y="0"/>
                      </a:lnTo>
                      <a:lnTo>
                        <a:pt x="1997682" y="50364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chemeClr val="lt1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Strategic HR Projects</a:t>
                  </a:r>
                  <a:endParaRPr sz="1100"/>
                </a:p>
              </p:txBody>
            </p:sp>
            <p:sp>
              <p:nvSpPr>
                <p:cNvPr id="997" name="Google Shape;997;p36"/>
                <p:cNvSpPr/>
                <p:nvPr/>
              </p:nvSpPr>
              <p:spPr>
                <a:xfrm>
                  <a:off x="4103802" y="3626198"/>
                  <a:ext cx="1211077" cy="478750"/>
                </a:xfrm>
                <a:custGeom>
                  <a:rect b="b" l="l" r="r" t="t"/>
                  <a:pathLst>
                    <a:path extrusionOk="0" h="478750" w="1211077">
                      <a:moveTo>
                        <a:pt x="1211077" y="0"/>
                      </a:moveTo>
                      <a:lnTo>
                        <a:pt x="535132" y="0"/>
                      </a:lnTo>
                      <a:lnTo>
                        <a:pt x="0" y="478751"/>
                      </a:lnTo>
                      <a:lnTo>
                        <a:pt x="1211077" y="478751"/>
                      </a:lnTo>
                      <a:lnTo>
                        <a:pt x="1211077" y="0"/>
                      </a:lnTo>
                      <a:close/>
                    </a:path>
                  </a:pathLst>
                </a:custGeom>
                <a:solidFill>
                  <a:srgbClr val="DC0F1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8" name="Google Shape;998;p36"/>
                <p:cNvSpPr/>
                <p:nvPr/>
              </p:nvSpPr>
              <p:spPr>
                <a:xfrm>
                  <a:off x="2089150" y="4104948"/>
                  <a:ext cx="2532813" cy="503645"/>
                </a:xfrm>
                <a:custGeom>
                  <a:rect b="b" l="l" r="r" t="t"/>
                  <a:pathLst>
                    <a:path extrusionOk="0" h="503645" w="2532813">
                      <a:moveTo>
                        <a:pt x="1997682" y="503646"/>
                      </a:moveTo>
                      <a:lnTo>
                        <a:pt x="0" y="503646"/>
                      </a:lnTo>
                      <a:lnTo>
                        <a:pt x="0" y="0"/>
                      </a:lnTo>
                      <a:lnTo>
                        <a:pt x="2532814" y="0"/>
                      </a:lnTo>
                      <a:lnTo>
                        <a:pt x="1997682" y="503646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chemeClr val="lt1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Engagement and Retention</a:t>
                  </a:r>
                  <a:endParaRPr sz="1100"/>
                </a:p>
              </p:txBody>
            </p:sp>
            <p:sp>
              <p:nvSpPr>
                <p:cNvPr id="999" name="Google Shape;999;p36"/>
                <p:cNvSpPr/>
                <p:nvPr/>
              </p:nvSpPr>
              <p:spPr>
                <a:xfrm>
                  <a:off x="4103802" y="4327599"/>
                  <a:ext cx="1211077" cy="478750"/>
                </a:xfrm>
                <a:custGeom>
                  <a:rect b="b" l="l" r="r" t="t"/>
                  <a:pathLst>
                    <a:path extrusionOk="0" h="478750" w="1211077">
                      <a:moveTo>
                        <a:pt x="1211077" y="0"/>
                      </a:moveTo>
                      <a:lnTo>
                        <a:pt x="535132" y="0"/>
                      </a:lnTo>
                      <a:lnTo>
                        <a:pt x="0" y="478751"/>
                      </a:lnTo>
                      <a:lnTo>
                        <a:pt x="1211077" y="478751"/>
                      </a:lnTo>
                      <a:lnTo>
                        <a:pt x="1211077" y="0"/>
                      </a:lnTo>
                      <a:close/>
                    </a:path>
                  </a:pathLst>
                </a:custGeom>
                <a:solidFill>
                  <a:srgbClr val="F14700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0" name="Google Shape;1000;p36"/>
                <p:cNvSpPr/>
                <p:nvPr/>
              </p:nvSpPr>
              <p:spPr>
                <a:xfrm>
                  <a:off x="2089150" y="4806350"/>
                  <a:ext cx="2532813" cy="503575"/>
                </a:xfrm>
                <a:custGeom>
                  <a:rect b="b" l="l" r="r" t="t"/>
                  <a:pathLst>
                    <a:path extrusionOk="0" h="503575" w="2532813">
                      <a:moveTo>
                        <a:pt x="1997682" y="503575"/>
                      </a:moveTo>
                      <a:lnTo>
                        <a:pt x="0" y="503575"/>
                      </a:lnTo>
                      <a:lnTo>
                        <a:pt x="0" y="0"/>
                      </a:lnTo>
                      <a:lnTo>
                        <a:pt x="2532814" y="0"/>
                      </a:lnTo>
                      <a:lnTo>
                        <a:pt x="1997682" y="503575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chemeClr val="lt1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Human Resource KPIs</a:t>
                  </a:r>
                  <a:endParaRPr sz="1100"/>
                </a:p>
              </p:txBody>
            </p:sp>
          </p:grpSp>
          <p:sp>
            <p:nvSpPr>
              <p:cNvPr id="1001" name="Google Shape;1001;p36"/>
              <p:cNvSpPr/>
              <p:nvPr/>
            </p:nvSpPr>
            <p:spPr>
              <a:xfrm>
                <a:off x="5314950" y="1931729"/>
                <a:ext cx="1666800" cy="3377100"/>
              </a:xfrm>
              <a:prstGeom prst="roundRect">
                <a:avLst>
                  <a:gd fmla="val 10953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95250" sx="102000" rotWithShape="0" algn="ctr" sy="102000">
                  <a:srgbClr val="000000">
                    <a:alpha val="9800"/>
                  </a:srgb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2626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Strategic Human Resources Management</a:t>
                </a:r>
                <a:endParaRPr sz="1100"/>
              </a:p>
            </p:txBody>
          </p:sp>
          <p:grpSp>
            <p:nvGrpSpPr>
              <p:cNvPr id="1002" name="Google Shape;1002;p36"/>
              <p:cNvGrpSpPr/>
              <p:nvPr/>
            </p:nvGrpSpPr>
            <p:grpSpPr>
              <a:xfrm>
                <a:off x="6981825" y="2338208"/>
                <a:ext cx="3225729" cy="3086459"/>
                <a:chOff x="6981825" y="2223466"/>
                <a:chExt cx="3225729" cy="3086459"/>
              </a:xfrm>
            </p:grpSpPr>
            <p:sp>
              <p:nvSpPr>
                <p:cNvPr id="1003" name="Google Shape;1003;p36"/>
                <p:cNvSpPr/>
                <p:nvPr/>
              </p:nvSpPr>
              <p:spPr>
                <a:xfrm flipH="1">
                  <a:off x="6981825" y="2223466"/>
                  <a:ext cx="1211077" cy="478750"/>
                </a:xfrm>
                <a:custGeom>
                  <a:rect b="b" l="l" r="r" t="t"/>
                  <a:pathLst>
                    <a:path extrusionOk="0" h="478750" w="1211077">
                      <a:moveTo>
                        <a:pt x="1211077" y="0"/>
                      </a:moveTo>
                      <a:lnTo>
                        <a:pt x="535132" y="0"/>
                      </a:lnTo>
                      <a:lnTo>
                        <a:pt x="0" y="478751"/>
                      </a:lnTo>
                      <a:lnTo>
                        <a:pt x="1211077" y="478751"/>
                      </a:lnTo>
                      <a:lnTo>
                        <a:pt x="1211077" y="0"/>
                      </a:lnTo>
                      <a:close/>
                    </a:path>
                  </a:pathLst>
                </a:custGeom>
                <a:solidFill>
                  <a:srgbClr val="435367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4" name="Google Shape;1004;p36"/>
                <p:cNvSpPr/>
                <p:nvPr/>
              </p:nvSpPr>
              <p:spPr>
                <a:xfrm flipH="1">
                  <a:off x="7674741" y="2702216"/>
                  <a:ext cx="2532813" cy="503575"/>
                </a:xfrm>
                <a:custGeom>
                  <a:rect b="b" l="l" r="r" t="t"/>
                  <a:pathLst>
                    <a:path extrusionOk="0" h="503575" w="2532813">
                      <a:moveTo>
                        <a:pt x="1997682" y="503576"/>
                      </a:moveTo>
                      <a:lnTo>
                        <a:pt x="0" y="503576"/>
                      </a:lnTo>
                      <a:lnTo>
                        <a:pt x="0" y="0"/>
                      </a:lnTo>
                      <a:lnTo>
                        <a:pt x="2532814" y="0"/>
                      </a:lnTo>
                      <a:lnTo>
                        <a:pt x="1997682" y="503576"/>
                      </a:lnTo>
                      <a:close/>
                    </a:path>
                  </a:pathLst>
                </a:custGeom>
                <a:solidFill>
                  <a:srgbClr val="758DA5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chemeClr val="lt1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Human Resource Visibility</a:t>
                  </a:r>
                  <a:endParaRPr sz="1100"/>
                </a:p>
              </p:txBody>
            </p:sp>
            <p:sp>
              <p:nvSpPr>
                <p:cNvPr id="1005" name="Google Shape;1005;p36"/>
                <p:cNvSpPr/>
                <p:nvPr/>
              </p:nvSpPr>
              <p:spPr>
                <a:xfrm flipH="1">
                  <a:off x="6981825" y="2924867"/>
                  <a:ext cx="1211077" cy="478680"/>
                </a:xfrm>
                <a:custGeom>
                  <a:rect b="b" l="l" r="r" t="t"/>
                  <a:pathLst>
                    <a:path extrusionOk="0" h="478680" w="1211077">
                      <a:moveTo>
                        <a:pt x="1211077" y="0"/>
                      </a:moveTo>
                      <a:lnTo>
                        <a:pt x="535132" y="0"/>
                      </a:lnTo>
                      <a:lnTo>
                        <a:pt x="0" y="478681"/>
                      </a:lnTo>
                      <a:lnTo>
                        <a:pt x="1211077" y="478681"/>
                      </a:lnTo>
                      <a:lnTo>
                        <a:pt x="1211077" y="0"/>
                      </a:lnTo>
                      <a:close/>
                    </a:path>
                  </a:pathLst>
                </a:custGeom>
                <a:solidFill>
                  <a:srgbClr val="14416E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6" name="Google Shape;1006;p36"/>
                <p:cNvSpPr/>
                <p:nvPr/>
              </p:nvSpPr>
              <p:spPr>
                <a:xfrm flipH="1">
                  <a:off x="7674741" y="3403547"/>
                  <a:ext cx="2532813" cy="503645"/>
                </a:xfrm>
                <a:custGeom>
                  <a:rect b="b" l="l" r="r" t="t"/>
                  <a:pathLst>
                    <a:path extrusionOk="0" h="503645" w="2532813">
                      <a:moveTo>
                        <a:pt x="1997682" y="503646"/>
                      </a:moveTo>
                      <a:lnTo>
                        <a:pt x="0" y="503646"/>
                      </a:lnTo>
                      <a:lnTo>
                        <a:pt x="0" y="0"/>
                      </a:lnTo>
                      <a:lnTo>
                        <a:pt x="2532814" y="0"/>
                      </a:lnTo>
                      <a:lnTo>
                        <a:pt x="1997682" y="503646"/>
                      </a:lnTo>
                      <a:close/>
                    </a:path>
                  </a:pathLst>
                </a:custGeom>
                <a:solidFill>
                  <a:srgbClr val="1E62A5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chemeClr val="lt1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Executive Presence</a:t>
                  </a:r>
                  <a:endParaRPr sz="1100"/>
                </a:p>
              </p:txBody>
            </p:sp>
            <p:sp>
              <p:nvSpPr>
                <p:cNvPr id="1007" name="Google Shape;1007;p36"/>
                <p:cNvSpPr/>
                <p:nvPr/>
              </p:nvSpPr>
              <p:spPr>
                <a:xfrm flipH="1">
                  <a:off x="6981825" y="3626198"/>
                  <a:ext cx="1211077" cy="478750"/>
                </a:xfrm>
                <a:custGeom>
                  <a:rect b="b" l="l" r="r" t="t"/>
                  <a:pathLst>
                    <a:path extrusionOk="0" h="478750" w="1211077">
                      <a:moveTo>
                        <a:pt x="1211077" y="0"/>
                      </a:moveTo>
                      <a:lnTo>
                        <a:pt x="535132" y="0"/>
                      </a:lnTo>
                      <a:lnTo>
                        <a:pt x="0" y="478751"/>
                      </a:lnTo>
                      <a:lnTo>
                        <a:pt x="1211077" y="478751"/>
                      </a:lnTo>
                      <a:lnTo>
                        <a:pt x="1211077" y="0"/>
                      </a:lnTo>
                      <a:close/>
                    </a:path>
                  </a:pathLst>
                </a:custGeom>
                <a:solidFill>
                  <a:srgbClr val="1E62A5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8" name="Google Shape;1008;p36"/>
                <p:cNvSpPr/>
                <p:nvPr/>
              </p:nvSpPr>
              <p:spPr>
                <a:xfrm flipH="1">
                  <a:off x="7674741" y="4104948"/>
                  <a:ext cx="2532813" cy="503645"/>
                </a:xfrm>
                <a:custGeom>
                  <a:rect b="b" l="l" r="r" t="t"/>
                  <a:pathLst>
                    <a:path extrusionOk="0" h="503645" w="2532813">
                      <a:moveTo>
                        <a:pt x="1997682" y="503646"/>
                      </a:moveTo>
                      <a:lnTo>
                        <a:pt x="0" y="503646"/>
                      </a:lnTo>
                      <a:lnTo>
                        <a:pt x="0" y="0"/>
                      </a:lnTo>
                      <a:lnTo>
                        <a:pt x="2532814" y="0"/>
                      </a:lnTo>
                      <a:lnTo>
                        <a:pt x="1997682" y="50364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chemeClr val="lt1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Corporate Social Responsibility</a:t>
                  </a:r>
                  <a:endParaRPr sz="1100"/>
                </a:p>
              </p:txBody>
            </p:sp>
            <p:sp>
              <p:nvSpPr>
                <p:cNvPr id="1009" name="Google Shape;1009;p36"/>
                <p:cNvSpPr/>
                <p:nvPr/>
              </p:nvSpPr>
              <p:spPr>
                <a:xfrm flipH="1">
                  <a:off x="6981825" y="4327599"/>
                  <a:ext cx="1211077" cy="478750"/>
                </a:xfrm>
                <a:custGeom>
                  <a:rect b="b" l="l" r="r" t="t"/>
                  <a:pathLst>
                    <a:path extrusionOk="0" h="478750" w="1211077">
                      <a:moveTo>
                        <a:pt x="1211077" y="0"/>
                      </a:moveTo>
                      <a:lnTo>
                        <a:pt x="535132" y="0"/>
                      </a:lnTo>
                      <a:lnTo>
                        <a:pt x="0" y="478751"/>
                      </a:lnTo>
                      <a:lnTo>
                        <a:pt x="1211077" y="478751"/>
                      </a:lnTo>
                      <a:lnTo>
                        <a:pt x="1211077" y="0"/>
                      </a:lnTo>
                      <a:close/>
                    </a:path>
                  </a:pathLst>
                </a:custGeom>
                <a:solidFill>
                  <a:srgbClr val="594676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0" name="Google Shape;1010;p36"/>
                <p:cNvSpPr/>
                <p:nvPr/>
              </p:nvSpPr>
              <p:spPr>
                <a:xfrm flipH="1">
                  <a:off x="7674741" y="4806350"/>
                  <a:ext cx="2532813" cy="503575"/>
                </a:xfrm>
                <a:custGeom>
                  <a:rect b="b" l="l" r="r" t="t"/>
                  <a:pathLst>
                    <a:path extrusionOk="0" h="503575" w="2532813">
                      <a:moveTo>
                        <a:pt x="1997682" y="503575"/>
                      </a:moveTo>
                      <a:lnTo>
                        <a:pt x="0" y="503575"/>
                      </a:lnTo>
                      <a:lnTo>
                        <a:pt x="0" y="0"/>
                      </a:lnTo>
                      <a:lnTo>
                        <a:pt x="2532814" y="0"/>
                      </a:lnTo>
                      <a:lnTo>
                        <a:pt x="1997682" y="5035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chemeClr val="lt1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Employer Branding</a:t>
                  </a:r>
                  <a:endParaRPr sz="1100"/>
                </a:p>
              </p:txBody>
            </p:sp>
          </p:grpSp>
        </p:grpSp>
        <p:sp>
          <p:nvSpPr>
            <p:cNvPr id="1011" name="Google Shape;1011;p36"/>
            <p:cNvSpPr txBox="1"/>
            <p:nvPr/>
          </p:nvSpPr>
          <p:spPr>
            <a:xfrm>
              <a:off x="4328051" y="2505075"/>
              <a:ext cx="777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01</a:t>
              </a:r>
              <a:endParaRPr b="1"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12" name="Google Shape;1012;p36"/>
            <p:cNvSpPr txBox="1"/>
            <p:nvPr/>
          </p:nvSpPr>
          <p:spPr>
            <a:xfrm>
              <a:off x="4328051" y="3327025"/>
              <a:ext cx="777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02</a:t>
              </a:r>
              <a:endParaRPr b="1"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13" name="Google Shape;1013;p36"/>
            <p:cNvSpPr txBox="1"/>
            <p:nvPr/>
          </p:nvSpPr>
          <p:spPr>
            <a:xfrm>
              <a:off x="4328051" y="4148975"/>
              <a:ext cx="777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03</a:t>
              </a:r>
              <a:endParaRPr b="1"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14" name="Google Shape;1014;p36"/>
            <p:cNvSpPr txBox="1"/>
            <p:nvPr/>
          </p:nvSpPr>
          <p:spPr>
            <a:xfrm>
              <a:off x="4328051" y="4970925"/>
              <a:ext cx="777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04</a:t>
              </a:r>
              <a:endParaRPr b="1"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15" name="Google Shape;1015;p36"/>
            <p:cNvSpPr txBox="1"/>
            <p:nvPr/>
          </p:nvSpPr>
          <p:spPr>
            <a:xfrm>
              <a:off x="7090096" y="2505075"/>
              <a:ext cx="777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08</a:t>
              </a:r>
              <a:endParaRPr b="1"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16" name="Google Shape;1016;p36"/>
            <p:cNvSpPr txBox="1"/>
            <p:nvPr/>
          </p:nvSpPr>
          <p:spPr>
            <a:xfrm>
              <a:off x="7090096" y="3327025"/>
              <a:ext cx="777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07</a:t>
              </a:r>
              <a:endParaRPr b="1"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17" name="Google Shape;1017;p36"/>
            <p:cNvSpPr txBox="1"/>
            <p:nvPr/>
          </p:nvSpPr>
          <p:spPr>
            <a:xfrm>
              <a:off x="7090096" y="4148975"/>
              <a:ext cx="777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06</a:t>
              </a:r>
              <a:endParaRPr b="1"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18" name="Google Shape;1018;p36"/>
            <p:cNvSpPr txBox="1"/>
            <p:nvPr/>
          </p:nvSpPr>
          <p:spPr>
            <a:xfrm>
              <a:off x="7090096" y="4970925"/>
              <a:ext cx="777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05</a:t>
              </a:r>
              <a:endParaRPr b="1"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Custom 91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BDD6"/>
      </a:accent1>
      <a:accent2>
        <a:srgbClr val="FF6600"/>
      </a:accent2>
      <a:accent3>
        <a:srgbClr val="FF415E"/>
      </a:accent3>
      <a:accent4>
        <a:srgbClr val="005F98"/>
      </a:accent4>
      <a:accent5>
        <a:srgbClr val="FFB600"/>
      </a:accent5>
      <a:accent6>
        <a:srgbClr val="004E6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efault Theme">
  <a:themeElements>
    <a:clrScheme name="mother">
      <a:dk1>
        <a:srgbClr val="000000"/>
      </a:dk1>
      <a:lt1>
        <a:srgbClr val="FFFFFF"/>
      </a:lt1>
      <a:dk2>
        <a:srgbClr val="595959"/>
      </a:dk2>
      <a:lt2>
        <a:srgbClr val="FF80D1"/>
      </a:lt2>
      <a:accent1>
        <a:srgbClr val="00C5BB"/>
      </a:accent1>
      <a:accent2>
        <a:srgbClr val="FFD000"/>
      </a:accent2>
      <a:accent3>
        <a:srgbClr val="FF9831"/>
      </a:accent3>
      <a:accent4>
        <a:srgbClr val="B97DD9"/>
      </a:accent4>
      <a:accent5>
        <a:srgbClr val="FF5656"/>
      </a:accent5>
      <a:accent6>
        <a:srgbClr val="0092C7"/>
      </a:accent6>
      <a:hlink>
        <a:srgbClr val="FF80D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