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9144000"/>
  <p:embeddedFontLst>
    <p:embeddedFont>
      <p:font typeface="Play"/>
      <p:regular r:id="rId31"/>
      <p:bold r:id="rId32"/>
    </p:embeddedFont>
    <p:embeddedFont>
      <p:font typeface="Lora"/>
      <p:regular r:id="rId33"/>
      <p:bold r:id="rId34"/>
      <p:italic r:id="rId35"/>
      <p:boldItalic r:id="rId36"/>
    </p:embeddedFont>
    <p:embeddedFont>
      <p:font typeface="Quattrocento Sans"/>
      <p:regular r:id="rId37"/>
      <p:bold r:id="rId38"/>
      <p:italic r:id="rId39"/>
      <p:boldItalic r:id="rId40"/>
    </p:embeddedFont>
    <p:embeddedFont>
      <p:font typeface="Questrial"/>
      <p:regular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QuattrocentoSans-boldItalic.fntdata"/><Relationship Id="rId20" Type="http://schemas.openxmlformats.org/officeDocument/2006/relationships/slide" Target="slides/slide15.xml"/><Relationship Id="rId41" Type="http://schemas.openxmlformats.org/officeDocument/2006/relationships/font" Target="fonts/Questrial-regular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ay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Lora-regular.fntdata"/><Relationship Id="rId10" Type="http://schemas.openxmlformats.org/officeDocument/2006/relationships/slide" Target="slides/slide5.xml"/><Relationship Id="rId32" Type="http://schemas.openxmlformats.org/officeDocument/2006/relationships/font" Target="fonts/Play-bold.fntdata"/><Relationship Id="rId13" Type="http://schemas.openxmlformats.org/officeDocument/2006/relationships/slide" Target="slides/slide8.xml"/><Relationship Id="rId35" Type="http://schemas.openxmlformats.org/officeDocument/2006/relationships/font" Target="fonts/Lora-italic.fntdata"/><Relationship Id="rId12" Type="http://schemas.openxmlformats.org/officeDocument/2006/relationships/slide" Target="slides/slide7.xml"/><Relationship Id="rId34" Type="http://schemas.openxmlformats.org/officeDocument/2006/relationships/font" Target="fonts/Lora-bold.fntdata"/><Relationship Id="rId15" Type="http://schemas.openxmlformats.org/officeDocument/2006/relationships/slide" Target="slides/slide10.xml"/><Relationship Id="rId37" Type="http://schemas.openxmlformats.org/officeDocument/2006/relationships/font" Target="fonts/QuattrocentoSans-regular.fntdata"/><Relationship Id="rId14" Type="http://schemas.openxmlformats.org/officeDocument/2006/relationships/slide" Target="slides/slide9.xml"/><Relationship Id="rId36" Type="http://schemas.openxmlformats.org/officeDocument/2006/relationships/font" Target="fonts/Lora-boldItalic.fntdata"/><Relationship Id="rId17" Type="http://schemas.openxmlformats.org/officeDocument/2006/relationships/slide" Target="slides/slide12.xml"/><Relationship Id="rId39" Type="http://schemas.openxmlformats.org/officeDocument/2006/relationships/font" Target="fonts/QuattrocentoSans-italic.fntdata"/><Relationship Id="rId16" Type="http://schemas.openxmlformats.org/officeDocument/2006/relationships/slide" Target="slides/slide11.xml"/><Relationship Id="rId38" Type="http://schemas.openxmlformats.org/officeDocument/2006/relationships/font" Target="fonts/QuattrocentoSans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bdbb55b7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bdbb55b7d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bdbb55b7d9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g3bdbb55b7d9_0_1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bdbb55b7d9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g3bdbb55b7d9_0_1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bdbb55b7d9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g3bdbb55b7d9_0_2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bdbb55b7d9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g3bdbb55b7d9_0_2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bdbb55b7d9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g3bdbb55b7d9_0_3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bdbb55b7d9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g3bdbb55b7d9_0_3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bdbb55b7d9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g3bdbb55b7d9_0_3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bdbb55b7d9_0_5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4" name="Google Shape;764;g3bdbb55b7d9_0_5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g3bdbb55b7d9_0_5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3bdbb55b7d9_0_6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g3bdbb55b7d9_0_6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3bdbb55b7d9_0_7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g3bdbb55b7d9_0_7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3bdbb55b7d9_0_7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g3bdbb55b7d9_0_7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3bdbb55b7d9_0_8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g3bdbb55b7d9_0_8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3bdbb55b7d9_0_2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g3bdbb55b7d9_0_22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3bdbb55b7d9_0_2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g3bdbb55b7d9_0_23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g3bdbb55b7d9_0_2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g3bdbb55b7d9_0_24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0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g3bdbb55b7d9_0_29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g3bdbb55b7d9_0_29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9" name="Shape 2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Google Shape;2100;g3bdbb55b7d9_0_3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1" name="Google Shape;2101;g3bdbb55b7d9_0_33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3" name="Shape 2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4" name="Google Shape;2174;g3bdbb55b7d9_0_3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5" name="Google Shape;2175;g3bdbb55b7d9_0_33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1" name="Shape 2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2" name="Google Shape;2342;g3bdbb55b7d9_0_3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3" name="Google Shape;2343;g3bdbb55b7d9_0_35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3" name="Google Shape;93;p1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18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1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19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9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19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p21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3" name="Google Shape;133;p2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2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0" name="Google Shape;140;p2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16.png"/><Relationship Id="rId7" Type="http://schemas.openxmlformats.org/officeDocument/2006/relationships/image" Target="../media/image20.png"/><Relationship Id="rId8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22.png"/><Relationship Id="rId5" Type="http://schemas.openxmlformats.org/officeDocument/2006/relationships/image" Target="../media/image25.png"/><Relationship Id="rId6" Type="http://schemas.openxmlformats.org/officeDocument/2006/relationships/image" Target="../media/image39.png"/><Relationship Id="rId7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Relationship Id="rId4" Type="http://schemas.openxmlformats.org/officeDocument/2006/relationships/image" Target="../media/image29.png"/><Relationship Id="rId9" Type="http://schemas.openxmlformats.org/officeDocument/2006/relationships/image" Target="../media/image35.png"/><Relationship Id="rId5" Type="http://schemas.openxmlformats.org/officeDocument/2006/relationships/image" Target="../media/image37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Relationship Id="rId4" Type="http://schemas.openxmlformats.org/officeDocument/2006/relationships/image" Target="../media/image28.png"/><Relationship Id="rId5" Type="http://schemas.openxmlformats.org/officeDocument/2006/relationships/image" Target="../media/image38.png"/><Relationship Id="rId6" Type="http://schemas.openxmlformats.org/officeDocument/2006/relationships/image" Target="../media/image4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3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0.png"/><Relationship Id="rId4" Type="http://schemas.openxmlformats.org/officeDocument/2006/relationships/image" Target="../media/image4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3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/>
          <p:nvPr/>
        </p:nvSpPr>
        <p:spPr>
          <a:xfrm>
            <a:off x="2575279" y="4571416"/>
            <a:ext cx="2336364" cy="1728772"/>
          </a:xfrm>
          <a:custGeom>
            <a:rect b="b" l="l" r="r" t="t"/>
            <a:pathLst>
              <a:path extrusionOk="0" h="1709031" w="2309686">
                <a:moveTo>
                  <a:pt x="1157898" y="54"/>
                </a:moveTo>
                <a:cubicBezTo>
                  <a:pt x="1503028" y="54"/>
                  <a:pt x="1848318" y="54"/>
                  <a:pt x="2193607" y="54"/>
                </a:cubicBezTo>
                <a:cubicBezTo>
                  <a:pt x="2299995" y="54"/>
                  <a:pt x="2308703" y="8286"/>
                  <a:pt x="2308703" y="110876"/>
                </a:cubicBezTo>
                <a:cubicBezTo>
                  <a:pt x="2308703" y="606930"/>
                  <a:pt x="2308703" y="1102525"/>
                  <a:pt x="2308703" y="1597630"/>
                </a:cubicBezTo>
                <a:cubicBezTo>
                  <a:pt x="2308703" y="1700536"/>
                  <a:pt x="2299995" y="1708452"/>
                  <a:pt x="2193607" y="1708452"/>
                </a:cubicBezTo>
                <a:lnTo>
                  <a:pt x="114272" y="1708452"/>
                </a:lnTo>
                <a:cubicBezTo>
                  <a:pt x="6299" y="1708452"/>
                  <a:pt x="-825" y="1700853"/>
                  <a:pt x="-983" y="1589556"/>
                </a:cubicBezTo>
                <a:cubicBezTo>
                  <a:pt x="-983" y="1099200"/>
                  <a:pt x="-983" y="608829"/>
                  <a:pt x="-983" y="118475"/>
                </a:cubicBezTo>
                <a:cubicBezTo>
                  <a:pt x="-983" y="5278"/>
                  <a:pt x="5192" y="-421"/>
                  <a:pt x="122030" y="-58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5"/>
          <p:cNvSpPr/>
          <p:nvPr/>
        </p:nvSpPr>
        <p:spPr>
          <a:xfrm>
            <a:off x="8848183" y="4571577"/>
            <a:ext cx="2336203" cy="1729576"/>
          </a:xfrm>
          <a:custGeom>
            <a:rect b="b" l="l" r="r" t="t"/>
            <a:pathLst>
              <a:path extrusionOk="0" h="1709826" w="2309527">
                <a:moveTo>
                  <a:pt x="1146656" y="1708926"/>
                </a:moveTo>
                <a:cubicBezTo>
                  <a:pt x="803900" y="1708926"/>
                  <a:pt x="460826" y="1708926"/>
                  <a:pt x="117596" y="1708926"/>
                </a:cubicBezTo>
                <a:cubicBezTo>
                  <a:pt x="11364" y="1708926"/>
                  <a:pt x="-827" y="1696737"/>
                  <a:pt x="-983" y="1590347"/>
                </a:cubicBezTo>
                <a:cubicBezTo>
                  <a:pt x="-983" y="1099882"/>
                  <a:pt x="-983" y="609099"/>
                  <a:pt x="-983" y="118000"/>
                </a:cubicBezTo>
                <a:cubicBezTo>
                  <a:pt x="-983" y="11770"/>
                  <a:pt x="11364" y="-421"/>
                  <a:pt x="117755" y="-580"/>
                </a:cubicBezTo>
                <a:cubicBezTo>
                  <a:pt x="808492" y="-580"/>
                  <a:pt x="1499227" y="-580"/>
                  <a:pt x="2189964" y="-580"/>
                </a:cubicBezTo>
                <a:cubicBezTo>
                  <a:pt x="2296196" y="-580"/>
                  <a:pt x="2308545" y="11770"/>
                  <a:pt x="2308545" y="118158"/>
                </a:cubicBezTo>
                <a:cubicBezTo>
                  <a:pt x="2308545" y="608624"/>
                  <a:pt x="2308545" y="1099406"/>
                  <a:pt x="2308545" y="1590506"/>
                </a:cubicBezTo>
                <a:cubicBezTo>
                  <a:pt x="2308545" y="1696737"/>
                  <a:pt x="2296196" y="1708926"/>
                  <a:pt x="2189807" y="1708926"/>
                </a:cubicBezTo>
                <a:cubicBezTo>
                  <a:pt x="1842300" y="1709354"/>
                  <a:pt x="1494637" y="1709354"/>
                  <a:pt x="1146656" y="170892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5"/>
          <p:cNvSpPr/>
          <p:nvPr/>
        </p:nvSpPr>
        <p:spPr>
          <a:xfrm>
            <a:off x="5712212" y="4572377"/>
            <a:ext cx="2336203" cy="1728737"/>
          </a:xfrm>
          <a:custGeom>
            <a:rect b="b" l="l" r="r" t="t"/>
            <a:pathLst>
              <a:path extrusionOk="0" h="1708997" w="2309527">
                <a:moveTo>
                  <a:pt x="1147766" y="1708135"/>
                </a:moveTo>
                <a:cubicBezTo>
                  <a:pt x="802476" y="1708135"/>
                  <a:pt x="457187" y="1708135"/>
                  <a:pt x="111897" y="1708135"/>
                </a:cubicBezTo>
                <a:cubicBezTo>
                  <a:pt x="9942" y="1708135"/>
                  <a:pt x="-825" y="1697054"/>
                  <a:pt x="-983" y="1593197"/>
                </a:cubicBezTo>
                <a:cubicBezTo>
                  <a:pt x="-983" y="1100199"/>
                  <a:pt x="-983" y="607199"/>
                  <a:pt x="-983" y="114200"/>
                </a:cubicBezTo>
                <a:cubicBezTo>
                  <a:pt x="-983" y="10661"/>
                  <a:pt x="10100" y="-421"/>
                  <a:pt x="112055" y="-580"/>
                </a:cubicBezTo>
                <a:cubicBezTo>
                  <a:pt x="805326" y="-580"/>
                  <a:pt x="1498595" y="-580"/>
                  <a:pt x="2191865" y="-580"/>
                </a:cubicBezTo>
                <a:cubicBezTo>
                  <a:pt x="2298888" y="-580"/>
                  <a:pt x="2308545" y="9394"/>
                  <a:pt x="2308545" y="118317"/>
                </a:cubicBezTo>
                <a:cubicBezTo>
                  <a:pt x="2308545" y="608782"/>
                  <a:pt x="2308545" y="1099201"/>
                  <a:pt x="2308545" y="1589556"/>
                </a:cubicBezTo>
                <a:cubicBezTo>
                  <a:pt x="2308545" y="1698319"/>
                  <a:pt x="2298888" y="1708135"/>
                  <a:pt x="2191548" y="1708293"/>
                </a:cubicBezTo>
                <a:cubicBezTo>
                  <a:pt x="1843568" y="1708499"/>
                  <a:pt x="1495588" y="1708452"/>
                  <a:pt x="1147766" y="170813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5"/>
          <p:cNvSpPr/>
          <p:nvPr/>
        </p:nvSpPr>
        <p:spPr>
          <a:xfrm flipH="1" rot="10800000">
            <a:off x="5504663" y="4361784"/>
            <a:ext cx="2751780" cy="2147432"/>
          </a:xfrm>
          <a:custGeom>
            <a:rect b="b" l="l" r="r" t="t"/>
            <a:pathLst>
              <a:path extrusionOk="0" h="2122911" w="2720359">
                <a:moveTo>
                  <a:pt x="1359750" y="2122135"/>
                </a:moveTo>
                <a:cubicBezTo>
                  <a:pt x="985330" y="2122135"/>
                  <a:pt x="610912" y="2122135"/>
                  <a:pt x="236492" y="2122135"/>
                </a:cubicBezTo>
                <a:cubicBezTo>
                  <a:pt x="74218" y="2122135"/>
                  <a:pt x="-983" y="2047093"/>
                  <a:pt x="-983" y="1885768"/>
                </a:cubicBezTo>
                <a:cubicBezTo>
                  <a:pt x="-983" y="1334508"/>
                  <a:pt x="-983" y="783297"/>
                  <a:pt x="-983" y="232147"/>
                </a:cubicBezTo>
                <a:cubicBezTo>
                  <a:pt x="-983" y="73830"/>
                  <a:pt x="97014" y="-11819"/>
                  <a:pt x="251056" y="846"/>
                </a:cubicBezTo>
                <a:cubicBezTo>
                  <a:pt x="302353" y="5121"/>
                  <a:pt x="302509" y="34409"/>
                  <a:pt x="302194" y="70348"/>
                </a:cubicBezTo>
                <a:cubicBezTo>
                  <a:pt x="301877" y="106286"/>
                  <a:pt x="303619" y="136683"/>
                  <a:pt x="252483" y="142065"/>
                </a:cubicBezTo>
                <a:cubicBezTo>
                  <a:pt x="138652" y="154414"/>
                  <a:pt x="138652" y="156947"/>
                  <a:pt x="138493" y="270302"/>
                </a:cubicBezTo>
                <a:cubicBezTo>
                  <a:pt x="138493" y="800553"/>
                  <a:pt x="138493" y="1330709"/>
                  <a:pt x="138493" y="1860753"/>
                </a:cubicBezTo>
                <a:cubicBezTo>
                  <a:pt x="138493" y="1975376"/>
                  <a:pt x="145302" y="1982342"/>
                  <a:pt x="259289" y="1982342"/>
                </a:cubicBezTo>
                <a:lnTo>
                  <a:pt x="2458312" y="1982342"/>
                </a:lnTo>
                <a:cubicBezTo>
                  <a:pt x="2572775" y="1982342"/>
                  <a:pt x="2579742" y="1975376"/>
                  <a:pt x="2579900" y="1861387"/>
                </a:cubicBezTo>
                <a:cubicBezTo>
                  <a:pt x="2579900" y="1328698"/>
                  <a:pt x="2579900" y="795709"/>
                  <a:pt x="2579900" y="262386"/>
                </a:cubicBezTo>
                <a:cubicBezTo>
                  <a:pt x="2579900" y="151564"/>
                  <a:pt x="2578633" y="147448"/>
                  <a:pt x="2466703" y="142065"/>
                </a:cubicBezTo>
                <a:cubicBezTo>
                  <a:pt x="2413983" y="139374"/>
                  <a:pt x="2407017" y="112935"/>
                  <a:pt x="2407334" y="70822"/>
                </a:cubicBezTo>
                <a:cubicBezTo>
                  <a:pt x="2407651" y="28710"/>
                  <a:pt x="2412241" y="2430"/>
                  <a:pt x="2466069" y="-103"/>
                </a:cubicBezTo>
                <a:cubicBezTo>
                  <a:pt x="2630719" y="-7544"/>
                  <a:pt x="2719377" y="72247"/>
                  <a:pt x="2719377" y="237372"/>
                </a:cubicBezTo>
                <a:cubicBezTo>
                  <a:pt x="2719377" y="786209"/>
                  <a:pt x="2719377" y="1335031"/>
                  <a:pt x="2719377" y="1883868"/>
                </a:cubicBezTo>
                <a:cubicBezTo>
                  <a:pt x="2719377" y="2045984"/>
                  <a:pt x="2644334" y="2121343"/>
                  <a:pt x="2482852" y="2121343"/>
                </a:cubicBezTo>
                <a:cubicBezTo>
                  <a:pt x="2108590" y="2122293"/>
                  <a:pt x="1734170" y="2122563"/>
                  <a:pt x="1359750" y="2122135"/>
                </a:cubicBezTo>
                <a:close/>
              </a:path>
            </a:pathLst>
          </a:custGeom>
          <a:solidFill>
            <a:srgbClr val="0059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5"/>
          <p:cNvSpPr/>
          <p:nvPr/>
        </p:nvSpPr>
        <p:spPr>
          <a:xfrm>
            <a:off x="2367251" y="4363058"/>
            <a:ext cx="2752101" cy="2146599"/>
          </a:xfrm>
          <a:custGeom>
            <a:rect b="b" l="l" r="r" t="t"/>
            <a:pathLst>
              <a:path extrusionOk="0" h="2122087" w="2720676">
                <a:moveTo>
                  <a:pt x="1358009" y="2120874"/>
                </a:moveTo>
                <a:cubicBezTo>
                  <a:pt x="983748" y="2120874"/>
                  <a:pt x="609488" y="2120874"/>
                  <a:pt x="235227" y="2120874"/>
                </a:cubicBezTo>
                <a:cubicBezTo>
                  <a:pt x="74693" y="2120874"/>
                  <a:pt x="-825" y="2044724"/>
                  <a:pt x="-983" y="1883399"/>
                </a:cubicBezTo>
                <a:cubicBezTo>
                  <a:pt x="-983" y="1332456"/>
                  <a:pt x="-983" y="781514"/>
                  <a:pt x="-983" y="230571"/>
                </a:cubicBezTo>
                <a:cubicBezTo>
                  <a:pt x="-983" y="73837"/>
                  <a:pt x="86408" y="-4689"/>
                  <a:pt x="243301" y="-414"/>
                </a:cubicBezTo>
                <a:cubicBezTo>
                  <a:pt x="295703" y="1011"/>
                  <a:pt x="304886" y="24125"/>
                  <a:pt x="302985" y="67505"/>
                </a:cubicBezTo>
                <a:cubicBezTo>
                  <a:pt x="301402" y="105817"/>
                  <a:pt x="304886" y="138747"/>
                  <a:pt x="248366" y="141754"/>
                </a:cubicBezTo>
                <a:cubicBezTo>
                  <a:pt x="140236" y="147613"/>
                  <a:pt x="138654" y="152204"/>
                  <a:pt x="138495" y="257168"/>
                </a:cubicBezTo>
                <a:cubicBezTo>
                  <a:pt x="138495" y="795446"/>
                  <a:pt x="138495" y="1333248"/>
                  <a:pt x="138495" y="1870575"/>
                </a:cubicBezTo>
                <a:cubicBezTo>
                  <a:pt x="138495" y="1971423"/>
                  <a:pt x="147835" y="1981397"/>
                  <a:pt x="245833" y="1981397"/>
                </a:cubicBezTo>
                <a:cubicBezTo>
                  <a:pt x="988973" y="1981397"/>
                  <a:pt x="1732112" y="1981397"/>
                  <a:pt x="2475411" y="1981397"/>
                </a:cubicBezTo>
                <a:cubicBezTo>
                  <a:pt x="2569134" y="1981397"/>
                  <a:pt x="2579900" y="1970473"/>
                  <a:pt x="2580059" y="1875800"/>
                </a:cubicBezTo>
                <a:cubicBezTo>
                  <a:pt x="2580059" y="1332773"/>
                  <a:pt x="2580059" y="789746"/>
                  <a:pt x="2581325" y="246719"/>
                </a:cubicBezTo>
                <a:cubicBezTo>
                  <a:pt x="2581325" y="168668"/>
                  <a:pt x="2555043" y="131306"/>
                  <a:pt x="2475570" y="140963"/>
                </a:cubicBezTo>
                <a:cubicBezTo>
                  <a:pt x="2415092" y="148404"/>
                  <a:pt x="2408127" y="114683"/>
                  <a:pt x="2407017" y="64971"/>
                </a:cubicBezTo>
                <a:cubicBezTo>
                  <a:pt x="2405752" y="10035"/>
                  <a:pt x="2430292" y="220"/>
                  <a:pt x="2478577" y="61"/>
                </a:cubicBezTo>
                <a:cubicBezTo>
                  <a:pt x="2638003" y="-731"/>
                  <a:pt x="2719535" y="75420"/>
                  <a:pt x="2719693" y="233895"/>
                </a:cubicBezTo>
                <a:cubicBezTo>
                  <a:pt x="2719693" y="784839"/>
                  <a:pt x="2719693" y="1335781"/>
                  <a:pt x="2719693" y="1886724"/>
                </a:cubicBezTo>
                <a:cubicBezTo>
                  <a:pt x="2719693" y="2046624"/>
                  <a:pt x="2643227" y="2121350"/>
                  <a:pt x="2480477" y="2121508"/>
                </a:cubicBezTo>
                <a:cubicBezTo>
                  <a:pt x="2106374" y="2121397"/>
                  <a:pt x="1732271" y="2121191"/>
                  <a:pt x="1358009" y="2120874"/>
                </a:cubicBezTo>
                <a:close/>
              </a:path>
            </a:pathLst>
          </a:custGeom>
          <a:solidFill>
            <a:srgbClr val="F00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5"/>
          <p:cNvSpPr/>
          <p:nvPr/>
        </p:nvSpPr>
        <p:spPr>
          <a:xfrm>
            <a:off x="8640953" y="4361769"/>
            <a:ext cx="2752262" cy="2147534"/>
          </a:xfrm>
          <a:custGeom>
            <a:rect b="b" l="l" r="r" t="t"/>
            <a:pathLst>
              <a:path extrusionOk="0" h="2123011" w="2720834">
                <a:moveTo>
                  <a:pt x="1358960" y="2122150"/>
                </a:moveTo>
                <a:lnTo>
                  <a:pt x="244091" y="2122150"/>
                </a:lnTo>
                <a:cubicBezTo>
                  <a:pt x="72001" y="2122150"/>
                  <a:pt x="-983" y="2049007"/>
                  <a:pt x="-983" y="1876758"/>
                </a:cubicBezTo>
                <a:cubicBezTo>
                  <a:pt x="-983" y="1327921"/>
                  <a:pt x="-983" y="779575"/>
                  <a:pt x="-983" y="231687"/>
                </a:cubicBezTo>
                <a:cubicBezTo>
                  <a:pt x="-983" y="74795"/>
                  <a:pt x="99389" y="-13071"/>
                  <a:pt x="251375" y="861"/>
                </a:cubicBezTo>
                <a:cubicBezTo>
                  <a:pt x="302985" y="5610"/>
                  <a:pt x="301877" y="35850"/>
                  <a:pt x="302036" y="71312"/>
                </a:cubicBezTo>
                <a:cubicBezTo>
                  <a:pt x="302194" y="106775"/>
                  <a:pt x="302036" y="136856"/>
                  <a:pt x="251058" y="142238"/>
                </a:cubicBezTo>
                <a:cubicBezTo>
                  <a:pt x="138654" y="154112"/>
                  <a:pt x="138654" y="156645"/>
                  <a:pt x="138654" y="271900"/>
                </a:cubicBezTo>
                <a:cubicBezTo>
                  <a:pt x="138654" y="801834"/>
                  <a:pt x="138654" y="1331784"/>
                  <a:pt x="138654" y="1861719"/>
                </a:cubicBezTo>
                <a:cubicBezTo>
                  <a:pt x="138654" y="1975232"/>
                  <a:pt x="145619" y="1981881"/>
                  <a:pt x="261032" y="1982039"/>
                </a:cubicBezTo>
                <a:lnTo>
                  <a:pt x="2459263" y="1982039"/>
                </a:lnTo>
                <a:cubicBezTo>
                  <a:pt x="2572933" y="1982039"/>
                  <a:pt x="2579900" y="1974757"/>
                  <a:pt x="2580059" y="1860135"/>
                </a:cubicBezTo>
                <a:cubicBezTo>
                  <a:pt x="2580059" y="1327557"/>
                  <a:pt x="2580059" y="794979"/>
                  <a:pt x="2580059" y="262401"/>
                </a:cubicBezTo>
                <a:cubicBezTo>
                  <a:pt x="2580059" y="153003"/>
                  <a:pt x="2580059" y="150312"/>
                  <a:pt x="2466069" y="142555"/>
                </a:cubicBezTo>
                <a:cubicBezTo>
                  <a:pt x="2413509" y="138914"/>
                  <a:pt x="2407968" y="110892"/>
                  <a:pt x="2407334" y="69413"/>
                </a:cubicBezTo>
                <a:cubicBezTo>
                  <a:pt x="2406701" y="27934"/>
                  <a:pt x="2416516" y="2602"/>
                  <a:pt x="2468128" y="544"/>
                </a:cubicBezTo>
                <a:cubicBezTo>
                  <a:pt x="2632302" y="-6263"/>
                  <a:pt x="2719693" y="74003"/>
                  <a:pt x="2719852" y="240395"/>
                </a:cubicBezTo>
                <a:cubicBezTo>
                  <a:pt x="2719852" y="789232"/>
                  <a:pt x="2719852" y="1337642"/>
                  <a:pt x="2719852" y="1885624"/>
                </a:cubicBezTo>
                <a:cubicBezTo>
                  <a:pt x="2719852" y="2046633"/>
                  <a:pt x="2643861" y="2121834"/>
                  <a:pt x="2482377" y="2121991"/>
                </a:cubicBezTo>
                <a:cubicBezTo>
                  <a:pt x="2107798" y="2122514"/>
                  <a:pt x="1733380" y="2122578"/>
                  <a:pt x="1358960" y="2122150"/>
                </a:cubicBezTo>
                <a:close/>
              </a:path>
            </a:pathLst>
          </a:custGeom>
          <a:solidFill>
            <a:srgbClr val="1797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5"/>
          <p:cNvSpPr/>
          <p:nvPr/>
        </p:nvSpPr>
        <p:spPr>
          <a:xfrm>
            <a:off x="1006331" y="1622690"/>
            <a:ext cx="2338769" cy="1729895"/>
          </a:xfrm>
          <a:custGeom>
            <a:rect b="b" l="l" r="r" t="t"/>
            <a:pathLst>
              <a:path extrusionOk="0" h="1710142" w="2312064">
                <a:moveTo>
                  <a:pt x="1154575" y="-580"/>
                </a:moveTo>
                <a:cubicBezTo>
                  <a:pt x="1505089" y="-580"/>
                  <a:pt x="1855603" y="-580"/>
                  <a:pt x="2205959" y="-580"/>
                </a:cubicBezTo>
                <a:cubicBezTo>
                  <a:pt x="2300949" y="-580"/>
                  <a:pt x="2309814" y="8603"/>
                  <a:pt x="2309972" y="104226"/>
                </a:cubicBezTo>
                <a:cubicBezTo>
                  <a:pt x="2309972" y="604983"/>
                  <a:pt x="2309023" y="1105739"/>
                  <a:pt x="2311081" y="1606496"/>
                </a:cubicBezTo>
                <a:cubicBezTo>
                  <a:pt x="2311081" y="1680429"/>
                  <a:pt x="2287649" y="1709877"/>
                  <a:pt x="2210865" y="1709560"/>
                </a:cubicBezTo>
                <a:cubicBezTo>
                  <a:pt x="1507464" y="1707660"/>
                  <a:pt x="803903" y="1707660"/>
                  <a:pt x="100342" y="1709560"/>
                </a:cubicBezTo>
                <a:cubicBezTo>
                  <a:pt x="24667" y="1709560"/>
                  <a:pt x="-1297" y="1682646"/>
                  <a:pt x="-980" y="1607604"/>
                </a:cubicBezTo>
                <a:cubicBezTo>
                  <a:pt x="1236" y="1106848"/>
                  <a:pt x="-30" y="606091"/>
                  <a:pt x="287" y="105334"/>
                </a:cubicBezTo>
                <a:cubicBezTo>
                  <a:pt x="287" y="7020"/>
                  <a:pt x="8360" y="-580"/>
                  <a:pt x="111108" y="-5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5"/>
          <p:cNvSpPr/>
          <p:nvPr/>
        </p:nvSpPr>
        <p:spPr>
          <a:xfrm>
            <a:off x="7280678" y="1623011"/>
            <a:ext cx="2336044" cy="1728774"/>
          </a:xfrm>
          <a:custGeom>
            <a:rect b="b" l="l" r="r" t="t"/>
            <a:pathLst>
              <a:path extrusionOk="0" h="1709034" w="2309369">
                <a:moveTo>
                  <a:pt x="1153938" y="1708135"/>
                </a:moveTo>
                <a:cubicBezTo>
                  <a:pt x="808648" y="1708135"/>
                  <a:pt x="463518" y="1708135"/>
                  <a:pt x="118228" y="1708135"/>
                </a:cubicBezTo>
                <a:cubicBezTo>
                  <a:pt x="12474" y="1708135"/>
                  <a:pt x="-825" y="1694678"/>
                  <a:pt x="-983" y="1589556"/>
                </a:cubicBezTo>
                <a:cubicBezTo>
                  <a:pt x="-983" y="1099090"/>
                  <a:pt x="-983" y="608735"/>
                  <a:pt x="-983" y="118475"/>
                </a:cubicBezTo>
                <a:cubicBezTo>
                  <a:pt x="-983" y="12877"/>
                  <a:pt x="12474" y="-580"/>
                  <a:pt x="117755" y="-580"/>
                </a:cubicBezTo>
                <a:cubicBezTo>
                  <a:pt x="808333" y="-580"/>
                  <a:pt x="1498912" y="-580"/>
                  <a:pt x="2189332" y="-580"/>
                </a:cubicBezTo>
                <a:cubicBezTo>
                  <a:pt x="2294928" y="-580"/>
                  <a:pt x="2308386" y="12877"/>
                  <a:pt x="2308386" y="118000"/>
                </a:cubicBezTo>
                <a:cubicBezTo>
                  <a:pt x="2308386" y="608355"/>
                  <a:pt x="2308386" y="1098726"/>
                  <a:pt x="2308386" y="1589080"/>
                </a:cubicBezTo>
                <a:cubicBezTo>
                  <a:pt x="2308386" y="1694678"/>
                  <a:pt x="2295086" y="1707976"/>
                  <a:pt x="2189649" y="1708135"/>
                </a:cubicBezTo>
                <a:cubicBezTo>
                  <a:pt x="1844517" y="1708562"/>
                  <a:pt x="1499229" y="1708562"/>
                  <a:pt x="1153938" y="17081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5"/>
          <p:cNvSpPr/>
          <p:nvPr/>
        </p:nvSpPr>
        <p:spPr>
          <a:xfrm>
            <a:off x="4143906" y="1622451"/>
            <a:ext cx="2336044" cy="1728691"/>
          </a:xfrm>
          <a:custGeom>
            <a:rect b="b" l="l" r="r" t="t"/>
            <a:pathLst>
              <a:path extrusionOk="0" h="1708951" w="2309369">
                <a:moveTo>
                  <a:pt x="1153621" y="-343"/>
                </a:moveTo>
                <a:cubicBezTo>
                  <a:pt x="1499070" y="-343"/>
                  <a:pt x="1844517" y="-343"/>
                  <a:pt x="2189807" y="-343"/>
                </a:cubicBezTo>
                <a:cubicBezTo>
                  <a:pt x="2296037" y="-343"/>
                  <a:pt x="2308386" y="12007"/>
                  <a:pt x="2308386" y="118237"/>
                </a:cubicBezTo>
                <a:cubicBezTo>
                  <a:pt x="2308386" y="608703"/>
                  <a:pt x="2308386" y="1099169"/>
                  <a:pt x="2308386" y="1589634"/>
                </a:cubicBezTo>
                <a:cubicBezTo>
                  <a:pt x="2308386" y="1696024"/>
                  <a:pt x="2296037" y="1708372"/>
                  <a:pt x="2189964" y="1708372"/>
                </a:cubicBezTo>
                <a:cubicBezTo>
                  <a:pt x="1499070" y="1708372"/>
                  <a:pt x="808333" y="1708372"/>
                  <a:pt x="117596" y="1708372"/>
                </a:cubicBezTo>
                <a:cubicBezTo>
                  <a:pt x="11364" y="1708372"/>
                  <a:pt x="-983" y="1696024"/>
                  <a:pt x="-983" y="1589793"/>
                </a:cubicBezTo>
                <a:cubicBezTo>
                  <a:pt x="-983" y="1099327"/>
                  <a:pt x="-983" y="608813"/>
                  <a:pt x="-983" y="118237"/>
                </a:cubicBezTo>
                <a:cubicBezTo>
                  <a:pt x="-983" y="12007"/>
                  <a:pt x="11364" y="-184"/>
                  <a:pt x="117438" y="-343"/>
                </a:cubicBezTo>
                <a:cubicBezTo>
                  <a:pt x="462884" y="-659"/>
                  <a:pt x="808333" y="-659"/>
                  <a:pt x="1153621" y="-34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5"/>
          <p:cNvSpPr/>
          <p:nvPr/>
        </p:nvSpPr>
        <p:spPr>
          <a:xfrm flipH="1" rot="10800000">
            <a:off x="3935436" y="1414258"/>
            <a:ext cx="2753021" cy="2147319"/>
          </a:xfrm>
          <a:custGeom>
            <a:rect b="b" l="l" r="r" t="t"/>
            <a:pathLst>
              <a:path extrusionOk="0" h="2122800" w="2721586">
                <a:moveTo>
                  <a:pt x="1364779" y="-340"/>
                </a:moveTo>
                <a:cubicBezTo>
                  <a:pt x="1736506" y="-340"/>
                  <a:pt x="2108234" y="-340"/>
                  <a:pt x="2480121" y="-340"/>
                </a:cubicBezTo>
                <a:cubicBezTo>
                  <a:pt x="2643820" y="-340"/>
                  <a:pt x="2719971" y="73911"/>
                  <a:pt x="2720130" y="234286"/>
                </a:cubicBezTo>
                <a:cubicBezTo>
                  <a:pt x="2720762" y="785546"/>
                  <a:pt x="2720762" y="1336758"/>
                  <a:pt x="2720130" y="1887906"/>
                </a:cubicBezTo>
                <a:cubicBezTo>
                  <a:pt x="2720130" y="2049231"/>
                  <a:pt x="2622289" y="2133772"/>
                  <a:pt x="2461597" y="2120949"/>
                </a:cubicBezTo>
                <a:cubicBezTo>
                  <a:pt x="2411885" y="2116991"/>
                  <a:pt x="2407612" y="2089285"/>
                  <a:pt x="2408244" y="2052714"/>
                </a:cubicBezTo>
                <a:cubicBezTo>
                  <a:pt x="2408878" y="2016143"/>
                  <a:pt x="2408244" y="1986222"/>
                  <a:pt x="2458590" y="1979888"/>
                </a:cubicBezTo>
                <a:cubicBezTo>
                  <a:pt x="2580652" y="1964057"/>
                  <a:pt x="2580493" y="1961840"/>
                  <a:pt x="2580493" y="1835187"/>
                </a:cubicBezTo>
                <a:cubicBezTo>
                  <a:pt x="2580493" y="1310414"/>
                  <a:pt x="2580493" y="785593"/>
                  <a:pt x="2580493" y="260724"/>
                </a:cubicBezTo>
                <a:cubicBezTo>
                  <a:pt x="2580493" y="146895"/>
                  <a:pt x="2573211" y="139771"/>
                  <a:pt x="2458748" y="139771"/>
                </a:cubicBezTo>
                <a:lnTo>
                  <a:pt x="259725" y="139771"/>
                </a:lnTo>
                <a:cubicBezTo>
                  <a:pt x="146370" y="139771"/>
                  <a:pt x="139405" y="146737"/>
                  <a:pt x="139405" y="262150"/>
                </a:cubicBezTo>
                <a:cubicBezTo>
                  <a:pt x="139405" y="794887"/>
                  <a:pt x="139405" y="1327623"/>
                  <a:pt x="138137" y="1860359"/>
                </a:cubicBezTo>
                <a:cubicBezTo>
                  <a:pt x="138137" y="1939518"/>
                  <a:pt x="153969" y="1989863"/>
                  <a:pt x="246744" y="1980838"/>
                </a:cubicBezTo>
                <a:cubicBezTo>
                  <a:pt x="300887" y="1975614"/>
                  <a:pt x="302312" y="2013927"/>
                  <a:pt x="303421" y="2053822"/>
                </a:cubicBezTo>
                <a:cubicBezTo>
                  <a:pt x="304687" y="2099259"/>
                  <a:pt x="289489" y="2119207"/>
                  <a:pt x="240094" y="2120949"/>
                </a:cubicBezTo>
                <a:cubicBezTo>
                  <a:pt x="90010" y="2126332"/>
                  <a:pt x="-232" y="2045273"/>
                  <a:pt x="-390" y="1893764"/>
                </a:cubicBezTo>
                <a:cubicBezTo>
                  <a:pt x="-1181" y="1337328"/>
                  <a:pt x="-1181" y="780844"/>
                  <a:pt x="-390" y="224312"/>
                </a:cubicBezTo>
                <a:cubicBezTo>
                  <a:pt x="-390" y="78186"/>
                  <a:pt x="78768" y="294"/>
                  <a:pt x="225687" y="-181"/>
                </a:cubicBezTo>
                <a:cubicBezTo>
                  <a:pt x="605489" y="-973"/>
                  <a:pt x="985133" y="-340"/>
                  <a:pt x="1364779" y="-340"/>
                </a:cubicBezTo>
                <a:close/>
              </a:path>
            </a:pathLst>
          </a:custGeom>
          <a:solidFill>
            <a:srgbClr val="E546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5"/>
          <p:cNvSpPr/>
          <p:nvPr/>
        </p:nvSpPr>
        <p:spPr>
          <a:xfrm>
            <a:off x="798785" y="1414321"/>
            <a:ext cx="2752742" cy="2148084"/>
          </a:xfrm>
          <a:custGeom>
            <a:rect b="b" l="l" r="r" t="t"/>
            <a:pathLst>
              <a:path extrusionOk="0" h="2123556" w="2721309">
                <a:moveTo>
                  <a:pt x="1359751" y="-403"/>
                </a:moveTo>
                <a:cubicBezTo>
                  <a:pt x="1734171" y="-403"/>
                  <a:pt x="2108591" y="-403"/>
                  <a:pt x="2482851" y="-403"/>
                </a:cubicBezTo>
                <a:cubicBezTo>
                  <a:pt x="2644969" y="-403"/>
                  <a:pt x="2720326" y="74481"/>
                  <a:pt x="2720326" y="235964"/>
                </a:cubicBezTo>
                <a:cubicBezTo>
                  <a:pt x="2720326" y="784801"/>
                  <a:pt x="2720326" y="1333259"/>
                  <a:pt x="2720326" y="1881352"/>
                </a:cubicBezTo>
                <a:cubicBezTo>
                  <a:pt x="2720326" y="2051701"/>
                  <a:pt x="2621537" y="2137192"/>
                  <a:pt x="2453246" y="2121044"/>
                </a:cubicBezTo>
                <a:cubicBezTo>
                  <a:pt x="2403851" y="2116294"/>
                  <a:pt x="2407335" y="2087322"/>
                  <a:pt x="2408760" y="2055976"/>
                </a:cubicBezTo>
                <a:cubicBezTo>
                  <a:pt x="2410184" y="2024629"/>
                  <a:pt x="2395777" y="1982042"/>
                  <a:pt x="2451505" y="1980617"/>
                </a:cubicBezTo>
                <a:cubicBezTo>
                  <a:pt x="2462112" y="1979905"/>
                  <a:pt x="2472562" y="1979905"/>
                  <a:pt x="2483168" y="1980617"/>
                </a:cubicBezTo>
                <a:cubicBezTo>
                  <a:pt x="2562326" y="1989008"/>
                  <a:pt x="2584174" y="1948953"/>
                  <a:pt x="2581958" y="1876602"/>
                </a:cubicBezTo>
                <a:cubicBezTo>
                  <a:pt x="2578317" y="1768630"/>
                  <a:pt x="2581009" y="1660342"/>
                  <a:pt x="2581009" y="1552370"/>
                </a:cubicBezTo>
                <a:cubicBezTo>
                  <a:pt x="2581009" y="1119642"/>
                  <a:pt x="2581009" y="687167"/>
                  <a:pt x="2581009" y="254962"/>
                </a:cubicBezTo>
                <a:cubicBezTo>
                  <a:pt x="2581009" y="145249"/>
                  <a:pt x="2575309" y="139708"/>
                  <a:pt x="2463061" y="139708"/>
                </a:cubicBezTo>
                <a:lnTo>
                  <a:pt x="256124" y="139708"/>
                </a:lnTo>
                <a:cubicBezTo>
                  <a:pt x="144352" y="139708"/>
                  <a:pt x="138811" y="145249"/>
                  <a:pt x="138653" y="255596"/>
                </a:cubicBezTo>
                <a:cubicBezTo>
                  <a:pt x="138653" y="793874"/>
                  <a:pt x="138653" y="1331787"/>
                  <a:pt x="138653" y="1869320"/>
                </a:cubicBezTo>
                <a:cubicBezTo>
                  <a:pt x="138653" y="1970168"/>
                  <a:pt x="142611" y="1977767"/>
                  <a:pt x="244725" y="1979034"/>
                </a:cubicBezTo>
                <a:cubicBezTo>
                  <a:pt x="306944" y="1979034"/>
                  <a:pt x="301560" y="2015288"/>
                  <a:pt x="303619" y="2056293"/>
                </a:cubicBezTo>
                <a:cubicBezTo>
                  <a:pt x="305835" y="2102204"/>
                  <a:pt x="292695" y="2120885"/>
                  <a:pt x="242192" y="2121678"/>
                </a:cubicBezTo>
                <a:cubicBezTo>
                  <a:pt x="83875" y="2124052"/>
                  <a:pt x="-825" y="2047268"/>
                  <a:pt x="-983" y="1889584"/>
                </a:cubicBezTo>
                <a:cubicBezTo>
                  <a:pt x="-983" y="1335903"/>
                  <a:pt x="-983" y="782157"/>
                  <a:pt x="-983" y="228365"/>
                </a:cubicBezTo>
                <a:cubicBezTo>
                  <a:pt x="-983" y="77489"/>
                  <a:pt x="77067" y="231"/>
                  <a:pt x="228577" y="-86"/>
                </a:cubicBezTo>
                <a:cubicBezTo>
                  <a:pt x="605688" y="-609"/>
                  <a:pt x="982798" y="-719"/>
                  <a:pt x="1359751" y="-403"/>
                </a:cubicBezTo>
                <a:close/>
              </a:path>
            </a:pathLst>
          </a:custGeom>
          <a:solidFill>
            <a:srgbClr val="1468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5"/>
          <p:cNvSpPr/>
          <p:nvPr/>
        </p:nvSpPr>
        <p:spPr>
          <a:xfrm>
            <a:off x="7071447" y="1414493"/>
            <a:ext cx="2753463" cy="2148478"/>
          </a:xfrm>
          <a:custGeom>
            <a:rect b="b" l="l" r="r" t="t"/>
            <a:pathLst>
              <a:path extrusionOk="0" h="2123945" w="2722023">
                <a:moveTo>
                  <a:pt x="1362205" y="-573"/>
                </a:moveTo>
                <a:cubicBezTo>
                  <a:pt x="1733933" y="-573"/>
                  <a:pt x="2105663" y="-573"/>
                  <a:pt x="2477232" y="-573"/>
                </a:cubicBezTo>
                <a:cubicBezTo>
                  <a:pt x="2645681" y="-573"/>
                  <a:pt x="2720882" y="73044"/>
                  <a:pt x="2721040" y="238327"/>
                </a:cubicBezTo>
                <a:cubicBezTo>
                  <a:pt x="2721040" y="787165"/>
                  <a:pt x="2721040" y="1335622"/>
                  <a:pt x="2721040" y="1883715"/>
                </a:cubicBezTo>
                <a:cubicBezTo>
                  <a:pt x="2721040" y="2048048"/>
                  <a:pt x="2628582" y="2130848"/>
                  <a:pt x="2466466" y="2121191"/>
                </a:cubicBezTo>
                <a:cubicBezTo>
                  <a:pt x="2420553" y="2118182"/>
                  <a:pt x="2407097" y="2098234"/>
                  <a:pt x="2408206" y="2057864"/>
                </a:cubicBezTo>
                <a:cubicBezTo>
                  <a:pt x="2409313" y="2017493"/>
                  <a:pt x="2408206" y="1986146"/>
                  <a:pt x="2462825" y="1980446"/>
                </a:cubicBezTo>
                <a:cubicBezTo>
                  <a:pt x="2581087" y="1967940"/>
                  <a:pt x="2581087" y="1965406"/>
                  <a:pt x="2581087" y="1847935"/>
                </a:cubicBezTo>
                <a:cubicBezTo>
                  <a:pt x="2581087" y="1320217"/>
                  <a:pt x="2581087" y="792864"/>
                  <a:pt x="2581087" y="265874"/>
                </a:cubicBezTo>
                <a:cubicBezTo>
                  <a:pt x="2581087" y="146978"/>
                  <a:pt x="2574756" y="140646"/>
                  <a:pt x="2455384" y="140646"/>
                </a:cubicBezTo>
                <a:lnTo>
                  <a:pt x="264753" y="140646"/>
                </a:lnTo>
                <a:cubicBezTo>
                  <a:pt x="146332" y="140646"/>
                  <a:pt x="139999" y="147137"/>
                  <a:pt x="139999" y="267300"/>
                </a:cubicBezTo>
                <a:cubicBezTo>
                  <a:pt x="139999" y="797344"/>
                  <a:pt x="139999" y="1327342"/>
                  <a:pt x="139999" y="1857276"/>
                </a:cubicBezTo>
                <a:cubicBezTo>
                  <a:pt x="139999" y="1965406"/>
                  <a:pt x="139999" y="1968098"/>
                  <a:pt x="250821" y="1980763"/>
                </a:cubicBezTo>
                <a:cubicBezTo>
                  <a:pt x="300057" y="1986463"/>
                  <a:pt x="303064" y="2015118"/>
                  <a:pt x="302749" y="2051689"/>
                </a:cubicBezTo>
                <a:cubicBezTo>
                  <a:pt x="302432" y="2088260"/>
                  <a:pt x="300849" y="2116916"/>
                  <a:pt x="250821" y="2121823"/>
                </a:cubicBezTo>
                <a:cubicBezTo>
                  <a:pt x="102636" y="2136231"/>
                  <a:pt x="47" y="2048840"/>
                  <a:pt x="-270" y="1897647"/>
                </a:cubicBezTo>
                <a:cubicBezTo>
                  <a:pt x="-1221" y="1338266"/>
                  <a:pt x="-1221" y="779249"/>
                  <a:pt x="-270" y="220596"/>
                </a:cubicBezTo>
                <a:cubicBezTo>
                  <a:pt x="-270" y="80326"/>
                  <a:pt x="80471" y="1485"/>
                  <a:pt x="222640" y="1168"/>
                </a:cubicBezTo>
                <a:cubicBezTo>
                  <a:pt x="603076" y="-1206"/>
                  <a:pt x="982561" y="-415"/>
                  <a:pt x="1362205" y="-573"/>
                </a:cubicBezTo>
                <a:close/>
              </a:path>
            </a:pathLst>
          </a:custGeom>
          <a:solidFill>
            <a:srgbClr val="0092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1769478" y="3675840"/>
            <a:ext cx="764978" cy="529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b="1" sz="2800">
              <a:solidFill>
                <a:schemeClr val="accen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3366494" y="3675840"/>
            <a:ext cx="764978" cy="529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1" sz="2800">
              <a:solidFill>
                <a:schemeClr val="accent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4919464" y="3675840"/>
            <a:ext cx="764978" cy="529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1" sz="2800">
              <a:solidFill>
                <a:schemeClr val="accent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6483447" y="3675840"/>
            <a:ext cx="764978" cy="529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b="1" sz="2800">
              <a:solidFill>
                <a:schemeClr val="accent4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5" name="Google Shape;175;p25"/>
          <p:cNvSpPr txBox="1"/>
          <p:nvPr/>
        </p:nvSpPr>
        <p:spPr>
          <a:xfrm>
            <a:off x="8047428" y="3675840"/>
            <a:ext cx="764978" cy="529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</a:t>
            </a:r>
            <a:endParaRPr b="1" sz="2800">
              <a:solidFill>
                <a:schemeClr val="accent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6" name="Google Shape;176;p25"/>
          <p:cNvSpPr txBox="1"/>
          <p:nvPr/>
        </p:nvSpPr>
        <p:spPr>
          <a:xfrm>
            <a:off x="9611409" y="3675840"/>
            <a:ext cx="764978" cy="529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</a:t>
            </a:r>
            <a:endParaRPr b="1" sz="2800">
              <a:solidFill>
                <a:schemeClr val="accent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77" name="Google Shape;177;p25"/>
          <p:cNvCxnSpPr>
            <a:stCxn id="171" idx="3"/>
            <a:endCxn id="172" idx="1"/>
          </p:cNvCxnSpPr>
          <p:nvPr/>
        </p:nvCxnSpPr>
        <p:spPr>
          <a:xfrm>
            <a:off x="2534456" y="3940472"/>
            <a:ext cx="831900" cy="0"/>
          </a:xfrm>
          <a:prstGeom prst="straightConnector1">
            <a:avLst/>
          </a:prstGeom>
          <a:noFill/>
          <a:ln cap="flat" cmpd="sng" w="285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8" name="Google Shape;178;p25"/>
          <p:cNvCxnSpPr>
            <a:stCxn id="172" idx="3"/>
            <a:endCxn id="173" idx="1"/>
          </p:cNvCxnSpPr>
          <p:nvPr/>
        </p:nvCxnSpPr>
        <p:spPr>
          <a:xfrm>
            <a:off x="4131472" y="3940472"/>
            <a:ext cx="788100" cy="0"/>
          </a:xfrm>
          <a:prstGeom prst="straightConnector1">
            <a:avLst/>
          </a:prstGeom>
          <a:noFill/>
          <a:ln cap="flat" cmpd="sng" w="285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9" name="Google Shape;179;p25"/>
          <p:cNvCxnSpPr>
            <a:stCxn id="173" idx="3"/>
            <a:endCxn id="174" idx="1"/>
          </p:cNvCxnSpPr>
          <p:nvPr/>
        </p:nvCxnSpPr>
        <p:spPr>
          <a:xfrm>
            <a:off x="5684442" y="3940472"/>
            <a:ext cx="798900" cy="0"/>
          </a:xfrm>
          <a:prstGeom prst="straightConnector1">
            <a:avLst/>
          </a:prstGeom>
          <a:noFill/>
          <a:ln cap="flat" cmpd="sng" w="285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0" name="Google Shape;180;p25"/>
          <p:cNvCxnSpPr>
            <a:stCxn id="174" idx="3"/>
            <a:endCxn id="175" idx="1"/>
          </p:cNvCxnSpPr>
          <p:nvPr/>
        </p:nvCxnSpPr>
        <p:spPr>
          <a:xfrm>
            <a:off x="7248425" y="3940472"/>
            <a:ext cx="798900" cy="0"/>
          </a:xfrm>
          <a:prstGeom prst="straightConnector1">
            <a:avLst/>
          </a:prstGeom>
          <a:noFill/>
          <a:ln cap="flat" cmpd="sng" w="285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1" name="Google Shape;181;p25"/>
          <p:cNvCxnSpPr>
            <a:stCxn id="175" idx="3"/>
            <a:endCxn id="176" idx="1"/>
          </p:cNvCxnSpPr>
          <p:nvPr/>
        </p:nvCxnSpPr>
        <p:spPr>
          <a:xfrm>
            <a:off x="8812406" y="3940472"/>
            <a:ext cx="798900" cy="0"/>
          </a:xfrm>
          <a:prstGeom prst="straightConnector1">
            <a:avLst/>
          </a:prstGeom>
          <a:noFill/>
          <a:ln cap="flat" cmpd="sng" w="285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2" name="Google Shape;182;p25"/>
          <p:cNvSpPr txBox="1"/>
          <p:nvPr/>
        </p:nvSpPr>
        <p:spPr>
          <a:xfrm>
            <a:off x="0" y="30480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Responsible Sourcing</a:t>
            </a:r>
            <a:endParaRPr/>
          </a:p>
        </p:txBody>
      </p:sp>
      <p:sp>
        <p:nvSpPr>
          <p:cNvPr id="183" name="Google Shape;183;p25"/>
          <p:cNvSpPr txBox="1"/>
          <p:nvPr/>
        </p:nvSpPr>
        <p:spPr>
          <a:xfrm>
            <a:off x="3587003" y="873026"/>
            <a:ext cx="501799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We Use Responsible Sourcing?</a:t>
            </a:r>
            <a:endParaRPr sz="2000"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4" name="Google Shape;184;p25"/>
          <p:cNvSpPr txBox="1"/>
          <p:nvPr/>
        </p:nvSpPr>
        <p:spPr>
          <a:xfrm>
            <a:off x="1494644" y="2530331"/>
            <a:ext cx="136214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Risk Reduction</a:t>
            </a:r>
            <a:endParaRPr/>
          </a:p>
        </p:txBody>
      </p:sp>
      <p:sp>
        <p:nvSpPr>
          <p:cNvPr id="185" name="Google Shape;185;p25"/>
          <p:cNvSpPr txBox="1"/>
          <p:nvPr/>
        </p:nvSpPr>
        <p:spPr>
          <a:xfrm>
            <a:off x="4309272" y="2530331"/>
            <a:ext cx="200531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Improving Supply Chain Efficiency</a:t>
            </a:r>
            <a:endParaRPr/>
          </a:p>
        </p:txBody>
      </p:sp>
      <p:sp>
        <p:nvSpPr>
          <p:cNvPr id="186" name="Google Shape;186;p25"/>
          <p:cNvSpPr txBox="1"/>
          <p:nvPr/>
        </p:nvSpPr>
        <p:spPr>
          <a:xfrm>
            <a:off x="7281082" y="2530331"/>
            <a:ext cx="233604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Meeting Stakeholder Demands</a:t>
            </a:r>
            <a:endParaRPr/>
          </a:p>
        </p:txBody>
      </p:sp>
      <p:sp>
        <p:nvSpPr>
          <p:cNvPr id="187" name="Google Shape;187;p25"/>
          <p:cNvSpPr txBox="1"/>
          <p:nvPr/>
        </p:nvSpPr>
        <p:spPr>
          <a:xfrm>
            <a:off x="3254996" y="5429157"/>
            <a:ext cx="97693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Cut Costs</a:t>
            </a:r>
            <a:endParaRPr/>
          </a:p>
        </p:txBody>
      </p:sp>
      <p:sp>
        <p:nvSpPr>
          <p:cNvPr id="188" name="Google Shape;188;p25"/>
          <p:cNvSpPr txBox="1"/>
          <p:nvPr/>
        </p:nvSpPr>
        <p:spPr>
          <a:xfrm>
            <a:off x="5698328" y="5429157"/>
            <a:ext cx="233521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Reducing Environmental Impact</a:t>
            </a:r>
            <a:endParaRPr/>
          </a:p>
        </p:txBody>
      </p:sp>
      <p:sp>
        <p:nvSpPr>
          <p:cNvPr id="189" name="Google Shape;189;p25"/>
          <p:cNvSpPr txBox="1"/>
          <p:nvPr/>
        </p:nvSpPr>
        <p:spPr>
          <a:xfrm>
            <a:off x="8974020" y="5429157"/>
            <a:ext cx="208452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Engaging with Employee</a:t>
            </a:r>
            <a:endParaRPr/>
          </a:p>
        </p:txBody>
      </p:sp>
      <p:pic>
        <p:nvPicPr>
          <p:cNvPr id="190" name="Google Shape;19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8869" y="2032464"/>
            <a:ext cx="453693" cy="4536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upply chain optimization icon vector image can be used for survey |  Premium Vector" id="191" name="Google Shape;19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1867" y="2019249"/>
            <a:ext cx="480123" cy="480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8308" y="2008918"/>
            <a:ext cx="500784" cy="500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10012" y="4867756"/>
            <a:ext cx="466899" cy="4668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nvironmental Impact Icons - Free SVG &amp; PNG Environmental Impact Images -  Noun Project" id="194" name="Google Shape;194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07642" y="4828534"/>
            <a:ext cx="545342" cy="5453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ployee Engagement Icons - Free SVG &amp; PNG Employee Engagement Images -  Noun Project" id="195" name="Google Shape;195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97884" y="4882805"/>
            <a:ext cx="436800" cy="43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6"/>
          <p:cNvSpPr txBox="1"/>
          <p:nvPr/>
        </p:nvSpPr>
        <p:spPr>
          <a:xfrm>
            <a:off x="8680838" y="2571942"/>
            <a:ext cx="3430351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Responsible Sourcing</a:t>
            </a:r>
            <a:endParaRPr/>
          </a:p>
        </p:txBody>
      </p:sp>
      <p:sp>
        <p:nvSpPr>
          <p:cNvPr id="201" name="Google Shape;201;p26"/>
          <p:cNvSpPr txBox="1"/>
          <p:nvPr/>
        </p:nvSpPr>
        <p:spPr>
          <a:xfrm>
            <a:off x="9024675" y="3578172"/>
            <a:ext cx="274267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House of Responsible Sourcing</a:t>
            </a:r>
            <a:endParaRPr sz="2000"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2353693" y="701902"/>
            <a:ext cx="3912154" cy="1107843"/>
          </a:xfrm>
          <a:custGeom>
            <a:rect b="b" l="l" r="r" t="t"/>
            <a:pathLst>
              <a:path extrusionOk="0" h="1176256" w="4153744">
                <a:moveTo>
                  <a:pt x="4152620" y="1175774"/>
                </a:moveTo>
                <a:lnTo>
                  <a:pt x="-1124" y="1175774"/>
                </a:lnTo>
                <a:cubicBezTo>
                  <a:pt x="9565" y="1143160"/>
                  <a:pt x="36834" y="1138501"/>
                  <a:pt x="57115" y="1126990"/>
                </a:cubicBezTo>
                <a:cubicBezTo>
                  <a:pt x="710352" y="757275"/>
                  <a:pt x="1363450" y="387518"/>
                  <a:pt x="2016687" y="17708"/>
                </a:cubicBezTo>
                <a:cubicBezTo>
                  <a:pt x="2063825" y="-9699"/>
                  <a:pt x="2097125" y="-4081"/>
                  <a:pt x="2140838" y="20859"/>
                </a:cubicBezTo>
                <a:cubicBezTo>
                  <a:pt x="2791472" y="390753"/>
                  <a:pt x="3442516" y="759879"/>
                  <a:pt x="4093970" y="1128224"/>
                </a:cubicBezTo>
                <a:cubicBezTo>
                  <a:pt x="4113429" y="1139049"/>
                  <a:pt x="4136450" y="1145626"/>
                  <a:pt x="4152620" y="1175774"/>
                </a:cubicBez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2032559" y="490545"/>
            <a:ext cx="4551510" cy="1362249"/>
          </a:xfrm>
          <a:custGeom>
            <a:rect b="b" l="l" r="r" t="t"/>
            <a:pathLst>
              <a:path extrusionOk="0" h="1446373" w="4832583">
                <a:moveTo>
                  <a:pt x="3750318" y="553045"/>
                </a:moveTo>
                <a:cubicBezTo>
                  <a:pt x="3705234" y="682815"/>
                  <a:pt x="3790468" y="752565"/>
                  <a:pt x="3918047" y="818889"/>
                </a:cubicBezTo>
                <a:cubicBezTo>
                  <a:pt x="4199102" y="965103"/>
                  <a:pt x="4472208" y="1126802"/>
                  <a:pt x="4748329" y="1282335"/>
                </a:cubicBezTo>
                <a:cubicBezTo>
                  <a:pt x="4768884" y="1292228"/>
                  <a:pt x="4788069" y="1304616"/>
                  <a:pt x="4805610" y="1319197"/>
                </a:cubicBezTo>
                <a:cubicBezTo>
                  <a:pt x="4848227" y="1359347"/>
                  <a:pt x="4836717" y="1411145"/>
                  <a:pt x="4781629" y="1432249"/>
                </a:cubicBezTo>
                <a:cubicBezTo>
                  <a:pt x="4724074" y="1454448"/>
                  <a:pt x="4675154" y="1430193"/>
                  <a:pt x="4626507" y="1402787"/>
                </a:cubicBezTo>
                <a:cubicBezTo>
                  <a:pt x="4211572" y="1168186"/>
                  <a:pt x="3796498" y="933818"/>
                  <a:pt x="3381425" y="699670"/>
                </a:cubicBezTo>
                <a:cubicBezTo>
                  <a:pt x="3079952" y="529201"/>
                  <a:pt x="2777110" y="359691"/>
                  <a:pt x="2476186" y="187578"/>
                </a:cubicBezTo>
                <a:cubicBezTo>
                  <a:pt x="2435076" y="164282"/>
                  <a:pt x="2405202" y="164693"/>
                  <a:pt x="2364503" y="187578"/>
                </a:cubicBezTo>
                <a:cubicBezTo>
                  <a:pt x="1647410" y="592003"/>
                  <a:pt x="929768" y="995483"/>
                  <a:pt x="211578" y="1397991"/>
                </a:cubicBezTo>
                <a:cubicBezTo>
                  <a:pt x="184720" y="1415298"/>
                  <a:pt x="156079" y="1429412"/>
                  <a:pt x="125932" y="1440060"/>
                </a:cubicBezTo>
                <a:cubicBezTo>
                  <a:pt x="75778" y="1453763"/>
                  <a:pt x="26309" y="1445404"/>
                  <a:pt x="4521" y="1392372"/>
                </a:cubicBezTo>
                <a:cubicBezTo>
                  <a:pt x="-16034" y="1342903"/>
                  <a:pt x="23432" y="1317963"/>
                  <a:pt x="60293" y="1296449"/>
                </a:cubicBezTo>
                <a:cubicBezTo>
                  <a:pt x="396435" y="1107796"/>
                  <a:pt x="732715" y="919293"/>
                  <a:pt x="1068856" y="730914"/>
                </a:cubicBezTo>
                <a:cubicBezTo>
                  <a:pt x="1482559" y="498780"/>
                  <a:pt x="1896947" y="267879"/>
                  <a:pt x="2309142" y="33278"/>
                </a:cubicBezTo>
                <a:cubicBezTo>
                  <a:pt x="2387661" y="-11531"/>
                  <a:pt x="2453438" y="-11942"/>
                  <a:pt x="2531957" y="33278"/>
                </a:cubicBezTo>
                <a:cubicBezTo>
                  <a:pt x="2782317" y="178671"/>
                  <a:pt x="3036651" y="317622"/>
                  <a:pt x="3288244" y="460959"/>
                </a:cubicBezTo>
                <a:cubicBezTo>
                  <a:pt x="3336068" y="488365"/>
                  <a:pt x="3361693" y="493983"/>
                  <a:pt x="3353609" y="425604"/>
                </a:cubicBezTo>
                <a:cubicBezTo>
                  <a:pt x="3351690" y="409845"/>
                  <a:pt x="3354841" y="393538"/>
                  <a:pt x="3353609" y="377780"/>
                </a:cubicBezTo>
                <a:cubicBezTo>
                  <a:pt x="3347030" y="322966"/>
                  <a:pt x="3371833" y="305426"/>
                  <a:pt x="3424728" y="307208"/>
                </a:cubicBezTo>
                <a:cubicBezTo>
                  <a:pt x="3513525" y="310085"/>
                  <a:pt x="3602871" y="309126"/>
                  <a:pt x="3691531" y="307208"/>
                </a:cubicBezTo>
                <a:cubicBezTo>
                  <a:pt x="3735792" y="306522"/>
                  <a:pt x="3753196" y="324474"/>
                  <a:pt x="3751414" y="368461"/>
                </a:cubicBezTo>
                <a:cubicBezTo>
                  <a:pt x="3748537" y="422041"/>
                  <a:pt x="3750318" y="474662"/>
                  <a:pt x="3750318" y="553045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3581254" y="2423146"/>
            <a:ext cx="1479558" cy="60511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5127265" y="2423146"/>
            <a:ext cx="1479558" cy="60511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2035242" y="2423146"/>
            <a:ext cx="1479558" cy="60511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2038515" y="3083460"/>
            <a:ext cx="1479558" cy="469251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3581254" y="3083460"/>
            <a:ext cx="1479558" cy="469251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5123992" y="3083460"/>
            <a:ext cx="1479558" cy="469251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2053621" y="3607915"/>
            <a:ext cx="2206850" cy="469251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4381593" y="3607915"/>
            <a:ext cx="2206850" cy="469251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2046910" y="4132370"/>
            <a:ext cx="4548243" cy="517369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2046910" y="4704942"/>
            <a:ext cx="4548243" cy="517369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2046910" y="5277515"/>
            <a:ext cx="4548243" cy="517369"/>
          </a:xfrm>
          <a:prstGeom prst="roundRect">
            <a:avLst>
              <a:gd fmla="val 16667" name="adj"/>
            </a:avLst>
          </a:prstGeom>
          <a:solidFill>
            <a:srgbClr val="E546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2046910" y="5850087"/>
            <a:ext cx="4548243" cy="517369"/>
          </a:xfrm>
          <a:prstGeom prst="roundRect">
            <a:avLst>
              <a:gd fmla="val 16667" name="adj"/>
            </a:avLst>
          </a:prstGeom>
          <a:solidFill>
            <a:srgbClr val="0059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2040360" y="1891571"/>
            <a:ext cx="4561986" cy="469251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6592093" y="3554285"/>
            <a:ext cx="356581" cy="60511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8" name="Google Shape;218;p26"/>
          <p:cNvSpPr/>
          <p:nvPr/>
        </p:nvSpPr>
        <p:spPr>
          <a:xfrm flipH="1">
            <a:off x="1722494" y="3554285"/>
            <a:ext cx="356581" cy="60511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9" name="Google Shape;219;p26"/>
          <p:cNvSpPr txBox="1"/>
          <p:nvPr/>
        </p:nvSpPr>
        <p:spPr>
          <a:xfrm>
            <a:off x="3267998" y="1091783"/>
            <a:ext cx="199925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Responsible Sourcing</a:t>
            </a:r>
            <a:endParaRPr/>
          </a:p>
        </p:txBody>
      </p:sp>
      <p:grpSp>
        <p:nvGrpSpPr>
          <p:cNvPr id="220" name="Google Shape;220;p26"/>
          <p:cNvGrpSpPr/>
          <p:nvPr/>
        </p:nvGrpSpPr>
        <p:grpSpPr>
          <a:xfrm>
            <a:off x="2716400" y="1952271"/>
            <a:ext cx="3209906" cy="338554"/>
            <a:chOff x="2507160" y="1883310"/>
            <a:chExt cx="3408130" cy="359461"/>
          </a:xfrm>
        </p:grpSpPr>
        <p:sp>
          <p:nvSpPr>
            <p:cNvPr id="221" name="Google Shape;221;p26"/>
            <p:cNvSpPr txBox="1"/>
            <p:nvPr/>
          </p:nvSpPr>
          <p:spPr>
            <a:xfrm>
              <a:off x="2507160" y="1883310"/>
              <a:ext cx="932726" cy="3594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Social</a:t>
              </a:r>
              <a:endParaRPr/>
            </a:p>
          </p:txBody>
        </p:sp>
        <p:sp>
          <p:nvSpPr>
            <p:cNvPr id="222" name="Google Shape;222;p26"/>
            <p:cNvSpPr txBox="1"/>
            <p:nvPr/>
          </p:nvSpPr>
          <p:spPr>
            <a:xfrm>
              <a:off x="3770195" y="1883310"/>
              <a:ext cx="2145095" cy="3594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Economical Impact</a:t>
              </a:r>
              <a:endParaRPr/>
            </a:p>
          </p:txBody>
        </p:sp>
        <p:sp>
          <p:nvSpPr>
            <p:cNvPr id="223" name="Google Shape;223;p26"/>
            <p:cNvSpPr txBox="1"/>
            <p:nvPr/>
          </p:nvSpPr>
          <p:spPr>
            <a:xfrm>
              <a:off x="3361224" y="1883310"/>
              <a:ext cx="419857" cy="3594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+</a:t>
              </a:r>
              <a:endParaRPr/>
            </a:p>
          </p:txBody>
        </p:sp>
      </p:grpSp>
      <p:sp>
        <p:nvSpPr>
          <p:cNvPr id="224" name="Google Shape;224;p26"/>
          <p:cNvSpPr txBox="1"/>
          <p:nvPr/>
        </p:nvSpPr>
        <p:spPr>
          <a:xfrm>
            <a:off x="2032560" y="2570092"/>
            <a:ext cx="148823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Job Creation</a:t>
            </a:r>
            <a:endParaRPr/>
          </a:p>
        </p:txBody>
      </p:sp>
      <p:sp>
        <p:nvSpPr>
          <p:cNvPr id="225" name="Google Shape;225;p26"/>
          <p:cNvSpPr txBox="1"/>
          <p:nvPr/>
        </p:nvSpPr>
        <p:spPr>
          <a:xfrm>
            <a:off x="3564519" y="2488071"/>
            <a:ext cx="15373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Local Community Dev.</a:t>
            </a:r>
            <a:endParaRPr/>
          </a:p>
        </p:txBody>
      </p:sp>
      <p:sp>
        <p:nvSpPr>
          <p:cNvPr id="226" name="Google Shape;226;p26"/>
          <p:cNvSpPr txBox="1"/>
          <p:nvPr/>
        </p:nvSpPr>
        <p:spPr>
          <a:xfrm>
            <a:off x="5211668" y="2478077"/>
            <a:ext cx="128589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Consumer Spending</a:t>
            </a:r>
            <a:endParaRPr/>
          </a:p>
        </p:txBody>
      </p:sp>
      <p:sp>
        <p:nvSpPr>
          <p:cNvPr id="227" name="Google Shape;227;p26"/>
          <p:cNvSpPr txBox="1"/>
          <p:nvPr/>
        </p:nvSpPr>
        <p:spPr>
          <a:xfrm>
            <a:off x="2120504" y="3164065"/>
            <a:ext cx="128589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Innovation</a:t>
            </a:r>
            <a:endParaRPr/>
          </a:p>
        </p:txBody>
      </p:sp>
      <p:sp>
        <p:nvSpPr>
          <p:cNvPr id="228" name="Google Shape;228;p26"/>
          <p:cNvSpPr txBox="1"/>
          <p:nvPr/>
        </p:nvSpPr>
        <p:spPr>
          <a:xfrm>
            <a:off x="3718141" y="3152527"/>
            <a:ext cx="128589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Quality</a:t>
            </a:r>
            <a:endParaRPr/>
          </a:p>
        </p:txBody>
      </p:sp>
      <p:sp>
        <p:nvSpPr>
          <p:cNvPr id="229" name="Google Shape;229;p26"/>
          <p:cNvSpPr txBox="1"/>
          <p:nvPr/>
        </p:nvSpPr>
        <p:spPr>
          <a:xfrm>
            <a:off x="5233758" y="3171747"/>
            <a:ext cx="128589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Value</a:t>
            </a:r>
            <a:endParaRPr/>
          </a:p>
        </p:txBody>
      </p:sp>
      <p:sp>
        <p:nvSpPr>
          <p:cNvPr id="230" name="Google Shape;230;p26"/>
          <p:cNvSpPr txBox="1"/>
          <p:nvPr/>
        </p:nvSpPr>
        <p:spPr>
          <a:xfrm>
            <a:off x="2514099" y="3697602"/>
            <a:ext cx="128589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Diversity</a:t>
            </a:r>
            <a:endParaRPr/>
          </a:p>
        </p:txBody>
      </p:sp>
      <p:sp>
        <p:nvSpPr>
          <p:cNvPr id="231" name="Google Shape;231;p26"/>
          <p:cNvSpPr txBox="1"/>
          <p:nvPr/>
        </p:nvSpPr>
        <p:spPr>
          <a:xfrm>
            <a:off x="4842071" y="3697602"/>
            <a:ext cx="128589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Sustainability</a:t>
            </a:r>
            <a:endParaRPr/>
          </a:p>
        </p:txBody>
      </p:sp>
      <p:sp>
        <p:nvSpPr>
          <p:cNvPr id="232" name="Google Shape;232;p26"/>
          <p:cNvSpPr txBox="1"/>
          <p:nvPr/>
        </p:nvSpPr>
        <p:spPr>
          <a:xfrm>
            <a:off x="3290163" y="4246117"/>
            <a:ext cx="206173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Tier 2 Suppliers</a:t>
            </a:r>
            <a:endParaRPr/>
          </a:p>
        </p:txBody>
      </p:sp>
      <p:sp>
        <p:nvSpPr>
          <p:cNvPr id="233" name="Google Shape;233;p26"/>
          <p:cNvSpPr txBox="1"/>
          <p:nvPr/>
        </p:nvSpPr>
        <p:spPr>
          <a:xfrm>
            <a:off x="3290163" y="4818689"/>
            <a:ext cx="206173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Tier 1 Suppliers</a:t>
            </a:r>
            <a:endParaRPr/>
          </a:p>
        </p:txBody>
      </p:sp>
      <p:sp>
        <p:nvSpPr>
          <p:cNvPr id="234" name="Google Shape;234;p26"/>
          <p:cNvSpPr txBox="1"/>
          <p:nvPr/>
        </p:nvSpPr>
        <p:spPr>
          <a:xfrm>
            <a:off x="2499428" y="5382311"/>
            <a:ext cx="36432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Supplier Management Software &amp; Tools</a:t>
            </a:r>
            <a:endParaRPr/>
          </a:p>
        </p:txBody>
      </p:sp>
      <p:sp>
        <p:nvSpPr>
          <p:cNvPr id="235" name="Google Shape;235;p26"/>
          <p:cNvSpPr txBox="1"/>
          <p:nvPr/>
        </p:nvSpPr>
        <p:spPr>
          <a:xfrm>
            <a:off x="2726315" y="5963834"/>
            <a:ext cx="318943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Global Corporate Spend</a:t>
            </a:r>
            <a:endParaRPr/>
          </a:p>
        </p:txBody>
      </p:sp>
      <p:sp>
        <p:nvSpPr>
          <p:cNvPr id="236" name="Google Shape;236;p26"/>
          <p:cNvSpPr txBox="1"/>
          <p:nvPr/>
        </p:nvSpPr>
        <p:spPr>
          <a:xfrm>
            <a:off x="80811" y="3113847"/>
            <a:ext cx="1653639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Ethnic Minority</a:t>
            </a:r>
            <a:endParaRPr/>
          </a:p>
          <a:p>
            <a:pPr indent="-285750" lvl="0" marL="285750" marR="0" rtl="1" algn="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Female</a:t>
            </a:r>
            <a:endParaRPr/>
          </a:p>
          <a:p>
            <a:pPr indent="-285750" lvl="0" marL="285750" marR="0" rtl="1" algn="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LGBT</a:t>
            </a:r>
            <a:endParaRPr/>
          </a:p>
          <a:p>
            <a:pPr indent="-285750" lvl="0" marL="285750" marR="0" rtl="1" algn="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DBE/SMB</a:t>
            </a:r>
            <a:endParaRPr/>
          </a:p>
          <a:p>
            <a:pPr indent="-285750" lvl="0" marL="285750" marR="0" rtl="1" algn="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Veteran</a:t>
            </a:r>
            <a:endParaRPr sz="1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7" name="Google Shape;237;p26"/>
          <p:cNvSpPr txBox="1"/>
          <p:nvPr/>
        </p:nvSpPr>
        <p:spPr>
          <a:xfrm>
            <a:off x="7033308" y="3129760"/>
            <a:ext cx="1653639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Financial</a:t>
            </a:r>
            <a:endParaRPr/>
          </a:p>
          <a:p>
            <a:pPr indent="-285750" lvl="0" marL="2857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Social</a:t>
            </a:r>
            <a:endParaRPr/>
          </a:p>
          <a:p>
            <a:pPr indent="-285750" lvl="0" marL="2857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Ethical</a:t>
            </a:r>
            <a:endParaRPr/>
          </a:p>
          <a:p>
            <a:pPr indent="-285750" lvl="0" marL="2857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Environmental</a:t>
            </a:r>
            <a:endParaRPr/>
          </a:p>
          <a:p>
            <a:pPr indent="-285750" lvl="0" marL="2857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Governance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7"/>
          <p:cNvSpPr txBox="1"/>
          <p:nvPr/>
        </p:nvSpPr>
        <p:spPr>
          <a:xfrm>
            <a:off x="1053188" y="2890391"/>
            <a:ext cx="2837069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Responsible Sourcing</a:t>
            </a:r>
            <a:endParaRPr/>
          </a:p>
        </p:txBody>
      </p:sp>
      <p:sp>
        <p:nvSpPr>
          <p:cNvPr id="243" name="Google Shape;243;p27"/>
          <p:cNvSpPr/>
          <p:nvPr/>
        </p:nvSpPr>
        <p:spPr>
          <a:xfrm>
            <a:off x="7986957" y="271911"/>
            <a:ext cx="2937308" cy="2576139"/>
          </a:xfrm>
          <a:custGeom>
            <a:rect b="b" l="l" r="r" t="t"/>
            <a:pathLst>
              <a:path extrusionOk="0" h="2576139" w="2937308">
                <a:moveTo>
                  <a:pt x="2503" y="1342961"/>
                </a:moveTo>
                <a:cubicBezTo>
                  <a:pt x="1625" y="1311393"/>
                  <a:pt x="2503" y="1279678"/>
                  <a:pt x="-419" y="1248256"/>
                </a:cubicBezTo>
                <a:cubicBezTo>
                  <a:pt x="-5536" y="1189795"/>
                  <a:pt x="18433" y="1152234"/>
                  <a:pt x="69149" y="1123881"/>
                </a:cubicBezTo>
                <a:cubicBezTo>
                  <a:pt x="175253" y="1064398"/>
                  <a:pt x="279751" y="1001992"/>
                  <a:pt x="383956" y="939292"/>
                </a:cubicBezTo>
                <a:cubicBezTo>
                  <a:pt x="463900" y="891356"/>
                  <a:pt x="464193" y="832603"/>
                  <a:pt x="384834" y="785104"/>
                </a:cubicBezTo>
                <a:cubicBezTo>
                  <a:pt x="282529" y="724013"/>
                  <a:pt x="180223" y="662629"/>
                  <a:pt x="75579" y="605630"/>
                </a:cubicBezTo>
                <a:cubicBezTo>
                  <a:pt x="19165" y="574939"/>
                  <a:pt x="-3490" y="533724"/>
                  <a:pt x="-858" y="470149"/>
                </a:cubicBezTo>
                <a:cubicBezTo>
                  <a:pt x="2796" y="377781"/>
                  <a:pt x="-858" y="285121"/>
                  <a:pt x="164" y="192462"/>
                </a:cubicBezTo>
                <a:cubicBezTo>
                  <a:pt x="1042" y="57273"/>
                  <a:pt x="73240" y="-12149"/>
                  <a:pt x="207114" y="859"/>
                </a:cubicBezTo>
                <a:cubicBezTo>
                  <a:pt x="989752" y="73934"/>
                  <a:pt x="1665991" y="377051"/>
                  <a:pt x="2222095" y="936954"/>
                </a:cubicBezTo>
                <a:cubicBezTo>
                  <a:pt x="2518197" y="1235117"/>
                  <a:pt x="2752184" y="1588933"/>
                  <a:pt x="2910904" y="1977986"/>
                </a:cubicBezTo>
                <a:cubicBezTo>
                  <a:pt x="2956795" y="2089061"/>
                  <a:pt x="2942619" y="2142260"/>
                  <a:pt x="2849082" y="2220305"/>
                </a:cubicBezTo>
                <a:cubicBezTo>
                  <a:pt x="2830228" y="2251726"/>
                  <a:pt x="2798076" y="2263273"/>
                  <a:pt x="2765775" y="2272772"/>
                </a:cubicBezTo>
                <a:cubicBezTo>
                  <a:pt x="2677209" y="2299080"/>
                  <a:pt x="2592441" y="2343217"/>
                  <a:pt x="2495689" y="2334009"/>
                </a:cubicBezTo>
                <a:cubicBezTo>
                  <a:pt x="2262433" y="2405434"/>
                  <a:pt x="2029177" y="2476799"/>
                  <a:pt x="1795919" y="2548121"/>
                </a:cubicBezTo>
                <a:cubicBezTo>
                  <a:pt x="1763620" y="2557913"/>
                  <a:pt x="1730883" y="2566390"/>
                  <a:pt x="1698291" y="2575451"/>
                </a:cubicBezTo>
                <a:cubicBezTo>
                  <a:pt x="1647722" y="2567851"/>
                  <a:pt x="1637785" y="2524005"/>
                  <a:pt x="1621708" y="2487760"/>
                </a:cubicBezTo>
                <a:cubicBezTo>
                  <a:pt x="1517356" y="2249388"/>
                  <a:pt x="1379535" y="2034693"/>
                  <a:pt x="1187056" y="1856828"/>
                </a:cubicBezTo>
                <a:cubicBezTo>
                  <a:pt x="903231" y="1593756"/>
                  <a:pt x="568545" y="1444536"/>
                  <a:pt x="187092" y="1392214"/>
                </a:cubicBezTo>
                <a:cubicBezTo>
                  <a:pt x="124246" y="1383152"/>
                  <a:pt x="52634" y="1400253"/>
                  <a:pt x="2503" y="134296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4" name="Google Shape;244;p27"/>
          <p:cNvSpPr/>
          <p:nvPr/>
        </p:nvSpPr>
        <p:spPr>
          <a:xfrm>
            <a:off x="6207504" y="4887146"/>
            <a:ext cx="3560468" cy="1695451"/>
          </a:xfrm>
          <a:custGeom>
            <a:rect b="b" l="l" r="r" t="t"/>
            <a:pathLst>
              <a:path extrusionOk="0" h="1695451" w="3560468">
                <a:moveTo>
                  <a:pt x="3516766" y="950461"/>
                </a:moveTo>
                <a:cubicBezTo>
                  <a:pt x="3591304" y="1086526"/>
                  <a:pt x="3570404" y="1159748"/>
                  <a:pt x="3435360" y="1238962"/>
                </a:cubicBezTo>
                <a:cubicBezTo>
                  <a:pt x="2888317" y="1559616"/>
                  <a:pt x="2298307" y="1717899"/>
                  <a:pt x="1664158" y="1692030"/>
                </a:cubicBezTo>
                <a:cubicBezTo>
                  <a:pt x="1111417" y="1671276"/>
                  <a:pt x="573727" y="1507002"/>
                  <a:pt x="103708" y="1215286"/>
                </a:cubicBezTo>
                <a:cubicBezTo>
                  <a:pt x="-6783" y="1147472"/>
                  <a:pt x="-24906" y="1083019"/>
                  <a:pt x="25954" y="963176"/>
                </a:cubicBezTo>
                <a:cubicBezTo>
                  <a:pt x="53870" y="866424"/>
                  <a:pt x="116276" y="783263"/>
                  <a:pt x="201335" y="729334"/>
                </a:cubicBezTo>
                <a:cubicBezTo>
                  <a:pt x="369409" y="506747"/>
                  <a:pt x="537336" y="284012"/>
                  <a:pt x="705117" y="61425"/>
                </a:cubicBezTo>
                <a:cubicBezTo>
                  <a:pt x="718709" y="41403"/>
                  <a:pt x="730986" y="20649"/>
                  <a:pt x="742240" y="-689"/>
                </a:cubicBezTo>
                <a:cubicBezTo>
                  <a:pt x="792224" y="6472"/>
                  <a:pt x="830954" y="37602"/>
                  <a:pt x="872607" y="61863"/>
                </a:cubicBezTo>
                <a:cubicBezTo>
                  <a:pt x="1426519" y="390117"/>
                  <a:pt x="2113864" y="395671"/>
                  <a:pt x="2673037" y="76478"/>
                </a:cubicBezTo>
                <a:cubicBezTo>
                  <a:pt x="2720829" y="49148"/>
                  <a:pt x="2766135" y="-105"/>
                  <a:pt x="2832488" y="27956"/>
                </a:cubicBezTo>
                <a:cubicBezTo>
                  <a:pt x="2920179" y="106147"/>
                  <a:pt x="2948387" y="190915"/>
                  <a:pt x="2883788" y="302573"/>
                </a:cubicBezTo>
                <a:cubicBezTo>
                  <a:pt x="2834388" y="388073"/>
                  <a:pt x="2801066" y="483071"/>
                  <a:pt x="2762189" y="574559"/>
                </a:cubicBezTo>
                <a:cubicBezTo>
                  <a:pt x="2728137" y="654942"/>
                  <a:pt x="2762189" y="704341"/>
                  <a:pt x="2848857" y="698497"/>
                </a:cubicBezTo>
                <a:cubicBezTo>
                  <a:pt x="2947802" y="691919"/>
                  <a:pt x="3048353" y="688412"/>
                  <a:pt x="3144813" y="667513"/>
                </a:cubicBezTo>
                <a:cubicBezTo>
                  <a:pt x="3256618" y="643105"/>
                  <a:pt x="3333347" y="674674"/>
                  <a:pt x="3386547" y="772887"/>
                </a:cubicBezTo>
                <a:cubicBezTo>
                  <a:pt x="3461522" y="809425"/>
                  <a:pt x="3497036" y="874169"/>
                  <a:pt x="3516766" y="95046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5" name="Google Shape;245;p27"/>
          <p:cNvSpPr/>
          <p:nvPr/>
        </p:nvSpPr>
        <p:spPr>
          <a:xfrm>
            <a:off x="9053218" y="2509485"/>
            <a:ext cx="2085594" cy="3388057"/>
          </a:xfrm>
          <a:custGeom>
            <a:rect b="b" l="l" r="r" t="t"/>
            <a:pathLst>
              <a:path extrusionOk="0" h="3388057" w="2085594">
                <a:moveTo>
                  <a:pt x="1781797" y="1290"/>
                </a:moveTo>
                <a:cubicBezTo>
                  <a:pt x="1911579" y="-10693"/>
                  <a:pt x="1974718" y="30521"/>
                  <a:pt x="2001024" y="158257"/>
                </a:cubicBezTo>
                <a:cubicBezTo>
                  <a:pt x="2262488" y="1413838"/>
                  <a:pt x="1908365" y="2467440"/>
                  <a:pt x="957799" y="3323005"/>
                </a:cubicBezTo>
                <a:cubicBezTo>
                  <a:pt x="857833" y="3413035"/>
                  <a:pt x="779203" y="3407334"/>
                  <a:pt x="683913" y="3313944"/>
                </a:cubicBezTo>
                <a:cubicBezTo>
                  <a:pt x="628669" y="3264545"/>
                  <a:pt x="585115" y="3203455"/>
                  <a:pt x="556323" y="3135202"/>
                </a:cubicBezTo>
                <a:lnTo>
                  <a:pt x="-1096" y="2348911"/>
                </a:lnTo>
                <a:cubicBezTo>
                  <a:pt x="15566" y="2296150"/>
                  <a:pt x="63065" y="2271013"/>
                  <a:pt x="101210" y="2237836"/>
                </a:cubicBezTo>
                <a:cubicBezTo>
                  <a:pt x="440427" y="1938812"/>
                  <a:pt x="631445" y="1562473"/>
                  <a:pt x="694583" y="1116860"/>
                </a:cubicBezTo>
                <a:cubicBezTo>
                  <a:pt x="726882" y="889156"/>
                  <a:pt x="700135" y="666569"/>
                  <a:pt x="650738" y="444566"/>
                </a:cubicBezTo>
                <a:cubicBezTo>
                  <a:pt x="643431" y="421372"/>
                  <a:pt x="639484" y="397257"/>
                  <a:pt x="638899" y="372953"/>
                </a:cubicBezTo>
                <a:cubicBezTo>
                  <a:pt x="642992" y="370467"/>
                  <a:pt x="646938" y="367544"/>
                  <a:pt x="651175" y="365499"/>
                </a:cubicBezTo>
                <a:cubicBezTo>
                  <a:pt x="784465" y="297831"/>
                  <a:pt x="888378" y="339776"/>
                  <a:pt x="982792" y="445297"/>
                </a:cubicBezTo>
                <a:cubicBezTo>
                  <a:pt x="1037306" y="506242"/>
                  <a:pt x="1103513" y="557102"/>
                  <a:pt x="1166649" y="610155"/>
                </a:cubicBezTo>
                <a:cubicBezTo>
                  <a:pt x="1233732" y="666569"/>
                  <a:pt x="1290002" y="648154"/>
                  <a:pt x="1310024" y="562510"/>
                </a:cubicBezTo>
                <a:cubicBezTo>
                  <a:pt x="1337647" y="444566"/>
                  <a:pt x="1362492" y="326038"/>
                  <a:pt x="1387044" y="207364"/>
                </a:cubicBezTo>
                <a:cubicBezTo>
                  <a:pt x="1395229" y="167610"/>
                  <a:pt x="1409259" y="133265"/>
                  <a:pt x="1445504" y="111927"/>
                </a:cubicBezTo>
                <a:cubicBezTo>
                  <a:pt x="1552341" y="60760"/>
                  <a:pt x="1665462" y="23579"/>
                  <a:pt x="1781797" y="12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6" name="Google Shape;246;p27"/>
          <p:cNvSpPr/>
          <p:nvPr/>
        </p:nvSpPr>
        <p:spPr>
          <a:xfrm>
            <a:off x="5024417" y="286522"/>
            <a:ext cx="2948056" cy="2570736"/>
          </a:xfrm>
          <a:custGeom>
            <a:rect b="b" l="l" r="r" t="t"/>
            <a:pathLst>
              <a:path extrusionOk="0" h="2570736" w="2948056">
                <a:moveTo>
                  <a:pt x="1224388" y="2570047"/>
                </a:moveTo>
                <a:cubicBezTo>
                  <a:pt x="1104543" y="2555432"/>
                  <a:pt x="1040529" y="2492295"/>
                  <a:pt x="1028107" y="2366897"/>
                </a:cubicBezTo>
                <a:cubicBezTo>
                  <a:pt x="1018899" y="2273069"/>
                  <a:pt x="990693" y="2180994"/>
                  <a:pt x="967746" y="2089211"/>
                </a:cubicBezTo>
                <a:cubicBezTo>
                  <a:pt x="943924" y="1992605"/>
                  <a:pt x="891895" y="1976090"/>
                  <a:pt x="815895" y="2041565"/>
                </a:cubicBezTo>
                <a:cubicBezTo>
                  <a:pt x="725429" y="2119172"/>
                  <a:pt x="635985" y="2198093"/>
                  <a:pt x="549024" y="2279646"/>
                </a:cubicBezTo>
                <a:cubicBezTo>
                  <a:pt x="503718" y="2322029"/>
                  <a:pt x="457680" y="2327291"/>
                  <a:pt x="401851" y="2307560"/>
                </a:cubicBezTo>
                <a:cubicBezTo>
                  <a:pt x="314160" y="2276576"/>
                  <a:pt x="226470" y="2250269"/>
                  <a:pt x="138779" y="2219870"/>
                </a:cubicBezTo>
                <a:cubicBezTo>
                  <a:pt x="8412" y="2174417"/>
                  <a:pt x="-31487" y="2089941"/>
                  <a:pt x="21859" y="1963229"/>
                </a:cubicBezTo>
                <a:cubicBezTo>
                  <a:pt x="302177" y="1303650"/>
                  <a:pt x="746620" y="786277"/>
                  <a:pt x="1367468" y="424700"/>
                </a:cubicBezTo>
                <a:cubicBezTo>
                  <a:pt x="1788822" y="179312"/>
                  <a:pt x="2245251" y="44708"/>
                  <a:pt x="2729741" y="863"/>
                </a:cubicBezTo>
                <a:cubicBezTo>
                  <a:pt x="2871507" y="-11999"/>
                  <a:pt x="2948967" y="55230"/>
                  <a:pt x="2946921" y="197289"/>
                </a:cubicBezTo>
                <a:cubicBezTo>
                  <a:pt x="2942682" y="579327"/>
                  <a:pt x="2936252" y="961512"/>
                  <a:pt x="2930552" y="1343550"/>
                </a:cubicBezTo>
                <a:cubicBezTo>
                  <a:pt x="2884807" y="1397625"/>
                  <a:pt x="2817871" y="1382865"/>
                  <a:pt x="2760579" y="1390318"/>
                </a:cubicBezTo>
                <a:cubicBezTo>
                  <a:pt x="2067970" y="1480054"/>
                  <a:pt x="1584504" y="1847478"/>
                  <a:pt x="1299071" y="2481773"/>
                </a:cubicBezTo>
                <a:cubicBezTo>
                  <a:pt x="1283287" y="2517579"/>
                  <a:pt x="1278463" y="2565663"/>
                  <a:pt x="1224388" y="257004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7" name="Google Shape;247;p27"/>
          <p:cNvSpPr/>
          <p:nvPr/>
        </p:nvSpPr>
        <p:spPr>
          <a:xfrm>
            <a:off x="4832057" y="2524922"/>
            <a:ext cx="2066706" cy="3386225"/>
          </a:xfrm>
          <a:custGeom>
            <a:rect b="b" l="l" r="r" t="t"/>
            <a:pathLst>
              <a:path extrusionOk="0" h="3386225" w="2066706">
                <a:moveTo>
                  <a:pt x="1388979" y="3313122"/>
                </a:moveTo>
                <a:cubicBezTo>
                  <a:pt x="1293250" y="3406220"/>
                  <a:pt x="1213598" y="3409729"/>
                  <a:pt x="1114361" y="3322622"/>
                </a:cubicBezTo>
                <a:cubicBezTo>
                  <a:pt x="485913" y="2773681"/>
                  <a:pt x="114836" y="2087794"/>
                  <a:pt x="18230" y="1257220"/>
                </a:cubicBezTo>
                <a:cubicBezTo>
                  <a:pt x="-22544" y="890951"/>
                  <a:pt x="1278" y="520371"/>
                  <a:pt x="88969" y="162404"/>
                </a:cubicBezTo>
                <a:cubicBezTo>
                  <a:pt x="124336" y="13476"/>
                  <a:pt x="207350" y="-30807"/>
                  <a:pt x="354523" y="18737"/>
                </a:cubicBezTo>
                <a:cubicBezTo>
                  <a:pt x="682048" y="128833"/>
                  <a:pt x="1009572" y="239236"/>
                  <a:pt x="1336804" y="349916"/>
                </a:cubicBezTo>
                <a:cubicBezTo>
                  <a:pt x="1378018" y="363800"/>
                  <a:pt x="1419817" y="376223"/>
                  <a:pt x="1461323" y="389376"/>
                </a:cubicBezTo>
                <a:cubicBezTo>
                  <a:pt x="1405348" y="581857"/>
                  <a:pt x="1371296" y="777553"/>
                  <a:pt x="1379918" y="978510"/>
                </a:cubicBezTo>
                <a:cubicBezTo>
                  <a:pt x="1398333" y="1407170"/>
                  <a:pt x="1547114" y="1784531"/>
                  <a:pt x="1832985" y="2105333"/>
                </a:cubicBezTo>
                <a:cubicBezTo>
                  <a:pt x="1894077" y="2174784"/>
                  <a:pt x="1960282" y="2239514"/>
                  <a:pt x="2031020" y="2298982"/>
                </a:cubicBezTo>
                <a:cubicBezTo>
                  <a:pt x="2057765" y="2321344"/>
                  <a:pt x="2074866" y="2344290"/>
                  <a:pt x="2060251" y="2380242"/>
                </a:cubicBezTo>
                <a:cubicBezTo>
                  <a:pt x="1993459" y="2503447"/>
                  <a:pt x="1976068" y="2511778"/>
                  <a:pt x="1843508" y="2498040"/>
                </a:cubicBezTo>
                <a:cubicBezTo>
                  <a:pt x="1739741" y="2486787"/>
                  <a:pt x="1635682" y="2476994"/>
                  <a:pt x="1531623" y="2467786"/>
                </a:cubicBezTo>
                <a:cubicBezTo>
                  <a:pt x="1435600" y="2459164"/>
                  <a:pt x="1400087" y="2507978"/>
                  <a:pt x="1438378" y="2596400"/>
                </a:cubicBezTo>
                <a:cubicBezTo>
                  <a:pt x="1482224" y="2696805"/>
                  <a:pt x="1524315" y="2797650"/>
                  <a:pt x="1572545" y="2895863"/>
                </a:cubicBezTo>
                <a:cubicBezTo>
                  <a:pt x="1604552" y="2960899"/>
                  <a:pt x="1611420" y="3019652"/>
                  <a:pt x="1562168" y="3077673"/>
                </a:cubicBezTo>
                <a:cubicBezTo>
                  <a:pt x="1519346" y="3166827"/>
                  <a:pt x="1456940" y="3241800"/>
                  <a:pt x="1388979" y="331312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8" name="Google Shape;248;p27"/>
          <p:cNvSpPr/>
          <p:nvPr/>
        </p:nvSpPr>
        <p:spPr>
          <a:xfrm>
            <a:off x="7214057" y="2667407"/>
            <a:ext cx="1533708" cy="1533707"/>
          </a:xfrm>
          <a:custGeom>
            <a:rect b="b" l="l" r="r" t="t"/>
            <a:pathLst>
              <a:path extrusionOk="0" h="1533707" w="1533708">
                <a:moveTo>
                  <a:pt x="764735" y="-688"/>
                </a:moveTo>
                <a:cubicBezTo>
                  <a:pt x="1188279" y="-1258"/>
                  <a:pt x="1532026" y="341626"/>
                  <a:pt x="1532611" y="765141"/>
                </a:cubicBezTo>
                <a:cubicBezTo>
                  <a:pt x="1533195" y="1188658"/>
                  <a:pt x="1190326" y="1532448"/>
                  <a:pt x="766781" y="1533018"/>
                </a:cubicBezTo>
                <a:cubicBezTo>
                  <a:pt x="343236" y="1533588"/>
                  <a:pt x="-511" y="1190704"/>
                  <a:pt x="-1096" y="767188"/>
                </a:cubicBezTo>
                <a:cubicBezTo>
                  <a:pt x="-1096" y="767144"/>
                  <a:pt x="-1096" y="767085"/>
                  <a:pt x="-1096" y="767041"/>
                </a:cubicBezTo>
                <a:cubicBezTo>
                  <a:pt x="-1096" y="343774"/>
                  <a:pt x="341483" y="363"/>
                  <a:pt x="764735" y="-688"/>
                </a:cubicBez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9" name="Google Shape;249;p27"/>
          <p:cNvSpPr/>
          <p:nvPr/>
        </p:nvSpPr>
        <p:spPr>
          <a:xfrm>
            <a:off x="6177853" y="2915134"/>
            <a:ext cx="947825" cy="1990865"/>
          </a:xfrm>
          <a:custGeom>
            <a:rect b="b" l="l" r="r" t="t"/>
            <a:pathLst>
              <a:path extrusionOk="0" h="1990865" w="947825">
                <a:moveTo>
                  <a:pt x="715477" y="1990177"/>
                </a:moveTo>
                <a:cubicBezTo>
                  <a:pt x="649270" y="1925870"/>
                  <a:pt x="580873" y="1863902"/>
                  <a:pt x="517442" y="1797111"/>
                </a:cubicBezTo>
                <a:cubicBezTo>
                  <a:pt x="53560" y="1308383"/>
                  <a:pt x="-95367" y="734303"/>
                  <a:pt x="55752" y="79839"/>
                </a:cubicBezTo>
                <a:cubicBezTo>
                  <a:pt x="63937" y="44471"/>
                  <a:pt x="69491" y="5887"/>
                  <a:pt x="116551" y="-689"/>
                </a:cubicBezTo>
                <a:cubicBezTo>
                  <a:pt x="195034" y="24741"/>
                  <a:pt x="274539" y="47394"/>
                  <a:pt x="351854" y="76040"/>
                </a:cubicBezTo>
                <a:cubicBezTo>
                  <a:pt x="445683" y="111116"/>
                  <a:pt x="487190" y="188284"/>
                  <a:pt x="475936" y="290297"/>
                </a:cubicBezTo>
                <a:cubicBezTo>
                  <a:pt x="470236" y="343350"/>
                  <a:pt x="469943" y="396987"/>
                  <a:pt x="464682" y="450040"/>
                </a:cubicBezTo>
                <a:cubicBezTo>
                  <a:pt x="458835" y="508500"/>
                  <a:pt x="473889" y="524284"/>
                  <a:pt x="536296" y="508500"/>
                </a:cubicBezTo>
                <a:cubicBezTo>
                  <a:pt x="691069" y="469390"/>
                  <a:pt x="851544" y="547537"/>
                  <a:pt x="916288" y="693527"/>
                </a:cubicBezTo>
                <a:cubicBezTo>
                  <a:pt x="981471" y="835659"/>
                  <a:pt x="939379" y="1004025"/>
                  <a:pt x="814860" y="1098657"/>
                </a:cubicBezTo>
                <a:cubicBezTo>
                  <a:pt x="774523" y="1130298"/>
                  <a:pt x="727024" y="1151753"/>
                  <a:pt x="676600" y="1161210"/>
                </a:cubicBezTo>
                <a:cubicBezTo>
                  <a:pt x="633487" y="1168955"/>
                  <a:pt x="632755" y="1185763"/>
                  <a:pt x="652341" y="1219670"/>
                </a:cubicBezTo>
                <a:cubicBezTo>
                  <a:pt x="711531" y="1320470"/>
                  <a:pt x="781684" y="1414342"/>
                  <a:pt x="861628" y="1499548"/>
                </a:cubicBezTo>
                <a:cubicBezTo>
                  <a:pt x="952826" y="1596739"/>
                  <a:pt x="959987" y="1673468"/>
                  <a:pt x="881504" y="1778842"/>
                </a:cubicBezTo>
                <a:cubicBezTo>
                  <a:pt x="827866" y="1850749"/>
                  <a:pt x="784167" y="1930547"/>
                  <a:pt x="715477" y="1990177"/>
                </a:cubicBezTo>
                <a:close/>
              </a:path>
            </a:pathLst>
          </a:custGeom>
          <a:solidFill>
            <a:srgbClr val="0059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0" name="Google Shape;250;p27"/>
          <p:cNvSpPr/>
          <p:nvPr/>
        </p:nvSpPr>
        <p:spPr>
          <a:xfrm>
            <a:off x="6249901" y="1631052"/>
            <a:ext cx="1707901" cy="1328282"/>
          </a:xfrm>
          <a:custGeom>
            <a:rect b="b" l="l" r="r" t="t"/>
            <a:pathLst>
              <a:path extrusionOk="0" h="1328282" w="1707901">
                <a:moveTo>
                  <a:pt x="-1096" y="1225517"/>
                </a:moveTo>
                <a:cubicBezTo>
                  <a:pt x="142570" y="833979"/>
                  <a:pt x="382550" y="516685"/>
                  <a:pt x="733312" y="289128"/>
                </a:cubicBezTo>
                <a:cubicBezTo>
                  <a:pt x="1022543" y="100623"/>
                  <a:pt x="1360299" y="-31"/>
                  <a:pt x="1705507" y="-689"/>
                </a:cubicBezTo>
                <a:cubicBezTo>
                  <a:pt x="1705507" y="89194"/>
                  <a:pt x="1708430" y="179223"/>
                  <a:pt x="1705507" y="269106"/>
                </a:cubicBezTo>
                <a:cubicBezTo>
                  <a:pt x="1702583" y="374334"/>
                  <a:pt x="1650701" y="434840"/>
                  <a:pt x="1548832" y="460417"/>
                </a:cubicBezTo>
                <a:cubicBezTo>
                  <a:pt x="1487596" y="475909"/>
                  <a:pt x="1427089" y="494032"/>
                  <a:pt x="1365414" y="507185"/>
                </a:cubicBezTo>
                <a:cubicBezTo>
                  <a:pt x="1311046" y="518877"/>
                  <a:pt x="1306954" y="538608"/>
                  <a:pt x="1336184" y="585523"/>
                </a:cubicBezTo>
                <a:cubicBezTo>
                  <a:pt x="1406481" y="702443"/>
                  <a:pt x="1404874" y="822432"/>
                  <a:pt x="1332384" y="937453"/>
                </a:cubicBezTo>
                <a:cubicBezTo>
                  <a:pt x="1264862" y="1044728"/>
                  <a:pt x="1163142" y="1097050"/>
                  <a:pt x="1037014" y="1092519"/>
                </a:cubicBezTo>
                <a:cubicBezTo>
                  <a:pt x="927254" y="1091950"/>
                  <a:pt x="825825" y="1033796"/>
                  <a:pt x="769996" y="939353"/>
                </a:cubicBezTo>
                <a:cubicBezTo>
                  <a:pt x="740766" y="891708"/>
                  <a:pt x="723227" y="898285"/>
                  <a:pt x="692535" y="934969"/>
                </a:cubicBezTo>
                <a:cubicBezTo>
                  <a:pt x="621506" y="1018202"/>
                  <a:pt x="558661" y="1108157"/>
                  <a:pt x="505024" y="1203594"/>
                </a:cubicBezTo>
                <a:cubicBezTo>
                  <a:pt x="439549" y="1322561"/>
                  <a:pt x="368081" y="1351498"/>
                  <a:pt x="238738" y="1309261"/>
                </a:cubicBezTo>
                <a:cubicBezTo>
                  <a:pt x="158500" y="1282807"/>
                  <a:pt x="75341" y="1263662"/>
                  <a:pt x="-1096" y="1225517"/>
                </a:cubicBezTo>
                <a:close/>
              </a:path>
            </a:pathLst>
          </a:custGeom>
          <a:solidFill>
            <a:srgbClr val="1797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1" name="Google Shape;251;p27"/>
          <p:cNvSpPr/>
          <p:nvPr/>
        </p:nvSpPr>
        <p:spPr>
          <a:xfrm>
            <a:off x="8807331" y="2883272"/>
            <a:ext cx="990987" cy="1975812"/>
          </a:xfrm>
          <a:custGeom>
            <a:rect b="b" l="l" r="r" t="t"/>
            <a:pathLst>
              <a:path extrusionOk="0" h="1975812" w="990987">
                <a:moveTo>
                  <a:pt x="884055" y="-689"/>
                </a:moveTo>
                <a:cubicBezTo>
                  <a:pt x="921324" y="13926"/>
                  <a:pt x="929509" y="46956"/>
                  <a:pt x="936961" y="80717"/>
                </a:cubicBezTo>
                <a:cubicBezTo>
                  <a:pt x="1071275" y="681251"/>
                  <a:pt x="951576" y="1221863"/>
                  <a:pt x="559454" y="1700360"/>
                </a:cubicBezTo>
                <a:cubicBezTo>
                  <a:pt x="487403" y="1785683"/>
                  <a:pt x="407750" y="1864254"/>
                  <a:pt x="321374" y="1935078"/>
                </a:cubicBezTo>
                <a:cubicBezTo>
                  <a:pt x="299891" y="1954955"/>
                  <a:pt x="273584" y="1968839"/>
                  <a:pt x="244938" y="1975124"/>
                </a:cubicBezTo>
                <a:cubicBezTo>
                  <a:pt x="193785" y="1904095"/>
                  <a:pt x="140732" y="1834527"/>
                  <a:pt x="92065" y="1761744"/>
                </a:cubicBezTo>
                <a:cubicBezTo>
                  <a:pt x="35065" y="1676391"/>
                  <a:pt x="42227" y="1600978"/>
                  <a:pt x="108726" y="1521326"/>
                </a:cubicBezTo>
                <a:cubicBezTo>
                  <a:pt x="144825" y="1478504"/>
                  <a:pt x="180194" y="1435097"/>
                  <a:pt x="217315" y="1393297"/>
                </a:cubicBezTo>
                <a:cubicBezTo>
                  <a:pt x="254438" y="1351498"/>
                  <a:pt x="263938" y="1327676"/>
                  <a:pt x="196416" y="1299323"/>
                </a:cubicBezTo>
                <a:cubicBezTo>
                  <a:pt x="68534" y="1245832"/>
                  <a:pt x="1159" y="1139872"/>
                  <a:pt x="-1033" y="1001029"/>
                </a:cubicBezTo>
                <a:cubicBezTo>
                  <a:pt x="-3372" y="865255"/>
                  <a:pt x="60057" y="762511"/>
                  <a:pt x="180048" y="698351"/>
                </a:cubicBezTo>
                <a:cubicBezTo>
                  <a:pt x="264084" y="649960"/>
                  <a:pt x="366244" y="644903"/>
                  <a:pt x="454664" y="684759"/>
                </a:cubicBezTo>
                <a:cubicBezTo>
                  <a:pt x="513124" y="711066"/>
                  <a:pt x="521748" y="683443"/>
                  <a:pt x="523063" y="636821"/>
                </a:cubicBezTo>
                <a:cubicBezTo>
                  <a:pt x="526424" y="519900"/>
                  <a:pt x="532417" y="402979"/>
                  <a:pt x="514148" y="287228"/>
                </a:cubicBezTo>
                <a:cubicBezTo>
                  <a:pt x="499533" y="191500"/>
                  <a:pt x="543378" y="110970"/>
                  <a:pt x="634137" y="78233"/>
                </a:cubicBezTo>
                <a:cubicBezTo>
                  <a:pt x="716713" y="49003"/>
                  <a:pt x="800603" y="25473"/>
                  <a:pt x="884055" y="-689"/>
                </a:cubicBezTo>
                <a:close/>
              </a:path>
            </a:pathLst>
          </a:custGeom>
          <a:solidFill>
            <a:srgbClr val="0092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2" name="Google Shape;252;p27"/>
          <p:cNvSpPr/>
          <p:nvPr/>
        </p:nvSpPr>
        <p:spPr>
          <a:xfrm>
            <a:off x="7988217" y="1615560"/>
            <a:ext cx="1697395" cy="1331284"/>
          </a:xfrm>
          <a:custGeom>
            <a:rect b="b" l="l" r="r" t="t"/>
            <a:pathLst>
              <a:path extrusionOk="0" h="1331284" w="1697395">
                <a:moveTo>
                  <a:pt x="1243" y="-689"/>
                </a:moveTo>
                <a:cubicBezTo>
                  <a:pt x="472579" y="13926"/>
                  <a:pt x="881655" y="176154"/>
                  <a:pt x="1226278" y="502363"/>
                </a:cubicBezTo>
                <a:cubicBezTo>
                  <a:pt x="1443460" y="707851"/>
                  <a:pt x="1588733" y="957038"/>
                  <a:pt x="1696300" y="1231801"/>
                </a:cubicBezTo>
                <a:cubicBezTo>
                  <a:pt x="1602763" y="1271876"/>
                  <a:pt x="1505865" y="1303049"/>
                  <a:pt x="1406483" y="1324899"/>
                </a:cubicBezTo>
                <a:cubicBezTo>
                  <a:pt x="1326247" y="1344629"/>
                  <a:pt x="1258725" y="1312330"/>
                  <a:pt x="1213563" y="1240132"/>
                </a:cubicBezTo>
                <a:cubicBezTo>
                  <a:pt x="1178779" y="1184595"/>
                  <a:pt x="1142680" y="1129788"/>
                  <a:pt x="1108774" y="1073812"/>
                </a:cubicBezTo>
                <a:cubicBezTo>
                  <a:pt x="1082320" y="1029967"/>
                  <a:pt x="1064929" y="1015352"/>
                  <a:pt x="1022837" y="1066797"/>
                </a:cubicBezTo>
                <a:cubicBezTo>
                  <a:pt x="926815" y="1182695"/>
                  <a:pt x="774381" y="1212948"/>
                  <a:pt x="639192" y="1154488"/>
                </a:cubicBezTo>
                <a:cubicBezTo>
                  <a:pt x="507948" y="1097591"/>
                  <a:pt x="426980" y="963805"/>
                  <a:pt x="437649" y="821118"/>
                </a:cubicBezTo>
                <a:cubicBezTo>
                  <a:pt x="440573" y="777257"/>
                  <a:pt x="452996" y="734567"/>
                  <a:pt x="474040" y="696013"/>
                </a:cubicBezTo>
                <a:cubicBezTo>
                  <a:pt x="494063" y="660643"/>
                  <a:pt x="518617" y="627759"/>
                  <a:pt x="543023" y="590930"/>
                </a:cubicBezTo>
                <a:cubicBezTo>
                  <a:pt x="425666" y="531520"/>
                  <a:pt x="300121" y="489793"/>
                  <a:pt x="170631" y="467140"/>
                </a:cubicBezTo>
                <a:cubicBezTo>
                  <a:pt x="49474" y="443756"/>
                  <a:pt x="-1096" y="384273"/>
                  <a:pt x="-1096" y="262529"/>
                </a:cubicBezTo>
                <a:cubicBezTo>
                  <a:pt x="-1096" y="174254"/>
                  <a:pt x="365" y="86855"/>
                  <a:pt x="1243" y="-689"/>
                </a:cubicBezTo>
                <a:close/>
              </a:path>
            </a:pathLst>
          </a:custGeom>
          <a:solidFill>
            <a:srgbClr val="E546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3" name="Google Shape;253;p27"/>
          <p:cNvSpPr/>
          <p:nvPr/>
        </p:nvSpPr>
        <p:spPr>
          <a:xfrm>
            <a:off x="6950401" y="4333088"/>
            <a:ext cx="2090834" cy="903901"/>
          </a:xfrm>
          <a:custGeom>
            <a:rect b="b" l="l" r="r" t="t"/>
            <a:pathLst>
              <a:path extrusionOk="0" h="903901" w="2090834">
                <a:moveTo>
                  <a:pt x="2089738" y="582891"/>
                </a:moveTo>
                <a:cubicBezTo>
                  <a:pt x="1853997" y="729042"/>
                  <a:pt x="1604079" y="838070"/>
                  <a:pt x="1327708" y="880600"/>
                </a:cubicBezTo>
                <a:cubicBezTo>
                  <a:pt x="870840" y="950900"/>
                  <a:pt x="448903" y="855755"/>
                  <a:pt x="56196" y="616506"/>
                </a:cubicBezTo>
                <a:cubicBezTo>
                  <a:pt x="31205" y="601891"/>
                  <a:pt x="5775" y="585961"/>
                  <a:pt x="-1096" y="553954"/>
                </a:cubicBezTo>
                <a:cubicBezTo>
                  <a:pt x="48449" y="487747"/>
                  <a:pt x="96534" y="420371"/>
                  <a:pt x="147979" y="355627"/>
                </a:cubicBezTo>
                <a:cubicBezTo>
                  <a:pt x="211262" y="275974"/>
                  <a:pt x="286676" y="256244"/>
                  <a:pt x="381820" y="294828"/>
                </a:cubicBezTo>
                <a:cubicBezTo>
                  <a:pt x="465272" y="328881"/>
                  <a:pt x="548723" y="361911"/>
                  <a:pt x="635099" y="387488"/>
                </a:cubicBezTo>
                <a:cubicBezTo>
                  <a:pt x="678944" y="400495"/>
                  <a:pt x="700282" y="398303"/>
                  <a:pt x="702035" y="341451"/>
                </a:cubicBezTo>
                <a:cubicBezTo>
                  <a:pt x="708174" y="141078"/>
                  <a:pt x="849210" y="-396"/>
                  <a:pt x="1035991" y="-689"/>
                </a:cubicBezTo>
                <a:cubicBezTo>
                  <a:pt x="1225987" y="-689"/>
                  <a:pt x="1365560" y="142393"/>
                  <a:pt x="1370384" y="348027"/>
                </a:cubicBezTo>
                <a:cubicBezTo>
                  <a:pt x="1371699" y="406487"/>
                  <a:pt x="1394790" y="405465"/>
                  <a:pt x="1437028" y="393334"/>
                </a:cubicBezTo>
                <a:cubicBezTo>
                  <a:pt x="1520919" y="368357"/>
                  <a:pt x="1602909" y="337782"/>
                  <a:pt x="1682709" y="301843"/>
                </a:cubicBezTo>
                <a:cubicBezTo>
                  <a:pt x="1788961" y="254929"/>
                  <a:pt x="1863058" y="272613"/>
                  <a:pt x="1933211" y="363227"/>
                </a:cubicBezTo>
                <a:cubicBezTo>
                  <a:pt x="1988162" y="434402"/>
                  <a:pt x="2037854" y="509524"/>
                  <a:pt x="2089738" y="582891"/>
                </a:cubicBezTo>
                <a:close/>
              </a:path>
            </a:pathLst>
          </a:custGeom>
          <a:solidFill>
            <a:srgbClr val="F00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4" name="Google Shape;254;p27"/>
          <p:cNvSpPr/>
          <p:nvPr/>
        </p:nvSpPr>
        <p:spPr>
          <a:xfrm>
            <a:off x="10483449" y="2492904"/>
            <a:ext cx="353393" cy="129343"/>
          </a:xfrm>
          <a:custGeom>
            <a:rect b="b" l="l" r="r" t="t"/>
            <a:pathLst>
              <a:path extrusionOk="0" h="129343" w="353393">
                <a:moveTo>
                  <a:pt x="351566" y="17872"/>
                </a:moveTo>
                <a:cubicBezTo>
                  <a:pt x="241516" y="60723"/>
                  <a:pt x="129418" y="97714"/>
                  <a:pt x="15419" y="128654"/>
                </a:cubicBezTo>
                <a:lnTo>
                  <a:pt x="-1096" y="113016"/>
                </a:lnTo>
                <a:lnTo>
                  <a:pt x="352298" y="-689"/>
                </a:lnTo>
                <a:close/>
              </a:path>
            </a:pathLst>
          </a:custGeom>
          <a:solidFill>
            <a:srgbClr val="D4D4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5" name="Google Shape;255;p27"/>
          <p:cNvSpPr/>
          <p:nvPr/>
        </p:nvSpPr>
        <p:spPr>
          <a:xfrm>
            <a:off x="6222132" y="5603284"/>
            <a:ext cx="187803" cy="248456"/>
          </a:xfrm>
          <a:custGeom>
            <a:rect b="b" l="l" r="r" t="t"/>
            <a:pathLst>
              <a:path extrusionOk="0" h="248456" w="187803">
                <a:moveTo>
                  <a:pt x="-1096" y="234760"/>
                </a:moveTo>
                <a:cubicBezTo>
                  <a:pt x="51518" y="152623"/>
                  <a:pt x="109395" y="73994"/>
                  <a:pt x="172092" y="-689"/>
                </a:cubicBezTo>
                <a:lnTo>
                  <a:pt x="186708" y="13926"/>
                </a:lnTo>
                <a:cubicBezTo>
                  <a:pt x="133508" y="95626"/>
                  <a:pt x="74902" y="173816"/>
                  <a:pt x="11327" y="247767"/>
                </a:cubicBezTo>
                <a:cubicBezTo>
                  <a:pt x="7380" y="243091"/>
                  <a:pt x="3289" y="238999"/>
                  <a:pt x="-1096" y="234760"/>
                </a:cubicBezTo>
                <a:close/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6" name="Google Shape;256;p27"/>
          <p:cNvSpPr txBox="1"/>
          <p:nvPr/>
        </p:nvSpPr>
        <p:spPr>
          <a:xfrm>
            <a:off x="5514024" y="1371547"/>
            <a:ext cx="190856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Monitoring &amp; Repeating</a:t>
            </a:r>
            <a:endParaRPr/>
          </a:p>
        </p:txBody>
      </p:sp>
      <p:sp>
        <p:nvSpPr>
          <p:cNvPr id="257" name="Google Shape;257;p27"/>
          <p:cNvSpPr txBox="1"/>
          <p:nvPr/>
        </p:nvSpPr>
        <p:spPr>
          <a:xfrm>
            <a:off x="8798857" y="1429422"/>
            <a:ext cx="153370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Strategy and Policy</a:t>
            </a:r>
            <a:endParaRPr/>
          </a:p>
        </p:txBody>
      </p:sp>
      <p:sp>
        <p:nvSpPr>
          <p:cNvPr id="258" name="Google Shape;258;p27"/>
          <p:cNvSpPr txBox="1"/>
          <p:nvPr/>
        </p:nvSpPr>
        <p:spPr>
          <a:xfrm>
            <a:off x="9567831" y="3977268"/>
            <a:ext cx="135643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Understand the Supply Base</a:t>
            </a:r>
            <a:endParaRPr/>
          </a:p>
        </p:txBody>
      </p:sp>
      <p:sp>
        <p:nvSpPr>
          <p:cNvPr id="259" name="Google Shape;259;p27"/>
          <p:cNvSpPr txBox="1"/>
          <p:nvPr/>
        </p:nvSpPr>
        <p:spPr>
          <a:xfrm>
            <a:off x="7072756" y="5752068"/>
            <a:ext cx="177363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Plan Interventions</a:t>
            </a:r>
            <a:endParaRPr/>
          </a:p>
        </p:txBody>
      </p:sp>
      <p:sp>
        <p:nvSpPr>
          <p:cNvPr id="260" name="Google Shape;260;p27"/>
          <p:cNvSpPr txBox="1"/>
          <p:nvPr/>
        </p:nvSpPr>
        <p:spPr>
          <a:xfrm>
            <a:off x="4932562" y="3440020"/>
            <a:ext cx="1371769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Engage within &amp; beyond Supply Chains</a:t>
            </a:r>
            <a:endParaRPr sz="16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1" name="Google Shape;261;p27"/>
          <p:cNvSpPr txBox="1"/>
          <p:nvPr/>
        </p:nvSpPr>
        <p:spPr>
          <a:xfrm>
            <a:off x="8352213" y="2312223"/>
            <a:ext cx="74810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b="1" sz="20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2" name="Google Shape;262;p27"/>
          <p:cNvSpPr txBox="1"/>
          <p:nvPr/>
        </p:nvSpPr>
        <p:spPr>
          <a:xfrm>
            <a:off x="8747765" y="3653085"/>
            <a:ext cx="74810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1" sz="20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3" name="Google Shape;263;p27"/>
          <p:cNvSpPr txBox="1"/>
          <p:nvPr/>
        </p:nvSpPr>
        <p:spPr>
          <a:xfrm>
            <a:off x="7616108" y="4410062"/>
            <a:ext cx="74810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1" sz="20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4" name="Google Shape;264;p27"/>
          <p:cNvSpPr txBox="1"/>
          <p:nvPr/>
        </p:nvSpPr>
        <p:spPr>
          <a:xfrm>
            <a:off x="6435649" y="3501358"/>
            <a:ext cx="74810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b="1" sz="20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5" name="Google Shape;265;p27"/>
          <p:cNvSpPr txBox="1"/>
          <p:nvPr/>
        </p:nvSpPr>
        <p:spPr>
          <a:xfrm>
            <a:off x="6942924" y="2222240"/>
            <a:ext cx="74810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</a:t>
            </a:r>
            <a:endParaRPr b="1" sz="20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266" name="Google Shape;26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1307" y="2824656"/>
            <a:ext cx="1219209" cy="1219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62557" y="1014824"/>
            <a:ext cx="406308" cy="4063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upply chain management icon vector image can be used for supply chain |  Premium Vector" id="268" name="Google Shape;26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18489" y="3505478"/>
            <a:ext cx="455118" cy="4551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Free Action Plan Icons in PNG &amp; SVG" id="269" name="Google Shape;269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68590" y="5299054"/>
            <a:ext cx="381965" cy="3819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upply chain icon vector image can be used for supply chain | Premium Vector" id="270" name="Google Shape;270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91999" y="2997286"/>
            <a:ext cx="452894" cy="4528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onitoring - Free industry icons" id="271" name="Google Shape;271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07784" y="1057455"/>
            <a:ext cx="321046" cy="321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8"/>
          <p:cNvSpPr txBox="1"/>
          <p:nvPr/>
        </p:nvSpPr>
        <p:spPr>
          <a:xfrm>
            <a:off x="0" y="30480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Responsible Sourcing</a:t>
            </a:r>
            <a:endParaRPr/>
          </a:p>
        </p:txBody>
      </p:sp>
      <p:sp>
        <p:nvSpPr>
          <p:cNvPr id="277" name="Google Shape;277;p28"/>
          <p:cNvSpPr txBox="1"/>
          <p:nvPr/>
        </p:nvSpPr>
        <p:spPr>
          <a:xfrm>
            <a:off x="3587003" y="873026"/>
            <a:ext cx="501799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Responsible Sourcing Principles</a:t>
            </a:r>
            <a:endParaRPr sz="2000"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8" name="Google Shape;278;p28"/>
          <p:cNvSpPr/>
          <p:nvPr/>
        </p:nvSpPr>
        <p:spPr>
          <a:xfrm>
            <a:off x="1936882" y="1583992"/>
            <a:ext cx="5436238" cy="4679437"/>
          </a:xfrm>
          <a:custGeom>
            <a:rect b="b" l="l" r="r" t="t"/>
            <a:pathLst>
              <a:path extrusionOk="0" h="4679437" w="5436238">
                <a:moveTo>
                  <a:pt x="4265546" y="2392073"/>
                </a:moveTo>
                <a:cubicBezTo>
                  <a:pt x="4283177" y="2437087"/>
                  <a:pt x="4308365" y="2478792"/>
                  <a:pt x="4340030" y="2515374"/>
                </a:cubicBezTo>
                <a:cubicBezTo>
                  <a:pt x="4376971" y="2537323"/>
                  <a:pt x="4400839" y="2570067"/>
                  <a:pt x="4422309" y="2607369"/>
                </a:cubicBezTo>
                <a:cubicBezTo>
                  <a:pt x="4514425" y="2767611"/>
                  <a:pt x="4608819" y="2926174"/>
                  <a:pt x="4700455" y="3087135"/>
                </a:cubicBezTo>
                <a:cubicBezTo>
                  <a:pt x="4716767" y="3115441"/>
                  <a:pt x="4747231" y="3143028"/>
                  <a:pt x="4722524" y="3182009"/>
                </a:cubicBezTo>
                <a:lnTo>
                  <a:pt x="4795568" y="3303990"/>
                </a:lnTo>
                <a:cubicBezTo>
                  <a:pt x="4830831" y="3320901"/>
                  <a:pt x="4859377" y="3349160"/>
                  <a:pt x="4876648" y="3384231"/>
                </a:cubicBezTo>
                <a:cubicBezTo>
                  <a:pt x="4972602" y="3553228"/>
                  <a:pt x="5073113" y="3720067"/>
                  <a:pt x="5169066" y="3887986"/>
                </a:cubicBezTo>
                <a:cubicBezTo>
                  <a:pt x="5185138" y="3916292"/>
                  <a:pt x="5215603" y="3943878"/>
                  <a:pt x="5190536" y="3982620"/>
                </a:cubicBezTo>
                <a:cubicBezTo>
                  <a:pt x="5258902" y="4099563"/>
                  <a:pt x="5326189" y="4216866"/>
                  <a:pt x="5396236" y="4333329"/>
                </a:cubicBezTo>
                <a:cubicBezTo>
                  <a:pt x="5447930" y="4419686"/>
                  <a:pt x="5451409" y="4503405"/>
                  <a:pt x="5387839" y="4585207"/>
                </a:cubicBezTo>
                <a:cubicBezTo>
                  <a:pt x="5348019" y="4634622"/>
                  <a:pt x="5304601" y="4677921"/>
                  <a:pt x="5234554" y="4676962"/>
                </a:cubicBezTo>
                <a:cubicBezTo>
                  <a:pt x="5227358" y="4676002"/>
                  <a:pt x="5220281" y="4674803"/>
                  <a:pt x="5213205" y="4673123"/>
                </a:cubicBezTo>
                <a:cubicBezTo>
                  <a:pt x="5160311" y="4662089"/>
                  <a:pt x="5106817" y="4664248"/>
                  <a:pt x="5052843" y="4664248"/>
                </a:cubicBezTo>
                <a:lnTo>
                  <a:pt x="297997" y="4664248"/>
                </a:lnTo>
                <a:cubicBezTo>
                  <a:pt x="178055" y="4641458"/>
                  <a:pt x="99973" y="4571413"/>
                  <a:pt x="68429" y="4474140"/>
                </a:cubicBezTo>
                <a:cubicBezTo>
                  <a:pt x="83781" y="4544666"/>
                  <a:pt x="150708" y="4597441"/>
                  <a:pt x="218955" y="4649615"/>
                </a:cubicBezTo>
                <a:cubicBezTo>
                  <a:pt x="223885" y="4652974"/>
                  <a:pt x="227219" y="4658251"/>
                  <a:pt x="228191" y="4664128"/>
                </a:cubicBezTo>
                <a:cubicBezTo>
                  <a:pt x="227507" y="4670605"/>
                  <a:pt x="223321" y="4676242"/>
                  <a:pt x="217277" y="4678760"/>
                </a:cubicBezTo>
                <a:cubicBezTo>
                  <a:pt x="184293" y="4673363"/>
                  <a:pt x="149869" y="4683918"/>
                  <a:pt x="118564" y="4668926"/>
                </a:cubicBezTo>
                <a:cubicBezTo>
                  <a:pt x="111212" y="4661609"/>
                  <a:pt x="105707" y="4652614"/>
                  <a:pt x="102492" y="4642659"/>
                </a:cubicBezTo>
                <a:cubicBezTo>
                  <a:pt x="94888" y="4617350"/>
                  <a:pt x="80795" y="4594442"/>
                  <a:pt x="61592" y="4576211"/>
                </a:cubicBezTo>
                <a:cubicBezTo>
                  <a:pt x="-13851" y="4493691"/>
                  <a:pt x="-22367" y="4376868"/>
                  <a:pt x="43241" y="4302383"/>
                </a:cubicBezTo>
                <a:cubicBezTo>
                  <a:pt x="71247" y="4296147"/>
                  <a:pt x="99973" y="4293628"/>
                  <a:pt x="128640" y="4295067"/>
                </a:cubicBezTo>
                <a:cubicBezTo>
                  <a:pt x="527686" y="4295067"/>
                  <a:pt x="926732" y="4294708"/>
                  <a:pt x="1325776" y="4294108"/>
                </a:cubicBezTo>
                <a:cubicBezTo>
                  <a:pt x="1365838" y="4294108"/>
                  <a:pt x="1406977" y="4311979"/>
                  <a:pt x="1445718" y="4289790"/>
                </a:cubicBezTo>
                <a:cubicBezTo>
                  <a:pt x="1482661" y="4284273"/>
                  <a:pt x="1511447" y="4308861"/>
                  <a:pt x="1543350" y="4320735"/>
                </a:cubicBezTo>
                <a:cubicBezTo>
                  <a:pt x="1675286" y="4370151"/>
                  <a:pt x="1831210" y="4328291"/>
                  <a:pt x="1915169" y="4218904"/>
                </a:cubicBezTo>
                <a:cubicBezTo>
                  <a:pt x="1996010" y="4110357"/>
                  <a:pt x="1999008" y="3962589"/>
                  <a:pt x="1922606" y="3850923"/>
                </a:cubicBezTo>
                <a:cubicBezTo>
                  <a:pt x="1836368" y="3728343"/>
                  <a:pt x="1670728" y="3684805"/>
                  <a:pt x="1527999" y="3745495"/>
                </a:cubicBezTo>
                <a:cubicBezTo>
                  <a:pt x="1495254" y="3759288"/>
                  <a:pt x="1465508" y="3787234"/>
                  <a:pt x="1424848" y="3775240"/>
                </a:cubicBezTo>
                <a:cubicBezTo>
                  <a:pt x="1389946" y="3763246"/>
                  <a:pt x="1355643" y="3777279"/>
                  <a:pt x="1321100" y="3777160"/>
                </a:cubicBezTo>
                <a:lnTo>
                  <a:pt x="472273" y="3777160"/>
                </a:lnTo>
                <a:cubicBezTo>
                  <a:pt x="445645" y="3778227"/>
                  <a:pt x="418898" y="3775612"/>
                  <a:pt x="392991" y="3769363"/>
                </a:cubicBezTo>
                <a:cubicBezTo>
                  <a:pt x="371929" y="3761027"/>
                  <a:pt x="361614" y="3737183"/>
                  <a:pt x="369962" y="3716121"/>
                </a:cubicBezTo>
                <a:cubicBezTo>
                  <a:pt x="369962" y="3716121"/>
                  <a:pt x="369962" y="3716109"/>
                  <a:pt x="369962" y="3716109"/>
                </a:cubicBezTo>
                <a:cubicBezTo>
                  <a:pt x="371125" y="3713159"/>
                  <a:pt x="372613" y="3710340"/>
                  <a:pt x="374400" y="3707713"/>
                </a:cubicBezTo>
                <a:cubicBezTo>
                  <a:pt x="423816" y="3623034"/>
                  <a:pt x="460758" y="3528640"/>
                  <a:pt x="540159" y="3464232"/>
                </a:cubicBezTo>
                <a:cubicBezTo>
                  <a:pt x="568585" y="3458223"/>
                  <a:pt x="597611" y="3455967"/>
                  <a:pt x="626517" y="3457515"/>
                </a:cubicBezTo>
                <a:cubicBezTo>
                  <a:pt x="1022205" y="3457515"/>
                  <a:pt x="1418012" y="3457191"/>
                  <a:pt x="1813939" y="3456555"/>
                </a:cubicBezTo>
                <a:cubicBezTo>
                  <a:pt x="1856159" y="3456555"/>
                  <a:pt x="1899098" y="3474307"/>
                  <a:pt x="1940837" y="3453917"/>
                </a:cubicBezTo>
                <a:cubicBezTo>
                  <a:pt x="1972622" y="3446361"/>
                  <a:pt x="1994332" y="3469869"/>
                  <a:pt x="2019760" y="3481263"/>
                </a:cubicBezTo>
                <a:cubicBezTo>
                  <a:pt x="2214064" y="3567621"/>
                  <a:pt x="2421204" y="3475746"/>
                  <a:pt x="2474457" y="3278442"/>
                </a:cubicBezTo>
                <a:cubicBezTo>
                  <a:pt x="2531550" y="3066865"/>
                  <a:pt x="2331368" y="2855888"/>
                  <a:pt x="2115473" y="2896188"/>
                </a:cubicBezTo>
                <a:cubicBezTo>
                  <a:pt x="2054421" y="2908183"/>
                  <a:pt x="2004527" y="2948003"/>
                  <a:pt x="1942877" y="2954720"/>
                </a:cubicBezTo>
                <a:cubicBezTo>
                  <a:pt x="1918168" y="2939607"/>
                  <a:pt x="1891061" y="2949202"/>
                  <a:pt x="1864674" y="2949563"/>
                </a:cubicBezTo>
                <a:cubicBezTo>
                  <a:pt x="1552826" y="2952117"/>
                  <a:pt x="1240978" y="2952117"/>
                  <a:pt x="929130" y="2949563"/>
                </a:cubicBezTo>
                <a:cubicBezTo>
                  <a:pt x="914737" y="2949322"/>
                  <a:pt x="900343" y="2946936"/>
                  <a:pt x="886670" y="2942486"/>
                </a:cubicBezTo>
                <a:cubicBezTo>
                  <a:pt x="865442" y="2931211"/>
                  <a:pt x="855605" y="2912021"/>
                  <a:pt x="867360" y="2891631"/>
                </a:cubicBezTo>
                <a:cubicBezTo>
                  <a:pt x="919534" y="2801075"/>
                  <a:pt x="953718" y="2697325"/>
                  <a:pt x="1048831" y="2636995"/>
                </a:cubicBezTo>
                <a:cubicBezTo>
                  <a:pt x="1070900" y="2632317"/>
                  <a:pt x="1093449" y="2630386"/>
                  <a:pt x="1115998" y="2631237"/>
                </a:cubicBezTo>
                <a:cubicBezTo>
                  <a:pt x="1526918" y="2630758"/>
                  <a:pt x="1937959" y="2630758"/>
                  <a:pt x="2349119" y="2631237"/>
                </a:cubicBezTo>
                <a:cubicBezTo>
                  <a:pt x="2386060" y="2631237"/>
                  <a:pt x="2421803" y="2646110"/>
                  <a:pt x="2458265" y="2633157"/>
                </a:cubicBezTo>
                <a:cubicBezTo>
                  <a:pt x="2494728" y="2620203"/>
                  <a:pt x="2520995" y="2644311"/>
                  <a:pt x="2550740" y="2655706"/>
                </a:cubicBezTo>
                <a:cubicBezTo>
                  <a:pt x="2688314" y="2708359"/>
                  <a:pt x="2844597" y="2665540"/>
                  <a:pt x="2925557" y="2551836"/>
                </a:cubicBezTo>
                <a:cubicBezTo>
                  <a:pt x="3015035" y="2426497"/>
                  <a:pt x="3010717" y="2284726"/>
                  <a:pt x="2913563" y="2165144"/>
                </a:cubicBezTo>
                <a:cubicBezTo>
                  <a:pt x="2829604" y="2060915"/>
                  <a:pt x="2673680" y="2025892"/>
                  <a:pt x="2543544" y="2079746"/>
                </a:cubicBezTo>
                <a:cubicBezTo>
                  <a:pt x="2512119" y="2092819"/>
                  <a:pt x="2486211" y="2121365"/>
                  <a:pt x="2447590" y="2116807"/>
                </a:cubicBezTo>
                <a:cubicBezTo>
                  <a:pt x="2423602" y="2101935"/>
                  <a:pt x="2396016" y="2111410"/>
                  <a:pt x="2369748" y="2111650"/>
                </a:cubicBezTo>
                <a:cubicBezTo>
                  <a:pt x="2056581" y="2114205"/>
                  <a:pt x="1743414" y="2114205"/>
                  <a:pt x="1430366" y="2111650"/>
                </a:cubicBezTo>
                <a:cubicBezTo>
                  <a:pt x="1418252" y="2111362"/>
                  <a:pt x="1406138" y="2109587"/>
                  <a:pt x="1394384" y="2106372"/>
                </a:cubicBezTo>
                <a:cubicBezTo>
                  <a:pt x="1369675" y="2095458"/>
                  <a:pt x="1360800" y="2075188"/>
                  <a:pt x="1372313" y="2051679"/>
                </a:cubicBezTo>
                <a:cubicBezTo>
                  <a:pt x="1414893" y="1963762"/>
                  <a:pt x="1469706" y="1882682"/>
                  <a:pt x="1514085" y="1795724"/>
                </a:cubicBezTo>
                <a:cubicBezTo>
                  <a:pt x="1516844" y="1790447"/>
                  <a:pt x="1524640" y="1789847"/>
                  <a:pt x="1530397" y="1787807"/>
                </a:cubicBezTo>
                <a:cubicBezTo>
                  <a:pt x="1939038" y="1799802"/>
                  <a:pt x="2347680" y="1790447"/>
                  <a:pt x="2756320" y="1792485"/>
                </a:cubicBezTo>
                <a:cubicBezTo>
                  <a:pt x="2817970" y="1792485"/>
                  <a:pt x="2878781" y="1799322"/>
                  <a:pt x="2939951" y="1795124"/>
                </a:cubicBezTo>
                <a:cubicBezTo>
                  <a:pt x="2980612" y="1781810"/>
                  <a:pt x="3010357" y="1810236"/>
                  <a:pt x="3043101" y="1824150"/>
                </a:cubicBezTo>
                <a:cubicBezTo>
                  <a:pt x="3187031" y="1884961"/>
                  <a:pt x="3350151" y="1842861"/>
                  <a:pt x="3433511" y="1721720"/>
                </a:cubicBezTo>
                <a:cubicBezTo>
                  <a:pt x="3519869" y="1596261"/>
                  <a:pt x="3515071" y="1459407"/>
                  <a:pt x="3419838" y="1339586"/>
                </a:cubicBezTo>
                <a:cubicBezTo>
                  <a:pt x="3338517" y="1237396"/>
                  <a:pt x="3184032" y="1200694"/>
                  <a:pt x="3055335" y="1250949"/>
                </a:cubicBezTo>
                <a:cubicBezTo>
                  <a:pt x="3018274" y="1265462"/>
                  <a:pt x="2985888" y="1297127"/>
                  <a:pt x="2940550" y="1285732"/>
                </a:cubicBezTo>
                <a:cubicBezTo>
                  <a:pt x="2909846" y="1273738"/>
                  <a:pt x="2879620" y="1287531"/>
                  <a:pt x="2849155" y="1287531"/>
                </a:cubicBezTo>
                <a:cubicBezTo>
                  <a:pt x="2547623" y="1287531"/>
                  <a:pt x="2246089" y="1287327"/>
                  <a:pt x="1944556" y="1286932"/>
                </a:cubicBezTo>
                <a:cubicBezTo>
                  <a:pt x="1922007" y="1287507"/>
                  <a:pt x="1899458" y="1285408"/>
                  <a:pt x="1877389" y="1280695"/>
                </a:cubicBezTo>
                <a:cubicBezTo>
                  <a:pt x="1848843" y="1267141"/>
                  <a:pt x="1844764" y="1247111"/>
                  <a:pt x="1861436" y="1220724"/>
                </a:cubicBezTo>
                <a:cubicBezTo>
                  <a:pt x="2085966" y="867856"/>
                  <a:pt x="2293226" y="503953"/>
                  <a:pt x="2513198" y="148685"/>
                </a:cubicBezTo>
                <a:cubicBezTo>
                  <a:pt x="2540305" y="107377"/>
                  <a:pt x="2574728" y="71359"/>
                  <a:pt x="2614790" y="42417"/>
                </a:cubicBezTo>
                <a:cubicBezTo>
                  <a:pt x="2686755" y="-12756"/>
                  <a:pt x="2761598" y="-15035"/>
                  <a:pt x="2836802" y="36060"/>
                </a:cubicBezTo>
                <a:cubicBezTo>
                  <a:pt x="2884538" y="60516"/>
                  <a:pt x="2923880" y="98633"/>
                  <a:pt x="2949786" y="145567"/>
                </a:cubicBezTo>
                <a:cubicBezTo>
                  <a:pt x="3101032" y="405756"/>
                  <a:pt x="3252518" y="665634"/>
                  <a:pt x="3404125" y="925187"/>
                </a:cubicBezTo>
                <a:cubicBezTo>
                  <a:pt x="3439747" y="940624"/>
                  <a:pt x="3468894" y="967923"/>
                  <a:pt x="3486645" y="1002430"/>
                </a:cubicBezTo>
                <a:cubicBezTo>
                  <a:pt x="3585356" y="1176225"/>
                  <a:pt x="3689106" y="1347742"/>
                  <a:pt x="3786499" y="1521418"/>
                </a:cubicBezTo>
                <a:cubicBezTo>
                  <a:pt x="3798493" y="1543127"/>
                  <a:pt x="3811087" y="1564237"/>
                  <a:pt x="3798493" y="1589784"/>
                </a:cubicBezTo>
                <a:cubicBezTo>
                  <a:pt x="3815645" y="1634966"/>
                  <a:pt x="3840713" y="1676718"/>
                  <a:pt x="3872497" y="1713084"/>
                </a:cubicBezTo>
                <a:cubicBezTo>
                  <a:pt x="3907281" y="1735849"/>
                  <a:pt x="3935707" y="1767154"/>
                  <a:pt x="3954897" y="1804000"/>
                </a:cubicBezTo>
                <a:cubicBezTo>
                  <a:pt x="4053609" y="1977555"/>
                  <a:pt x="4157239" y="2148352"/>
                  <a:pt x="4254751" y="2322627"/>
                </a:cubicBezTo>
                <a:cubicBezTo>
                  <a:pt x="4266145" y="2344457"/>
                  <a:pt x="4278740" y="2365327"/>
                  <a:pt x="4265666" y="2391114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8"/>
          <p:cNvSpPr/>
          <p:nvPr/>
        </p:nvSpPr>
        <p:spPr>
          <a:xfrm>
            <a:off x="5340404" y="2506978"/>
            <a:ext cx="3755731" cy="667954"/>
          </a:xfrm>
          <a:custGeom>
            <a:rect b="b" l="l" r="r" t="t"/>
            <a:pathLst>
              <a:path extrusionOk="0" h="667954" w="3755731">
                <a:moveTo>
                  <a:pt x="393531" y="667277"/>
                </a:moveTo>
                <a:cubicBezTo>
                  <a:pt x="282585" y="499359"/>
                  <a:pt x="189631" y="321965"/>
                  <a:pt x="86121" y="150568"/>
                </a:cubicBezTo>
                <a:cubicBezTo>
                  <a:pt x="56376" y="101273"/>
                  <a:pt x="27950" y="51857"/>
                  <a:pt x="-957" y="2561"/>
                </a:cubicBezTo>
                <a:cubicBezTo>
                  <a:pt x="21592" y="2561"/>
                  <a:pt x="44021" y="761"/>
                  <a:pt x="66570" y="761"/>
                </a:cubicBezTo>
                <a:cubicBezTo>
                  <a:pt x="1148445" y="761"/>
                  <a:pt x="2230197" y="282"/>
                  <a:pt x="3311952" y="-678"/>
                </a:cubicBezTo>
                <a:cubicBezTo>
                  <a:pt x="3366524" y="-678"/>
                  <a:pt x="3395911" y="15034"/>
                  <a:pt x="3421577" y="63371"/>
                </a:cubicBezTo>
                <a:cubicBezTo>
                  <a:pt x="3518611" y="244123"/>
                  <a:pt x="3620801" y="422116"/>
                  <a:pt x="3721431" y="601069"/>
                </a:cubicBezTo>
                <a:cubicBezTo>
                  <a:pt x="3731267" y="618701"/>
                  <a:pt x="3739782" y="637052"/>
                  <a:pt x="3754775" y="666197"/>
                </a:cubicBezTo>
                <a:lnTo>
                  <a:pt x="480369" y="666197"/>
                </a:lnTo>
                <a:cubicBezTo>
                  <a:pt x="451583" y="666197"/>
                  <a:pt x="422918" y="666197"/>
                  <a:pt x="394132" y="667277"/>
                </a:cubicBezTo>
                <a:close/>
              </a:path>
            </a:pathLst>
          </a:custGeom>
          <a:solidFill>
            <a:srgbClr val="1C8B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8"/>
          <p:cNvSpPr/>
          <p:nvPr/>
        </p:nvSpPr>
        <p:spPr>
          <a:xfrm>
            <a:off x="5809616" y="3297274"/>
            <a:ext cx="3707606" cy="679348"/>
          </a:xfrm>
          <a:custGeom>
            <a:rect b="b" l="l" r="r" t="t"/>
            <a:pathLst>
              <a:path extrusionOk="0" h="679348" w="3707606">
                <a:moveTo>
                  <a:pt x="393171" y="678671"/>
                </a:moveTo>
                <a:cubicBezTo>
                  <a:pt x="294580" y="533182"/>
                  <a:pt x="213259" y="376898"/>
                  <a:pt x="123423" y="225772"/>
                </a:cubicBezTo>
                <a:cubicBezTo>
                  <a:pt x="79884" y="151767"/>
                  <a:pt x="29869" y="81842"/>
                  <a:pt x="-957" y="1121"/>
                </a:cubicBezTo>
                <a:lnTo>
                  <a:pt x="2795482" y="162"/>
                </a:lnTo>
                <a:cubicBezTo>
                  <a:pt x="2957644" y="162"/>
                  <a:pt x="3119925" y="1481"/>
                  <a:pt x="3282086" y="-678"/>
                </a:cubicBezTo>
                <a:cubicBezTo>
                  <a:pt x="3324425" y="-678"/>
                  <a:pt x="3349013" y="12275"/>
                  <a:pt x="3369523" y="49937"/>
                </a:cubicBezTo>
                <a:cubicBezTo>
                  <a:pt x="3472912" y="238965"/>
                  <a:pt x="3579060" y="426434"/>
                  <a:pt x="3684009" y="614623"/>
                </a:cubicBezTo>
                <a:cubicBezTo>
                  <a:pt x="3718913" y="677112"/>
                  <a:pt x="3718793" y="677472"/>
                  <a:pt x="3645509" y="677472"/>
                </a:cubicBezTo>
                <a:lnTo>
                  <a:pt x="485527" y="677472"/>
                </a:lnTo>
                <a:cubicBezTo>
                  <a:pt x="454821" y="677472"/>
                  <a:pt x="423997" y="678191"/>
                  <a:pt x="393171" y="678671"/>
                </a:cubicBezTo>
                <a:close/>
              </a:path>
            </a:pathLst>
          </a:custGeom>
          <a:solidFill>
            <a:srgbClr val="FE72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8"/>
          <p:cNvSpPr/>
          <p:nvPr/>
        </p:nvSpPr>
        <p:spPr>
          <a:xfrm>
            <a:off x="6277868" y="4097524"/>
            <a:ext cx="3657034" cy="669274"/>
          </a:xfrm>
          <a:custGeom>
            <a:rect b="b" l="l" r="r" t="t"/>
            <a:pathLst>
              <a:path extrusionOk="0" h="669274" w="3657034">
                <a:moveTo>
                  <a:pt x="380817" y="668596"/>
                </a:moveTo>
                <a:lnTo>
                  <a:pt x="11037" y="36744"/>
                </a:lnTo>
                <a:cubicBezTo>
                  <a:pt x="5999" y="25625"/>
                  <a:pt x="1922" y="14063"/>
                  <a:pt x="-957" y="2201"/>
                </a:cubicBezTo>
                <a:cubicBezTo>
                  <a:pt x="23032" y="2201"/>
                  <a:pt x="48339" y="761"/>
                  <a:pt x="73048" y="761"/>
                </a:cubicBezTo>
                <a:cubicBezTo>
                  <a:pt x="1117979" y="761"/>
                  <a:pt x="2163030" y="282"/>
                  <a:pt x="3208082" y="-678"/>
                </a:cubicBezTo>
                <a:cubicBezTo>
                  <a:pt x="3274408" y="-678"/>
                  <a:pt x="3310871" y="19472"/>
                  <a:pt x="3342176" y="78844"/>
                </a:cubicBezTo>
                <a:cubicBezTo>
                  <a:pt x="3434292" y="253119"/>
                  <a:pt x="3534082" y="423316"/>
                  <a:pt x="3630036" y="595312"/>
                </a:cubicBezTo>
                <a:cubicBezTo>
                  <a:pt x="3669737" y="665958"/>
                  <a:pt x="3669617" y="666317"/>
                  <a:pt x="3590336" y="666317"/>
                </a:cubicBezTo>
                <a:lnTo>
                  <a:pt x="478810" y="666317"/>
                </a:lnTo>
                <a:cubicBezTo>
                  <a:pt x="446066" y="666317"/>
                  <a:pt x="413082" y="667757"/>
                  <a:pt x="380338" y="668596"/>
                </a:cubicBezTo>
                <a:close/>
              </a:path>
            </a:pathLst>
          </a:custGeom>
          <a:solidFill>
            <a:srgbClr val="00C3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8"/>
          <p:cNvSpPr/>
          <p:nvPr/>
        </p:nvSpPr>
        <p:spPr>
          <a:xfrm>
            <a:off x="6733646" y="4886260"/>
            <a:ext cx="3632736" cy="680788"/>
          </a:xfrm>
          <a:custGeom>
            <a:rect b="b" l="l" r="r" t="t"/>
            <a:pathLst>
              <a:path extrusionOk="0" h="680788" w="3632736">
                <a:moveTo>
                  <a:pt x="393411" y="679991"/>
                </a:moveTo>
                <a:lnTo>
                  <a:pt x="-957" y="1002"/>
                </a:lnTo>
                <a:cubicBezTo>
                  <a:pt x="1067843" y="1002"/>
                  <a:pt x="2136522" y="438"/>
                  <a:pt x="3205203" y="-678"/>
                </a:cubicBezTo>
                <a:cubicBezTo>
                  <a:pt x="3248741" y="-678"/>
                  <a:pt x="3271530" y="15994"/>
                  <a:pt x="3291561" y="51977"/>
                </a:cubicBezTo>
                <a:cubicBezTo>
                  <a:pt x="3396270" y="240285"/>
                  <a:pt x="3503138" y="427274"/>
                  <a:pt x="3609046" y="614863"/>
                </a:cubicBezTo>
                <a:cubicBezTo>
                  <a:pt x="3644309" y="677232"/>
                  <a:pt x="3643949" y="677712"/>
                  <a:pt x="3569106" y="677712"/>
                </a:cubicBezTo>
                <a:lnTo>
                  <a:pt x="492123" y="677712"/>
                </a:lnTo>
                <a:cubicBezTo>
                  <a:pt x="459019" y="677712"/>
                  <a:pt x="426275" y="679271"/>
                  <a:pt x="393411" y="680111"/>
                </a:cubicBezTo>
                <a:close/>
              </a:path>
            </a:pathLst>
          </a:custGeom>
          <a:solidFill>
            <a:srgbClr val="FF41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8"/>
          <p:cNvSpPr/>
          <p:nvPr/>
        </p:nvSpPr>
        <p:spPr>
          <a:xfrm>
            <a:off x="2653816" y="3524958"/>
            <a:ext cx="1767645" cy="996891"/>
          </a:xfrm>
          <a:custGeom>
            <a:rect b="b" l="l" r="r" t="t"/>
            <a:pathLst>
              <a:path extrusionOk="0" h="996891" w="1767645">
                <a:moveTo>
                  <a:pt x="675050" y="140579"/>
                </a:moveTo>
                <a:lnTo>
                  <a:pt x="1731737" y="142257"/>
                </a:lnTo>
                <a:cubicBezTo>
                  <a:pt x="1743491" y="142210"/>
                  <a:pt x="1752965" y="151685"/>
                  <a:pt x="1753085" y="163403"/>
                </a:cubicBezTo>
                <a:cubicBezTo>
                  <a:pt x="1753085" y="167469"/>
                  <a:pt x="1751886" y="171451"/>
                  <a:pt x="1749728" y="174882"/>
                </a:cubicBezTo>
                <a:cubicBezTo>
                  <a:pt x="1744450" y="181634"/>
                  <a:pt x="1738813" y="188075"/>
                  <a:pt x="1732816" y="194192"/>
                </a:cubicBezTo>
                <a:cubicBezTo>
                  <a:pt x="1594283" y="359591"/>
                  <a:pt x="1598480" y="511558"/>
                  <a:pt x="1746968" y="666522"/>
                </a:cubicBezTo>
                <a:cubicBezTo>
                  <a:pt x="1754524" y="673347"/>
                  <a:pt x="1760762" y="681467"/>
                  <a:pt x="1765439" y="690511"/>
                </a:cubicBezTo>
                <a:cubicBezTo>
                  <a:pt x="1769397" y="701497"/>
                  <a:pt x="1763640" y="713563"/>
                  <a:pt x="1752606" y="717473"/>
                </a:cubicBezTo>
                <a:cubicBezTo>
                  <a:pt x="1750327" y="718301"/>
                  <a:pt x="1747928" y="718709"/>
                  <a:pt x="1745409" y="718697"/>
                </a:cubicBezTo>
                <a:lnTo>
                  <a:pt x="318103" y="720376"/>
                </a:lnTo>
                <a:cubicBezTo>
                  <a:pt x="244939" y="721096"/>
                  <a:pt x="207037" y="766434"/>
                  <a:pt x="175374" y="825924"/>
                </a:cubicBezTo>
                <a:cubicBezTo>
                  <a:pt x="144668" y="883257"/>
                  <a:pt x="113724" y="942268"/>
                  <a:pt x="63107" y="986047"/>
                </a:cubicBezTo>
                <a:cubicBezTo>
                  <a:pt x="51834" y="996709"/>
                  <a:pt x="35162" y="999252"/>
                  <a:pt x="21248" y="992403"/>
                </a:cubicBezTo>
                <a:cubicBezTo>
                  <a:pt x="19090" y="991156"/>
                  <a:pt x="17050" y="989573"/>
                  <a:pt x="15371" y="987726"/>
                </a:cubicBezTo>
                <a:cubicBezTo>
                  <a:pt x="-8617" y="961698"/>
                  <a:pt x="-3699" y="933992"/>
                  <a:pt x="14172" y="906885"/>
                </a:cubicBezTo>
                <a:cubicBezTo>
                  <a:pt x="55791" y="843436"/>
                  <a:pt x="90575" y="775909"/>
                  <a:pt x="132554" y="712340"/>
                </a:cubicBezTo>
                <a:cubicBezTo>
                  <a:pt x="148866" y="687752"/>
                  <a:pt x="197563" y="712340"/>
                  <a:pt x="219152" y="696628"/>
                </a:cubicBezTo>
                <a:cubicBezTo>
                  <a:pt x="233065" y="693149"/>
                  <a:pt x="246258" y="691830"/>
                  <a:pt x="243140" y="670120"/>
                </a:cubicBezTo>
                <a:cubicBezTo>
                  <a:pt x="218193" y="466220"/>
                  <a:pt x="212316" y="228256"/>
                  <a:pt x="209317" y="20756"/>
                </a:cubicBezTo>
                <a:cubicBezTo>
                  <a:pt x="209197" y="9026"/>
                  <a:pt x="218673" y="-557"/>
                  <a:pt x="230307" y="-677"/>
                </a:cubicBezTo>
                <a:cubicBezTo>
                  <a:pt x="237863" y="-737"/>
                  <a:pt x="244819" y="3113"/>
                  <a:pt x="248658" y="9482"/>
                </a:cubicBezTo>
                <a:lnTo>
                  <a:pt x="248658" y="9482"/>
                </a:lnTo>
                <a:cubicBezTo>
                  <a:pt x="297954" y="95720"/>
                  <a:pt x="376635" y="113831"/>
                  <a:pt x="467672" y="110712"/>
                </a:cubicBezTo>
                <a:cubicBezTo>
                  <a:pt x="501855" y="109633"/>
                  <a:pt x="535918" y="98718"/>
                  <a:pt x="570461" y="108194"/>
                </a:cubicBezTo>
                <a:cubicBezTo>
                  <a:pt x="597568" y="120908"/>
                  <a:pt x="634990" y="102797"/>
                  <a:pt x="656700" y="130863"/>
                </a:cubicBezTo>
                <a:cubicBezTo>
                  <a:pt x="660777" y="137040"/>
                  <a:pt x="667613" y="140710"/>
                  <a:pt x="675050" y="140579"/>
                </a:cubicBezTo>
                <a:close/>
              </a:path>
            </a:pathLst>
          </a:custGeom>
          <a:solidFill>
            <a:srgbClr val="FE72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8"/>
          <p:cNvSpPr/>
          <p:nvPr/>
        </p:nvSpPr>
        <p:spPr>
          <a:xfrm>
            <a:off x="1852950" y="5191504"/>
            <a:ext cx="1558744" cy="728092"/>
          </a:xfrm>
          <a:custGeom>
            <a:rect b="b" l="l" r="r" t="t"/>
            <a:pathLst>
              <a:path extrusionOk="0" h="728092" w="1558744">
                <a:moveTo>
                  <a:pt x="466848" y="137383"/>
                </a:moveTo>
                <a:lnTo>
                  <a:pt x="1528210" y="140262"/>
                </a:lnTo>
                <a:cubicBezTo>
                  <a:pt x="1545242" y="164250"/>
                  <a:pt x="1528210" y="181761"/>
                  <a:pt x="1514058" y="199633"/>
                </a:cubicBezTo>
                <a:cubicBezTo>
                  <a:pt x="1384280" y="368151"/>
                  <a:pt x="1390758" y="502965"/>
                  <a:pt x="1535048" y="664287"/>
                </a:cubicBezTo>
                <a:cubicBezTo>
                  <a:pt x="1548481" y="679400"/>
                  <a:pt x="1566953" y="692353"/>
                  <a:pt x="1552559" y="716581"/>
                </a:cubicBezTo>
                <a:lnTo>
                  <a:pt x="122255" y="717780"/>
                </a:lnTo>
                <a:cubicBezTo>
                  <a:pt x="66842" y="743448"/>
                  <a:pt x="30500" y="717780"/>
                  <a:pt x="13588" y="641378"/>
                </a:cubicBezTo>
                <a:cubicBezTo>
                  <a:pt x="3501" y="610073"/>
                  <a:pt x="-1405" y="577449"/>
                  <a:pt x="-925" y="544585"/>
                </a:cubicBezTo>
                <a:cubicBezTo>
                  <a:pt x="395" y="364672"/>
                  <a:pt x="874" y="183561"/>
                  <a:pt x="1834" y="3169"/>
                </a:cubicBezTo>
                <a:cubicBezTo>
                  <a:pt x="14116" y="-4304"/>
                  <a:pt x="30104" y="-562"/>
                  <a:pt x="37816" y="11564"/>
                </a:cubicBezTo>
                <a:lnTo>
                  <a:pt x="37816" y="12644"/>
                </a:lnTo>
                <a:cubicBezTo>
                  <a:pt x="97787" y="104159"/>
                  <a:pt x="188823" y="114954"/>
                  <a:pt x="286695" y="108597"/>
                </a:cubicBezTo>
                <a:cubicBezTo>
                  <a:pt x="299025" y="107541"/>
                  <a:pt x="311451" y="108105"/>
                  <a:pt x="323637" y="110276"/>
                </a:cubicBezTo>
                <a:cubicBezTo>
                  <a:pt x="337263" y="112435"/>
                  <a:pt x="350996" y="113874"/>
                  <a:pt x="364777" y="114594"/>
                </a:cubicBezTo>
                <a:cubicBezTo>
                  <a:pt x="398721" y="121071"/>
                  <a:pt x="439861" y="96123"/>
                  <a:pt x="465888" y="138582"/>
                </a:cubicBezTo>
                <a:close/>
              </a:path>
            </a:pathLst>
          </a:custGeom>
          <a:solidFill>
            <a:srgbClr val="FF41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8"/>
          <p:cNvSpPr/>
          <p:nvPr/>
        </p:nvSpPr>
        <p:spPr>
          <a:xfrm>
            <a:off x="2356478" y="4352931"/>
            <a:ext cx="1547464" cy="728399"/>
          </a:xfrm>
          <a:custGeom>
            <a:rect b="b" l="l" r="r" t="t"/>
            <a:pathLst>
              <a:path extrusionOk="0" h="728399" w="1547464">
                <a:moveTo>
                  <a:pt x="321106" y="150518"/>
                </a:moveTo>
                <a:lnTo>
                  <a:pt x="356248" y="138524"/>
                </a:lnTo>
                <a:cubicBezTo>
                  <a:pt x="390431" y="134926"/>
                  <a:pt x="428213" y="105660"/>
                  <a:pt x="454960" y="150518"/>
                </a:cubicBezTo>
                <a:lnTo>
                  <a:pt x="1540193" y="150518"/>
                </a:lnTo>
                <a:cubicBezTo>
                  <a:pt x="1556505" y="174506"/>
                  <a:pt x="1537553" y="187580"/>
                  <a:pt x="1524600" y="202692"/>
                </a:cubicBezTo>
                <a:cubicBezTo>
                  <a:pt x="1388945" y="364614"/>
                  <a:pt x="1392664" y="515380"/>
                  <a:pt x="1533955" y="679580"/>
                </a:cubicBezTo>
                <a:cubicBezTo>
                  <a:pt x="1542831" y="689895"/>
                  <a:pt x="1552067" y="702609"/>
                  <a:pt x="1539832" y="717242"/>
                </a:cubicBezTo>
                <a:lnTo>
                  <a:pt x="110968" y="717242"/>
                </a:lnTo>
                <a:cubicBezTo>
                  <a:pt x="64910" y="744229"/>
                  <a:pt x="39602" y="714244"/>
                  <a:pt x="15015" y="682099"/>
                </a:cubicBezTo>
                <a:cubicBezTo>
                  <a:pt x="13215" y="671544"/>
                  <a:pt x="16454" y="660762"/>
                  <a:pt x="23770" y="652954"/>
                </a:cubicBezTo>
                <a:cubicBezTo>
                  <a:pt x="7218" y="626926"/>
                  <a:pt x="-1417" y="596604"/>
                  <a:pt x="-938" y="565756"/>
                </a:cubicBezTo>
                <a:cubicBezTo>
                  <a:pt x="-338" y="378083"/>
                  <a:pt x="142" y="190458"/>
                  <a:pt x="501" y="2870"/>
                </a:cubicBezTo>
                <a:cubicBezTo>
                  <a:pt x="27009" y="-9124"/>
                  <a:pt x="37564" y="11866"/>
                  <a:pt x="48478" y="27578"/>
                </a:cubicBezTo>
                <a:cubicBezTo>
                  <a:pt x="94056" y="94265"/>
                  <a:pt x="159544" y="119213"/>
                  <a:pt x="237027" y="119573"/>
                </a:cubicBezTo>
                <a:cubicBezTo>
                  <a:pt x="269891" y="121372"/>
                  <a:pt x="299996" y="123771"/>
                  <a:pt x="320986" y="149918"/>
                </a:cubicBezTo>
                <a:close/>
              </a:path>
            </a:pathLst>
          </a:custGeom>
          <a:solidFill>
            <a:srgbClr val="00C3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8"/>
          <p:cNvSpPr/>
          <p:nvPr/>
        </p:nvSpPr>
        <p:spPr>
          <a:xfrm>
            <a:off x="3368481" y="2689604"/>
            <a:ext cx="1535399" cy="707821"/>
          </a:xfrm>
          <a:custGeom>
            <a:rect b="b" l="l" r="r" t="t"/>
            <a:pathLst>
              <a:path extrusionOk="0" h="707821" w="1535399">
                <a:moveTo>
                  <a:pt x="1526942" y="705704"/>
                </a:moveTo>
                <a:cubicBezTo>
                  <a:pt x="1068526" y="706340"/>
                  <a:pt x="610109" y="706820"/>
                  <a:pt x="151813" y="707143"/>
                </a:cubicBezTo>
                <a:cubicBezTo>
                  <a:pt x="129504" y="705285"/>
                  <a:pt x="107313" y="701554"/>
                  <a:pt x="85605" y="695989"/>
                </a:cubicBezTo>
                <a:cubicBezTo>
                  <a:pt x="53700" y="713740"/>
                  <a:pt x="36309" y="698987"/>
                  <a:pt x="24794" y="669361"/>
                </a:cubicBezTo>
                <a:lnTo>
                  <a:pt x="24794" y="659287"/>
                </a:lnTo>
                <a:cubicBezTo>
                  <a:pt x="2006" y="607472"/>
                  <a:pt x="-1593" y="553139"/>
                  <a:pt x="-874" y="497125"/>
                </a:cubicBezTo>
                <a:cubicBezTo>
                  <a:pt x="1405" y="333165"/>
                  <a:pt x="1165" y="169085"/>
                  <a:pt x="1886" y="5365"/>
                </a:cubicBezTo>
                <a:cubicBezTo>
                  <a:pt x="15678" y="-4794"/>
                  <a:pt x="35108" y="-1844"/>
                  <a:pt x="45305" y="11961"/>
                </a:cubicBezTo>
                <a:cubicBezTo>
                  <a:pt x="46624" y="13773"/>
                  <a:pt x="47703" y="15692"/>
                  <a:pt x="48662" y="17719"/>
                </a:cubicBezTo>
                <a:cubicBezTo>
                  <a:pt x="101797" y="107555"/>
                  <a:pt x="187555" y="113672"/>
                  <a:pt x="277990" y="109594"/>
                </a:cubicBezTo>
                <a:cubicBezTo>
                  <a:pt x="302699" y="108754"/>
                  <a:pt x="325967" y="97600"/>
                  <a:pt x="349955" y="106956"/>
                </a:cubicBezTo>
                <a:cubicBezTo>
                  <a:pt x="373943" y="125306"/>
                  <a:pt x="413765" y="101438"/>
                  <a:pt x="430317" y="138380"/>
                </a:cubicBezTo>
                <a:cubicBezTo>
                  <a:pt x="763155" y="138380"/>
                  <a:pt x="1096113" y="138776"/>
                  <a:pt x="1428951" y="139579"/>
                </a:cubicBezTo>
                <a:cubicBezTo>
                  <a:pt x="1461575" y="139579"/>
                  <a:pt x="1494198" y="141139"/>
                  <a:pt x="1527543" y="141978"/>
                </a:cubicBezTo>
                <a:cubicBezTo>
                  <a:pt x="1543015" y="163928"/>
                  <a:pt x="1529462" y="177961"/>
                  <a:pt x="1516269" y="195473"/>
                </a:cubicBezTo>
                <a:cubicBezTo>
                  <a:pt x="1391889" y="359553"/>
                  <a:pt x="1391889" y="488729"/>
                  <a:pt x="1516269" y="652210"/>
                </a:cubicBezTo>
                <a:cubicBezTo>
                  <a:pt x="1528263" y="668882"/>
                  <a:pt x="1542655" y="683635"/>
                  <a:pt x="1526584" y="705944"/>
                </a:cubicBezTo>
                <a:close/>
              </a:path>
            </a:pathLst>
          </a:custGeom>
          <a:solidFill>
            <a:srgbClr val="1C8B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8"/>
          <p:cNvSpPr/>
          <p:nvPr/>
        </p:nvSpPr>
        <p:spPr>
          <a:xfrm>
            <a:off x="3703873" y="1546816"/>
            <a:ext cx="1069448" cy="1294118"/>
          </a:xfrm>
          <a:custGeom>
            <a:rect b="b" l="l" r="r" t="t"/>
            <a:pathLst>
              <a:path extrusionOk="0" h="1294118" w="1069448">
                <a:moveTo>
                  <a:pt x="95045" y="1291603"/>
                </a:moveTo>
                <a:cubicBezTo>
                  <a:pt x="66139" y="1289084"/>
                  <a:pt x="35074" y="1302398"/>
                  <a:pt x="8806" y="1281168"/>
                </a:cubicBezTo>
                <a:cubicBezTo>
                  <a:pt x="-6186" y="1264496"/>
                  <a:pt x="-1868" y="1246505"/>
                  <a:pt x="8088" y="1230073"/>
                </a:cubicBezTo>
                <a:cubicBezTo>
                  <a:pt x="62422" y="1139397"/>
                  <a:pt x="102362" y="1038167"/>
                  <a:pt x="185720" y="967881"/>
                </a:cubicBezTo>
                <a:cubicBezTo>
                  <a:pt x="282993" y="818913"/>
                  <a:pt x="371630" y="664548"/>
                  <a:pt x="463506" y="512103"/>
                </a:cubicBezTo>
                <a:cubicBezTo>
                  <a:pt x="506804" y="440138"/>
                  <a:pt x="553942" y="370332"/>
                  <a:pt x="590165" y="294288"/>
                </a:cubicBezTo>
                <a:cubicBezTo>
                  <a:pt x="636941" y="222323"/>
                  <a:pt x="687916" y="152398"/>
                  <a:pt x="723540" y="73356"/>
                </a:cubicBezTo>
                <a:cubicBezTo>
                  <a:pt x="812535" y="-25236"/>
                  <a:pt x="963423" y="-25236"/>
                  <a:pt x="1068492" y="72636"/>
                </a:cubicBezTo>
                <a:cubicBezTo>
                  <a:pt x="936556" y="43850"/>
                  <a:pt x="839882" y="87509"/>
                  <a:pt x="765159" y="211649"/>
                </a:cubicBezTo>
                <a:cubicBezTo>
                  <a:pt x="561977" y="548685"/>
                  <a:pt x="359037" y="885756"/>
                  <a:pt x="156335" y="1222877"/>
                </a:cubicBezTo>
                <a:cubicBezTo>
                  <a:pt x="141703" y="1250332"/>
                  <a:pt x="120713" y="1273840"/>
                  <a:pt x="95045" y="1291363"/>
                </a:cubicBezTo>
                <a:close/>
              </a:path>
            </a:pathLst>
          </a:custGeom>
          <a:solidFill>
            <a:srgbClr val="D7D7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8"/>
          <p:cNvSpPr/>
          <p:nvPr/>
        </p:nvSpPr>
        <p:spPr>
          <a:xfrm>
            <a:off x="3369930" y="2515689"/>
            <a:ext cx="528296" cy="332411"/>
          </a:xfrm>
          <a:custGeom>
            <a:rect b="b" l="l" r="r" t="t"/>
            <a:pathLst>
              <a:path extrusionOk="0" h="332411" w="528296">
                <a:moveTo>
                  <a:pt x="527340" y="5364"/>
                </a:moveTo>
                <a:lnTo>
                  <a:pt x="342271" y="313494"/>
                </a:lnTo>
                <a:cubicBezTo>
                  <a:pt x="186346" y="356913"/>
                  <a:pt x="99747" y="325488"/>
                  <a:pt x="-403" y="190315"/>
                </a:cubicBezTo>
                <a:cubicBezTo>
                  <a:pt x="-6999" y="61257"/>
                  <a:pt x="45055" y="5364"/>
                  <a:pt x="173033" y="5364"/>
                </a:cubicBezTo>
                <a:cubicBezTo>
                  <a:pt x="283019" y="4885"/>
                  <a:pt x="392886" y="4249"/>
                  <a:pt x="502632" y="3445"/>
                </a:cubicBezTo>
                <a:cubicBezTo>
                  <a:pt x="511748" y="-1353"/>
                  <a:pt x="520023" y="-3391"/>
                  <a:pt x="527340" y="5364"/>
                </a:cubicBezTo>
                <a:close/>
              </a:path>
            </a:pathLst>
          </a:custGeom>
          <a:solidFill>
            <a:srgbClr val="1568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8"/>
          <p:cNvSpPr/>
          <p:nvPr/>
        </p:nvSpPr>
        <p:spPr>
          <a:xfrm>
            <a:off x="2864802" y="3357724"/>
            <a:ext cx="535396" cy="310818"/>
          </a:xfrm>
          <a:custGeom>
            <a:rect b="b" l="l" r="r" t="t"/>
            <a:pathLst>
              <a:path extrusionOk="0" h="310818" w="535396">
                <a:moveTo>
                  <a:pt x="351799" y="295458"/>
                </a:moveTo>
                <a:cubicBezTo>
                  <a:pt x="146219" y="334919"/>
                  <a:pt x="54824" y="296418"/>
                  <a:pt x="-950" y="160764"/>
                </a:cubicBezTo>
                <a:cubicBezTo>
                  <a:pt x="-1668" y="60013"/>
                  <a:pt x="51106" y="2081"/>
                  <a:pt x="148977" y="641"/>
                </a:cubicBezTo>
                <a:cubicBezTo>
                  <a:pt x="275156" y="-918"/>
                  <a:pt x="401575" y="641"/>
                  <a:pt x="527874" y="641"/>
                </a:cubicBezTo>
                <a:lnTo>
                  <a:pt x="527034" y="-678"/>
                </a:lnTo>
                <a:cubicBezTo>
                  <a:pt x="537349" y="19425"/>
                  <a:pt x="536870" y="43365"/>
                  <a:pt x="525715" y="63011"/>
                </a:cubicBezTo>
                <a:cubicBezTo>
                  <a:pt x="486613" y="129579"/>
                  <a:pt x="448593" y="196866"/>
                  <a:pt x="405773" y="261155"/>
                </a:cubicBezTo>
                <a:cubicBezTo>
                  <a:pt x="392700" y="281545"/>
                  <a:pt x="376867" y="295578"/>
                  <a:pt x="351679" y="295458"/>
                </a:cubicBezTo>
                <a:close/>
              </a:path>
            </a:pathLst>
          </a:custGeom>
          <a:solidFill>
            <a:srgbClr val="E546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8"/>
          <p:cNvSpPr/>
          <p:nvPr/>
        </p:nvSpPr>
        <p:spPr>
          <a:xfrm>
            <a:off x="1853775" y="5011479"/>
            <a:ext cx="513590" cy="322310"/>
          </a:xfrm>
          <a:custGeom>
            <a:rect b="b" l="l" r="r" t="t"/>
            <a:pathLst>
              <a:path extrusionOk="0" h="322310" w="513590">
                <a:moveTo>
                  <a:pt x="318975" y="318127"/>
                </a:moveTo>
                <a:cubicBezTo>
                  <a:pt x="296461" y="317288"/>
                  <a:pt x="273925" y="317647"/>
                  <a:pt x="251447" y="319206"/>
                </a:cubicBezTo>
                <a:cubicBezTo>
                  <a:pt x="135104" y="333359"/>
                  <a:pt x="53903" y="285263"/>
                  <a:pt x="-430" y="183912"/>
                </a:cubicBezTo>
                <a:cubicBezTo>
                  <a:pt x="-6906" y="57254"/>
                  <a:pt x="46108" y="-678"/>
                  <a:pt x="170607" y="-678"/>
                </a:cubicBezTo>
                <a:cubicBezTo>
                  <a:pt x="281792" y="-678"/>
                  <a:pt x="392259" y="521"/>
                  <a:pt x="503205" y="1122"/>
                </a:cubicBezTo>
                <a:cubicBezTo>
                  <a:pt x="527193" y="30627"/>
                  <a:pt x="499247" y="52336"/>
                  <a:pt x="487372" y="70808"/>
                </a:cubicBezTo>
                <a:cubicBezTo>
                  <a:pt x="442394" y="140134"/>
                  <a:pt x="405333" y="214738"/>
                  <a:pt x="358315" y="282025"/>
                </a:cubicBezTo>
                <a:cubicBezTo>
                  <a:pt x="348145" y="297113"/>
                  <a:pt x="334435" y="309467"/>
                  <a:pt x="318375" y="318007"/>
                </a:cubicBezTo>
                <a:close/>
              </a:path>
            </a:pathLst>
          </a:custGeom>
          <a:solidFill>
            <a:srgbClr val="F00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8"/>
          <p:cNvSpPr/>
          <p:nvPr/>
        </p:nvSpPr>
        <p:spPr>
          <a:xfrm>
            <a:off x="2359561" y="4211547"/>
            <a:ext cx="559942" cy="293192"/>
          </a:xfrm>
          <a:custGeom>
            <a:rect b="b" l="l" r="r" t="t"/>
            <a:pathLst>
              <a:path extrusionOk="0" h="293192" w="559942">
                <a:moveTo>
                  <a:pt x="317663" y="291661"/>
                </a:moveTo>
                <a:lnTo>
                  <a:pt x="220750" y="292501"/>
                </a:lnTo>
                <a:cubicBezTo>
                  <a:pt x="113762" y="293461"/>
                  <a:pt x="40837" y="243205"/>
                  <a:pt x="-902" y="144373"/>
                </a:cubicBezTo>
                <a:cubicBezTo>
                  <a:pt x="-3301" y="28150"/>
                  <a:pt x="73342" y="8239"/>
                  <a:pt x="188006" y="7520"/>
                </a:cubicBezTo>
                <a:cubicBezTo>
                  <a:pt x="296673" y="7520"/>
                  <a:pt x="450318" y="-1356"/>
                  <a:pt x="558985" y="-636"/>
                </a:cubicBezTo>
                <a:cubicBezTo>
                  <a:pt x="512448" y="79005"/>
                  <a:pt x="451038" y="208062"/>
                  <a:pt x="403061" y="287224"/>
                </a:cubicBezTo>
                <a:cubicBezTo>
                  <a:pt x="374515" y="287068"/>
                  <a:pt x="345969" y="288543"/>
                  <a:pt x="317663" y="291661"/>
                </a:cubicBezTo>
                <a:close/>
              </a:path>
            </a:pathLst>
          </a:custGeom>
          <a:solidFill>
            <a:srgbClr val="0092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8"/>
          <p:cNvSpPr/>
          <p:nvPr/>
        </p:nvSpPr>
        <p:spPr>
          <a:xfrm>
            <a:off x="1825619" y="5834758"/>
            <a:ext cx="5498499" cy="446564"/>
          </a:xfrm>
          <a:custGeom>
            <a:rect b="b" l="l" r="r" t="t"/>
            <a:pathLst>
              <a:path extrusionOk="0" h="446564" w="5498499">
                <a:moveTo>
                  <a:pt x="40799" y="-678"/>
                </a:moveTo>
                <a:cubicBezTo>
                  <a:pt x="66898" y="36744"/>
                  <a:pt x="105316" y="63731"/>
                  <a:pt x="149346" y="75725"/>
                </a:cubicBezTo>
                <a:cubicBezTo>
                  <a:pt x="128117" y="184633"/>
                  <a:pt x="150305" y="281065"/>
                  <a:pt x="230307" y="361547"/>
                </a:cubicBezTo>
                <a:cubicBezTo>
                  <a:pt x="234984" y="366225"/>
                  <a:pt x="234025" y="376419"/>
                  <a:pt x="235824" y="383976"/>
                </a:cubicBezTo>
                <a:cubicBezTo>
                  <a:pt x="192166" y="407964"/>
                  <a:pt x="162660" y="373061"/>
                  <a:pt x="134833" y="353270"/>
                </a:cubicBezTo>
                <a:cubicBezTo>
                  <a:pt x="63948" y="303135"/>
                  <a:pt x="34802" y="227571"/>
                  <a:pt x="23887" y="144453"/>
                </a:cubicBezTo>
                <a:cubicBezTo>
                  <a:pt x="38521" y="251080"/>
                  <a:pt x="82659" y="337558"/>
                  <a:pt x="187008" y="384336"/>
                </a:cubicBezTo>
                <a:cubicBezTo>
                  <a:pt x="203320" y="391772"/>
                  <a:pt x="222990" y="393690"/>
                  <a:pt x="234984" y="409043"/>
                </a:cubicBezTo>
                <a:cubicBezTo>
                  <a:pt x="266529" y="424756"/>
                  <a:pt x="300353" y="420198"/>
                  <a:pt x="333577" y="421037"/>
                </a:cubicBezTo>
                <a:cubicBezTo>
                  <a:pt x="340102" y="416239"/>
                  <a:pt x="347994" y="413481"/>
                  <a:pt x="356126" y="413481"/>
                </a:cubicBezTo>
                <a:cubicBezTo>
                  <a:pt x="368120" y="413481"/>
                  <a:pt x="380834" y="414440"/>
                  <a:pt x="393187" y="414440"/>
                </a:cubicBezTo>
                <a:lnTo>
                  <a:pt x="5326866" y="414440"/>
                </a:lnTo>
                <a:cubicBezTo>
                  <a:pt x="5335023" y="414201"/>
                  <a:pt x="5342938" y="416720"/>
                  <a:pt x="5349535" y="421397"/>
                </a:cubicBezTo>
                <a:cubicBezTo>
                  <a:pt x="5413824" y="418639"/>
                  <a:pt x="5451606" y="369822"/>
                  <a:pt x="5497543" y="335879"/>
                </a:cubicBezTo>
                <a:cubicBezTo>
                  <a:pt x="5477273" y="388894"/>
                  <a:pt x="5433494" y="413721"/>
                  <a:pt x="5383478" y="430753"/>
                </a:cubicBezTo>
                <a:cubicBezTo>
                  <a:pt x="5338021" y="446105"/>
                  <a:pt x="5290764" y="445985"/>
                  <a:pt x="5243507" y="445866"/>
                </a:cubicBezTo>
                <a:lnTo>
                  <a:pt x="423293" y="445866"/>
                </a:lnTo>
                <a:cubicBezTo>
                  <a:pt x="355694" y="445026"/>
                  <a:pt x="288215" y="439629"/>
                  <a:pt x="221311" y="429913"/>
                </a:cubicBezTo>
                <a:cubicBezTo>
                  <a:pt x="62868" y="408923"/>
                  <a:pt x="-37643" y="234289"/>
                  <a:pt x="11653" y="74286"/>
                </a:cubicBezTo>
                <a:cubicBezTo>
                  <a:pt x="20769" y="49338"/>
                  <a:pt x="31324" y="25350"/>
                  <a:pt x="40799" y="-198"/>
                </a:cubicBezTo>
                <a:close/>
              </a:path>
            </a:pathLst>
          </a:custGeom>
          <a:solidFill>
            <a:srgbClr val="D2D2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8"/>
          <p:cNvSpPr/>
          <p:nvPr/>
        </p:nvSpPr>
        <p:spPr>
          <a:xfrm>
            <a:off x="2173946" y="5007162"/>
            <a:ext cx="219586" cy="323842"/>
          </a:xfrm>
          <a:custGeom>
            <a:rect b="b" l="l" r="r" t="t"/>
            <a:pathLst>
              <a:path extrusionOk="0" h="323842" w="219586">
                <a:moveTo>
                  <a:pt x="-957" y="322804"/>
                </a:moveTo>
                <a:lnTo>
                  <a:pt x="183753" y="4239"/>
                </a:lnTo>
                <a:lnTo>
                  <a:pt x="207741" y="-678"/>
                </a:lnTo>
                <a:lnTo>
                  <a:pt x="209180" y="27988"/>
                </a:lnTo>
                <a:cubicBezTo>
                  <a:pt x="221535" y="44936"/>
                  <a:pt x="221774" y="67821"/>
                  <a:pt x="209900" y="85080"/>
                </a:cubicBezTo>
                <a:cubicBezTo>
                  <a:pt x="172959" y="148169"/>
                  <a:pt x="136016" y="211499"/>
                  <a:pt x="97035" y="273629"/>
                </a:cubicBezTo>
                <a:cubicBezTo>
                  <a:pt x="82283" y="297617"/>
                  <a:pt x="58294" y="308651"/>
                  <a:pt x="37064" y="323165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8"/>
          <p:cNvSpPr/>
          <p:nvPr/>
        </p:nvSpPr>
        <p:spPr>
          <a:xfrm>
            <a:off x="4737698" y="4196595"/>
            <a:ext cx="1785810" cy="1776096"/>
          </a:xfrm>
          <a:custGeom>
            <a:rect b="b" l="l" r="r" t="t"/>
            <a:pathLst>
              <a:path extrusionOk="0" h="1776096" w="1785810">
                <a:moveTo>
                  <a:pt x="893209" y="-437"/>
                </a:moveTo>
                <a:cubicBezTo>
                  <a:pt x="1384369" y="-437"/>
                  <a:pt x="1784974" y="398728"/>
                  <a:pt x="1784854" y="887850"/>
                </a:cubicBezTo>
                <a:cubicBezTo>
                  <a:pt x="1784854" y="1379611"/>
                  <a:pt x="1383410" y="1776258"/>
                  <a:pt x="886611" y="1775418"/>
                </a:cubicBezTo>
                <a:cubicBezTo>
                  <a:pt x="395931" y="1773260"/>
                  <a:pt x="-837" y="1374813"/>
                  <a:pt x="-957" y="884132"/>
                </a:cubicBezTo>
                <a:cubicBezTo>
                  <a:pt x="-957" y="395850"/>
                  <a:pt x="400848" y="-1157"/>
                  <a:pt x="893569" y="-677"/>
                </a:cubicBezTo>
                <a:close/>
              </a:path>
            </a:pathLst>
          </a:cu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8"/>
          <p:cNvSpPr/>
          <p:nvPr/>
        </p:nvSpPr>
        <p:spPr>
          <a:xfrm>
            <a:off x="3244726" y="5269979"/>
            <a:ext cx="702602" cy="687534"/>
          </a:xfrm>
          <a:custGeom>
            <a:rect b="b" l="l" r="r" t="t"/>
            <a:pathLst>
              <a:path extrusionOk="0" h="687534" w="702602">
                <a:moveTo>
                  <a:pt x="160542" y="638586"/>
                </a:moveTo>
                <a:cubicBezTo>
                  <a:pt x="-39399" y="494656"/>
                  <a:pt x="-34363" y="269645"/>
                  <a:pt x="70946" y="134830"/>
                </a:cubicBezTo>
                <a:cubicBezTo>
                  <a:pt x="90977" y="109283"/>
                  <a:pt x="114485" y="86854"/>
                  <a:pt x="136195" y="62146"/>
                </a:cubicBezTo>
                <a:cubicBezTo>
                  <a:pt x="172178" y="46794"/>
                  <a:pt x="206601" y="28682"/>
                  <a:pt x="243302" y="16448"/>
                </a:cubicBezTo>
                <a:cubicBezTo>
                  <a:pt x="390471" y="-30988"/>
                  <a:pt x="551433" y="22397"/>
                  <a:pt x="641149" y="148384"/>
                </a:cubicBezTo>
                <a:cubicBezTo>
                  <a:pt x="726067" y="272044"/>
                  <a:pt x="721149" y="436483"/>
                  <a:pt x="629155" y="554985"/>
                </a:cubicBezTo>
                <a:cubicBezTo>
                  <a:pt x="531763" y="674927"/>
                  <a:pt x="368042" y="718586"/>
                  <a:pt x="223872" y="662933"/>
                </a:cubicBezTo>
                <a:cubicBezTo>
                  <a:pt x="202522" y="655258"/>
                  <a:pt x="181772" y="646501"/>
                  <a:pt x="160903" y="637625"/>
                </a:cubicBezTo>
                <a:close/>
              </a:path>
            </a:pathLst>
          </a:custGeom>
          <a:solidFill>
            <a:srgbClr val="F00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8"/>
          <p:cNvSpPr/>
          <p:nvPr/>
        </p:nvSpPr>
        <p:spPr>
          <a:xfrm>
            <a:off x="4256236" y="3608077"/>
            <a:ext cx="700875" cy="686550"/>
          </a:xfrm>
          <a:custGeom>
            <a:rect b="b" l="l" r="r" t="t"/>
            <a:pathLst>
              <a:path extrusionOk="0" h="686550" w="700875">
                <a:moveTo>
                  <a:pt x="159421" y="635218"/>
                </a:moveTo>
                <a:cubicBezTo>
                  <a:pt x="132795" y="607272"/>
                  <a:pt x="99450" y="587242"/>
                  <a:pt x="75462" y="555337"/>
                </a:cubicBezTo>
                <a:cubicBezTo>
                  <a:pt x="-47717" y="388858"/>
                  <a:pt x="-20491" y="198031"/>
                  <a:pt x="146348" y="58659"/>
                </a:cubicBezTo>
                <a:cubicBezTo>
                  <a:pt x="327340" y="-38734"/>
                  <a:pt x="508453" y="-15226"/>
                  <a:pt x="619158" y="121748"/>
                </a:cubicBezTo>
                <a:cubicBezTo>
                  <a:pt x="723147" y="249966"/>
                  <a:pt x="727106" y="415245"/>
                  <a:pt x="628753" y="547900"/>
                </a:cubicBezTo>
                <a:cubicBezTo>
                  <a:pt x="533400" y="672532"/>
                  <a:pt x="367041" y="718890"/>
                  <a:pt x="220951" y="661486"/>
                </a:cubicBezTo>
                <a:cubicBezTo>
                  <a:pt x="200082" y="653449"/>
                  <a:pt x="179572" y="644214"/>
                  <a:pt x="158942" y="635218"/>
                </a:cubicBezTo>
                <a:close/>
              </a:path>
            </a:pathLst>
          </a:custGeom>
          <a:solidFill>
            <a:srgbClr val="E546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8"/>
          <p:cNvSpPr/>
          <p:nvPr/>
        </p:nvSpPr>
        <p:spPr>
          <a:xfrm>
            <a:off x="4760348" y="2768504"/>
            <a:ext cx="702395" cy="690671"/>
          </a:xfrm>
          <a:custGeom>
            <a:rect b="b" l="l" r="r" t="t"/>
            <a:pathLst>
              <a:path extrusionOk="0" h="690671" w="702395">
                <a:moveTo>
                  <a:pt x="134836" y="626804"/>
                </a:moveTo>
                <a:cubicBezTo>
                  <a:pt x="50877" y="545604"/>
                  <a:pt x="-5256" y="451690"/>
                  <a:pt x="-698" y="329709"/>
                </a:cubicBezTo>
                <a:cubicBezTo>
                  <a:pt x="3860" y="220202"/>
                  <a:pt x="59993" y="136962"/>
                  <a:pt x="134836" y="63079"/>
                </a:cubicBezTo>
                <a:cubicBezTo>
                  <a:pt x="171538" y="45123"/>
                  <a:pt x="209200" y="29111"/>
                  <a:pt x="247580" y="15102"/>
                </a:cubicBezTo>
                <a:cubicBezTo>
                  <a:pt x="395349" y="-30812"/>
                  <a:pt x="555711" y="25825"/>
                  <a:pt x="641948" y="154354"/>
                </a:cubicBezTo>
                <a:cubicBezTo>
                  <a:pt x="728667" y="280617"/>
                  <a:pt x="719790" y="449315"/>
                  <a:pt x="620480" y="565874"/>
                </a:cubicBezTo>
                <a:cubicBezTo>
                  <a:pt x="519969" y="683369"/>
                  <a:pt x="355049" y="722206"/>
                  <a:pt x="212678" y="661827"/>
                </a:cubicBezTo>
                <a:cubicBezTo>
                  <a:pt x="186290" y="650793"/>
                  <a:pt x="160863" y="637839"/>
                  <a:pt x="134596" y="625845"/>
                </a:cubicBezTo>
                <a:close/>
              </a:path>
            </a:pathLst>
          </a:custGeom>
          <a:solidFill>
            <a:srgbClr val="1568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8"/>
          <p:cNvSpPr/>
          <p:nvPr/>
        </p:nvSpPr>
        <p:spPr>
          <a:xfrm>
            <a:off x="3749919" y="4444365"/>
            <a:ext cx="702409" cy="687944"/>
          </a:xfrm>
          <a:custGeom>
            <a:rect b="b" l="l" r="r" t="t"/>
            <a:pathLst>
              <a:path extrusionOk="0" h="687944" w="702409">
                <a:moveTo>
                  <a:pt x="147111" y="627607"/>
                </a:moveTo>
                <a:cubicBezTo>
                  <a:pt x="-50313" y="457770"/>
                  <a:pt x="-50313" y="227482"/>
                  <a:pt x="147111" y="60043"/>
                </a:cubicBezTo>
                <a:cubicBezTo>
                  <a:pt x="233470" y="12906"/>
                  <a:pt x="323306" y="-16240"/>
                  <a:pt x="424177" y="8109"/>
                </a:cubicBezTo>
                <a:cubicBezTo>
                  <a:pt x="622920" y="56085"/>
                  <a:pt x="741542" y="244513"/>
                  <a:pt x="689008" y="431862"/>
                </a:cubicBezTo>
                <a:cubicBezTo>
                  <a:pt x="637432" y="617448"/>
                  <a:pt x="445047" y="726043"/>
                  <a:pt x="259496" y="674420"/>
                </a:cubicBezTo>
                <a:cubicBezTo>
                  <a:pt x="259496" y="674408"/>
                  <a:pt x="259376" y="674396"/>
                  <a:pt x="259376" y="674384"/>
                </a:cubicBezTo>
                <a:cubicBezTo>
                  <a:pt x="253619" y="672825"/>
                  <a:pt x="247382" y="671146"/>
                  <a:pt x="242465" y="669227"/>
                </a:cubicBezTo>
                <a:cubicBezTo>
                  <a:pt x="209721" y="657208"/>
                  <a:pt x="177696" y="643307"/>
                  <a:pt x="146512" y="627607"/>
                </a:cubicBezTo>
                <a:close/>
              </a:path>
            </a:pathLst>
          </a:custGeom>
          <a:solidFill>
            <a:srgbClr val="0092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8"/>
          <p:cNvSpPr/>
          <p:nvPr/>
        </p:nvSpPr>
        <p:spPr>
          <a:xfrm>
            <a:off x="2160992" y="6243400"/>
            <a:ext cx="5016437" cy="20165"/>
          </a:xfrm>
          <a:custGeom>
            <a:rect b="b" l="l" r="r" t="t"/>
            <a:pathLst>
              <a:path extrusionOk="0" h="20165" w="5016437">
                <a:moveTo>
                  <a:pt x="-957" y="-678"/>
                </a:moveTo>
                <a:lnTo>
                  <a:pt x="5015481" y="-678"/>
                </a:lnTo>
                <a:lnTo>
                  <a:pt x="5015481" y="12275"/>
                </a:lnTo>
                <a:cubicBezTo>
                  <a:pt x="5011524" y="12756"/>
                  <a:pt x="5007445" y="13116"/>
                  <a:pt x="5003487" y="13116"/>
                </a:cubicBezTo>
                <a:cubicBezTo>
                  <a:pt x="4981777" y="22950"/>
                  <a:pt x="4958869" y="18152"/>
                  <a:pt x="4936560" y="18152"/>
                </a:cubicBezTo>
                <a:lnTo>
                  <a:pt x="78324" y="18152"/>
                </a:lnTo>
                <a:cubicBezTo>
                  <a:pt x="56136" y="18152"/>
                  <a:pt x="33106" y="23551"/>
                  <a:pt x="11637" y="12635"/>
                </a:cubicBezTo>
                <a:lnTo>
                  <a:pt x="-357" y="12635"/>
                </a:lnTo>
                <a:cubicBezTo>
                  <a:pt x="-357" y="7838"/>
                  <a:pt x="-357" y="3640"/>
                  <a:pt x="-357" y="-678"/>
                </a:cubicBezTo>
                <a:close/>
              </a:path>
            </a:pathLst>
          </a:custGeom>
          <a:solidFill>
            <a:srgbClr val="8D8D8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8"/>
          <p:cNvSpPr/>
          <p:nvPr/>
        </p:nvSpPr>
        <p:spPr>
          <a:xfrm>
            <a:off x="2715122" y="4210100"/>
            <a:ext cx="259075" cy="294725"/>
          </a:xfrm>
          <a:custGeom>
            <a:rect b="b" l="l" r="r" t="t"/>
            <a:pathLst>
              <a:path extrusionOk="0" h="294725" w="259075">
                <a:moveTo>
                  <a:pt x="97276" y="293349"/>
                </a:moveTo>
                <a:cubicBezTo>
                  <a:pt x="64172" y="291549"/>
                  <a:pt x="29389" y="300905"/>
                  <a:pt x="-957" y="281355"/>
                </a:cubicBezTo>
                <a:cubicBezTo>
                  <a:pt x="45581" y="203273"/>
                  <a:pt x="94158" y="126270"/>
                  <a:pt x="137937" y="46629"/>
                </a:cubicBezTo>
                <a:cubicBezTo>
                  <a:pt x="161925" y="1771"/>
                  <a:pt x="185913" y="-20778"/>
                  <a:pt x="231850" y="22641"/>
                </a:cubicBezTo>
                <a:cubicBezTo>
                  <a:pt x="240007" y="28638"/>
                  <a:pt x="248762" y="33603"/>
                  <a:pt x="258118" y="37393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8"/>
          <p:cNvSpPr/>
          <p:nvPr/>
        </p:nvSpPr>
        <p:spPr>
          <a:xfrm>
            <a:off x="2211848" y="5035947"/>
            <a:ext cx="257634" cy="295056"/>
          </a:xfrm>
          <a:custGeom>
            <a:rect b="b" l="l" r="r" t="t"/>
            <a:pathLst>
              <a:path extrusionOk="0" h="295056" w="257634">
                <a:moveTo>
                  <a:pt x="-957" y="294379"/>
                </a:moveTo>
                <a:lnTo>
                  <a:pt x="171279" y="-678"/>
                </a:lnTo>
                <a:cubicBezTo>
                  <a:pt x="203544" y="1961"/>
                  <a:pt x="228251" y="23310"/>
                  <a:pt x="256678" y="35305"/>
                </a:cubicBezTo>
                <a:cubicBezTo>
                  <a:pt x="214938" y="125861"/>
                  <a:pt x="156166" y="206462"/>
                  <a:pt x="106991" y="293299"/>
                </a:cubicBezTo>
                <a:close/>
              </a:path>
            </a:pathLst>
          </a:cu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3217438" y="3359163"/>
            <a:ext cx="243208" cy="309368"/>
          </a:xfrm>
          <a:custGeom>
            <a:rect b="b" l="l" r="r" t="t"/>
            <a:pathLst>
              <a:path extrusionOk="0" h="309368" w="243208">
                <a:moveTo>
                  <a:pt x="-957" y="294979"/>
                </a:moveTo>
                <a:cubicBezTo>
                  <a:pt x="57455" y="196386"/>
                  <a:pt x="115986" y="97830"/>
                  <a:pt x="174518" y="-678"/>
                </a:cubicBezTo>
                <a:lnTo>
                  <a:pt x="236408" y="37224"/>
                </a:lnTo>
                <a:cubicBezTo>
                  <a:pt x="247083" y="57494"/>
                  <a:pt x="241925" y="76205"/>
                  <a:pt x="230651" y="94556"/>
                </a:cubicBezTo>
                <a:cubicBezTo>
                  <a:pt x="186992" y="165166"/>
                  <a:pt x="143453" y="235931"/>
                  <a:pt x="100155" y="306853"/>
                </a:cubicBezTo>
                <a:cubicBezTo>
                  <a:pt x="66210" y="304574"/>
                  <a:pt x="30348" y="318007"/>
                  <a:pt x="-957" y="294858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8"/>
          <p:cNvSpPr/>
          <p:nvPr/>
        </p:nvSpPr>
        <p:spPr>
          <a:xfrm>
            <a:off x="1845718" y="5898088"/>
            <a:ext cx="215962" cy="346871"/>
          </a:xfrm>
          <a:custGeom>
            <a:rect b="b" l="l" r="r" t="t"/>
            <a:pathLst>
              <a:path extrusionOk="0" h="346871" w="215962">
                <a:moveTo>
                  <a:pt x="214766" y="346194"/>
                </a:moveTo>
                <a:cubicBezTo>
                  <a:pt x="51645" y="326283"/>
                  <a:pt x="-45508" y="154287"/>
                  <a:pt x="19380" y="-678"/>
                </a:cubicBezTo>
                <a:cubicBezTo>
                  <a:pt x="16382" y="187271"/>
                  <a:pt x="66638" y="270510"/>
                  <a:pt x="215005" y="320766"/>
                </a:cubicBezTo>
                <a:cubicBezTo>
                  <a:pt x="215005" y="329162"/>
                  <a:pt x="215005" y="337677"/>
                  <a:pt x="215005" y="346194"/>
                </a:cubicBezTo>
                <a:close/>
              </a:path>
            </a:pathLst>
          </a:custGeom>
          <a:solidFill>
            <a:srgbClr val="A1A1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8"/>
          <p:cNvSpPr/>
          <p:nvPr/>
        </p:nvSpPr>
        <p:spPr>
          <a:xfrm>
            <a:off x="2081066" y="6256473"/>
            <a:ext cx="4992929" cy="11455"/>
          </a:xfrm>
          <a:custGeom>
            <a:rect b="b" l="l" r="r" t="t"/>
            <a:pathLst>
              <a:path extrusionOk="0" h="11455" w="4992929">
                <a:moveTo>
                  <a:pt x="-957" y="-678"/>
                </a:moveTo>
                <a:lnTo>
                  <a:pt x="4850322" y="-678"/>
                </a:lnTo>
                <a:cubicBezTo>
                  <a:pt x="4897579" y="-678"/>
                  <a:pt x="4944717" y="43"/>
                  <a:pt x="4991973" y="281"/>
                </a:cubicBezTo>
                <a:cubicBezTo>
                  <a:pt x="4964986" y="12996"/>
                  <a:pt x="4935840" y="10597"/>
                  <a:pt x="4907175" y="10597"/>
                </a:cubicBezTo>
                <a:lnTo>
                  <a:pt x="83483" y="10597"/>
                </a:lnTo>
                <a:cubicBezTo>
                  <a:pt x="54816" y="10597"/>
                  <a:pt x="25791" y="12395"/>
                  <a:pt x="-477" y="-678"/>
                </a:cubicBez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8"/>
          <p:cNvSpPr txBox="1"/>
          <p:nvPr/>
        </p:nvSpPr>
        <p:spPr>
          <a:xfrm>
            <a:off x="5708016" y="2689604"/>
            <a:ext cx="242562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Products are Traceable</a:t>
            </a:r>
            <a:endParaRPr/>
          </a:p>
        </p:txBody>
      </p:sp>
      <p:sp>
        <p:nvSpPr>
          <p:cNvPr id="306" name="Google Shape;306;p28"/>
          <p:cNvSpPr txBox="1"/>
          <p:nvPr/>
        </p:nvSpPr>
        <p:spPr>
          <a:xfrm>
            <a:off x="6169969" y="3467671"/>
            <a:ext cx="291262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 is Lawfully Supplied</a:t>
            </a:r>
            <a:endParaRPr/>
          </a:p>
        </p:txBody>
      </p:sp>
      <p:sp>
        <p:nvSpPr>
          <p:cNvPr id="307" name="Google Shape;307;p28"/>
          <p:cNvSpPr txBox="1"/>
          <p:nvPr/>
        </p:nvSpPr>
        <p:spPr>
          <a:xfrm>
            <a:off x="6624671" y="4139774"/>
            <a:ext cx="291262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Information about Product is Consistent &amp; Clear</a:t>
            </a:r>
            <a:endParaRPr sz="1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8" name="Google Shape;308;p28"/>
          <p:cNvSpPr txBox="1"/>
          <p:nvPr/>
        </p:nvSpPr>
        <p:spPr>
          <a:xfrm>
            <a:off x="7136989" y="4965044"/>
            <a:ext cx="291262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Support Continuous Improvement in Fisheries &amp; Aquaculture</a:t>
            </a:r>
            <a:endParaRPr sz="1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9" name="Google Shape;309;p28"/>
          <p:cNvSpPr txBox="1"/>
          <p:nvPr/>
        </p:nvSpPr>
        <p:spPr>
          <a:xfrm>
            <a:off x="3780399" y="2914579"/>
            <a:ext cx="91688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b="1" sz="20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10" name="Google Shape;310;p28"/>
          <p:cNvSpPr txBox="1"/>
          <p:nvPr/>
        </p:nvSpPr>
        <p:spPr>
          <a:xfrm>
            <a:off x="3317681" y="3757817"/>
            <a:ext cx="91688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1" sz="20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11" name="Google Shape;311;p28"/>
          <p:cNvSpPr txBox="1"/>
          <p:nvPr/>
        </p:nvSpPr>
        <p:spPr>
          <a:xfrm>
            <a:off x="2824483" y="4601055"/>
            <a:ext cx="91688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1" sz="20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12" name="Google Shape;312;p28"/>
          <p:cNvSpPr txBox="1"/>
          <p:nvPr/>
        </p:nvSpPr>
        <p:spPr>
          <a:xfrm>
            <a:off x="2310965" y="5423973"/>
            <a:ext cx="91688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b="1" sz="20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descr="Traceability - Free files and folders icons" id="313" name="Google Shape;31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5477" y="2931048"/>
            <a:ext cx="330321" cy="3303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oduct Liability icon vector image Can be used for Business Risks |  Premium Vector" id="314" name="Google Shape;31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37930" y="3770286"/>
            <a:ext cx="383836" cy="3838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oduct Information Icon Vector Symbol Design Illustration 26631613 Vector  Art at Vecteezy" id="315" name="Google Shape;315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56462" y="4560670"/>
            <a:ext cx="485594" cy="485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59346" y="5418747"/>
            <a:ext cx="387934" cy="387934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8"/>
          <p:cNvSpPr txBox="1"/>
          <p:nvPr/>
        </p:nvSpPr>
        <p:spPr>
          <a:xfrm>
            <a:off x="4844781" y="4761478"/>
            <a:ext cx="157164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Responsible Sourcing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9"/>
          <p:cNvSpPr/>
          <p:nvPr/>
        </p:nvSpPr>
        <p:spPr>
          <a:xfrm>
            <a:off x="1460968" y="1227973"/>
            <a:ext cx="5102574" cy="426134"/>
          </a:xfrm>
          <a:custGeom>
            <a:rect b="b" l="l" r="r" t="t"/>
            <a:pathLst>
              <a:path extrusionOk="0" h="426134" w="5102574">
                <a:moveTo>
                  <a:pt x="-271" y="-79"/>
                </a:moveTo>
                <a:lnTo>
                  <a:pt x="84043" y="359079"/>
                </a:lnTo>
                <a:cubicBezTo>
                  <a:pt x="93205" y="398335"/>
                  <a:pt x="128226" y="426093"/>
                  <a:pt x="168540" y="426056"/>
                </a:cubicBezTo>
                <a:lnTo>
                  <a:pt x="4933401" y="426056"/>
                </a:lnTo>
                <a:cubicBezTo>
                  <a:pt x="4973725" y="426065"/>
                  <a:pt x="5008755" y="398335"/>
                  <a:pt x="5017990" y="359079"/>
                </a:cubicBezTo>
                <a:lnTo>
                  <a:pt x="5102304" y="-79"/>
                </a:lnTo>
                <a:close/>
              </a:path>
            </a:pathLst>
          </a:custGeom>
          <a:solidFill>
            <a:srgbClr val="1468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3" name="Google Shape;323;p29"/>
          <p:cNvSpPr/>
          <p:nvPr/>
        </p:nvSpPr>
        <p:spPr>
          <a:xfrm>
            <a:off x="2221167" y="765430"/>
            <a:ext cx="5257224" cy="742770"/>
          </a:xfrm>
          <a:custGeom>
            <a:rect b="b" l="l" r="r" t="t"/>
            <a:pathLst>
              <a:path extrusionOk="0" h="742770" w="5257224">
                <a:moveTo>
                  <a:pt x="5042444" y="742691"/>
                </a:moveTo>
                <a:lnTo>
                  <a:pt x="75466" y="742691"/>
                </a:lnTo>
                <a:cubicBezTo>
                  <a:pt x="33692" y="742746"/>
                  <a:pt x="-216" y="708911"/>
                  <a:pt x="-271" y="667137"/>
                </a:cubicBezTo>
                <a:cubicBezTo>
                  <a:pt x="-271" y="667110"/>
                  <a:pt x="-271" y="667073"/>
                  <a:pt x="-271" y="667046"/>
                </a:cubicBezTo>
                <a:lnTo>
                  <a:pt x="-271" y="75658"/>
                </a:lnTo>
                <a:cubicBezTo>
                  <a:pt x="-271" y="33830"/>
                  <a:pt x="33637" y="-79"/>
                  <a:pt x="75466" y="-79"/>
                </a:cubicBezTo>
                <a:lnTo>
                  <a:pt x="5181235" y="-79"/>
                </a:lnTo>
                <a:cubicBezTo>
                  <a:pt x="5223064" y="-69"/>
                  <a:pt x="5256962" y="33848"/>
                  <a:pt x="5256954" y="75677"/>
                </a:cubicBezTo>
                <a:cubicBezTo>
                  <a:pt x="5256954" y="81480"/>
                  <a:pt x="5256287" y="87256"/>
                  <a:pt x="5254964" y="92905"/>
                </a:cubicBezTo>
                <a:lnTo>
                  <a:pt x="5116083" y="684292"/>
                </a:lnTo>
                <a:cubicBezTo>
                  <a:pt x="5108107" y="718510"/>
                  <a:pt x="5077585" y="742719"/>
                  <a:pt x="5042444" y="742691"/>
                </a:cubicBezTo>
                <a:close/>
              </a:path>
            </a:pathLst>
          </a:custGeom>
          <a:solidFill>
            <a:srgbClr val="1468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4" name="Google Shape;324;p29"/>
          <p:cNvSpPr/>
          <p:nvPr/>
        </p:nvSpPr>
        <p:spPr>
          <a:xfrm>
            <a:off x="1708163" y="765430"/>
            <a:ext cx="5257160" cy="742770"/>
          </a:xfrm>
          <a:custGeom>
            <a:rect b="b" l="l" r="r" t="t"/>
            <a:pathLst>
              <a:path extrusionOk="0" h="742770" w="5257160">
                <a:moveTo>
                  <a:pt x="5042353" y="742692"/>
                </a:moveTo>
                <a:lnTo>
                  <a:pt x="75375" y="742692"/>
                </a:lnTo>
                <a:cubicBezTo>
                  <a:pt x="33701" y="742792"/>
                  <a:pt x="-171" y="709084"/>
                  <a:pt x="-271" y="667411"/>
                </a:cubicBezTo>
                <a:cubicBezTo>
                  <a:pt x="-271" y="667292"/>
                  <a:pt x="-271" y="667164"/>
                  <a:pt x="-271" y="667046"/>
                </a:cubicBezTo>
                <a:lnTo>
                  <a:pt x="-271" y="75658"/>
                </a:lnTo>
                <a:cubicBezTo>
                  <a:pt x="-271" y="33866"/>
                  <a:pt x="33582" y="-28"/>
                  <a:pt x="75375" y="-79"/>
                </a:cubicBezTo>
                <a:lnTo>
                  <a:pt x="5181143" y="-79"/>
                </a:lnTo>
                <a:cubicBezTo>
                  <a:pt x="5222917" y="-132"/>
                  <a:pt x="5256835" y="33693"/>
                  <a:pt x="5256890" y="75467"/>
                </a:cubicBezTo>
                <a:cubicBezTo>
                  <a:pt x="5256890" y="81343"/>
                  <a:pt x="5256214" y="87192"/>
                  <a:pt x="5254873" y="92905"/>
                </a:cubicBezTo>
                <a:lnTo>
                  <a:pt x="5116083" y="684292"/>
                </a:lnTo>
                <a:cubicBezTo>
                  <a:pt x="5108098" y="718547"/>
                  <a:pt x="5077530" y="742764"/>
                  <a:pt x="5042353" y="742692"/>
                </a:cubicBezTo>
                <a:close/>
              </a:path>
            </a:pathLst>
          </a:custGeom>
          <a:solidFill>
            <a:srgbClr val="0D45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5" name="Google Shape;325;p29"/>
          <p:cNvSpPr/>
          <p:nvPr/>
        </p:nvSpPr>
        <p:spPr>
          <a:xfrm>
            <a:off x="992768" y="586582"/>
            <a:ext cx="1196462" cy="888769"/>
          </a:xfrm>
          <a:custGeom>
            <a:rect b="b" l="l" r="r" t="t"/>
            <a:pathLst>
              <a:path extrusionOk="0" h="888769" w="1196462">
                <a:moveTo>
                  <a:pt x="0" y="785749"/>
                </a:moveTo>
                <a:lnTo>
                  <a:pt x="123643" y="888769"/>
                </a:lnTo>
                <a:lnTo>
                  <a:pt x="1196462" y="888769"/>
                </a:lnTo>
                <a:lnTo>
                  <a:pt x="1196462" y="124190"/>
                </a:lnTo>
                <a:lnTo>
                  <a:pt x="1070082" y="0"/>
                </a:lnTo>
                <a:lnTo>
                  <a:pt x="0" y="785749"/>
                </a:lnTo>
                <a:close/>
              </a:path>
            </a:pathLst>
          </a:custGeom>
          <a:solidFill>
            <a:srgbClr val="0D45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6" name="Google Shape;326;p29"/>
          <p:cNvSpPr/>
          <p:nvPr/>
        </p:nvSpPr>
        <p:spPr>
          <a:xfrm>
            <a:off x="1116319" y="710681"/>
            <a:ext cx="5791717" cy="852269"/>
          </a:xfrm>
          <a:custGeom>
            <a:rect b="b" l="l" r="r" t="t"/>
            <a:pathLst>
              <a:path extrusionOk="0" h="852269" w="5791717">
                <a:moveTo>
                  <a:pt x="5545319" y="852191"/>
                </a:moveTo>
                <a:lnTo>
                  <a:pt x="86598" y="852191"/>
                </a:lnTo>
                <a:cubicBezTo>
                  <a:pt x="38619" y="852191"/>
                  <a:pt x="-271" y="813300"/>
                  <a:pt x="-271" y="765321"/>
                </a:cubicBezTo>
                <a:lnTo>
                  <a:pt x="-271" y="86791"/>
                </a:lnTo>
                <a:cubicBezTo>
                  <a:pt x="-217" y="38835"/>
                  <a:pt x="38647" y="-28"/>
                  <a:pt x="86598" y="-79"/>
                </a:cubicBezTo>
                <a:lnTo>
                  <a:pt x="5704641" y="-79"/>
                </a:lnTo>
                <a:cubicBezTo>
                  <a:pt x="5752565" y="-95"/>
                  <a:pt x="5791428" y="38743"/>
                  <a:pt x="5791447" y="86672"/>
                </a:cubicBezTo>
                <a:cubicBezTo>
                  <a:pt x="5791447" y="93379"/>
                  <a:pt x="5790680" y="100058"/>
                  <a:pt x="5789138" y="106592"/>
                </a:cubicBezTo>
                <a:lnTo>
                  <a:pt x="5629908" y="785214"/>
                </a:lnTo>
                <a:cubicBezTo>
                  <a:pt x="5620674" y="824469"/>
                  <a:pt x="5585643" y="852200"/>
                  <a:pt x="5545319" y="85219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7" name="Google Shape;327;p29"/>
          <p:cNvSpPr/>
          <p:nvPr/>
        </p:nvSpPr>
        <p:spPr>
          <a:xfrm>
            <a:off x="992768" y="586582"/>
            <a:ext cx="1070081" cy="785748"/>
          </a:xfrm>
          <a:custGeom>
            <a:rect b="b" l="l" r="r" t="t"/>
            <a:pathLst>
              <a:path extrusionOk="0" h="785748" w="1070081">
                <a:moveTo>
                  <a:pt x="135505" y="0"/>
                </a:moveTo>
                <a:lnTo>
                  <a:pt x="1070082" y="0"/>
                </a:lnTo>
                <a:lnTo>
                  <a:pt x="1070082" y="0"/>
                </a:lnTo>
                <a:lnTo>
                  <a:pt x="1070082" y="544303"/>
                </a:lnTo>
                <a:cubicBezTo>
                  <a:pt x="1070136" y="677599"/>
                  <a:pt x="962115" y="785698"/>
                  <a:pt x="828818" y="785749"/>
                </a:cubicBezTo>
                <a:cubicBezTo>
                  <a:pt x="828788" y="785749"/>
                  <a:pt x="828757" y="785749"/>
                  <a:pt x="828727" y="785749"/>
                </a:cubicBezTo>
                <a:lnTo>
                  <a:pt x="0" y="785749"/>
                </a:lnTo>
                <a:lnTo>
                  <a:pt x="0" y="785749"/>
                </a:lnTo>
                <a:lnTo>
                  <a:pt x="0" y="135505"/>
                </a:lnTo>
                <a:cubicBezTo>
                  <a:pt x="0" y="60668"/>
                  <a:pt x="60668" y="0"/>
                  <a:pt x="135505" y="0"/>
                </a:cubicBezTo>
                <a:close/>
              </a:path>
            </a:pathLst>
          </a:custGeom>
          <a:solidFill>
            <a:srgbClr val="1468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8" name="Google Shape;328;p29"/>
          <p:cNvSpPr/>
          <p:nvPr/>
        </p:nvSpPr>
        <p:spPr>
          <a:xfrm>
            <a:off x="1460968" y="2381822"/>
            <a:ext cx="5102574" cy="426134"/>
          </a:xfrm>
          <a:custGeom>
            <a:rect b="b" l="l" r="r" t="t"/>
            <a:pathLst>
              <a:path extrusionOk="0" h="426134" w="5102574">
                <a:moveTo>
                  <a:pt x="-271" y="-79"/>
                </a:moveTo>
                <a:lnTo>
                  <a:pt x="84043" y="358988"/>
                </a:lnTo>
                <a:cubicBezTo>
                  <a:pt x="93177" y="398280"/>
                  <a:pt x="128199" y="426083"/>
                  <a:pt x="168540" y="426056"/>
                </a:cubicBezTo>
                <a:lnTo>
                  <a:pt x="4933401" y="426056"/>
                </a:lnTo>
                <a:cubicBezTo>
                  <a:pt x="4973752" y="426056"/>
                  <a:pt x="5008792" y="398280"/>
                  <a:pt x="5017990" y="358988"/>
                </a:cubicBezTo>
                <a:lnTo>
                  <a:pt x="5102304" y="-79"/>
                </a:lnTo>
                <a:close/>
              </a:path>
            </a:pathLst>
          </a:custGeom>
          <a:solidFill>
            <a:srgbClr val="E546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9" name="Google Shape;329;p29"/>
          <p:cNvSpPr/>
          <p:nvPr/>
        </p:nvSpPr>
        <p:spPr>
          <a:xfrm>
            <a:off x="2221167" y="1919735"/>
            <a:ext cx="5257224" cy="742769"/>
          </a:xfrm>
          <a:custGeom>
            <a:rect b="b" l="l" r="r" t="t"/>
            <a:pathLst>
              <a:path extrusionOk="0" h="742769" w="5257224">
                <a:moveTo>
                  <a:pt x="5042444" y="742235"/>
                </a:moveTo>
                <a:lnTo>
                  <a:pt x="75466" y="742235"/>
                </a:lnTo>
                <a:cubicBezTo>
                  <a:pt x="33692" y="742290"/>
                  <a:pt x="-216" y="708455"/>
                  <a:pt x="-271" y="666681"/>
                </a:cubicBezTo>
                <a:cubicBezTo>
                  <a:pt x="-271" y="666653"/>
                  <a:pt x="-271" y="666617"/>
                  <a:pt x="-271" y="666589"/>
                </a:cubicBezTo>
                <a:lnTo>
                  <a:pt x="-271" y="75567"/>
                </a:lnTo>
                <a:cubicBezTo>
                  <a:pt x="-216" y="33775"/>
                  <a:pt x="33674" y="-79"/>
                  <a:pt x="75466" y="-79"/>
                </a:cubicBezTo>
                <a:lnTo>
                  <a:pt x="5181235" y="-79"/>
                </a:lnTo>
                <a:cubicBezTo>
                  <a:pt x="5223064" y="-70"/>
                  <a:pt x="5256962" y="33848"/>
                  <a:pt x="5256954" y="75677"/>
                </a:cubicBezTo>
                <a:cubicBezTo>
                  <a:pt x="5256954" y="81480"/>
                  <a:pt x="5256287" y="87256"/>
                  <a:pt x="5254964" y="92904"/>
                </a:cubicBezTo>
                <a:lnTo>
                  <a:pt x="5116083" y="684292"/>
                </a:lnTo>
                <a:cubicBezTo>
                  <a:pt x="5108107" y="718510"/>
                  <a:pt x="5077585" y="742719"/>
                  <a:pt x="5042444" y="742691"/>
                </a:cubicBezTo>
                <a:close/>
              </a:path>
            </a:pathLst>
          </a:custGeom>
          <a:solidFill>
            <a:srgbClr val="E546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0" name="Google Shape;330;p29"/>
          <p:cNvSpPr/>
          <p:nvPr/>
        </p:nvSpPr>
        <p:spPr>
          <a:xfrm>
            <a:off x="1708163" y="1919735"/>
            <a:ext cx="5257160" cy="742770"/>
          </a:xfrm>
          <a:custGeom>
            <a:rect b="b" l="l" r="r" t="t"/>
            <a:pathLst>
              <a:path extrusionOk="0" h="742770" w="5257160">
                <a:moveTo>
                  <a:pt x="5042353" y="742235"/>
                </a:moveTo>
                <a:lnTo>
                  <a:pt x="75375" y="742235"/>
                </a:lnTo>
                <a:cubicBezTo>
                  <a:pt x="33701" y="742336"/>
                  <a:pt x="-171" y="708628"/>
                  <a:pt x="-271" y="666954"/>
                </a:cubicBezTo>
                <a:cubicBezTo>
                  <a:pt x="-271" y="666836"/>
                  <a:pt x="-271" y="666708"/>
                  <a:pt x="-271" y="666589"/>
                </a:cubicBezTo>
                <a:lnTo>
                  <a:pt x="-271" y="75567"/>
                </a:lnTo>
                <a:cubicBezTo>
                  <a:pt x="-216" y="33811"/>
                  <a:pt x="33619" y="-24"/>
                  <a:pt x="75375" y="-79"/>
                </a:cubicBezTo>
                <a:lnTo>
                  <a:pt x="5181143" y="-79"/>
                </a:lnTo>
                <a:cubicBezTo>
                  <a:pt x="5222917" y="-133"/>
                  <a:pt x="5256835" y="33693"/>
                  <a:pt x="5256890" y="75467"/>
                </a:cubicBezTo>
                <a:cubicBezTo>
                  <a:pt x="5256890" y="81343"/>
                  <a:pt x="5256214" y="87192"/>
                  <a:pt x="5254873" y="92904"/>
                </a:cubicBezTo>
                <a:lnTo>
                  <a:pt x="5116083" y="684292"/>
                </a:lnTo>
                <a:cubicBezTo>
                  <a:pt x="5108098" y="718547"/>
                  <a:pt x="5077530" y="742765"/>
                  <a:pt x="5042353" y="742691"/>
                </a:cubicBezTo>
                <a:close/>
              </a:path>
            </a:pathLst>
          </a:custGeom>
          <a:solidFill>
            <a:srgbClr val="982E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1" name="Google Shape;331;p29"/>
          <p:cNvSpPr/>
          <p:nvPr/>
        </p:nvSpPr>
        <p:spPr>
          <a:xfrm>
            <a:off x="992768" y="1740430"/>
            <a:ext cx="1196462" cy="888769"/>
          </a:xfrm>
          <a:custGeom>
            <a:rect b="b" l="l" r="r" t="t"/>
            <a:pathLst>
              <a:path extrusionOk="0" h="888769" w="1196462">
                <a:moveTo>
                  <a:pt x="0" y="785749"/>
                </a:moveTo>
                <a:lnTo>
                  <a:pt x="123643" y="888769"/>
                </a:lnTo>
                <a:lnTo>
                  <a:pt x="1196462" y="888769"/>
                </a:lnTo>
                <a:lnTo>
                  <a:pt x="1196462" y="124190"/>
                </a:lnTo>
                <a:lnTo>
                  <a:pt x="1070082" y="0"/>
                </a:lnTo>
                <a:lnTo>
                  <a:pt x="0" y="785749"/>
                </a:lnTo>
                <a:close/>
              </a:path>
            </a:pathLst>
          </a:custGeom>
          <a:solidFill>
            <a:srgbClr val="982E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1116319" y="1864529"/>
            <a:ext cx="5791717" cy="852269"/>
          </a:xfrm>
          <a:custGeom>
            <a:rect b="b" l="l" r="r" t="t"/>
            <a:pathLst>
              <a:path extrusionOk="0" h="852269" w="5791717">
                <a:moveTo>
                  <a:pt x="5545319" y="852191"/>
                </a:moveTo>
                <a:lnTo>
                  <a:pt x="86598" y="852191"/>
                </a:lnTo>
                <a:cubicBezTo>
                  <a:pt x="38619" y="852191"/>
                  <a:pt x="-271" y="813300"/>
                  <a:pt x="-271" y="765321"/>
                </a:cubicBezTo>
                <a:lnTo>
                  <a:pt x="-271" y="86791"/>
                </a:lnTo>
                <a:cubicBezTo>
                  <a:pt x="-217" y="38839"/>
                  <a:pt x="38647" y="-33"/>
                  <a:pt x="86598" y="-79"/>
                </a:cubicBezTo>
                <a:lnTo>
                  <a:pt x="5704641" y="-79"/>
                </a:lnTo>
                <a:cubicBezTo>
                  <a:pt x="5752565" y="-97"/>
                  <a:pt x="5791428" y="38748"/>
                  <a:pt x="5791447" y="86672"/>
                </a:cubicBezTo>
                <a:cubicBezTo>
                  <a:pt x="5791447" y="93379"/>
                  <a:pt x="5790680" y="100058"/>
                  <a:pt x="5789138" y="106592"/>
                </a:cubicBezTo>
                <a:lnTo>
                  <a:pt x="5629908" y="785214"/>
                </a:lnTo>
                <a:cubicBezTo>
                  <a:pt x="5620674" y="824469"/>
                  <a:pt x="5585643" y="852200"/>
                  <a:pt x="5545319" y="85219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3" name="Google Shape;333;p29"/>
          <p:cNvSpPr/>
          <p:nvPr/>
        </p:nvSpPr>
        <p:spPr>
          <a:xfrm>
            <a:off x="992768" y="1740430"/>
            <a:ext cx="1070081" cy="785657"/>
          </a:xfrm>
          <a:custGeom>
            <a:rect b="b" l="l" r="r" t="t"/>
            <a:pathLst>
              <a:path extrusionOk="0" h="785657" w="1070081">
                <a:moveTo>
                  <a:pt x="135505" y="0"/>
                </a:moveTo>
                <a:lnTo>
                  <a:pt x="1070082" y="0"/>
                </a:lnTo>
                <a:lnTo>
                  <a:pt x="1070082" y="0"/>
                </a:lnTo>
                <a:lnTo>
                  <a:pt x="1070082" y="544303"/>
                </a:lnTo>
                <a:cubicBezTo>
                  <a:pt x="1070082" y="677600"/>
                  <a:pt x="962024" y="785657"/>
                  <a:pt x="828727" y="785657"/>
                </a:cubicBezTo>
                <a:lnTo>
                  <a:pt x="0" y="785657"/>
                </a:lnTo>
                <a:lnTo>
                  <a:pt x="0" y="785657"/>
                </a:lnTo>
                <a:lnTo>
                  <a:pt x="0" y="135505"/>
                </a:lnTo>
                <a:cubicBezTo>
                  <a:pt x="0" y="60672"/>
                  <a:pt x="60668" y="0"/>
                  <a:pt x="135505" y="0"/>
                </a:cubicBezTo>
                <a:close/>
              </a:path>
            </a:pathLst>
          </a:custGeom>
          <a:solidFill>
            <a:srgbClr val="E546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4" name="Google Shape;334;p29"/>
          <p:cNvSpPr/>
          <p:nvPr/>
        </p:nvSpPr>
        <p:spPr>
          <a:xfrm>
            <a:off x="1460968" y="3535670"/>
            <a:ext cx="5102574" cy="426134"/>
          </a:xfrm>
          <a:custGeom>
            <a:rect b="b" l="l" r="r" t="t"/>
            <a:pathLst>
              <a:path extrusionOk="0" h="426134" w="5102574">
                <a:moveTo>
                  <a:pt x="-271" y="-79"/>
                </a:moveTo>
                <a:lnTo>
                  <a:pt x="84043" y="358988"/>
                </a:lnTo>
                <a:cubicBezTo>
                  <a:pt x="93177" y="398280"/>
                  <a:pt x="128199" y="426083"/>
                  <a:pt x="168540" y="426056"/>
                </a:cubicBezTo>
                <a:lnTo>
                  <a:pt x="4933401" y="426056"/>
                </a:lnTo>
                <a:cubicBezTo>
                  <a:pt x="4973752" y="426056"/>
                  <a:pt x="5008792" y="398280"/>
                  <a:pt x="5017990" y="358988"/>
                </a:cubicBezTo>
                <a:lnTo>
                  <a:pt x="5102304" y="-79"/>
                </a:lnTo>
                <a:close/>
              </a:path>
            </a:pathLst>
          </a:custGeom>
          <a:solidFill>
            <a:srgbClr val="0092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5" name="Google Shape;335;p29"/>
          <p:cNvSpPr/>
          <p:nvPr/>
        </p:nvSpPr>
        <p:spPr>
          <a:xfrm>
            <a:off x="2221167" y="3073127"/>
            <a:ext cx="5257224" cy="742770"/>
          </a:xfrm>
          <a:custGeom>
            <a:rect b="b" l="l" r="r" t="t"/>
            <a:pathLst>
              <a:path extrusionOk="0" h="742770" w="5257224">
                <a:moveTo>
                  <a:pt x="5042444" y="742692"/>
                </a:moveTo>
                <a:lnTo>
                  <a:pt x="75466" y="742692"/>
                </a:lnTo>
                <a:cubicBezTo>
                  <a:pt x="33692" y="742746"/>
                  <a:pt x="-216" y="708911"/>
                  <a:pt x="-271" y="667137"/>
                </a:cubicBezTo>
                <a:cubicBezTo>
                  <a:pt x="-271" y="667110"/>
                  <a:pt x="-271" y="667073"/>
                  <a:pt x="-271" y="667046"/>
                </a:cubicBezTo>
                <a:lnTo>
                  <a:pt x="-271" y="75567"/>
                </a:lnTo>
                <a:cubicBezTo>
                  <a:pt x="-216" y="33775"/>
                  <a:pt x="33674" y="-79"/>
                  <a:pt x="75466" y="-79"/>
                </a:cubicBezTo>
                <a:lnTo>
                  <a:pt x="5181235" y="-79"/>
                </a:lnTo>
                <a:cubicBezTo>
                  <a:pt x="5223064" y="-69"/>
                  <a:pt x="5256962" y="33848"/>
                  <a:pt x="5256954" y="75677"/>
                </a:cubicBezTo>
                <a:cubicBezTo>
                  <a:pt x="5256954" y="81480"/>
                  <a:pt x="5256287" y="87256"/>
                  <a:pt x="5254964" y="92905"/>
                </a:cubicBezTo>
                <a:lnTo>
                  <a:pt x="5116083" y="684292"/>
                </a:lnTo>
                <a:cubicBezTo>
                  <a:pt x="5108043" y="718474"/>
                  <a:pt x="5077557" y="742655"/>
                  <a:pt x="5042444" y="742692"/>
                </a:cubicBezTo>
                <a:close/>
              </a:path>
            </a:pathLst>
          </a:custGeom>
          <a:solidFill>
            <a:srgbClr val="0092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6" name="Google Shape;336;p29"/>
          <p:cNvSpPr/>
          <p:nvPr/>
        </p:nvSpPr>
        <p:spPr>
          <a:xfrm>
            <a:off x="1708163" y="3073127"/>
            <a:ext cx="5257160" cy="742770"/>
          </a:xfrm>
          <a:custGeom>
            <a:rect b="b" l="l" r="r" t="t"/>
            <a:pathLst>
              <a:path extrusionOk="0" h="742770" w="5257160">
                <a:moveTo>
                  <a:pt x="5042353" y="742692"/>
                </a:moveTo>
                <a:lnTo>
                  <a:pt x="75375" y="742692"/>
                </a:lnTo>
                <a:cubicBezTo>
                  <a:pt x="33701" y="742792"/>
                  <a:pt x="-171" y="709084"/>
                  <a:pt x="-271" y="667411"/>
                </a:cubicBezTo>
                <a:cubicBezTo>
                  <a:pt x="-271" y="667292"/>
                  <a:pt x="-271" y="667165"/>
                  <a:pt x="-271" y="667046"/>
                </a:cubicBezTo>
                <a:lnTo>
                  <a:pt x="-271" y="75567"/>
                </a:lnTo>
                <a:cubicBezTo>
                  <a:pt x="-216" y="33812"/>
                  <a:pt x="33619" y="-24"/>
                  <a:pt x="75375" y="-79"/>
                </a:cubicBezTo>
                <a:lnTo>
                  <a:pt x="5181143" y="-79"/>
                </a:lnTo>
                <a:cubicBezTo>
                  <a:pt x="5222917" y="-133"/>
                  <a:pt x="5256835" y="33693"/>
                  <a:pt x="5256890" y="75467"/>
                </a:cubicBezTo>
                <a:cubicBezTo>
                  <a:pt x="5256890" y="81343"/>
                  <a:pt x="5256214" y="87193"/>
                  <a:pt x="5254873" y="92905"/>
                </a:cubicBezTo>
                <a:lnTo>
                  <a:pt x="5116083" y="684292"/>
                </a:lnTo>
                <a:cubicBezTo>
                  <a:pt x="5108035" y="718510"/>
                  <a:pt x="5077503" y="742692"/>
                  <a:pt x="5042353" y="742692"/>
                </a:cubicBezTo>
                <a:close/>
              </a:path>
            </a:pathLst>
          </a:custGeom>
          <a:solidFill>
            <a:srgbClr val="0061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7" name="Google Shape;337;p29"/>
          <p:cNvSpPr/>
          <p:nvPr/>
        </p:nvSpPr>
        <p:spPr>
          <a:xfrm>
            <a:off x="992768" y="2894279"/>
            <a:ext cx="1196462" cy="888769"/>
          </a:xfrm>
          <a:custGeom>
            <a:rect b="b" l="l" r="r" t="t"/>
            <a:pathLst>
              <a:path extrusionOk="0" h="888769" w="1196462">
                <a:moveTo>
                  <a:pt x="0" y="785749"/>
                </a:moveTo>
                <a:lnTo>
                  <a:pt x="123643" y="888769"/>
                </a:lnTo>
                <a:lnTo>
                  <a:pt x="1196462" y="888769"/>
                </a:lnTo>
                <a:lnTo>
                  <a:pt x="1196462" y="124099"/>
                </a:lnTo>
                <a:lnTo>
                  <a:pt x="1070082" y="0"/>
                </a:lnTo>
                <a:lnTo>
                  <a:pt x="0" y="785749"/>
                </a:lnTo>
                <a:close/>
              </a:path>
            </a:pathLst>
          </a:custGeom>
          <a:solidFill>
            <a:srgbClr val="0061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8" name="Google Shape;338;p29"/>
          <p:cNvSpPr/>
          <p:nvPr/>
        </p:nvSpPr>
        <p:spPr>
          <a:xfrm>
            <a:off x="1116319" y="3018378"/>
            <a:ext cx="5791717" cy="852269"/>
          </a:xfrm>
          <a:custGeom>
            <a:rect b="b" l="l" r="r" t="t"/>
            <a:pathLst>
              <a:path extrusionOk="0" h="852269" w="5791717">
                <a:moveTo>
                  <a:pt x="5545319" y="852191"/>
                </a:moveTo>
                <a:lnTo>
                  <a:pt x="86598" y="852191"/>
                </a:lnTo>
                <a:cubicBezTo>
                  <a:pt x="38619" y="852191"/>
                  <a:pt x="-271" y="813300"/>
                  <a:pt x="-271" y="765321"/>
                </a:cubicBezTo>
                <a:lnTo>
                  <a:pt x="-271" y="86791"/>
                </a:lnTo>
                <a:cubicBezTo>
                  <a:pt x="-217" y="38839"/>
                  <a:pt x="38647" y="-24"/>
                  <a:pt x="86598" y="-79"/>
                </a:cubicBezTo>
                <a:lnTo>
                  <a:pt x="5704641" y="-79"/>
                </a:lnTo>
                <a:cubicBezTo>
                  <a:pt x="5752565" y="-97"/>
                  <a:pt x="5791428" y="38748"/>
                  <a:pt x="5791447" y="86672"/>
                </a:cubicBezTo>
                <a:cubicBezTo>
                  <a:pt x="5791447" y="93379"/>
                  <a:pt x="5790680" y="100059"/>
                  <a:pt x="5789138" y="106592"/>
                </a:cubicBezTo>
                <a:lnTo>
                  <a:pt x="5629908" y="785214"/>
                </a:lnTo>
                <a:cubicBezTo>
                  <a:pt x="5620674" y="824469"/>
                  <a:pt x="5585643" y="852200"/>
                  <a:pt x="5545319" y="8521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9" name="Google Shape;339;p29"/>
          <p:cNvSpPr/>
          <p:nvPr/>
        </p:nvSpPr>
        <p:spPr>
          <a:xfrm>
            <a:off x="992768" y="2894279"/>
            <a:ext cx="1070081" cy="785657"/>
          </a:xfrm>
          <a:custGeom>
            <a:rect b="b" l="l" r="r" t="t"/>
            <a:pathLst>
              <a:path extrusionOk="0" h="785657" w="1070081">
                <a:moveTo>
                  <a:pt x="135505" y="0"/>
                </a:moveTo>
                <a:lnTo>
                  <a:pt x="1070082" y="0"/>
                </a:lnTo>
                <a:lnTo>
                  <a:pt x="1070082" y="0"/>
                </a:lnTo>
                <a:lnTo>
                  <a:pt x="1070082" y="544303"/>
                </a:lnTo>
                <a:cubicBezTo>
                  <a:pt x="1070082" y="677600"/>
                  <a:pt x="962024" y="785657"/>
                  <a:pt x="828727" y="785657"/>
                </a:cubicBezTo>
                <a:lnTo>
                  <a:pt x="0" y="785657"/>
                </a:lnTo>
                <a:lnTo>
                  <a:pt x="0" y="785657"/>
                </a:lnTo>
                <a:lnTo>
                  <a:pt x="0" y="135505"/>
                </a:lnTo>
                <a:cubicBezTo>
                  <a:pt x="0" y="60672"/>
                  <a:pt x="60668" y="0"/>
                  <a:pt x="135505" y="0"/>
                </a:cubicBezTo>
                <a:close/>
              </a:path>
            </a:pathLst>
          </a:custGeom>
          <a:solidFill>
            <a:srgbClr val="0092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0" name="Google Shape;340;p29"/>
          <p:cNvSpPr/>
          <p:nvPr/>
        </p:nvSpPr>
        <p:spPr>
          <a:xfrm>
            <a:off x="1460968" y="4689519"/>
            <a:ext cx="5102574" cy="426134"/>
          </a:xfrm>
          <a:custGeom>
            <a:rect b="b" l="l" r="r" t="t"/>
            <a:pathLst>
              <a:path extrusionOk="0" h="426134" w="5102574">
                <a:moveTo>
                  <a:pt x="-271" y="-79"/>
                </a:moveTo>
                <a:lnTo>
                  <a:pt x="84043" y="358988"/>
                </a:lnTo>
                <a:cubicBezTo>
                  <a:pt x="93232" y="398243"/>
                  <a:pt x="128226" y="426019"/>
                  <a:pt x="168540" y="426056"/>
                </a:cubicBezTo>
                <a:lnTo>
                  <a:pt x="4933401" y="426056"/>
                </a:lnTo>
                <a:cubicBezTo>
                  <a:pt x="4973716" y="425956"/>
                  <a:pt x="5008700" y="398216"/>
                  <a:pt x="5017990" y="358988"/>
                </a:cubicBezTo>
                <a:lnTo>
                  <a:pt x="5102304" y="-79"/>
                </a:lnTo>
                <a:close/>
              </a:path>
            </a:pathLst>
          </a:custGeom>
          <a:solidFill>
            <a:srgbClr val="F00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1" name="Google Shape;341;p29"/>
          <p:cNvSpPr/>
          <p:nvPr/>
        </p:nvSpPr>
        <p:spPr>
          <a:xfrm>
            <a:off x="2221167" y="4226976"/>
            <a:ext cx="5257224" cy="743135"/>
          </a:xfrm>
          <a:custGeom>
            <a:rect b="b" l="l" r="r" t="t"/>
            <a:pathLst>
              <a:path extrusionOk="0" h="743135" w="5257224">
                <a:moveTo>
                  <a:pt x="5042444" y="743056"/>
                </a:moveTo>
                <a:lnTo>
                  <a:pt x="75466" y="743056"/>
                </a:lnTo>
                <a:cubicBezTo>
                  <a:pt x="33692" y="743102"/>
                  <a:pt x="-216" y="709276"/>
                  <a:pt x="-271" y="667502"/>
                </a:cubicBezTo>
                <a:cubicBezTo>
                  <a:pt x="-271" y="667474"/>
                  <a:pt x="-271" y="667438"/>
                  <a:pt x="-271" y="667411"/>
                </a:cubicBezTo>
                <a:lnTo>
                  <a:pt x="-271" y="75567"/>
                </a:lnTo>
                <a:cubicBezTo>
                  <a:pt x="-216" y="33775"/>
                  <a:pt x="33674" y="-79"/>
                  <a:pt x="75466" y="-79"/>
                </a:cubicBezTo>
                <a:lnTo>
                  <a:pt x="5181235" y="-79"/>
                </a:lnTo>
                <a:cubicBezTo>
                  <a:pt x="5223064" y="-69"/>
                  <a:pt x="5256962" y="33848"/>
                  <a:pt x="5256954" y="75677"/>
                </a:cubicBezTo>
                <a:cubicBezTo>
                  <a:pt x="5256954" y="81480"/>
                  <a:pt x="5256287" y="87256"/>
                  <a:pt x="5254964" y="92905"/>
                </a:cubicBezTo>
                <a:lnTo>
                  <a:pt x="5116083" y="684292"/>
                </a:lnTo>
                <a:cubicBezTo>
                  <a:pt x="5108043" y="718474"/>
                  <a:pt x="5077557" y="742655"/>
                  <a:pt x="5042444" y="742692"/>
                </a:cubicBezTo>
                <a:close/>
              </a:path>
            </a:pathLst>
          </a:custGeom>
          <a:solidFill>
            <a:srgbClr val="F00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2" name="Google Shape;342;p29"/>
          <p:cNvSpPr/>
          <p:nvPr/>
        </p:nvSpPr>
        <p:spPr>
          <a:xfrm>
            <a:off x="1708163" y="4226976"/>
            <a:ext cx="5257160" cy="743135"/>
          </a:xfrm>
          <a:custGeom>
            <a:rect b="b" l="l" r="r" t="t"/>
            <a:pathLst>
              <a:path extrusionOk="0" h="743135" w="5257160">
                <a:moveTo>
                  <a:pt x="5042353" y="743057"/>
                </a:moveTo>
                <a:lnTo>
                  <a:pt x="75375" y="743057"/>
                </a:lnTo>
                <a:cubicBezTo>
                  <a:pt x="33701" y="743157"/>
                  <a:pt x="-171" y="709450"/>
                  <a:pt x="-271" y="667776"/>
                </a:cubicBezTo>
                <a:cubicBezTo>
                  <a:pt x="-271" y="667657"/>
                  <a:pt x="-271" y="667530"/>
                  <a:pt x="-271" y="667411"/>
                </a:cubicBezTo>
                <a:lnTo>
                  <a:pt x="-271" y="75567"/>
                </a:lnTo>
                <a:cubicBezTo>
                  <a:pt x="-216" y="33811"/>
                  <a:pt x="33619" y="-24"/>
                  <a:pt x="75375" y="-79"/>
                </a:cubicBezTo>
                <a:lnTo>
                  <a:pt x="5181143" y="-79"/>
                </a:lnTo>
                <a:cubicBezTo>
                  <a:pt x="5222917" y="-133"/>
                  <a:pt x="5256835" y="33693"/>
                  <a:pt x="5256890" y="75467"/>
                </a:cubicBezTo>
                <a:cubicBezTo>
                  <a:pt x="5256890" y="81343"/>
                  <a:pt x="5256214" y="87192"/>
                  <a:pt x="5254873" y="92905"/>
                </a:cubicBezTo>
                <a:lnTo>
                  <a:pt x="5116083" y="684292"/>
                </a:lnTo>
                <a:cubicBezTo>
                  <a:pt x="5108035" y="718510"/>
                  <a:pt x="5077503" y="742692"/>
                  <a:pt x="5042353" y="742692"/>
                </a:cubicBezTo>
                <a:close/>
              </a:path>
            </a:pathLst>
          </a:custGeom>
          <a:solidFill>
            <a:srgbClr val="A0000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3" name="Google Shape;343;p29"/>
          <p:cNvSpPr/>
          <p:nvPr/>
        </p:nvSpPr>
        <p:spPr>
          <a:xfrm>
            <a:off x="992768" y="4048127"/>
            <a:ext cx="1196462" cy="888769"/>
          </a:xfrm>
          <a:custGeom>
            <a:rect b="b" l="l" r="r" t="t"/>
            <a:pathLst>
              <a:path extrusionOk="0" h="888769" w="1196462">
                <a:moveTo>
                  <a:pt x="0" y="785657"/>
                </a:moveTo>
                <a:lnTo>
                  <a:pt x="123643" y="888769"/>
                </a:lnTo>
                <a:lnTo>
                  <a:pt x="1196462" y="888769"/>
                </a:lnTo>
                <a:lnTo>
                  <a:pt x="1196462" y="124099"/>
                </a:lnTo>
                <a:lnTo>
                  <a:pt x="1070082" y="0"/>
                </a:lnTo>
                <a:lnTo>
                  <a:pt x="0" y="785657"/>
                </a:lnTo>
                <a:close/>
              </a:path>
            </a:pathLst>
          </a:custGeom>
          <a:solidFill>
            <a:srgbClr val="A0000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4" name="Google Shape;344;p29"/>
          <p:cNvSpPr/>
          <p:nvPr/>
        </p:nvSpPr>
        <p:spPr>
          <a:xfrm>
            <a:off x="1116319" y="4172226"/>
            <a:ext cx="5791717" cy="852634"/>
          </a:xfrm>
          <a:custGeom>
            <a:rect b="b" l="l" r="r" t="t"/>
            <a:pathLst>
              <a:path extrusionOk="0" h="852634" w="5791717">
                <a:moveTo>
                  <a:pt x="5545319" y="852556"/>
                </a:moveTo>
                <a:lnTo>
                  <a:pt x="86598" y="852556"/>
                </a:lnTo>
                <a:cubicBezTo>
                  <a:pt x="38619" y="852556"/>
                  <a:pt x="-271" y="813665"/>
                  <a:pt x="-271" y="765686"/>
                </a:cubicBezTo>
                <a:lnTo>
                  <a:pt x="-271" y="86791"/>
                </a:lnTo>
                <a:cubicBezTo>
                  <a:pt x="-217" y="38839"/>
                  <a:pt x="38647" y="-33"/>
                  <a:pt x="86598" y="-79"/>
                </a:cubicBezTo>
                <a:lnTo>
                  <a:pt x="5704641" y="-79"/>
                </a:lnTo>
                <a:cubicBezTo>
                  <a:pt x="5752565" y="-97"/>
                  <a:pt x="5791428" y="38748"/>
                  <a:pt x="5791447" y="86672"/>
                </a:cubicBezTo>
                <a:cubicBezTo>
                  <a:pt x="5791447" y="93379"/>
                  <a:pt x="5790680" y="100058"/>
                  <a:pt x="5789138" y="106592"/>
                </a:cubicBezTo>
                <a:lnTo>
                  <a:pt x="5629908" y="785214"/>
                </a:lnTo>
                <a:cubicBezTo>
                  <a:pt x="5620674" y="824469"/>
                  <a:pt x="5585643" y="852200"/>
                  <a:pt x="5545319" y="85219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5" name="Google Shape;345;p29"/>
          <p:cNvSpPr/>
          <p:nvPr/>
        </p:nvSpPr>
        <p:spPr>
          <a:xfrm>
            <a:off x="992768" y="4048127"/>
            <a:ext cx="1070081" cy="785657"/>
          </a:xfrm>
          <a:custGeom>
            <a:rect b="b" l="l" r="r" t="t"/>
            <a:pathLst>
              <a:path extrusionOk="0" h="785657" w="1070081">
                <a:moveTo>
                  <a:pt x="135505" y="0"/>
                </a:moveTo>
                <a:lnTo>
                  <a:pt x="1070082" y="0"/>
                </a:lnTo>
                <a:lnTo>
                  <a:pt x="1070082" y="0"/>
                </a:lnTo>
                <a:lnTo>
                  <a:pt x="1070082" y="544303"/>
                </a:lnTo>
                <a:cubicBezTo>
                  <a:pt x="1070082" y="677600"/>
                  <a:pt x="962024" y="785657"/>
                  <a:pt x="828727" y="785657"/>
                </a:cubicBezTo>
                <a:lnTo>
                  <a:pt x="0" y="785657"/>
                </a:lnTo>
                <a:lnTo>
                  <a:pt x="0" y="785657"/>
                </a:lnTo>
                <a:lnTo>
                  <a:pt x="0" y="135505"/>
                </a:lnTo>
                <a:cubicBezTo>
                  <a:pt x="0" y="60672"/>
                  <a:pt x="60668" y="0"/>
                  <a:pt x="135505" y="0"/>
                </a:cubicBezTo>
                <a:close/>
              </a:path>
            </a:pathLst>
          </a:custGeom>
          <a:solidFill>
            <a:srgbClr val="F00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6" name="Google Shape;346;p29"/>
          <p:cNvSpPr/>
          <p:nvPr/>
        </p:nvSpPr>
        <p:spPr>
          <a:xfrm>
            <a:off x="1460968" y="5843368"/>
            <a:ext cx="5102574" cy="426043"/>
          </a:xfrm>
          <a:custGeom>
            <a:rect b="b" l="l" r="r" t="t"/>
            <a:pathLst>
              <a:path extrusionOk="0" h="426043" w="5102574">
                <a:moveTo>
                  <a:pt x="-271" y="-79"/>
                </a:moveTo>
                <a:lnTo>
                  <a:pt x="84043" y="358988"/>
                </a:lnTo>
                <a:cubicBezTo>
                  <a:pt x="93205" y="398243"/>
                  <a:pt x="128226" y="426001"/>
                  <a:pt x="168540" y="425965"/>
                </a:cubicBezTo>
                <a:lnTo>
                  <a:pt x="4933401" y="425965"/>
                </a:lnTo>
                <a:cubicBezTo>
                  <a:pt x="4973725" y="425974"/>
                  <a:pt x="5008755" y="398243"/>
                  <a:pt x="5017990" y="358988"/>
                </a:cubicBezTo>
                <a:lnTo>
                  <a:pt x="5102304" y="-79"/>
                </a:lnTo>
                <a:close/>
              </a:path>
            </a:pathLst>
          </a:custGeom>
          <a:solidFill>
            <a:srgbClr val="1797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7" name="Google Shape;347;p29"/>
          <p:cNvSpPr/>
          <p:nvPr/>
        </p:nvSpPr>
        <p:spPr>
          <a:xfrm>
            <a:off x="2221167" y="5380825"/>
            <a:ext cx="5257224" cy="742769"/>
          </a:xfrm>
          <a:custGeom>
            <a:rect b="b" l="l" r="r" t="t"/>
            <a:pathLst>
              <a:path extrusionOk="0" h="742769" w="5257224">
                <a:moveTo>
                  <a:pt x="5042444" y="742691"/>
                </a:moveTo>
                <a:lnTo>
                  <a:pt x="75466" y="742691"/>
                </a:lnTo>
                <a:cubicBezTo>
                  <a:pt x="33692" y="742737"/>
                  <a:pt x="-216" y="708911"/>
                  <a:pt x="-271" y="667137"/>
                </a:cubicBezTo>
                <a:cubicBezTo>
                  <a:pt x="-271" y="667110"/>
                  <a:pt x="-271" y="667073"/>
                  <a:pt x="-271" y="667046"/>
                </a:cubicBezTo>
                <a:lnTo>
                  <a:pt x="-271" y="75567"/>
                </a:lnTo>
                <a:cubicBezTo>
                  <a:pt x="-216" y="33775"/>
                  <a:pt x="33674" y="-79"/>
                  <a:pt x="75466" y="-79"/>
                </a:cubicBezTo>
                <a:lnTo>
                  <a:pt x="5181235" y="-79"/>
                </a:lnTo>
                <a:cubicBezTo>
                  <a:pt x="5223064" y="-70"/>
                  <a:pt x="5256962" y="33848"/>
                  <a:pt x="5256954" y="75677"/>
                </a:cubicBezTo>
                <a:cubicBezTo>
                  <a:pt x="5256954" y="81480"/>
                  <a:pt x="5256287" y="87256"/>
                  <a:pt x="5254964" y="92905"/>
                </a:cubicBezTo>
                <a:lnTo>
                  <a:pt x="5116083" y="684201"/>
                </a:lnTo>
                <a:cubicBezTo>
                  <a:pt x="5108043" y="718382"/>
                  <a:pt x="5077557" y="742564"/>
                  <a:pt x="5042444" y="742600"/>
                </a:cubicBezTo>
                <a:close/>
              </a:path>
            </a:pathLst>
          </a:custGeom>
          <a:solidFill>
            <a:srgbClr val="1797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8" name="Google Shape;348;p29"/>
          <p:cNvSpPr/>
          <p:nvPr/>
        </p:nvSpPr>
        <p:spPr>
          <a:xfrm>
            <a:off x="1708163" y="5380824"/>
            <a:ext cx="5257160" cy="742769"/>
          </a:xfrm>
          <a:custGeom>
            <a:rect b="b" l="l" r="r" t="t"/>
            <a:pathLst>
              <a:path extrusionOk="0" h="742769" w="5257160">
                <a:moveTo>
                  <a:pt x="5042353" y="742691"/>
                </a:moveTo>
                <a:lnTo>
                  <a:pt x="75375" y="742691"/>
                </a:lnTo>
                <a:cubicBezTo>
                  <a:pt x="33701" y="742792"/>
                  <a:pt x="-171" y="709084"/>
                  <a:pt x="-271" y="667410"/>
                </a:cubicBezTo>
                <a:cubicBezTo>
                  <a:pt x="-271" y="667292"/>
                  <a:pt x="-271" y="667164"/>
                  <a:pt x="-271" y="667046"/>
                </a:cubicBezTo>
                <a:lnTo>
                  <a:pt x="-271" y="75567"/>
                </a:lnTo>
                <a:cubicBezTo>
                  <a:pt x="-216" y="33811"/>
                  <a:pt x="33619" y="-24"/>
                  <a:pt x="75375" y="-79"/>
                </a:cubicBezTo>
                <a:lnTo>
                  <a:pt x="5181143" y="-79"/>
                </a:lnTo>
                <a:cubicBezTo>
                  <a:pt x="5222917" y="-133"/>
                  <a:pt x="5256835" y="33693"/>
                  <a:pt x="5256890" y="75467"/>
                </a:cubicBezTo>
                <a:cubicBezTo>
                  <a:pt x="5256890" y="81343"/>
                  <a:pt x="5256214" y="87192"/>
                  <a:pt x="5254873" y="92905"/>
                </a:cubicBezTo>
                <a:lnTo>
                  <a:pt x="5116083" y="684201"/>
                </a:lnTo>
                <a:cubicBezTo>
                  <a:pt x="5108035" y="718419"/>
                  <a:pt x="5077503" y="742600"/>
                  <a:pt x="5042353" y="742600"/>
                </a:cubicBezTo>
                <a:close/>
              </a:path>
            </a:pathLst>
          </a:custGeom>
          <a:solidFill>
            <a:srgbClr val="0F65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9" name="Google Shape;349;p29"/>
          <p:cNvSpPr/>
          <p:nvPr/>
        </p:nvSpPr>
        <p:spPr>
          <a:xfrm>
            <a:off x="992768" y="5201976"/>
            <a:ext cx="1196462" cy="888769"/>
          </a:xfrm>
          <a:custGeom>
            <a:rect b="b" l="l" r="r" t="t"/>
            <a:pathLst>
              <a:path extrusionOk="0" h="888769" w="1196462">
                <a:moveTo>
                  <a:pt x="0" y="785658"/>
                </a:moveTo>
                <a:lnTo>
                  <a:pt x="123643" y="888769"/>
                </a:lnTo>
                <a:lnTo>
                  <a:pt x="1196462" y="888769"/>
                </a:lnTo>
                <a:lnTo>
                  <a:pt x="1196462" y="124100"/>
                </a:lnTo>
                <a:lnTo>
                  <a:pt x="1070082" y="0"/>
                </a:lnTo>
                <a:lnTo>
                  <a:pt x="0" y="785658"/>
                </a:lnTo>
                <a:close/>
              </a:path>
            </a:pathLst>
          </a:custGeom>
          <a:solidFill>
            <a:srgbClr val="0F65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50" name="Google Shape;350;p29"/>
          <p:cNvSpPr/>
          <p:nvPr/>
        </p:nvSpPr>
        <p:spPr>
          <a:xfrm>
            <a:off x="1116319" y="5326075"/>
            <a:ext cx="5791717" cy="852268"/>
          </a:xfrm>
          <a:custGeom>
            <a:rect b="b" l="l" r="r" t="t"/>
            <a:pathLst>
              <a:path extrusionOk="0" h="852268" w="5791717">
                <a:moveTo>
                  <a:pt x="5545319" y="852190"/>
                </a:moveTo>
                <a:lnTo>
                  <a:pt x="86598" y="852190"/>
                </a:lnTo>
                <a:cubicBezTo>
                  <a:pt x="38619" y="852190"/>
                  <a:pt x="-271" y="813300"/>
                  <a:pt x="-271" y="765321"/>
                </a:cubicBezTo>
                <a:lnTo>
                  <a:pt x="-271" y="86791"/>
                </a:lnTo>
                <a:cubicBezTo>
                  <a:pt x="-217" y="38839"/>
                  <a:pt x="38647" y="-24"/>
                  <a:pt x="86598" y="-79"/>
                </a:cubicBezTo>
                <a:lnTo>
                  <a:pt x="5704641" y="-79"/>
                </a:lnTo>
                <a:cubicBezTo>
                  <a:pt x="5752565" y="-97"/>
                  <a:pt x="5791428" y="38748"/>
                  <a:pt x="5791447" y="86672"/>
                </a:cubicBezTo>
                <a:cubicBezTo>
                  <a:pt x="5791447" y="93379"/>
                  <a:pt x="5790680" y="100058"/>
                  <a:pt x="5789138" y="106592"/>
                </a:cubicBezTo>
                <a:lnTo>
                  <a:pt x="5629908" y="785214"/>
                </a:lnTo>
                <a:cubicBezTo>
                  <a:pt x="5620674" y="824469"/>
                  <a:pt x="5585643" y="852200"/>
                  <a:pt x="5545319" y="85219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51" name="Google Shape;351;p29"/>
          <p:cNvSpPr/>
          <p:nvPr/>
        </p:nvSpPr>
        <p:spPr>
          <a:xfrm>
            <a:off x="992768" y="5201976"/>
            <a:ext cx="1070081" cy="785657"/>
          </a:xfrm>
          <a:custGeom>
            <a:rect b="b" l="l" r="r" t="t"/>
            <a:pathLst>
              <a:path extrusionOk="0" h="785657" w="1070081">
                <a:moveTo>
                  <a:pt x="135505" y="0"/>
                </a:moveTo>
                <a:lnTo>
                  <a:pt x="1070082" y="0"/>
                </a:lnTo>
                <a:lnTo>
                  <a:pt x="1070082" y="0"/>
                </a:lnTo>
                <a:lnTo>
                  <a:pt x="1070082" y="544303"/>
                </a:lnTo>
                <a:cubicBezTo>
                  <a:pt x="1070082" y="677600"/>
                  <a:pt x="962024" y="785658"/>
                  <a:pt x="828727" y="785658"/>
                </a:cubicBezTo>
                <a:lnTo>
                  <a:pt x="0" y="785658"/>
                </a:lnTo>
                <a:lnTo>
                  <a:pt x="0" y="785658"/>
                </a:lnTo>
                <a:lnTo>
                  <a:pt x="0" y="135506"/>
                </a:lnTo>
                <a:cubicBezTo>
                  <a:pt x="0" y="60672"/>
                  <a:pt x="60668" y="0"/>
                  <a:pt x="135505" y="0"/>
                </a:cubicBezTo>
                <a:close/>
              </a:path>
            </a:pathLst>
          </a:custGeom>
          <a:solidFill>
            <a:srgbClr val="1797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52" name="Google Shape;352;p29"/>
          <p:cNvSpPr txBox="1"/>
          <p:nvPr/>
        </p:nvSpPr>
        <p:spPr>
          <a:xfrm>
            <a:off x="8113530" y="2890391"/>
            <a:ext cx="3085702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Responsible Sourcing</a:t>
            </a:r>
            <a:endParaRPr/>
          </a:p>
        </p:txBody>
      </p:sp>
      <p:sp>
        <p:nvSpPr>
          <p:cNvPr id="353" name="Google Shape;353;p29"/>
          <p:cNvSpPr txBox="1"/>
          <p:nvPr/>
        </p:nvSpPr>
        <p:spPr>
          <a:xfrm>
            <a:off x="2126531" y="844428"/>
            <a:ext cx="446592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Ensures ethical and fair labor practices across the supply chain.</a:t>
            </a:r>
            <a:endParaRPr sz="16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54" name="Google Shape;354;p29"/>
          <p:cNvSpPr txBox="1"/>
          <p:nvPr/>
        </p:nvSpPr>
        <p:spPr>
          <a:xfrm>
            <a:off x="2126531" y="1998276"/>
            <a:ext cx="446592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Reduces environmental impact through sustainable material sourcing.</a:t>
            </a:r>
            <a:endParaRPr sz="16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55" name="Google Shape;355;p29"/>
          <p:cNvSpPr txBox="1"/>
          <p:nvPr/>
        </p:nvSpPr>
        <p:spPr>
          <a:xfrm>
            <a:off x="2126531" y="3152125"/>
            <a:ext cx="446592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Promotes supplier transparency and accountability.</a:t>
            </a:r>
            <a:endParaRPr sz="16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56" name="Google Shape;356;p29"/>
          <p:cNvSpPr txBox="1"/>
          <p:nvPr/>
        </p:nvSpPr>
        <p:spPr>
          <a:xfrm>
            <a:off x="2126531" y="4306156"/>
            <a:ext cx="446592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Supports regulatory compliance and global standards.</a:t>
            </a:r>
            <a:endParaRPr sz="16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57" name="Google Shape;357;p29"/>
          <p:cNvSpPr txBox="1"/>
          <p:nvPr/>
        </p:nvSpPr>
        <p:spPr>
          <a:xfrm>
            <a:off x="2126531" y="5459822"/>
            <a:ext cx="446592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Builds brand reputation with responsible business practices.</a:t>
            </a:r>
            <a:endParaRPr sz="16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58" name="Google Shape;358;p29"/>
          <p:cNvSpPr txBox="1"/>
          <p:nvPr/>
        </p:nvSpPr>
        <p:spPr>
          <a:xfrm>
            <a:off x="1204123" y="748624"/>
            <a:ext cx="64736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b="1"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59" name="Google Shape;359;p29"/>
          <p:cNvSpPr txBox="1"/>
          <p:nvPr/>
        </p:nvSpPr>
        <p:spPr>
          <a:xfrm>
            <a:off x="1204123" y="1902426"/>
            <a:ext cx="64736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1"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0" name="Google Shape;360;p29"/>
          <p:cNvSpPr txBox="1"/>
          <p:nvPr/>
        </p:nvSpPr>
        <p:spPr>
          <a:xfrm>
            <a:off x="1204123" y="4210123"/>
            <a:ext cx="64736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b="1"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1" name="Google Shape;361;p29"/>
          <p:cNvSpPr txBox="1"/>
          <p:nvPr/>
        </p:nvSpPr>
        <p:spPr>
          <a:xfrm>
            <a:off x="1204123" y="3056277"/>
            <a:ext cx="64736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1"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2" name="Google Shape;362;p29"/>
          <p:cNvSpPr txBox="1"/>
          <p:nvPr/>
        </p:nvSpPr>
        <p:spPr>
          <a:xfrm>
            <a:off x="1204123" y="5363972"/>
            <a:ext cx="64736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</a:t>
            </a:r>
            <a:endParaRPr b="1"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3" name="Google Shape;363;p29"/>
          <p:cNvSpPr txBox="1"/>
          <p:nvPr/>
        </p:nvSpPr>
        <p:spPr>
          <a:xfrm>
            <a:off x="6864573" y="952149"/>
            <a:ext cx="481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</a:t>
            </a:r>
            <a:endParaRPr b="1"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4" name="Google Shape;364;p29"/>
          <p:cNvSpPr txBox="1"/>
          <p:nvPr/>
        </p:nvSpPr>
        <p:spPr>
          <a:xfrm>
            <a:off x="6875832" y="2130339"/>
            <a:ext cx="481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</a:t>
            </a:r>
            <a:endParaRPr b="1"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5" name="Google Shape;365;p29"/>
          <p:cNvSpPr txBox="1"/>
          <p:nvPr/>
        </p:nvSpPr>
        <p:spPr>
          <a:xfrm>
            <a:off x="6887091" y="3267889"/>
            <a:ext cx="481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</a:t>
            </a:r>
            <a:endParaRPr b="1"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6" name="Google Shape;366;p29"/>
          <p:cNvSpPr txBox="1"/>
          <p:nvPr/>
        </p:nvSpPr>
        <p:spPr>
          <a:xfrm>
            <a:off x="6888190" y="4425759"/>
            <a:ext cx="481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</a:t>
            </a:r>
            <a:endParaRPr b="1"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7" name="Google Shape;367;p29"/>
          <p:cNvSpPr txBox="1"/>
          <p:nvPr/>
        </p:nvSpPr>
        <p:spPr>
          <a:xfrm>
            <a:off x="6858809" y="5563309"/>
            <a:ext cx="481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b="1"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oogle Shape;372;p30"/>
          <p:cNvGrpSpPr/>
          <p:nvPr/>
        </p:nvGrpSpPr>
        <p:grpSpPr>
          <a:xfrm>
            <a:off x="957541" y="1625310"/>
            <a:ext cx="10276919" cy="4702610"/>
            <a:chOff x="987519" y="1683366"/>
            <a:chExt cx="10276919" cy="4702610"/>
          </a:xfrm>
        </p:grpSpPr>
        <p:grpSp>
          <p:nvGrpSpPr>
            <p:cNvPr id="373" name="Google Shape;373;p30"/>
            <p:cNvGrpSpPr/>
            <p:nvPr/>
          </p:nvGrpSpPr>
          <p:grpSpPr>
            <a:xfrm>
              <a:off x="987519" y="1683366"/>
              <a:ext cx="2254288" cy="4702610"/>
              <a:chOff x="987519" y="1683366"/>
              <a:chExt cx="2254288" cy="4702610"/>
            </a:xfrm>
          </p:grpSpPr>
          <p:sp>
            <p:nvSpPr>
              <p:cNvPr id="374" name="Google Shape;374;p30"/>
              <p:cNvSpPr/>
              <p:nvPr/>
            </p:nvSpPr>
            <p:spPr>
              <a:xfrm>
                <a:off x="1039835" y="4551642"/>
                <a:ext cx="1620765" cy="1834334"/>
              </a:xfrm>
              <a:custGeom>
                <a:rect b="b" l="l" r="r" t="t"/>
                <a:pathLst>
                  <a:path extrusionOk="0" h="1834334" w="1620765">
                    <a:moveTo>
                      <a:pt x="1484202" y="1829956"/>
                    </a:moveTo>
                    <a:lnTo>
                      <a:pt x="-43" y="1390561"/>
                    </a:lnTo>
                    <a:lnTo>
                      <a:pt x="-43" y="-72"/>
                    </a:lnTo>
                    <a:lnTo>
                      <a:pt x="1620723" y="479735"/>
                    </a:lnTo>
                    <a:lnTo>
                      <a:pt x="1620723" y="1727969"/>
                    </a:lnTo>
                    <a:cubicBezTo>
                      <a:pt x="1620591" y="1786810"/>
                      <a:pt x="1572772" y="1834394"/>
                      <a:pt x="1513931" y="1834262"/>
                    </a:cubicBezTo>
                    <a:cubicBezTo>
                      <a:pt x="1503865" y="1834232"/>
                      <a:pt x="1493857" y="1832792"/>
                      <a:pt x="1484202" y="1829956"/>
                    </a:cubicBezTo>
                    <a:close/>
                  </a:path>
                </a:pathLst>
              </a:custGeom>
              <a:solidFill>
                <a:srgbClr val="0E5142"/>
              </a:solidFill>
              <a:ln>
                <a:noFill/>
              </a:ln>
              <a:effectLst>
                <a:outerShdw blurRad="127000" sx="102000" rotWithShape="0" algn="ctr" sy="102000">
                  <a:srgbClr val="000000">
                    <a:alpha val="149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30"/>
              <p:cNvSpPr/>
              <p:nvPr/>
            </p:nvSpPr>
            <p:spPr>
              <a:xfrm>
                <a:off x="1619866" y="1683366"/>
                <a:ext cx="1621647" cy="1834595"/>
              </a:xfrm>
              <a:custGeom>
                <a:rect b="b" l="l" r="r" t="t"/>
                <a:pathLst>
                  <a:path extrusionOk="0" h="1834595" w="1621647">
                    <a:moveTo>
                      <a:pt x="1620723" y="1834524"/>
                    </a:moveTo>
                    <a:lnTo>
                      <a:pt x="-43" y="1354716"/>
                    </a:lnTo>
                    <a:lnTo>
                      <a:pt x="-43" y="106482"/>
                    </a:lnTo>
                    <a:cubicBezTo>
                      <a:pt x="-48" y="47640"/>
                      <a:pt x="47646" y="-66"/>
                      <a:pt x="106488" y="-72"/>
                    </a:cubicBezTo>
                    <a:cubicBezTo>
                      <a:pt x="116947" y="-73"/>
                      <a:pt x="127353" y="1465"/>
                      <a:pt x="137360" y="4496"/>
                    </a:cubicBezTo>
                    <a:lnTo>
                      <a:pt x="1621605" y="44389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127000" sx="102000" rotWithShape="0" algn="ctr" sy="102000">
                  <a:srgbClr val="000000">
                    <a:alpha val="149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30"/>
              <p:cNvSpPr/>
              <p:nvPr/>
            </p:nvSpPr>
            <p:spPr>
              <a:xfrm>
                <a:off x="1039982" y="2512791"/>
                <a:ext cx="2201825" cy="3432129"/>
              </a:xfrm>
              <a:custGeom>
                <a:rect b="b" l="l" r="r" t="t"/>
                <a:pathLst>
                  <a:path extrusionOk="0" h="3432129" w="2201825">
                    <a:moveTo>
                      <a:pt x="0" y="3432129"/>
                    </a:moveTo>
                    <a:lnTo>
                      <a:pt x="2201825" y="2782001"/>
                    </a:lnTo>
                    <a:lnTo>
                      <a:pt x="2201825" y="0"/>
                    </a:lnTo>
                    <a:lnTo>
                      <a:pt x="0" y="650128"/>
                    </a:lnTo>
                    <a:lnTo>
                      <a:pt x="0" y="343212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127000" sx="102000" rotWithShape="0" algn="ctr" sy="102000">
                  <a:srgbClr val="000000">
                    <a:alpha val="149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30"/>
              <p:cNvSpPr/>
              <p:nvPr/>
            </p:nvSpPr>
            <p:spPr>
              <a:xfrm>
                <a:off x="987519" y="2127475"/>
                <a:ext cx="2253994" cy="1121412"/>
              </a:xfrm>
              <a:custGeom>
                <a:rect b="b" l="l" r="r" t="t"/>
                <a:pathLst>
                  <a:path extrusionOk="0" h="1121412" w="2253994">
                    <a:moveTo>
                      <a:pt x="-43" y="1121340"/>
                    </a:moveTo>
                    <a:lnTo>
                      <a:pt x="2253952" y="458574"/>
                    </a:lnTo>
                    <a:lnTo>
                      <a:pt x="2253952" y="-72"/>
                    </a:lnTo>
                    <a:lnTo>
                      <a:pt x="168368" y="612583"/>
                    </a:lnTo>
                    <a:cubicBezTo>
                      <a:pt x="68449" y="642150"/>
                      <a:pt x="-92" y="733953"/>
                      <a:pt x="-43" y="838158"/>
                    </a:cubicBezTo>
                    <a:close/>
                  </a:path>
                </a:pathLst>
              </a:custGeom>
              <a:solidFill>
                <a:srgbClr val="0E5142"/>
              </a:solidFill>
              <a:ln>
                <a:noFill/>
              </a:ln>
              <a:effectLst>
                <a:outerShdw blurRad="127000" sx="102000" rotWithShape="0" algn="ctr" sy="102000">
                  <a:srgbClr val="000000">
                    <a:alpha val="149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30"/>
              <p:cNvSpPr/>
              <p:nvPr/>
            </p:nvSpPr>
            <p:spPr>
              <a:xfrm>
                <a:off x="987519" y="2127475"/>
                <a:ext cx="2253994" cy="1224721"/>
              </a:xfrm>
              <a:custGeom>
                <a:rect b="b" l="l" r="r" t="t"/>
                <a:pathLst>
                  <a:path extrusionOk="0" h="1224721" w="2253994">
                    <a:moveTo>
                      <a:pt x="-43" y="1224649"/>
                    </a:moveTo>
                    <a:lnTo>
                      <a:pt x="2253952" y="561883"/>
                    </a:lnTo>
                    <a:lnTo>
                      <a:pt x="2253952" y="-72"/>
                    </a:lnTo>
                    <a:lnTo>
                      <a:pt x="168368" y="612583"/>
                    </a:lnTo>
                    <a:cubicBezTo>
                      <a:pt x="68449" y="642150"/>
                      <a:pt x="-92" y="733953"/>
                      <a:pt x="-43" y="838158"/>
                    </a:cubicBezTo>
                    <a:close/>
                  </a:path>
                </a:pathLst>
              </a:custGeom>
              <a:noFill/>
              <a:ln>
                <a:noFill/>
              </a:ln>
              <a:effectLst>
                <a:outerShdw blurRad="127000" sx="102000" rotWithShape="0" algn="ctr" sy="102000">
                  <a:srgbClr val="000000">
                    <a:alpha val="149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" name="Google Shape;379;p30"/>
              <p:cNvSpPr/>
              <p:nvPr/>
            </p:nvSpPr>
            <p:spPr>
              <a:xfrm>
                <a:off x="987519" y="4934312"/>
                <a:ext cx="2253994" cy="1224721"/>
              </a:xfrm>
              <a:custGeom>
                <a:rect b="b" l="l" r="r" t="t"/>
                <a:pathLst>
                  <a:path extrusionOk="0" h="1224721" w="2253994">
                    <a:moveTo>
                      <a:pt x="2253952" y="-72"/>
                    </a:moveTo>
                    <a:lnTo>
                      <a:pt x="-43" y="662547"/>
                    </a:lnTo>
                    <a:lnTo>
                      <a:pt x="-43" y="1224649"/>
                    </a:lnTo>
                    <a:lnTo>
                      <a:pt x="2086717" y="611848"/>
                    </a:lnTo>
                    <a:cubicBezTo>
                      <a:pt x="2186118" y="581869"/>
                      <a:pt x="2254099" y="490243"/>
                      <a:pt x="2253952" y="386419"/>
                    </a:cubicBezTo>
                    <a:close/>
                  </a:path>
                </a:pathLst>
              </a:custGeom>
              <a:noFill/>
              <a:ln>
                <a:noFill/>
              </a:ln>
              <a:effectLst>
                <a:outerShdw blurRad="127000" sx="102000" rotWithShape="0" algn="ctr" sy="102000">
                  <a:srgbClr val="000000">
                    <a:alpha val="149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" name="Google Shape;380;p30"/>
              <p:cNvSpPr txBox="1"/>
              <p:nvPr/>
            </p:nvSpPr>
            <p:spPr>
              <a:xfrm>
                <a:off x="1218266" y="4138636"/>
                <a:ext cx="1845300" cy="84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Business</a:t>
                </a:r>
                <a:endParaRPr/>
              </a:p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i="0" lang="en-US" sz="12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Activity of making money by producing goods/services.</a:t>
                </a:r>
                <a:endParaRPr sz="12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pic>
            <p:nvPicPr>
              <p:cNvPr id="381" name="Google Shape;381;p3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831236" y="3235859"/>
                <a:ext cx="619316" cy="61931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2" name="Google Shape;382;p30"/>
              <p:cNvSpPr txBox="1"/>
              <p:nvPr/>
            </p:nvSpPr>
            <p:spPr>
              <a:xfrm>
                <a:off x="1850217" y="1920023"/>
                <a:ext cx="5052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01</a:t>
                </a:r>
                <a:endParaRPr b="1" sz="2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383" name="Google Shape;383;p30"/>
            <p:cNvGrpSpPr/>
            <p:nvPr/>
          </p:nvGrpSpPr>
          <p:grpSpPr>
            <a:xfrm>
              <a:off x="3661729" y="1683366"/>
              <a:ext cx="2254288" cy="4702610"/>
              <a:chOff x="3661729" y="1683366"/>
              <a:chExt cx="2254288" cy="4702610"/>
            </a:xfrm>
          </p:grpSpPr>
          <p:sp>
            <p:nvSpPr>
              <p:cNvPr id="384" name="Google Shape;384;p30"/>
              <p:cNvSpPr/>
              <p:nvPr/>
            </p:nvSpPr>
            <p:spPr>
              <a:xfrm>
                <a:off x="3714045" y="4551642"/>
                <a:ext cx="1620765" cy="1834334"/>
              </a:xfrm>
              <a:custGeom>
                <a:rect b="b" l="l" r="r" t="t"/>
                <a:pathLst>
                  <a:path extrusionOk="0" h="1834334" w="1620765">
                    <a:moveTo>
                      <a:pt x="1484202" y="1829956"/>
                    </a:moveTo>
                    <a:lnTo>
                      <a:pt x="-43" y="1390561"/>
                    </a:lnTo>
                    <a:lnTo>
                      <a:pt x="-43" y="-72"/>
                    </a:lnTo>
                    <a:lnTo>
                      <a:pt x="1620723" y="479735"/>
                    </a:lnTo>
                    <a:lnTo>
                      <a:pt x="1620723" y="1727969"/>
                    </a:lnTo>
                    <a:cubicBezTo>
                      <a:pt x="1620591" y="1786810"/>
                      <a:pt x="1572772" y="1834394"/>
                      <a:pt x="1513931" y="1834262"/>
                    </a:cubicBezTo>
                    <a:cubicBezTo>
                      <a:pt x="1503865" y="1834232"/>
                      <a:pt x="1493857" y="1832792"/>
                      <a:pt x="1484202" y="1829956"/>
                    </a:cubicBezTo>
                    <a:close/>
                  </a:path>
                </a:pathLst>
              </a:custGeom>
              <a:solidFill>
                <a:srgbClr val="722710"/>
              </a:solidFill>
              <a:ln>
                <a:noFill/>
              </a:ln>
              <a:effectLst>
                <a:outerShdw blurRad="127000" sx="102000" rotWithShape="0" algn="ctr" sy="102000">
                  <a:srgbClr val="000000">
                    <a:alpha val="149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" name="Google Shape;385;p30"/>
              <p:cNvSpPr/>
              <p:nvPr/>
            </p:nvSpPr>
            <p:spPr>
              <a:xfrm>
                <a:off x="4294076" y="1683366"/>
                <a:ext cx="1621647" cy="1834595"/>
              </a:xfrm>
              <a:custGeom>
                <a:rect b="b" l="l" r="r" t="t"/>
                <a:pathLst>
                  <a:path extrusionOk="0" h="1834595" w="1621647">
                    <a:moveTo>
                      <a:pt x="1620723" y="1834524"/>
                    </a:moveTo>
                    <a:lnTo>
                      <a:pt x="-43" y="1354716"/>
                    </a:lnTo>
                    <a:lnTo>
                      <a:pt x="-43" y="106482"/>
                    </a:lnTo>
                    <a:cubicBezTo>
                      <a:pt x="-48" y="47640"/>
                      <a:pt x="47646" y="-66"/>
                      <a:pt x="106488" y="-72"/>
                    </a:cubicBezTo>
                    <a:cubicBezTo>
                      <a:pt x="116947" y="-73"/>
                      <a:pt x="127353" y="1465"/>
                      <a:pt x="137360" y="4496"/>
                    </a:cubicBezTo>
                    <a:lnTo>
                      <a:pt x="1621605" y="44389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127000" sx="102000" rotWithShape="0" algn="ctr" sy="102000">
                  <a:srgbClr val="000000">
                    <a:alpha val="149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" name="Google Shape;386;p30"/>
              <p:cNvSpPr/>
              <p:nvPr/>
            </p:nvSpPr>
            <p:spPr>
              <a:xfrm>
                <a:off x="3714192" y="2512791"/>
                <a:ext cx="2201825" cy="3432129"/>
              </a:xfrm>
              <a:custGeom>
                <a:rect b="b" l="l" r="r" t="t"/>
                <a:pathLst>
                  <a:path extrusionOk="0" h="3432129" w="2201825">
                    <a:moveTo>
                      <a:pt x="0" y="3432129"/>
                    </a:moveTo>
                    <a:lnTo>
                      <a:pt x="2201825" y="2782001"/>
                    </a:lnTo>
                    <a:lnTo>
                      <a:pt x="2201825" y="0"/>
                    </a:lnTo>
                    <a:lnTo>
                      <a:pt x="0" y="650128"/>
                    </a:lnTo>
                    <a:lnTo>
                      <a:pt x="0" y="343212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127000" sx="102000" rotWithShape="0" algn="ctr" sy="102000">
                  <a:srgbClr val="000000">
                    <a:alpha val="149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30"/>
              <p:cNvSpPr/>
              <p:nvPr/>
            </p:nvSpPr>
            <p:spPr>
              <a:xfrm>
                <a:off x="3661729" y="2127475"/>
                <a:ext cx="2253994" cy="1121412"/>
              </a:xfrm>
              <a:custGeom>
                <a:rect b="b" l="l" r="r" t="t"/>
                <a:pathLst>
                  <a:path extrusionOk="0" h="1121412" w="2253994">
                    <a:moveTo>
                      <a:pt x="-43" y="1121340"/>
                    </a:moveTo>
                    <a:lnTo>
                      <a:pt x="2253952" y="458574"/>
                    </a:lnTo>
                    <a:lnTo>
                      <a:pt x="2253952" y="-72"/>
                    </a:lnTo>
                    <a:lnTo>
                      <a:pt x="168368" y="612583"/>
                    </a:lnTo>
                    <a:cubicBezTo>
                      <a:pt x="68449" y="642150"/>
                      <a:pt x="-92" y="733953"/>
                      <a:pt x="-43" y="838158"/>
                    </a:cubicBezTo>
                    <a:close/>
                  </a:path>
                </a:pathLst>
              </a:custGeom>
              <a:solidFill>
                <a:srgbClr val="722710"/>
              </a:solidFill>
              <a:ln>
                <a:noFill/>
              </a:ln>
              <a:effectLst>
                <a:outerShdw blurRad="127000" sx="102000" rotWithShape="0" algn="ctr" sy="102000">
                  <a:srgbClr val="000000">
                    <a:alpha val="149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30"/>
              <p:cNvSpPr/>
              <p:nvPr/>
            </p:nvSpPr>
            <p:spPr>
              <a:xfrm>
                <a:off x="3661729" y="2127475"/>
                <a:ext cx="2253994" cy="1224721"/>
              </a:xfrm>
              <a:custGeom>
                <a:rect b="b" l="l" r="r" t="t"/>
                <a:pathLst>
                  <a:path extrusionOk="0" h="1224721" w="2253994">
                    <a:moveTo>
                      <a:pt x="-43" y="1224649"/>
                    </a:moveTo>
                    <a:lnTo>
                      <a:pt x="2253952" y="561883"/>
                    </a:lnTo>
                    <a:lnTo>
                      <a:pt x="2253952" y="-72"/>
                    </a:lnTo>
                    <a:lnTo>
                      <a:pt x="168368" y="612583"/>
                    </a:lnTo>
                    <a:cubicBezTo>
                      <a:pt x="68449" y="642150"/>
                      <a:pt x="-92" y="733953"/>
                      <a:pt x="-43" y="838158"/>
                    </a:cubicBezTo>
                    <a:close/>
                  </a:path>
                </a:pathLst>
              </a:custGeom>
              <a:noFill/>
              <a:ln>
                <a:noFill/>
              </a:ln>
              <a:effectLst>
                <a:outerShdw blurRad="127000" sx="102000" rotWithShape="0" algn="ctr" sy="102000">
                  <a:srgbClr val="000000">
                    <a:alpha val="149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" name="Google Shape;389;p30"/>
              <p:cNvSpPr/>
              <p:nvPr/>
            </p:nvSpPr>
            <p:spPr>
              <a:xfrm>
                <a:off x="3661729" y="4934312"/>
                <a:ext cx="2253994" cy="1224721"/>
              </a:xfrm>
              <a:custGeom>
                <a:rect b="b" l="l" r="r" t="t"/>
                <a:pathLst>
                  <a:path extrusionOk="0" h="1224721" w="2253994">
                    <a:moveTo>
                      <a:pt x="2253952" y="-72"/>
                    </a:moveTo>
                    <a:lnTo>
                      <a:pt x="-43" y="662547"/>
                    </a:lnTo>
                    <a:lnTo>
                      <a:pt x="-43" y="1224649"/>
                    </a:lnTo>
                    <a:lnTo>
                      <a:pt x="2086717" y="611848"/>
                    </a:lnTo>
                    <a:cubicBezTo>
                      <a:pt x="2186118" y="581869"/>
                      <a:pt x="2254099" y="490243"/>
                      <a:pt x="2253952" y="386419"/>
                    </a:cubicBezTo>
                    <a:close/>
                  </a:path>
                </a:pathLst>
              </a:custGeom>
              <a:noFill/>
              <a:ln>
                <a:noFill/>
              </a:ln>
              <a:effectLst>
                <a:outerShdw blurRad="127000" sx="102000" rotWithShape="0" algn="ctr" sy="102000">
                  <a:srgbClr val="000000">
                    <a:alpha val="149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" name="Google Shape;390;p30"/>
              <p:cNvSpPr txBox="1"/>
              <p:nvPr/>
            </p:nvSpPr>
            <p:spPr>
              <a:xfrm>
                <a:off x="3918422" y="4138636"/>
                <a:ext cx="1793400" cy="84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Process</a:t>
                </a:r>
                <a:endParaRPr/>
              </a:p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i="0" lang="en-US" sz="12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Sequence of steps taken to accomplish a task or goal.</a:t>
                </a:r>
                <a:endParaRPr sz="12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pic>
            <p:nvPicPr>
              <p:cNvPr id="391" name="Google Shape;391;p3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497574" y="3227988"/>
                <a:ext cx="635060" cy="63505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2" name="Google Shape;392;p30"/>
              <p:cNvSpPr txBox="1"/>
              <p:nvPr/>
            </p:nvSpPr>
            <p:spPr>
              <a:xfrm>
                <a:off x="4524427" y="1920023"/>
                <a:ext cx="543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02</a:t>
                </a:r>
                <a:endParaRPr b="1" sz="2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393" name="Google Shape;393;p30"/>
            <p:cNvGrpSpPr/>
            <p:nvPr/>
          </p:nvGrpSpPr>
          <p:grpSpPr>
            <a:xfrm>
              <a:off x="6335939" y="1683366"/>
              <a:ext cx="2254288" cy="4702610"/>
              <a:chOff x="6335939" y="1683366"/>
              <a:chExt cx="2254288" cy="4702610"/>
            </a:xfrm>
          </p:grpSpPr>
          <p:sp>
            <p:nvSpPr>
              <p:cNvPr id="394" name="Google Shape;394;p30"/>
              <p:cNvSpPr/>
              <p:nvPr/>
            </p:nvSpPr>
            <p:spPr>
              <a:xfrm>
                <a:off x="6388255" y="4551642"/>
                <a:ext cx="1620765" cy="1834334"/>
              </a:xfrm>
              <a:custGeom>
                <a:rect b="b" l="l" r="r" t="t"/>
                <a:pathLst>
                  <a:path extrusionOk="0" h="1834334" w="1620765">
                    <a:moveTo>
                      <a:pt x="1484202" y="1829956"/>
                    </a:moveTo>
                    <a:lnTo>
                      <a:pt x="-43" y="1390561"/>
                    </a:lnTo>
                    <a:lnTo>
                      <a:pt x="-43" y="-72"/>
                    </a:lnTo>
                    <a:lnTo>
                      <a:pt x="1620723" y="479735"/>
                    </a:lnTo>
                    <a:lnTo>
                      <a:pt x="1620723" y="1727969"/>
                    </a:lnTo>
                    <a:cubicBezTo>
                      <a:pt x="1620591" y="1786810"/>
                      <a:pt x="1572772" y="1834394"/>
                      <a:pt x="1513931" y="1834262"/>
                    </a:cubicBezTo>
                    <a:cubicBezTo>
                      <a:pt x="1503865" y="1834232"/>
                      <a:pt x="1493857" y="1832792"/>
                      <a:pt x="1484202" y="1829956"/>
                    </a:cubicBezTo>
                    <a:close/>
                  </a:path>
                </a:pathLst>
              </a:custGeom>
              <a:solidFill>
                <a:srgbClr val="13364A"/>
              </a:solidFill>
              <a:ln>
                <a:noFill/>
              </a:ln>
              <a:effectLst>
                <a:outerShdw blurRad="127000" sx="102000" rotWithShape="0" algn="ctr" sy="102000">
                  <a:srgbClr val="000000">
                    <a:alpha val="149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" name="Google Shape;395;p30"/>
              <p:cNvSpPr/>
              <p:nvPr/>
            </p:nvSpPr>
            <p:spPr>
              <a:xfrm>
                <a:off x="6968286" y="1683366"/>
                <a:ext cx="1621647" cy="1834595"/>
              </a:xfrm>
              <a:custGeom>
                <a:rect b="b" l="l" r="r" t="t"/>
                <a:pathLst>
                  <a:path extrusionOk="0" h="1834595" w="1621647">
                    <a:moveTo>
                      <a:pt x="1620723" y="1834524"/>
                    </a:moveTo>
                    <a:lnTo>
                      <a:pt x="-43" y="1354716"/>
                    </a:lnTo>
                    <a:lnTo>
                      <a:pt x="-43" y="106482"/>
                    </a:lnTo>
                    <a:cubicBezTo>
                      <a:pt x="-48" y="47640"/>
                      <a:pt x="47646" y="-66"/>
                      <a:pt x="106488" y="-72"/>
                    </a:cubicBezTo>
                    <a:cubicBezTo>
                      <a:pt x="116947" y="-73"/>
                      <a:pt x="127353" y="1465"/>
                      <a:pt x="137360" y="4496"/>
                    </a:cubicBezTo>
                    <a:lnTo>
                      <a:pt x="1621605" y="44389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127000" sx="102000" rotWithShape="0" algn="ctr" sy="102000">
                  <a:srgbClr val="000000">
                    <a:alpha val="149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396;p30"/>
              <p:cNvSpPr/>
              <p:nvPr/>
            </p:nvSpPr>
            <p:spPr>
              <a:xfrm>
                <a:off x="6388402" y="2512791"/>
                <a:ext cx="2201825" cy="3432129"/>
              </a:xfrm>
              <a:custGeom>
                <a:rect b="b" l="l" r="r" t="t"/>
                <a:pathLst>
                  <a:path extrusionOk="0" h="3432129" w="2201825">
                    <a:moveTo>
                      <a:pt x="0" y="3432129"/>
                    </a:moveTo>
                    <a:lnTo>
                      <a:pt x="2201825" y="2782001"/>
                    </a:lnTo>
                    <a:lnTo>
                      <a:pt x="2201825" y="0"/>
                    </a:lnTo>
                    <a:lnTo>
                      <a:pt x="0" y="650128"/>
                    </a:lnTo>
                    <a:lnTo>
                      <a:pt x="0" y="3432129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127000" sx="102000" rotWithShape="0" algn="ctr" sy="102000">
                  <a:srgbClr val="000000">
                    <a:alpha val="149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397;p30"/>
              <p:cNvSpPr/>
              <p:nvPr/>
            </p:nvSpPr>
            <p:spPr>
              <a:xfrm>
                <a:off x="6335939" y="2127475"/>
                <a:ext cx="2253994" cy="1121412"/>
              </a:xfrm>
              <a:custGeom>
                <a:rect b="b" l="l" r="r" t="t"/>
                <a:pathLst>
                  <a:path extrusionOk="0" h="1121412" w="2253994">
                    <a:moveTo>
                      <a:pt x="-43" y="1121340"/>
                    </a:moveTo>
                    <a:lnTo>
                      <a:pt x="2253952" y="458574"/>
                    </a:lnTo>
                    <a:lnTo>
                      <a:pt x="2253952" y="-72"/>
                    </a:lnTo>
                    <a:lnTo>
                      <a:pt x="168368" y="612583"/>
                    </a:lnTo>
                    <a:cubicBezTo>
                      <a:pt x="68449" y="642150"/>
                      <a:pt x="-92" y="733953"/>
                      <a:pt x="-43" y="838158"/>
                    </a:cubicBezTo>
                    <a:close/>
                  </a:path>
                </a:pathLst>
              </a:custGeom>
              <a:solidFill>
                <a:srgbClr val="13364A"/>
              </a:solidFill>
              <a:ln>
                <a:noFill/>
              </a:ln>
              <a:effectLst>
                <a:outerShdw blurRad="127000" sx="102000" rotWithShape="0" algn="ctr" sy="102000">
                  <a:srgbClr val="000000">
                    <a:alpha val="149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398;p30"/>
              <p:cNvSpPr/>
              <p:nvPr/>
            </p:nvSpPr>
            <p:spPr>
              <a:xfrm>
                <a:off x="6335939" y="2127475"/>
                <a:ext cx="2253994" cy="1224721"/>
              </a:xfrm>
              <a:custGeom>
                <a:rect b="b" l="l" r="r" t="t"/>
                <a:pathLst>
                  <a:path extrusionOk="0" h="1224721" w="2253994">
                    <a:moveTo>
                      <a:pt x="-43" y="1224649"/>
                    </a:moveTo>
                    <a:lnTo>
                      <a:pt x="2253952" y="561883"/>
                    </a:lnTo>
                    <a:lnTo>
                      <a:pt x="2253952" y="-72"/>
                    </a:lnTo>
                    <a:lnTo>
                      <a:pt x="168368" y="612583"/>
                    </a:lnTo>
                    <a:cubicBezTo>
                      <a:pt x="68449" y="642150"/>
                      <a:pt x="-92" y="733953"/>
                      <a:pt x="-43" y="838158"/>
                    </a:cubicBezTo>
                    <a:close/>
                  </a:path>
                </a:pathLst>
              </a:custGeom>
              <a:noFill/>
              <a:ln>
                <a:noFill/>
              </a:ln>
              <a:effectLst>
                <a:outerShdw blurRad="127000" sx="102000" rotWithShape="0" algn="ctr" sy="102000">
                  <a:srgbClr val="000000">
                    <a:alpha val="149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399;p30"/>
              <p:cNvSpPr/>
              <p:nvPr/>
            </p:nvSpPr>
            <p:spPr>
              <a:xfrm>
                <a:off x="6335939" y="4934312"/>
                <a:ext cx="2253994" cy="1224721"/>
              </a:xfrm>
              <a:custGeom>
                <a:rect b="b" l="l" r="r" t="t"/>
                <a:pathLst>
                  <a:path extrusionOk="0" h="1224721" w="2253994">
                    <a:moveTo>
                      <a:pt x="2253952" y="-72"/>
                    </a:moveTo>
                    <a:lnTo>
                      <a:pt x="-43" y="662547"/>
                    </a:lnTo>
                    <a:lnTo>
                      <a:pt x="-43" y="1224649"/>
                    </a:lnTo>
                    <a:lnTo>
                      <a:pt x="2086717" y="611848"/>
                    </a:lnTo>
                    <a:cubicBezTo>
                      <a:pt x="2186118" y="581869"/>
                      <a:pt x="2254099" y="490243"/>
                      <a:pt x="2253952" y="386419"/>
                    </a:cubicBezTo>
                    <a:close/>
                  </a:path>
                </a:pathLst>
              </a:custGeom>
              <a:noFill/>
              <a:ln>
                <a:noFill/>
              </a:ln>
              <a:effectLst>
                <a:outerShdw blurRad="127000" sx="102000" rotWithShape="0" algn="ctr" sy="102000">
                  <a:srgbClr val="000000">
                    <a:alpha val="149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" name="Google Shape;400;p30"/>
              <p:cNvSpPr txBox="1"/>
              <p:nvPr/>
            </p:nvSpPr>
            <p:spPr>
              <a:xfrm>
                <a:off x="6623055" y="4138636"/>
                <a:ext cx="1732500" cy="84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Target</a:t>
                </a:r>
                <a:endParaRPr/>
              </a:p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i="0" lang="en-US" sz="12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The group or market segment a product is intended for.</a:t>
                </a:r>
                <a:endParaRPr sz="12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pic>
            <p:nvPicPr>
              <p:cNvPr id="401" name="Google Shape;401;p3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162092" y="3218295"/>
                <a:ext cx="654444" cy="65444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2" name="Google Shape;402;p30"/>
              <p:cNvSpPr txBox="1"/>
              <p:nvPr/>
            </p:nvSpPr>
            <p:spPr>
              <a:xfrm>
                <a:off x="7210302" y="1920023"/>
                <a:ext cx="5535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03</a:t>
                </a:r>
                <a:endParaRPr b="1" sz="2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403" name="Google Shape;403;p30"/>
            <p:cNvGrpSpPr/>
            <p:nvPr/>
          </p:nvGrpSpPr>
          <p:grpSpPr>
            <a:xfrm>
              <a:off x="9010150" y="1683366"/>
              <a:ext cx="2254288" cy="4702610"/>
              <a:chOff x="9010150" y="1683366"/>
              <a:chExt cx="2254288" cy="4702610"/>
            </a:xfrm>
          </p:grpSpPr>
          <p:sp>
            <p:nvSpPr>
              <p:cNvPr id="404" name="Google Shape;404;p30"/>
              <p:cNvSpPr/>
              <p:nvPr/>
            </p:nvSpPr>
            <p:spPr>
              <a:xfrm>
                <a:off x="9062466" y="4551642"/>
                <a:ext cx="1620765" cy="1834334"/>
              </a:xfrm>
              <a:custGeom>
                <a:rect b="b" l="l" r="r" t="t"/>
                <a:pathLst>
                  <a:path extrusionOk="0" h="1834334" w="1620765">
                    <a:moveTo>
                      <a:pt x="1484202" y="1829956"/>
                    </a:moveTo>
                    <a:lnTo>
                      <a:pt x="-43" y="1390561"/>
                    </a:lnTo>
                    <a:lnTo>
                      <a:pt x="-43" y="-72"/>
                    </a:lnTo>
                    <a:lnTo>
                      <a:pt x="1620723" y="479735"/>
                    </a:lnTo>
                    <a:lnTo>
                      <a:pt x="1620723" y="1727969"/>
                    </a:lnTo>
                    <a:cubicBezTo>
                      <a:pt x="1620591" y="1786810"/>
                      <a:pt x="1572772" y="1834394"/>
                      <a:pt x="1513931" y="1834262"/>
                    </a:cubicBezTo>
                    <a:cubicBezTo>
                      <a:pt x="1503865" y="1834232"/>
                      <a:pt x="1493857" y="1832792"/>
                      <a:pt x="1484202" y="1829956"/>
                    </a:cubicBezTo>
                    <a:close/>
                  </a:path>
                </a:pathLst>
              </a:custGeom>
              <a:solidFill>
                <a:srgbClr val="7B4900"/>
              </a:solidFill>
              <a:ln>
                <a:noFill/>
              </a:ln>
              <a:effectLst>
                <a:outerShdw blurRad="127000" sx="102000" rotWithShape="0" algn="ctr" sy="102000">
                  <a:srgbClr val="000000">
                    <a:alpha val="149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405;p30"/>
              <p:cNvSpPr/>
              <p:nvPr/>
            </p:nvSpPr>
            <p:spPr>
              <a:xfrm>
                <a:off x="9642497" y="1683366"/>
                <a:ext cx="1621647" cy="1834595"/>
              </a:xfrm>
              <a:custGeom>
                <a:rect b="b" l="l" r="r" t="t"/>
                <a:pathLst>
                  <a:path extrusionOk="0" h="1834595" w="1621647">
                    <a:moveTo>
                      <a:pt x="1620723" y="1834524"/>
                    </a:moveTo>
                    <a:lnTo>
                      <a:pt x="-43" y="1354716"/>
                    </a:lnTo>
                    <a:lnTo>
                      <a:pt x="-43" y="106482"/>
                    </a:lnTo>
                    <a:cubicBezTo>
                      <a:pt x="-48" y="47640"/>
                      <a:pt x="47646" y="-66"/>
                      <a:pt x="106488" y="-72"/>
                    </a:cubicBezTo>
                    <a:cubicBezTo>
                      <a:pt x="116947" y="-73"/>
                      <a:pt x="127353" y="1465"/>
                      <a:pt x="137360" y="4496"/>
                    </a:cubicBezTo>
                    <a:lnTo>
                      <a:pt x="1621605" y="44389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127000" sx="102000" rotWithShape="0" algn="ctr" sy="102000">
                  <a:srgbClr val="000000">
                    <a:alpha val="149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" name="Google Shape;406;p30"/>
              <p:cNvSpPr/>
              <p:nvPr/>
            </p:nvSpPr>
            <p:spPr>
              <a:xfrm>
                <a:off x="9062613" y="2512791"/>
                <a:ext cx="2201825" cy="3432129"/>
              </a:xfrm>
              <a:custGeom>
                <a:rect b="b" l="l" r="r" t="t"/>
                <a:pathLst>
                  <a:path extrusionOk="0" h="3432129" w="2201825">
                    <a:moveTo>
                      <a:pt x="0" y="3432129"/>
                    </a:moveTo>
                    <a:lnTo>
                      <a:pt x="2201825" y="2782001"/>
                    </a:lnTo>
                    <a:lnTo>
                      <a:pt x="2201825" y="0"/>
                    </a:lnTo>
                    <a:lnTo>
                      <a:pt x="0" y="650128"/>
                    </a:lnTo>
                    <a:lnTo>
                      <a:pt x="0" y="343212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127000" sx="102000" rotWithShape="0" algn="ctr" sy="102000">
                  <a:srgbClr val="000000">
                    <a:alpha val="149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" name="Google Shape;407;p30"/>
              <p:cNvSpPr/>
              <p:nvPr/>
            </p:nvSpPr>
            <p:spPr>
              <a:xfrm>
                <a:off x="9010150" y="2127475"/>
                <a:ext cx="2253994" cy="1121412"/>
              </a:xfrm>
              <a:custGeom>
                <a:rect b="b" l="l" r="r" t="t"/>
                <a:pathLst>
                  <a:path extrusionOk="0" h="1121412" w="2253994">
                    <a:moveTo>
                      <a:pt x="-43" y="1121340"/>
                    </a:moveTo>
                    <a:lnTo>
                      <a:pt x="2253952" y="458574"/>
                    </a:lnTo>
                    <a:lnTo>
                      <a:pt x="2253952" y="-72"/>
                    </a:lnTo>
                    <a:lnTo>
                      <a:pt x="168368" y="612583"/>
                    </a:lnTo>
                    <a:cubicBezTo>
                      <a:pt x="68449" y="642150"/>
                      <a:pt x="-92" y="733953"/>
                      <a:pt x="-43" y="838158"/>
                    </a:cubicBezTo>
                    <a:close/>
                  </a:path>
                </a:pathLst>
              </a:custGeom>
              <a:solidFill>
                <a:srgbClr val="7B4900"/>
              </a:solidFill>
              <a:ln>
                <a:noFill/>
              </a:ln>
              <a:effectLst>
                <a:outerShdw blurRad="127000" sx="102000" rotWithShape="0" algn="ctr" sy="102000">
                  <a:srgbClr val="000000">
                    <a:alpha val="149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30"/>
              <p:cNvSpPr/>
              <p:nvPr/>
            </p:nvSpPr>
            <p:spPr>
              <a:xfrm>
                <a:off x="9010150" y="2127475"/>
                <a:ext cx="2253994" cy="1224721"/>
              </a:xfrm>
              <a:custGeom>
                <a:rect b="b" l="l" r="r" t="t"/>
                <a:pathLst>
                  <a:path extrusionOk="0" h="1224721" w="2253994">
                    <a:moveTo>
                      <a:pt x="-43" y="1224649"/>
                    </a:moveTo>
                    <a:lnTo>
                      <a:pt x="2253952" y="561883"/>
                    </a:lnTo>
                    <a:lnTo>
                      <a:pt x="2253952" y="-72"/>
                    </a:lnTo>
                    <a:lnTo>
                      <a:pt x="168368" y="612583"/>
                    </a:lnTo>
                    <a:cubicBezTo>
                      <a:pt x="68449" y="642150"/>
                      <a:pt x="-92" y="733953"/>
                      <a:pt x="-43" y="838158"/>
                    </a:cubicBezTo>
                    <a:close/>
                  </a:path>
                </a:pathLst>
              </a:custGeom>
              <a:noFill/>
              <a:ln>
                <a:noFill/>
              </a:ln>
              <a:effectLst>
                <a:outerShdw blurRad="127000" sx="102000" rotWithShape="0" algn="ctr" sy="102000">
                  <a:srgbClr val="000000">
                    <a:alpha val="149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" name="Google Shape;409;p30"/>
              <p:cNvSpPr/>
              <p:nvPr/>
            </p:nvSpPr>
            <p:spPr>
              <a:xfrm>
                <a:off x="9010150" y="4934312"/>
                <a:ext cx="2253994" cy="1224721"/>
              </a:xfrm>
              <a:custGeom>
                <a:rect b="b" l="l" r="r" t="t"/>
                <a:pathLst>
                  <a:path extrusionOk="0" h="1224721" w="2253994">
                    <a:moveTo>
                      <a:pt x="2253952" y="-72"/>
                    </a:moveTo>
                    <a:lnTo>
                      <a:pt x="-43" y="662547"/>
                    </a:lnTo>
                    <a:lnTo>
                      <a:pt x="-43" y="1224649"/>
                    </a:lnTo>
                    <a:lnTo>
                      <a:pt x="2086717" y="611848"/>
                    </a:lnTo>
                    <a:cubicBezTo>
                      <a:pt x="2186118" y="581869"/>
                      <a:pt x="2254099" y="490243"/>
                      <a:pt x="2253952" y="386419"/>
                    </a:cubicBezTo>
                    <a:close/>
                  </a:path>
                </a:pathLst>
              </a:custGeom>
              <a:noFill/>
              <a:ln>
                <a:noFill/>
              </a:ln>
              <a:effectLst>
                <a:outerShdw blurRad="127000" sx="102000" rotWithShape="0" algn="ctr" sy="102000">
                  <a:srgbClr val="000000">
                    <a:alpha val="149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" name="Google Shape;410;p30"/>
              <p:cNvSpPr txBox="1"/>
              <p:nvPr/>
            </p:nvSpPr>
            <p:spPr>
              <a:xfrm>
                <a:off x="9240897" y="4138636"/>
                <a:ext cx="1845300" cy="84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Growth</a:t>
                </a:r>
                <a:endParaRPr/>
              </a:p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i="0" lang="en-US" sz="12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The group or market segment a product is intended for.</a:t>
                </a:r>
                <a:endParaRPr sz="12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pic>
            <p:nvPicPr>
              <p:cNvPr id="411" name="Google Shape;411;p30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9861361" y="3243354"/>
                <a:ext cx="604328" cy="60432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2" name="Google Shape;412;p30"/>
              <p:cNvSpPr txBox="1"/>
              <p:nvPr/>
            </p:nvSpPr>
            <p:spPr>
              <a:xfrm>
                <a:off x="9920093" y="1920023"/>
                <a:ext cx="548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04</a:t>
                </a:r>
                <a:endParaRPr b="1" sz="2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</p:grpSp>
      <p:sp>
        <p:nvSpPr>
          <p:cNvPr id="413" name="Google Shape;413;p30"/>
          <p:cNvSpPr txBox="1"/>
          <p:nvPr/>
        </p:nvSpPr>
        <p:spPr>
          <a:xfrm>
            <a:off x="0" y="406077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rPr>
              <a:t>Business PPT Templates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8" name="Google Shape;418;p31"/>
          <p:cNvGrpSpPr/>
          <p:nvPr/>
        </p:nvGrpSpPr>
        <p:grpSpPr>
          <a:xfrm>
            <a:off x="911490" y="1377550"/>
            <a:ext cx="10369087" cy="4832459"/>
            <a:chOff x="911490" y="1377550"/>
            <a:chExt cx="10369087" cy="4832459"/>
          </a:xfrm>
        </p:grpSpPr>
        <p:grpSp>
          <p:nvGrpSpPr>
            <p:cNvPr id="419" name="Google Shape;419;p31"/>
            <p:cNvGrpSpPr/>
            <p:nvPr/>
          </p:nvGrpSpPr>
          <p:grpSpPr>
            <a:xfrm>
              <a:off x="911490" y="1377550"/>
              <a:ext cx="10369087" cy="4832459"/>
              <a:chOff x="1215489" y="1269838"/>
              <a:chExt cx="9760978" cy="4549053"/>
            </a:xfrm>
          </p:grpSpPr>
          <p:sp>
            <p:nvSpPr>
              <p:cNvPr id="420" name="Google Shape;420;p31"/>
              <p:cNvSpPr/>
              <p:nvPr/>
            </p:nvSpPr>
            <p:spPr>
              <a:xfrm>
                <a:off x="3329887" y="3558566"/>
                <a:ext cx="0" cy="38"/>
              </a:xfrm>
              <a:custGeom>
                <a:rect b="b" l="l" r="r" t="t"/>
                <a:pathLst>
                  <a:path extrusionOk="0" h="1" w="12000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FFFFFF"/>
              </a:solidFill>
              <a:ln cap="rnd" cmpd="sng" w="1211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421" name="Google Shape;421;p31"/>
              <p:cNvSpPr/>
              <p:nvPr/>
            </p:nvSpPr>
            <p:spPr>
              <a:xfrm>
                <a:off x="1383804" y="3465866"/>
                <a:ext cx="2047785" cy="1107474"/>
              </a:xfrm>
              <a:custGeom>
                <a:rect b="b" l="l" r="r" t="t"/>
                <a:pathLst>
                  <a:path extrusionOk="0" h="28912" w="53460">
                    <a:moveTo>
                      <a:pt x="2663" y="0"/>
                    </a:moveTo>
                    <a:cubicBezTo>
                      <a:pt x="2042" y="0"/>
                      <a:pt x="1423" y="236"/>
                      <a:pt x="953" y="706"/>
                    </a:cubicBezTo>
                    <a:cubicBezTo>
                      <a:pt x="0" y="1658"/>
                      <a:pt x="0" y="3194"/>
                      <a:pt x="953" y="4135"/>
                    </a:cubicBezTo>
                    <a:lnTo>
                      <a:pt x="25015" y="28209"/>
                    </a:lnTo>
                    <a:cubicBezTo>
                      <a:pt x="25491" y="28674"/>
                      <a:pt x="26111" y="28912"/>
                      <a:pt x="26730" y="28912"/>
                    </a:cubicBezTo>
                    <a:cubicBezTo>
                      <a:pt x="27349" y="28912"/>
                      <a:pt x="27968" y="28674"/>
                      <a:pt x="28444" y="28209"/>
                    </a:cubicBezTo>
                    <a:lnTo>
                      <a:pt x="52519" y="4135"/>
                    </a:lnTo>
                    <a:cubicBezTo>
                      <a:pt x="53459" y="3194"/>
                      <a:pt x="53459" y="1658"/>
                      <a:pt x="52519" y="706"/>
                    </a:cubicBezTo>
                    <a:cubicBezTo>
                      <a:pt x="52042" y="236"/>
                      <a:pt x="51423" y="0"/>
                      <a:pt x="50804" y="0"/>
                    </a:cubicBezTo>
                    <a:cubicBezTo>
                      <a:pt x="50185" y="0"/>
                      <a:pt x="49566" y="236"/>
                      <a:pt x="49090" y="706"/>
                    </a:cubicBezTo>
                    <a:lnTo>
                      <a:pt x="26730" y="23066"/>
                    </a:lnTo>
                    <a:lnTo>
                      <a:pt x="4382" y="706"/>
                    </a:lnTo>
                    <a:cubicBezTo>
                      <a:pt x="3905" y="236"/>
                      <a:pt x="3283" y="0"/>
                      <a:pt x="266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422" name="Google Shape;422;p31"/>
              <p:cNvSpPr/>
              <p:nvPr/>
            </p:nvSpPr>
            <p:spPr>
              <a:xfrm>
                <a:off x="1215489" y="1650444"/>
                <a:ext cx="2384831" cy="2360890"/>
              </a:xfrm>
              <a:custGeom>
                <a:rect b="b" l="l" r="r" t="t"/>
                <a:pathLst>
                  <a:path extrusionOk="0" h="61634" w="62259">
                    <a:moveTo>
                      <a:pt x="31130" y="1"/>
                    </a:moveTo>
                    <a:cubicBezTo>
                      <a:pt x="30308" y="1"/>
                      <a:pt x="29487" y="313"/>
                      <a:pt x="28861" y="938"/>
                    </a:cubicBezTo>
                    <a:lnTo>
                      <a:pt x="1251" y="28549"/>
                    </a:lnTo>
                    <a:cubicBezTo>
                      <a:pt x="1" y="29799"/>
                      <a:pt x="1" y="31823"/>
                      <a:pt x="1251" y="33073"/>
                    </a:cubicBezTo>
                    <a:lnTo>
                      <a:pt x="28861" y="60696"/>
                    </a:lnTo>
                    <a:cubicBezTo>
                      <a:pt x="29487" y="61321"/>
                      <a:pt x="30308" y="61633"/>
                      <a:pt x="31130" y="61633"/>
                    </a:cubicBezTo>
                    <a:cubicBezTo>
                      <a:pt x="31951" y="61633"/>
                      <a:pt x="32773" y="61321"/>
                      <a:pt x="33398" y="60696"/>
                    </a:cubicBezTo>
                    <a:lnTo>
                      <a:pt x="61008" y="33073"/>
                    </a:lnTo>
                    <a:cubicBezTo>
                      <a:pt x="62258" y="31823"/>
                      <a:pt x="62258" y="29799"/>
                      <a:pt x="61008" y="28549"/>
                    </a:cubicBezTo>
                    <a:lnTo>
                      <a:pt x="33398" y="938"/>
                    </a:lnTo>
                    <a:cubicBezTo>
                      <a:pt x="32773" y="313"/>
                      <a:pt x="31951" y="1"/>
                      <a:pt x="31130" y="1"/>
                    </a:cubicBezTo>
                    <a:close/>
                  </a:path>
                </a:pathLst>
              </a:custGeom>
              <a:solidFill>
                <a:srgbClr val="E7E7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423" name="Google Shape;423;p31"/>
              <p:cNvSpPr/>
              <p:nvPr/>
            </p:nvSpPr>
            <p:spPr>
              <a:xfrm>
                <a:off x="1378327" y="1800832"/>
                <a:ext cx="2059162" cy="2058741"/>
              </a:xfrm>
              <a:custGeom>
                <a:rect b="b" l="l" r="r" t="t"/>
                <a:pathLst>
                  <a:path extrusionOk="0" h="53746" w="53757">
                    <a:moveTo>
                      <a:pt x="26885" y="1"/>
                    </a:moveTo>
                    <a:lnTo>
                      <a:pt x="0" y="26873"/>
                    </a:lnTo>
                    <a:lnTo>
                      <a:pt x="26885" y="53745"/>
                    </a:lnTo>
                    <a:lnTo>
                      <a:pt x="53757" y="26873"/>
                    </a:lnTo>
                    <a:lnTo>
                      <a:pt x="2688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000" u="none" cap="none" strike="noStrike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20XX</a:t>
                </a:r>
                <a:endParaRPr/>
              </a:p>
            </p:txBody>
          </p:sp>
          <p:sp>
            <p:nvSpPr>
              <p:cNvPr id="424" name="Google Shape;424;p31"/>
              <p:cNvSpPr/>
              <p:nvPr/>
            </p:nvSpPr>
            <p:spPr>
              <a:xfrm>
                <a:off x="1911465" y="1269838"/>
                <a:ext cx="992444" cy="980723"/>
              </a:xfrm>
              <a:custGeom>
                <a:rect b="b" l="l" r="r" t="t"/>
                <a:pathLst>
                  <a:path extrusionOk="0" h="25603" w="25909">
                    <a:moveTo>
                      <a:pt x="12961" y="1"/>
                    </a:moveTo>
                    <a:cubicBezTo>
                      <a:pt x="12559" y="1"/>
                      <a:pt x="12157" y="153"/>
                      <a:pt x="11847" y="456"/>
                    </a:cubicBezTo>
                    <a:lnTo>
                      <a:pt x="620" y="11696"/>
                    </a:lnTo>
                    <a:cubicBezTo>
                      <a:pt x="1" y="12303"/>
                      <a:pt x="1" y="13303"/>
                      <a:pt x="620" y="13910"/>
                    </a:cubicBezTo>
                    <a:lnTo>
                      <a:pt x="11847" y="25138"/>
                    </a:lnTo>
                    <a:cubicBezTo>
                      <a:pt x="12157" y="25448"/>
                      <a:pt x="12559" y="25602"/>
                      <a:pt x="12961" y="25602"/>
                    </a:cubicBezTo>
                    <a:cubicBezTo>
                      <a:pt x="13362" y="25602"/>
                      <a:pt x="13764" y="25448"/>
                      <a:pt x="14074" y="25138"/>
                    </a:cubicBezTo>
                    <a:lnTo>
                      <a:pt x="25301" y="13910"/>
                    </a:lnTo>
                    <a:cubicBezTo>
                      <a:pt x="25909" y="13303"/>
                      <a:pt x="25909" y="12303"/>
                      <a:pt x="25301" y="11696"/>
                    </a:cubicBezTo>
                    <a:lnTo>
                      <a:pt x="14074" y="456"/>
                    </a:lnTo>
                    <a:cubicBezTo>
                      <a:pt x="13764" y="153"/>
                      <a:pt x="13362" y="1"/>
                      <a:pt x="129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425" name="Google Shape;425;p31"/>
              <p:cNvSpPr/>
              <p:nvPr/>
            </p:nvSpPr>
            <p:spPr>
              <a:xfrm>
                <a:off x="5072070" y="3465866"/>
                <a:ext cx="2047785" cy="1107474"/>
              </a:xfrm>
              <a:custGeom>
                <a:rect b="b" l="l" r="r" t="t"/>
                <a:pathLst>
                  <a:path extrusionOk="0" h="28912" w="53460">
                    <a:moveTo>
                      <a:pt x="2662" y="0"/>
                    </a:moveTo>
                    <a:cubicBezTo>
                      <a:pt x="2043" y="0"/>
                      <a:pt x="1424" y="236"/>
                      <a:pt x="953" y="706"/>
                    </a:cubicBezTo>
                    <a:cubicBezTo>
                      <a:pt x="1" y="1658"/>
                      <a:pt x="1" y="3194"/>
                      <a:pt x="953" y="4135"/>
                    </a:cubicBezTo>
                    <a:lnTo>
                      <a:pt x="25016" y="28209"/>
                    </a:lnTo>
                    <a:cubicBezTo>
                      <a:pt x="25492" y="28674"/>
                      <a:pt x="26111" y="28912"/>
                      <a:pt x="26730" y="28912"/>
                    </a:cubicBezTo>
                    <a:cubicBezTo>
                      <a:pt x="27350" y="28912"/>
                      <a:pt x="27969" y="28674"/>
                      <a:pt x="28445" y="28209"/>
                    </a:cubicBezTo>
                    <a:lnTo>
                      <a:pt x="52519" y="4135"/>
                    </a:lnTo>
                    <a:cubicBezTo>
                      <a:pt x="53460" y="3194"/>
                      <a:pt x="53460" y="1658"/>
                      <a:pt x="52519" y="706"/>
                    </a:cubicBezTo>
                    <a:cubicBezTo>
                      <a:pt x="52043" y="236"/>
                      <a:pt x="51421" y="0"/>
                      <a:pt x="50800" y="0"/>
                    </a:cubicBezTo>
                    <a:cubicBezTo>
                      <a:pt x="50180" y="0"/>
                      <a:pt x="49561" y="236"/>
                      <a:pt x="49090" y="706"/>
                    </a:cubicBezTo>
                    <a:lnTo>
                      <a:pt x="26730" y="23066"/>
                    </a:lnTo>
                    <a:lnTo>
                      <a:pt x="4371" y="706"/>
                    </a:lnTo>
                    <a:cubicBezTo>
                      <a:pt x="3900" y="236"/>
                      <a:pt x="3281" y="0"/>
                      <a:pt x="266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426" name="Google Shape;426;p31"/>
              <p:cNvSpPr/>
              <p:nvPr/>
            </p:nvSpPr>
            <p:spPr>
              <a:xfrm>
                <a:off x="4903333" y="1650444"/>
                <a:ext cx="2385291" cy="2360890"/>
              </a:xfrm>
              <a:custGeom>
                <a:rect b="b" l="l" r="r" t="t"/>
                <a:pathLst>
                  <a:path extrusionOk="0" h="61634" w="62271">
                    <a:moveTo>
                      <a:pt x="31135" y="1"/>
                    </a:moveTo>
                    <a:cubicBezTo>
                      <a:pt x="30317" y="1"/>
                      <a:pt x="29498" y="313"/>
                      <a:pt x="28873" y="938"/>
                    </a:cubicBezTo>
                    <a:lnTo>
                      <a:pt x="1263" y="28549"/>
                    </a:lnTo>
                    <a:cubicBezTo>
                      <a:pt x="1" y="29799"/>
                      <a:pt x="1" y="31823"/>
                      <a:pt x="1263" y="33073"/>
                    </a:cubicBezTo>
                    <a:lnTo>
                      <a:pt x="28873" y="60696"/>
                    </a:lnTo>
                    <a:cubicBezTo>
                      <a:pt x="29498" y="61321"/>
                      <a:pt x="30317" y="61633"/>
                      <a:pt x="31135" y="61633"/>
                    </a:cubicBezTo>
                    <a:cubicBezTo>
                      <a:pt x="31954" y="61633"/>
                      <a:pt x="32773" y="61321"/>
                      <a:pt x="33398" y="60696"/>
                    </a:cubicBezTo>
                    <a:lnTo>
                      <a:pt x="61020" y="33073"/>
                    </a:lnTo>
                    <a:cubicBezTo>
                      <a:pt x="62270" y="31823"/>
                      <a:pt x="62270" y="29799"/>
                      <a:pt x="61020" y="28549"/>
                    </a:cubicBezTo>
                    <a:lnTo>
                      <a:pt x="33398" y="938"/>
                    </a:lnTo>
                    <a:cubicBezTo>
                      <a:pt x="32773" y="313"/>
                      <a:pt x="31954" y="1"/>
                      <a:pt x="31135" y="1"/>
                    </a:cubicBezTo>
                    <a:close/>
                  </a:path>
                </a:pathLst>
              </a:custGeom>
              <a:solidFill>
                <a:srgbClr val="E7E7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427" name="Google Shape;427;p31"/>
              <p:cNvSpPr/>
              <p:nvPr/>
            </p:nvSpPr>
            <p:spPr>
              <a:xfrm>
                <a:off x="5066630" y="1800832"/>
                <a:ext cx="2058702" cy="2058741"/>
              </a:xfrm>
              <a:custGeom>
                <a:rect b="b" l="l" r="r" t="t"/>
                <a:pathLst>
                  <a:path extrusionOk="0" h="53746" w="53745">
                    <a:moveTo>
                      <a:pt x="26872" y="1"/>
                    </a:moveTo>
                    <a:lnTo>
                      <a:pt x="0" y="26873"/>
                    </a:lnTo>
                    <a:lnTo>
                      <a:pt x="26872" y="53745"/>
                    </a:lnTo>
                    <a:lnTo>
                      <a:pt x="53745" y="26873"/>
                    </a:lnTo>
                    <a:lnTo>
                      <a:pt x="2687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000" u="none" cap="none" strike="noStrike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20XX</a:t>
                </a:r>
                <a:endParaRPr/>
              </a:p>
            </p:txBody>
          </p:sp>
          <p:sp>
            <p:nvSpPr>
              <p:cNvPr id="428" name="Google Shape;428;p31"/>
              <p:cNvSpPr/>
              <p:nvPr/>
            </p:nvSpPr>
            <p:spPr>
              <a:xfrm>
                <a:off x="5599769" y="1269838"/>
                <a:ext cx="992444" cy="980723"/>
              </a:xfrm>
              <a:custGeom>
                <a:rect b="b" l="l" r="r" t="t"/>
                <a:pathLst>
                  <a:path extrusionOk="0" h="25603" w="25909">
                    <a:moveTo>
                      <a:pt x="12954" y="1"/>
                    </a:moveTo>
                    <a:cubicBezTo>
                      <a:pt x="12553" y="1"/>
                      <a:pt x="12151" y="153"/>
                      <a:pt x="11847" y="456"/>
                    </a:cubicBezTo>
                    <a:lnTo>
                      <a:pt x="620" y="11696"/>
                    </a:lnTo>
                    <a:cubicBezTo>
                      <a:pt x="0" y="12303"/>
                      <a:pt x="0" y="13303"/>
                      <a:pt x="620" y="13910"/>
                    </a:cubicBezTo>
                    <a:lnTo>
                      <a:pt x="11847" y="25138"/>
                    </a:lnTo>
                    <a:cubicBezTo>
                      <a:pt x="12151" y="25448"/>
                      <a:pt x="12553" y="25602"/>
                      <a:pt x="12954" y="25602"/>
                    </a:cubicBezTo>
                    <a:cubicBezTo>
                      <a:pt x="13356" y="25602"/>
                      <a:pt x="13758" y="25448"/>
                      <a:pt x="14062" y="25138"/>
                    </a:cubicBezTo>
                    <a:lnTo>
                      <a:pt x="25301" y="13910"/>
                    </a:lnTo>
                    <a:cubicBezTo>
                      <a:pt x="25908" y="13303"/>
                      <a:pt x="25908" y="12303"/>
                      <a:pt x="25301" y="11696"/>
                    </a:cubicBezTo>
                    <a:lnTo>
                      <a:pt x="14062" y="456"/>
                    </a:lnTo>
                    <a:cubicBezTo>
                      <a:pt x="13758" y="153"/>
                      <a:pt x="13356" y="1"/>
                      <a:pt x="1295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429" name="Google Shape;429;p31"/>
              <p:cNvSpPr/>
              <p:nvPr/>
            </p:nvSpPr>
            <p:spPr>
              <a:xfrm>
                <a:off x="8760373" y="3465866"/>
                <a:ext cx="2047785" cy="1107474"/>
              </a:xfrm>
              <a:custGeom>
                <a:rect b="b" l="l" r="r" t="t"/>
                <a:pathLst>
                  <a:path extrusionOk="0" h="28912" w="53460">
                    <a:moveTo>
                      <a:pt x="2660" y="0"/>
                    </a:moveTo>
                    <a:cubicBezTo>
                      <a:pt x="2040" y="0"/>
                      <a:pt x="1418" y="236"/>
                      <a:pt x="941" y="706"/>
                    </a:cubicBezTo>
                    <a:cubicBezTo>
                      <a:pt x="1" y="1658"/>
                      <a:pt x="1" y="3194"/>
                      <a:pt x="941" y="4135"/>
                    </a:cubicBezTo>
                    <a:lnTo>
                      <a:pt x="25016" y="28209"/>
                    </a:lnTo>
                    <a:cubicBezTo>
                      <a:pt x="25492" y="28674"/>
                      <a:pt x="26111" y="28912"/>
                      <a:pt x="26730" y="28912"/>
                    </a:cubicBezTo>
                    <a:cubicBezTo>
                      <a:pt x="27349" y="28912"/>
                      <a:pt x="27969" y="28674"/>
                      <a:pt x="28445" y="28209"/>
                    </a:cubicBezTo>
                    <a:lnTo>
                      <a:pt x="52507" y="4135"/>
                    </a:lnTo>
                    <a:cubicBezTo>
                      <a:pt x="53460" y="3194"/>
                      <a:pt x="53460" y="1658"/>
                      <a:pt x="52507" y="706"/>
                    </a:cubicBezTo>
                    <a:cubicBezTo>
                      <a:pt x="52037" y="236"/>
                      <a:pt x="51418" y="0"/>
                      <a:pt x="50799" y="0"/>
                    </a:cubicBezTo>
                    <a:cubicBezTo>
                      <a:pt x="50180" y="0"/>
                      <a:pt x="49561" y="236"/>
                      <a:pt x="49090" y="706"/>
                    </a:cubicBezTo>
                    <a:lnTo>
                      <a:pt x="26730" y="23066"/>
                    </a:lnTo>
                    <a:lnTo>
                      <a:pt x="4370" y="706"/>
                    </a:lnTo>
                    <a:cubicBezTo>
                      <a:pt x="3900" y="236"/>
                      <a:pt x="3281" y="0"/>
                      <a:pt x="266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430" name="Google Shape;430;p31"/>
              <p:cNvSpPr/>
              <p:nvPr/>
            </p:nvSpPr>
            <p:spPr>
              <a:xfrm>
                <a:off x="8591636" y="1650444"/>
                <a:ext cx="2384831" cy="2360890"/>
              </a:xfrm>
              <a:custGeom>
                <a:rect b="b" l="l" r="r" t="t"/>
                <a:pathLst>
                  <a:path extrusionOk="0" h="61634" w="62259">
                    <a:moveTo>
                      <a:pt x="31135" y="1"/>
                    </a:moveTo>
                    <a:cubicBezTo>
                      <a:pt x="30317" y="1"/>
                      <a:pt x="29498" y="313"/>
                      <a:pt x="28873" y="938"/>
                    </a:cubicBezTo>
                    <a:lnTo>
                      <a:pt x="1251" y="28549"/>
                    </a:lnTo>
                    <a:cubicBezTo>
                      <a:pt x="0" y="29799"/>
                      <a:pt x="0" y="31823"/>
                      <a:pt x="1251" y="33073"/>
                    </a:cubicBezTo>
                    <a:lnTo>
                      <a:pt x="28873" y="60696"/>
                    </a:lnTo>
                    <a:cubicBezTo>
                      <a:pt x="29498" y="61321"/>
                      <a:pt x="30317" y="61633"/>
                      <a:pt x="31135" y="61633"/>
                    </a:cubicBezTo>
                    <a:cubicBezTo>
                      <a:pt x="31954" y="61633"/>
                      <a:pt x="32772" y="61321"/>
                      <a:pt x="33398" y="60696"/>
                    </a:cubicBezTo>
                    <a:lnTo>
                      <a:pt x="61008" y="33073"/>
                    </a:lnTo>
                    <a:cubicBezTo>
                      <a:pt x="62258" y="31823"/>
                      <a:pt x="62258" y="29799"/>
                      <a:pt x="61008" y="28549"/>
                    </a:cubicBezTo>
                    <a:lnTo>
                      <a:pt x="33398" y="938"/>
                    </a:lnTo>
                    <a:cubicBezTo>
                      <a:pt x="32772" y="313"/>
                      <a:pt x="31954" y="1"/>
                      <a:pt x="31135" y="1"/>
                    </a:cubicBezTo>
                    <a:close/>
                  </a:path>
                </a:pathLst>
              </a:custGeom>
              <a:solidFill>
                <a:srgbClr val="E7E7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431" name="Google Shape;431;p31"/>
              <p:cNvSpPr/>
              <p:nvPr/>
            </p:nvSpPr>
            <p:spPr>
              <a:xfrm>
                <a:off x="8754895" y="1800832"/>
                <a:ext cx="2059200" cy="2059200"/>
              </a:xfrm>
              <a:custGeom>
                <a:rect b="b" l="l" r="r" t="t"/>
                <a:pathLst>
                  <a:path extrusionOk="0" h="53758" w="53758">
                    <a:moveTo>
                      <a:pt x="26885" y="1"/>
                    </a:moveTo>
                    <a:lnTo>
                      <a:pt x="1" y="26873"/>
                    </a:lnTo>
                    <a:lnTo>
                      <a:pt x="26885" y="53757"/>
                    </a:lnTo>
                    <a:lnTo>
                      <a:pt x="53758" y="26873"/>
                    </a:lnTo>
                    <a:lnTo>
                      <a:pt x="2688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000" u="none" cap="none" strike="noStrike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20XX</a:t>
                </a:r>
                <a:endParaRPr/>
              </a:p>
            </p:txBody>
          </p:sp>
          <p:sp>
            <p:nvSpPr>
              <p:cNvPr id="432" name="Google Shape;432;p31"/>
              <p:cNvSpPr/>
              <p:nvPr/>
            </p:nvSpPr>
            <p:spPr>
              <a:xfrm>
                <a:off x="9288072" y="1269838"/>
                <a:ext cx="992444" cy="980723"/>
              </a:xfrm>
              <a:custGeom>
                <a:rect b="b" l="l" r="r" t="t"/>
                <a:pathLst>
                  <a:path extrusionOk="0" h="25603" w="25909">
                    <a:moveTo>
                      <a:pt x="12954" y="1"/>
                    </a:moveTo>
                    <a:cubicBezTo>
                      <a:pt x="12552" y="1"/>
                      <a:pt x="12151" y="153"/>
                      <a:pt x="11847" y="456"/>
                    </a:cubicBezTo>
                    <a:lnTo>
                      <a:pt x="608" y="11696"/>
                    </a:lnTo>
                    <a:cubicBezTo>
                      <a:pt x="0" y="12303"/>
                      <a:pt x="0" y="13303"/>
                      <a:pt x="608" y="13910"/>
                    </a:cubicBezTo>
                    <a:lnTo>
                      <a:pt x="11847" y="25138"/>
                    </a:lnTo>
                    <a:cubicBezTo>
                      <a:pt x="12151" y="25448"/>
                      <a:pt x="12552" y="25602"/>
                      <a:pt x="12954" y="25602"/>
                    </a:cubicBezTo>
                    <a:cubicBezTo>
                      <a:pt x="13356" y="25602"/>
                      <a:pt x="13758" y="25448"/>
                      <a:pt x="14062" y="25138"/>
                    </a:cubicBezTo>
                    <a:lnTo>
                      <a:pt x="25289" y="13910"/>
                    </a:lnTo>
                    <a:cubicBezTo>
                      <a:pt x="25908" y="13303"/>
                      <a:pt x="25908" y="12303"/>
                      <a:pt x="25289" y="11696"/>
                    </a:cubicBezTo>
                    <a:lnTo>
                      <a:pt x="14062" y="456"/>
                    </a:lnTo>
                    <a:cubicBezTo>
                      <a:pt x="13758" y="153"/>
                      <a:pt x="13356" y="1"/>
                      <a:pt x="1295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433" name="Google Shape;433;p31"/>
              <p:cNvSpPr/>
              <p:nvPr/>
            </p:nvSpPr>
            <p:spPr>
              <a:xfrm>
                <a:off x="3228148" y="2543809"/>
                <a:ext cx="2047785" cy="1107819"/>
              </a:xfrm>
              <a:custGeom>
                <a:rect b="b" l="l" r="r" t="t"/>
                <a:pathLst>
                  <a:path extrusionOk="0" h="28921" w="53460">
                    <a:moveTo>
                      <a:pt x="26731" y="0"/>
                    </a:moveTo>
                    <a:cubicBezTo>
                      <a:pt x="26088" y="0"/>
                      <a:pt x="25468" y="262"/>
                      <a:pt x="25016" y="714"/>
                    </a:cubicBezTo>
                    <a:lnTo>
                      <a:pt x="942" y="24777"/>
                    </a:lnTo>
                    <a:cubicBezTo>
                      <a:pt x="1" y="25729"/>
                      <a:pt x="1" y="27265"/>
                      <a:pt x="942" y="28206"/>
                    </a:cubicBezTo>
                    <a:cubicBezTo>
                      <a:pt x="1418" y="28676"/>
                      <a:pt x="2037" y="28911"/>
                      <a:pt x="2656" y="28911"/>
                    </a:cubicBezTo>
                    <a:cubicBezTo>
                      <a:pt x="3275" y="28911"/>
                      <a:pt x="3894" y="28676"/>
                      <a:pt x="4371" y="28206"/>
                    </a:cubicBezTo>
                    <a:lnTo>
                      <a:pt x="26731" y="5846"/>
                    </a:lnTo>
                    <a:lnTo>
                      <a:pt x="49090" y="28206"/>
                    </a:lnTo>
                    <a:cubicBezTo>
                      <a:pt x="49555" y="28682"/>
                      <a:pt x="50174" y="28920"/>
                      <a:pt x="50793" y="28920"/>
                    </a:cubicBezTo>
                    <a:cubicBezTo>
                      <a:pt x="51412" y="28920"/>
                      <a:pt x="52043" y="28682"/>
                      <a:pt x="52508" y="28206"/>
                    </a:cubicBezTo>
                    <a:cubicBezTo>
                      <a:pt x="53460" y="27265"/>
                      <a:pt x="53460" y="25729"/>
                      <a:pt x="52508" y="24777"/>
                    </a:cubicBezTo>
                    <a:lnTo>
                      <a:pt x="28445" y="714"/>
                    </a:lnTo>
                    <a:cubicBezTo>
                      <a:pt x="27981" y="262"/>
                      <a:pt x="27373" y="0"/>
                      <a:pt x="2673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434" name="Google Shape;434;p31"/>
              <p:cNvSpPr/>
              <p:nvPr/>
            </p:nvSpPr>
            <p:spPr>
              <a:xfrm>
                <a:off x="3059411" y="3106252"/>
                <a:ext cx="2384831" cy="2360852"/>
              </a:xfrm>
              <a:custGeom>
                <a:rect b="b" l="l" r="r" t="t"/>
                <a:pathLst>
                  <a:path extrusionOk="0" h="61633" w="62259">
                    <a:moveTo>
                      <a:pt x="31134" y="0"/>
                    </a:moveTo>
                    <a:cubicBezTo>
                      <a:pt x="30314" y="0"/>
                      <a:pt x="29492" y="313"/>
                      <a:pt x="28861" y="938"/>
                    </a:cubicBezTo>
                    <a:lnTo>
                      <a:pt x="1251" y="28549"/>
                    </a:lnTo>
                    <a:cubicBezTo>
                      <a:pt x="1" y="29799"/>
                      <a:pt x="1" y="31823"/>
                      <a:pt x="1251" y="33085"/>
                    </a:cubicBezTo>
                    <a:lnTo>
                      <a:pt x="28861" y="60695"/>
                    </a:lnTo>
                    <a:cubicBezTo>
                      <a:pt x="29486" y="61320"/>
                      <a:pt x="30308" y="61633"/>
                      <a:pt x="31130" y="61633"/>
                    </a:cubicBezTo>
                    <a:cubicBezTo>
                      <a:pt x="31951" y="61633"/>
                      <a:pt x="32773" y="61320"/>
                      <a:pt x="33398" y="60695"/>
                    </a:cubicBezTo>
                    <a:lnTo>
                      <a:pt x="61008" y="33085"/>
                    </a:lnTo>
                    <a:cubicBezTo>
                      <a:pt x="62258" y="31823"/>
                      <a:pt x="62258" y="29799"/>
                      <a:pt x="61008" y="28549"/>
                    </a:cubicBezTo>
                    <a:lnTo>
                      <a:pt x="33398" y="938"/>
                    </a:lnTo>
                    <a:cubicBezTo>
                      <a:pt x="32773" y="313"/>
                      <a:pt x="31954" y="0"/>
                      <a:pt x="31134" y="0"/>
                    </a:cubicBezTo>
                    <a:close/>
                  </a:path>
                </a:pathLst>
              </a:custGeom>
              <a:solidFill>
                <a:srgbClr val="E7E7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435" name="Google Shape;435;p31"/>
              <p:cNvSpPr/>
              <p:nvPr/>
            </p:nvSpPr>
            <p:spPr>
              <a:xfrm>
                <a:off x="3222708" y="3256640"/>
                <a:ext cx="2058702" cy="2058741"/>
              </a:xfrm>
              <a:custGeom>
                <a:rect b="b" l="l" r="r" t="t"/>
                <a:pathLst>
                  <a:path extrusionOk="0" h="53746" w="53745">
                    <a:moveTo>
                      <a:pt x="26873" y="0"/>
                    </a:moveTo>
                    <a:lnTo>
                      <a:pt x="0" y="26873"/>
                    </a:lnTo>
                    <a:lnTo>
                      <a:pt x="26873" y="53745"/>
                    </a:lnTo>
                    <a:lnTo>
                      <a:pt x="53745" y="26873"/>
                    </a:lnTo>
                    <a:lnTo>
                      <a:pt x="2687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000" u="none" cap="none" strike="noStrike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20XX</a:t>
                </a:r>
                <a:endParaRPr/>
              </a:p>
            </p:txBody>
          </p:sp>
          <p:sp>
            <p:nvSpPr>
              <p:cNvPr id="436" name="Google Shape;436;p31"/>
              <p:cNvSpPr/>
              <p:nvPr/>
            </p:nvSpPr>
            <p:spPr>
              <a:xfrm>
                <a:off x="3755847" y="4838206"/>
                <a:ext cx="992444" cy="980685"/>
              </a:xfrm>
              <a:custGeom>
                <a:rect b="b" l="l" r="r" t="t"/>
                <a:pathLst>
                  <a:path extrusionOk="0" h="25602" w="25909">
                    <a:moveTo>
                      <a:pt x="12949" y="0"/>
                    </a:moveTo>
                    <a:cubicBezTo>
                      <a:pt x="12547" y="0"/>
                      <a:pt x="12145" y="152"/>
                      <a:pt x="11835" y="456"/>
                    </a:cubicBezTo>
                    <a:lnTo>
                      <a:pt x="608" y="11695"/>
                    </a:lnTo>
                    <a:cubicBezTo>
                      <a:pt x="1" y="12302"/>
                      <a:pt x="1" y="13303"/>
                      <a:pt x="608" y="13910"/>
                    </a:cubicBezTo>
                    <a:lnTo>
                      <a:pt x="11835" y="25137"/>
                    </a:lnTo>
                    <a:cubicBezTo>
                      <a:pt x="12145" y="25447"/>
                      <a:pt x="12547" y="25602"/>
                      <a:pt x="12949" y="25602"/>
                    </a:cubicBezTo>
                    <a:cubicBezTo>
                      <a:pt x="13350" y="25602"/>
                      <a:pt x="13752" y="25447"/>
                      <a:pt x="14062" y="25137"/>
                    </a:cubicBezTo>
                    <a:lnTo>
                      <a:pt x="25289" y="13910"/>
                    </a:lnTo>
                    <a:cubicBezTo>
                      <a:pt x="25909" y="13303"/>
                      <a:pt x="25909" y="12302"/>
                      <a:pt x="25289" y="11695"/>
                    </a:cubicBezTo>
                    <a:lnTo>
                      <a:pt x="14062" y="456"/>
                    </a:lnTo>
                    <a:cubicBezTo>
                      <a:pt x="13752" y="152"/>
                      <a:pt x="13350" y="0"/>
                      <a:pt x="1294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437" name="Google Shape;437;p31"/>
              <p:cNvSpPr/>
              <p:nvPr/>
            </p:nvSpPr>
            <p:spPr>
              <a:xfrm>
                <a:off x="6915991" y="2543809"/>
                <a:ext cx="2047785" cy="1107819"/>
              </a:xfrm>
              <a:custGeom>
                <a:rect b="b" l="l" r="r" t="t"/>
                <a:pathLst>
                  <a:path extrusionOk="0" h="28921" w="53460">
                    <a:moveTo>
                      <a:pt x="26730" y="0"/>
                    </a:moveTo>
                    <a:cubicBezTo>
                      <a:pt x="26088" y="0"/>
                      <a:pt x="25480" y="262"/>
                      <a:pt x="25028" y="714"/>
                    </a:cubicBezTo>
                    <a:lnTo>
                      <a:pt x="953" y="24777"/>
                    </a:lnTo>
                    <a:cubicBezTo>
                      <a:pt x="1" y="25729"/>
                      <a:pt x="1" y="27265"/>
                      <a:pt x="953" y="28206"/>
                    </a:cubicBezTo>
                    <a:cubicBezTo>
                      <a:pt x="1425" y="28678"/>
                      <a:pt x="2047" y="28916"/>
                      <a:pt x="2669" y="28916"/>
                    </a:cubicBezTo>
                    <a:cubicBezTo>
                      <a:pt x="3288" y="28916"/>
                      <a:pt x="3908" y="28681"/>
                      <a:pt x="4382" y="28206"/>
                    </a:cubicBezTo>
                    <a:lnTo>
                      <a:pt x="26730" y="5846"/>
                    </a:lnTo>
                    <a:lnTo>
                      <a:pt x="49090" y="28206"/>
                    </a:lnTo>
                    <a:cubicBezTo>
                      <a:pt x="49567" y="28682"/>
                      <a:pt x="50186" y="28920"/>
                      <a:pt x="50805" y="28920"/>
                    </a:cubicBezTo>
                    <a:cubicBezTo>
                      <a:pt x="51424" y="28920"/>
                      <a:pt x="52043" y="28682"/>
                      <a:pt x="52519" y="28206"/>
                    </a:cubicBezTo>
                    <a:cubicBezTo>
                      <a:pt x="53460" y="27265"/>
                      <a:pt x="53460" y="25729"/>
                      <a:pt x="52519" y="24777"/>
                    </a:cubicBezTo>
                    <a:lnTo>
                      <a:pt x="28445" y="714"/>
                    </a:lnTo>
                    <a:cubicBezTo>
                      <a:pt x="27993" y="262"/>
                      <a:pt x="27373" y="0"/>
                      <a:pt x="2673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438" name="Google Shape;438;p31"/>
              <p:cNvSpPr/>
              <p:nvPr/>
            </p:nvSpPr>
            <p:spPr>
              <a:xfrm>
                <a:off x="6747714" y="3106252"/>
                <a:ext cx="2384831" cy="2360852"/>
              </a:xfrm>
              <a:custGeom>
                <a:rect b="b" l="l" r="r" t="t"/>
                <a:pathLst>
                  <a:path extrusionOk="0" h="61633" w="62259">
                    <a:moveTo>
                      <a:pt x="31129" y="0"/>
                    </a:moveTo>
                    <a:cubicBezTo>
                      <a:pt x="30308" y="0"/>
                      <a:pt x="29486" y="313"/>
                      <a:pt x="28861" y="938"/>
                    </a:cubicBezTo>
                    <a:lnTo>
                      <a:pt x="1251" y="28549"/>
                    </a:lnTo>
                    <a:cubicBezTo>
                      <a:pt x="1" y="29799"/>
                      <a:pt x="1" y="31823"/>
                      <a:pt x="1251" y="33085"/>
                    </a:cubicBezTo>
                    <a:lnTo>
                      <a:pt x="28861" y="60695"/>
                    </a:lnTo>
                    <a:cubicBezTo>
                      <a:pt x="29486" y="61320"/>
                      <a:pt x="30308" y="61633"/>
                      <a:pt x="31129" y="61633"/>
                    </a:cubicBezTo>
                    <a:cubicBezTo>
                      <a:pt x="31951" y="61633"/>
                      <a:pt x="32772" y="61320"/>
                      <a:pt x="33398" y="60695"/>
                    </a:cubicBezTo>
                    <a:lnTo>
                      <a:pt x="61008" y="33085"/>
                    </a:lnTo>
                    <a:cubicBezTo>
                      <a:pt x="62258" y="31823"/>
                      <a:pt x="62258" y="29799"/>
                      <a:pt x="61008" y="28549"/>
                    </a:cubicBezTo>
                    <a:lnTo>
                      <a:pt x="33398" y="938"/>
                    </a:lnTo>
                    <a:cubicBezTo>
                      <a:pt x="32772" y="313"/>
                      <a:pt x="31951" y="0"/>
                      <a:pt x="31129" y="0"/>
                    </a:cubicBezTo>
                    <a:close/>
                  </a:path>
                </a:pathLst>
              </a:custGeom>
              <a:solidFill>
                <a:srgbClr val="E7E7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439" name="Google Shape;439;p31"/>
              <p:cNvSpPr/>
              <p:nvPr/>
            </p:nvSpPr>
            <p:spPr>
              <a:xfrm>
                <a:off x="6910973" y="3256640"/>
                <a:ext cx="2058741" cy="2059200"/>
              </a:xfrm>
              <a:custGeom>
                <a:rect b="b" l="l" r="r" t="t"/>
                <a:pathLst>
                  <a:path extrusionOk="0" h="53758" w="53746">
                    <a:moveTo>
                      <a:pt x="26873" y="0"/>
                    </a:moveTo>
                    <a:lnTo>
                      <a:pt x="1" y="26885"/>
                    </a:lnTo>
                    <a:lnTo>
                      <a:pt x="26873" y="53757"/>
                    </a:lnTo>
                    <a:lnTo>
                      <a:pt x="53746" y="26885"/>
                    </a:lnTo>
                    <a:lnTo>
                      <a:pt x="2687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000" u="none" cap="none" strike="noStrike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20XX</a:t>
                </a:r>
                <a:endParaRPr/>
              </a:p>
            </p:txBody>
          </p:sp>
          <p:sp>
            <p:nvSpPr>
              <p:cNvPr id="440" name="Google Shape;440;p31"/>
              <p:cNvSpPr/>
              <p:nvPr/>
            </p:nvSpPr>
            <p:spPr>
              <a:xfrm>
                <a:off x="7443690" y="4838206"/>
                <a:ext cx="992444" cy="980685"/>
              </a:xfrm>
              <a:custGeom>
                <a:rect b="b" l="l" r="r" t="t"/>
                <a:pathLst>
                  <a:path extrusionOk="0" h="25602" w="25909">
                    <a:moveTo>
                      <a:pt x="12960" y="0"/>
                    </a:moveTo>
                    <a:cubicBezTo>
                      <a:pt x="12559" y="0"/>
                      <a:pt x="12157" y="152"/>
                      <a:pt x="11847" y="456"/>
                    </a:cubicBezTo>
                    <a:lnTo>
                      <a:pt x="620" y="11695"/>
                    </a:lnTo>
                    <a:cubicBezTo>
                      <a:pt x="0" y="12302"/>
                      <a:pt x="0" y="13303"/>
                      <a:pt x="620" y="13910"/>
                    </a:cubicBezTo>
                    <a:lnTo>
                      <a:pt x="11847" y="25137"/>
                    </a:lnTo>
                    <a:cubicBezTo>
                      <a:pt x="12157" y="25447"/>
                      <a:pt x="12559" y="25602"/>
                      <a:pt x="12960" y="25602"/>
                    </a:cubicBezTo>
                    <a:cubicBezTo>
                      <a:pt x="13362" y="25602"/>
                      <a:pt x="13764" y="25447"/>
                      <a:pt x="14074" y="25137"/>
                    </a:cubicBezTo>
                    <a:lnTo>
                      <a:pt x="25301" y="13910"/>
                    </a:lnTo>
                    <a:cubicBezTo>
                      <a:pt x="25908" y="13303"/>
                      <a:pt x="25908" y="12302"/>
                      <a:pt x="25301" y="11695"/>
                    </a:cubicBezTo>
                    <a:lnTo>
                      <a:pt x="14074" y="456"/>
                    </a:lnTo>
                    <a:cubicBezTo>
                      <a:pt x="13764" y="152"/>
                      <a:pt x="13362" y="0"/>
                      <a:pt x="1296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441" name="Google Shape;441;p31"/>
              <p:cNvSpPr/>
              <p:nvPr/>
            </p:nvSpPr>
            <p:spPr>
              <a:xfrm>
                <a:off x="7728576" y="5176492"/>
                <a:ext cx="371736" cy="304128"/>
              </a:xfrm>
              <a:custGeom>
                <a:rect b="b" l="l" r="r" t="t"/>
                <a:pathLst>
                  <a:path extrusionOk="0" h="21600" w="21600">
                    <a:moveTo>
                      <a:pt x="20618" y="20400"/>
                    </a:moveTo>
                    <a:lnTo>
                      <a:pt x="18655" y="20400"/>
                    </a:lnTo>
                    <a:lnTo>
                      <a:pt x="18655" y="1200"/>
                    </a:lnTo>
                    <a:lnTo>
                      <a:pt x="20618" y="1200"/>
                    </a:lnTo>
                    <a:cubicBezTo>
                      <a:pt x="20618" y="1200"/>
                      <a:pt x="20618" y="20400"/>
                      <a:pt x="20618" y="20400"/>
                    </a:cubicBezTo>
                    <a:close/>
                    <a:moveTo>
                      <a:pt x="21109" y="0"/>
                    </a:moveTo>
                    <a:lnTo>
                      <a:pt x="18164" y="0"/>
                    </a:lnTo>
                    <a:cubicBezTo>
                      <a:pt x="17893" y="0"/>
                      <a:pt x="17673" y="269"/>
                      <a:pt x="17673" y="600"/>
                    </a:cubicBezTo>
                    <a:lnTo>
                      <a:pt x="17673" y="21000"/>
                    </a:lnTo>
                    <a:cubicBezTo>
                      <a:pt x="17673" y="21332"/>
                      <a:pt x="17893" y="21600"/>
                      <a:pt x="18164" y="21600"/>
                    </a:cubicBezTo>
                    <a:lnTo>
                      <a:pt x="21109" y="21600"/>
                    </a:lnTo>
                    <a:cubicBezTo>
                      <a:pt x="21380" y="21600"/>
                      <a:pt x="21600" y="21332"/>
                      <a:pt x="21600" y="21000"/>
                    </a:cubicBezTo>
                    <a:lnTo>
                      <a:pt x="21600" y="600"/>
                    </a:lnTo>
                    <a:cubicBezTo>
                      <a:pt x="21600" y="269"/>
                      <a:pt x="21380" y="0"/>
                      <a:pt x="21109" y="0"/>
                    </a:cubicBezTo>
                    <a:moveTo>
                      <a:pt x="8836" y="20400"/>
                    </a:moveTo>
                    <a:lnTo>
                      <a:pt x="6873" y="20400"/>
                    </a:lnTo>
                    <a:lnTo>
                      <a:pt x="6873" y="3600"/>
                    </a:lnTo>
                    <a:lnTo>
                      <a:pt x="8836" y="3600"/>
                    </a:lnTo>
                    <a:cubicBezTo>
                      <a:pt x="8836" y="3600"/>
                      <a:pt x="8836" y="20400"/>
                      <a:pt x="8836" y="20400"/>
                    </a:cubicBezTo>
                    <a:close/>
                    <a:moveTo>
                      <a:pt x="9327" y="2400"/>
                    </a:moveTo>
                    <a:lnTo>
                      <a:pt x="6382" y="2400"/>
                    </a:lnTo>
                    <a:cubicBezTo>
                      <a:pt x="6111" y="2400"/>
                      <a:pt x="5891" y="2669"/>
                      <a:pt x="5891" y="3000"/>
                    </a:cubicBezTo>
                    <a:lnTo>
                      <a:pt x="5891" y="21000"/>
                    </a:lnTo>
                    <a:cubicBezTo>
                      <a:pt x="5891" y="21332"/>
                      <a:pt x="6111" y="21600"/>
                      <a:pt x="6382" y="21600"/>
                    </a:cubicBezTo>
                    <a:lnTo>
                      <a:pt x="9327" y="21600"/>
                    </a:lnTo>
                    <a:cubicBezTo>
                      <a:pt x="9598" y="21600"/>
                      <a:pt x="9818" y="21332"/>
                      <a:pt x="9818" y="21000"/>
                    </a:cubicBezTo>
                    <a:lnTo>
                      <a:pt x="9818" y="3000"/>
                    </a:lnTo>
                    <a:cubicBezTo>
                      <a:pt x="9818" y="2669"/>
                      <a:pt x="9598" y="2400"/>
                      <a:pt x="9327" y="2400"/>
                    </a:cubicBezTo>
                    <a:moveTo>
                      <a:pt x="14727" y="20400"/>
                    </a:moveTo>
                    <a:lnTo>
                      <a:pt x="12764" y="20400"/>
                    </a:lnTo>
                    <a:lnTo>
                      <a:pt x="12764" y="10800"/>
                    </a:lnTo>
                    <a:lnTo>
                      <a:pt x="14727" y="10800"/>
                    </a:lnTo>
                    <a:cubicBezTo>
                      <a:pt x="14727" y="10800"/>
                      <a:pt x="14727" y="20400"/>
                      <a:pt x="14727" y="20400"/>
                    </a:cubicBezTo>
                    <a:close/>
                    <a:moveTo>
                      <a:pt x="15218" y="9600"/>
                    </a:moveTo>
                    <a:lnTo>
                      <a:pt x="12273" y="9600"/>
                    </a:lnTo>
                    <a:cubicBezTo>
                      <a:pt x="12002" y="9600"/>
                      <a:pt x="11782" y="9869"/>
                      <a:pt x="11782" y="10200"/>
                    </a:cubicBezTo>
                    <a:lnTo>
                      <a:pt x="11782" y="21000"/>
                    </a:lnTo>
                    <a:cubicBezTo>
                      <a:pt x="11782" y="21332"/>
                      <a:pt x="12002" y="21600"/>
                      <a:pt x="12273" y="21600"/>
                    </a:cubicBezTo>
                    <a:lnTo>
                      <a:pt x="15218" y="21600"/>
                    </a:lnTo>
                    <a:cubicBezTo>
                      <a:pt x="15489" y="21600"/>
                      <a:pt x="15709" y="21332"/>
                      <a:pt x="15709" y="21000"/>
                    </a:cubicBezTo>
                    <a:lnTo>
                      <a:pt x="15709" y="10200"/>
                    </a:lnTo>
                    <a:cubicBezTo>
                      <a:pt x="15709" y="9869"/>
                      <a:pt x="15489" y="9600"/>
                      <a:pt x="15218" y="9600"/>
                    </a:cubicBezTo>
                    <a:moveTo>
                      <a:pt x="2945" y="20400"/>
                    </a:moveTo>
                    <a:lnTo>
                      <a:pt x="982" y="20400"/>
                    </a:lnTo>
                    <a:lnTo>
                      <a:pt x="982" y="14400"/>
                    </a:lnTo>
                    <a:lnTo>
                      <a:pt x="2945" y="14400"/>
                    </a:lnTo>
                    <a:cubicBezTo>
                      <a:pt x="2945" y="14400"/>
                      <a:pt x="2945" y="20400"/>
                      <a:pt x="2945" y="20400"/>
                    </a:cubicBezTo>
                    <a:close/>
                    <a:moveTo>
                      <a:pt x="3436" y="13200"/>
                    </a:moveTo>
                    <a:lnTo>
                      <a:pt x="491" y="13200"/>
                    </a:lnTo>
                    <a:cubicBezTo>
                      <a:pt x="220" y="13200"/>
                      <a:pt x="0" y="13469"/>
                      <a:pt x="0" y="13800"/>
                    </a:cubicBezTo>
                    <a:lnTo>
                      <a:pt x="0" y="21000"/>
                    </a:lnTo>
                    <a:cubicBezTo>
                      <a:pt x="0" y="21332"/>
                      <a:pt x="220" y="21600"/>
                      <a:pt x="491" y="21600"/>
                    </a:cubicBezTo>
                    <a:lnTo>
                      <a:pt x="3436" y="21600"/>
                    </a:lnTo>
                    <a:cubicBezTo>
                      <a:pt x="3707" y="21600"/>
                      <a:pt x="3927" y="21332"/>
                      <a:pt x="3927" y="21000"/>
                    </a:cubicBezTo>
                    <a:lnTo>
                      <a:pt x="3927" y="13800"/>
                    </a:lnTo>
                    <a:cubicBezTo>
                      <a:pt x="3927" y="13469"/>
                      <a:pt x="3707" y="13200"/>
                      <a:pt x="3436" y="1320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8100" lIns="38100" spcFirstLastPara="1" rIns="38100" wrap="square" tIns="38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442" name="Google Shape;442;p31"/>
              <p:cNvSpPr/>
              <p:nvPr/>
            </p:nvSpPr>
            <p:spPr>
              <a:xfrm>
                <a:off x="9612791" y="1574349"/>
                <a:ext cx="371736" cy="371736"/>
              </a:xfrm>
              <a:custGeom>
                <a:rect b="b" l="l" r="r" t="t"/>
                <a:pathLst>
                  <a:path extrusionOk="0" h="21600" w="21600">
                    <a:moveTo>
                      <a:pt x="12281" y="19846"/>
                    </a:moveTo>
                    <a:lnTo>
                      <a:pt x="9413" y="12882"/>
                    </a:lnTo>
                    <a:lnTo>
                      <a:pt x="19655" y="2641"/>
                    </a:lnTo>
                    <a:cubicBezTo>
                      <a:pt x="19655" y="2641"/>
                      <a:pt x="12281" y="19846"/>
                      <a:pt x="12281" y="19846"/>
                    </a:cubicBezTo>
                    <a:close/>
                    <a:moveTo>
                      <a:pt x="1755" y="9320"/>
                    </a:moveTo>
                    <a:lnTo>
                      <a:pt x="18960" y="1945"/>
                    </a:lnTo>
                    <a:lnTo>
                      <a:pt x="8719" y="12187"/>
                    </a:lnTo>
                    <a:cubicBezTo>
                      <a:pt x="8719" y="12187"/>
                      <a:pt x="1755" y="9320"/>
                      <a:pt x="1755" y="9320"/>
                    </a:cubicBezTo>
                    <a:close/>
                    <a:moveTo>
                      <a:pt x="21600" y="491"/>
                    </a:moveTo>
                    <a:cubicBezTo>
                      <a:pt x="21600" y="221"/>
                      <a:pt x="21380" y="0"/>
                      <a:pt x="21109" y="0"/>
                    </a:cubicBezTo>
                    <a:cubicBezTo>
                      <a:pt x="21034" y="0"/>
                      <a:pt x="20964" y="20"/>
                      <a:pt x="20900" y="52"/>
                    </a:cubicBezTo>
                    <a:lnTo>
                      <a:pt x="20898" y="48"/>
                    </a:lnTo>
                    <a:lnTo>
                      <a:pt x="302" y="8875"/>
                    </a:lnTo>
                    <a:cubicBezTo>
                      <a:pt x="301" y="8876"/>
                      <a:pt x="299" y="8876"/>
                      <a:pt x="297" y="8877"/>
                    </a:cubicBezTo>
                    <a:lnTo>
                      <a:pt x="280" y="8884"/>
                    </a:lnTo>
                    <a:lnTo>
                      <a:pt x="281" y="8887"/>
                    </a:lnTo>
                    <a:cubicBezTo>
                      <a:pt x="116" y="8967"/>
                      <a:pt x="0" y="9133"/>
                      <a:pt x="0" y="9327"/>
                    </a:cubicBezTo>
                    <a:cubicBezTo>
                      <a:pt x="0" y="9551"/>
                      <a:pt x="151" y="9732"/>
                      <a:pt x="355" y="9791"/>
                    </a:cubicBezTo>
                    <a:lnTo>
                      <a:pt x="353" y="9799"/>
                    </a:lnTo>
                    <a:lnTo>
                      <a:pt x="8462" y="13138"/>
                    </a:lnTo>
                    <a:lnTo>
                      <a:pt x="11801" y="21248"/>
                    </a:lnTo>
                    <a:lnTo>
                      <a:pt x="11809" y="21245"/>
                    </a:lnTo>
                    <a:cubicBezTo>
                      <a:pt x="11869" y="21449"/>
                      <a:pt x="12050" y="21600"/>
                      <a:pt x="12273" y="21600"/>
                    </a:cubicBezTo>
                    <a:cubicBezTo>
                      <a:pt x="12468" y="21600"/>
                      <a:pt x="12634" y="21484"/>
                      <a:pt x="12713" y="21319"/>
                    </a:cubicBezTo>
                    <a:lnTo>
                      <a:pt x="12716" y="21320"/>
                    </a:lnTo>
                    <a:lnTo>
                      <a:pt x="12723" y="21303"/>
                    </a:lnTo>
                    <a:cubicBezTo>
                      <a:pt x="12724" y="21301"/>
                      <a:pt x="12725" y="21300"/>
                      <a:pt x="12725" y="21298"/>
                    </a:cubicBezTo>
                    <a:lnTo>
                      <a:pt x="21553" y="702"/>
                    </a:lnTo>
                    <a:lnTo>
                      <a:pt x="21547" y="700"/>
                    </a:lnTo>
                    <a:cubicBezTo>
                      <a:pt x="21578" y="637"/>
                      <a:pt x="21600" y="567"/>
                      <a:pt x="21600" y="491"/>
                    </a:cubicBezTo>
                    <a:moveTo>
                      <a:pt x="7855" y="16200"/>
                    </a:moveTo>
                    <a:cubicBezTo>
                      <a:pt x="7719" y="16200"/>
                      <a:pt x="7596" y="16256"/>
                      <a:pt x="7507" y="16344"/>
                    </a:cubicBezTo>
                    <a:lnTo>
                      <a:pt x="6035" y="17817"/>
                    </a:lnTo>
                    <a:cubicBezTo>
                      <a:pt x="5946" y="17906"/>
                      <a:pt x="5891" y="18028"/>
                      <a:pt x="5891" y="18164"/>
                    </a:cubicBezTo>
                    <a:cubicBezTo>
                      <a:pt x="5891" y="18435"/>
                      <a:pt x="6111" y="18655"/>
                      <a:pt x="6382" y="18655"/>
                    </a:cubicBezTo>
                    <a:cubicBezTo>
                      <a:pt x="6517" y="18655"/>
                      <a:pt x="6640" y="18600"/>
                      <a:pt x="6729" y="18511"/>
                    </a:cubicBezTo>
                    <a:lnTo>
                      <a:pt x="8202" y="17038"/>
                    </a:lnTo>
                    <a:cubicBezTo>
                      <a:pt x="8291" y="16950"/>
                      <a:pt x="8345" y="16827"/>
                      <a:pt x="8345" y="16691"/>
                    </a:cubicBezTo>
                    <a:cubicBezTo>
                      <a:pt x="8345" y="16421"/>
                      <a:pt x="8126" y="16200"/>
                      <a:pt x="7855" y="16200"/>
                    </a:cubicBezTo>
                    <a:moveTo>
                      <a:pt x="7855" y="14237"/>
                    </a:moveTo>
                    <a:cubicBezTo>
                      <a:pt x="7855" y="13966"/>
                      <a:pt x="7635" y="13745"/>
                      <a:pt x="7364" y="13745"/>
                    </a:cubicBezTo>
                    <a:cubicBezTo>
                      <a:pt x="7228" y="13745"/>
                      <a:pt x="7105" y="13801"/>
                      <a:pt x="7017" y="13889"/>
                    </a:cubicBezTo>
                    <a:lnTo>
                      <a:pt x="2107" y="18798"/>
                    </a:lnTo>
                    <a:cubicBezTo>
                      <a:pt x="2019" y="18888"/>
                      <a:pt x="1964" y="19010"/>
                      <a:pt x="1964" y="19145"/>
                    </a:cubicBezTo>
                    <a:cubicBezTo>
                      <a:pt x="1964" y="19417"/>
                      <a:pt x="2184" y="19636"/>
                      <a:pt x="2455" y="19636"/>
                    </a:cubicBezTo>
                    <a:cubicBezTo>
                      <a:pt x="2590" y="19636"/>
                      <a:pt x="2713" y="19582"/>
                      <a:pt x="2802" y="19493"/>
                    </a:cubicBezTo>
                    <a:lnTo>
                      <a:pt x="7711" y="14583"/>
                    </a:lnTo>
                    <a:cubicBezTo>
                      <a:pt x="7800" y="14495"/>
                      <a:pt x="7855" y="14373"/>
                      <a:pt x="7855" y="14237"/>
                    </a:cubicBezTo>
                    <a:moveTo>
                      <a:pt x="4765" y="14583"/>
                    </a:moveTo>
                    <a:lnTo>
                      <a:pt x="5256" y="14093"/>
                    </a:lnTo>
                    <a:cubicBezTo>
                      <a:pt x="5345" y="14004"/>
                      <a:pt x="5400" y="13882"/>
                      <a:pt x="5400" y="13745"/>
                    </a:cubicBezTo>
                    <a:cubicBezTo>
                      <a:pt x="5400" y="13475"/>
                      <a:pt x="5180" y="13255"/>
                      <a:pt x="4909" y="13255"/>
                    </a:cubicBezTo>
                    <a:cubicBezTo>
                      <a:pt x="4774" y="13255"/>
                      <a:pt x="4651" y="13310"/>
                      <a:pt x="4562" y="13398"/>
                    </a:cubicBezTo>
                    <a:lnTo>
                      <a:pt x="4071" y="13889"/>
                    </a:lnTo>
                    <a:cubicBezTo>
                      <a:pt x="3982" y="13978"/>
                      <a:pt x="3927" y="14101"/>
                      <a:pt x="3927" y="14237"/>
                    </a:cubicBezTo>
                    <a:cubicBezTo>
                      <a:pt x="3927" y="14508"/>
                      <a:pt x="4147" y="14727"/>
                      <a:pt x="4418" y="14727"/>
                    </a:cubicBezTo>
                    <a:cubicBezTo>
                      <a:pt x="4554" y="14727"/>
                      <a:pt x="4676" y="14673"/>
                      <a:pt x="4765" y="14583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8100" lIns="38100" spcFirstLastPara="1" rIns="38100" wrap="square" tIns="38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443" name="Google Shape;443;p31"/>
              <p:cNvSpPr/>
              <p:nvPr/>
            </p:nvSpPr>
            <p:spPr>
              <a:xfrm>
                <a:off x="5918930" y="1574349"/>
                <a:ext cx="371736" cy="371736"/>
              </a:xfrm>
              <a:custGeom>
                <a:rect b="b" l="l" r="r" t="t"/>
                <a:pathLst>
                  <a:path extrusionOk="0" h="21600" w="21600">
                    <a:moveTo>
                      <a:pt x="10800" y="14727"/>
                    </a:moveTo>
                    <a:cubicBezTo>
                      <a:pt x="8631" y="14727"/>
                      <a:pt x="6873" y="12969"/>
                      <a:pt x="6873" y="10800"/>
                    </a:cubicBezTo>
                    <a:cubicBezTo>
                      <a:pt x="6873" y="8631"/>
                      <a:pt x="8631" y="6873"/>
                      <a:pt x="10800" y="6873"/>
                    </a:cubicBezTo>
                    <a:cubicBezTo>
                      <a:pt x="12969" y="6873"/>
                      <a:pt x="14727" y="8631"/>
                      <a:pt x="14727" y="10800"/>
                    </a:cubicBezTo>
                    <a:cubicBezTo>
                      <a:pt x="14727" y="12969"/>
                      <a:pt x="12969" y="14727"/>
                      <a:pt x="10800" y="14727"/>
                    </a:cubicBezTo>
                    <a:moveTo>
                      <a:pt x="10800" y="5891"/>
                    </a:moveTo>
                    <a:cubicBezTo>
                      <a:pt x="8088" y="5891"/>
                      <a:pt x="5891" y="8089"/>
                      <a:pt x="5891" y="10800"/>
                    </a:cubicBezTo>
                    <a:cubicBezTo>
                      <a:pt x="5891" y="13512"/>
                      <a:pt x="8088" y="15709"/>
                      <a:pt x="10800" y="15709"/>
                    </a:cubicBezTo>
                    <a:cubicBezTo>
                      <a:pt x="13512" y="15709"/>
                      <a:pt x="15709" y="13512"/>
                      <a:pt x="15709" y="10800"/>
                    </a:cubicBezTo>
                    <a:cubicBezTo>
                      <a:pt x="15709" y="8089"/>
                      <a:pt x="13512" y="5891"/>
                      <a:pt x="10800" y="5891"/>
                    </a:cubicBezTo>
                    <a:moveTo>
                      <a:pt x="20618" y="12013"/>
                    </a:moveTo>
                    <a:cubicBezTo>
                      <a:pt x="20614" y="12014"/>
                      <a:pt x="20611" y="12016"/>
                      <a:pt x="20607" y="12017"/>
                    </a:cubicBezTo>
                    <a:lnTo>
                      <a:pt x="19602" y="12268"/>
                    </a:lnTo>
                    <a:cubicBezTo>
                      <a:pt x="19256" y="12354"/>
                      <a:pt x="18984" y="12622"/>
                      <a:pt x="18892" y="12966"/>
                    </a:cubicBezTo>
                    <a:cubicBezTo>
                      <a:pt x="18703" y="13673"/>
                      <a:pt x="18421" y="14351"/>
                      <a:pt x="18053" y="14986"/>
                    </a:cubicBezTo>
                    <a:cubicBezTo>
                      <a:pt x="17873" y="15295"/>
                      <a:pt x="17876" y="15677"/>
                      <a:pt x="18060" y="15984"/>
                    </a:cubicBezTo>
                    <a:lnTo>
                      <a:pt x="18601" y="16885"/>
                    </a:lnTo>
                    <a:lnTo>
                      <a:pt x="16886" y="18600"/>
                    </a:lnTo>
                    <a:cubicBezTo>
                      <a:pt x="16882" y="18599"/>
                      <a:pt x="16878" y="18597"/>
                      <a:pt x="16875" y="18595"/>
                    </a:cubicBezTo>
                    <a:lnTo>
                      <a:pt x="15978" y="18057"/>
                    </a:lnTo>
                    <a:cubicBezTo>
                      <a:pt x="15822" y="17964"/>
                      <a:pt x="15648" y="17917"/>
                      <a:pt x="15473" y="17917"/>
                    </a:cubicBezTo>
                    <a:cubicBezTo>
                      <a:pt x="15304" y="17917"/>
                      <a:pt x="15134" y="17961"/>
                      <a:pt x="14982" y="18049"/>
                    </a:cubicBezTo>
                    <a:cubicBezTo>
                      <a:pt x="14348" y="18415"/>
                      <a:pt x="13671" y="18696"/>
                      <a:pt x="12968" y="18884"/>
                    </a:cubicBezTo>
                    <a:cubicBezTo>
                      <a:pt x="12624" y="18976"/>
                      <a:pt x="12356" y="19248"/>
                      <a:pt x="12269" y="19594"/>
                    </a:cubicBezTo>
                    <a:lnTo>
                      <a:pt x="12016" y="20608"/>
                    </a:lnTo>
                    <a:cubicBezTo>
                      <a:pt x="12015" y="20611"/>
                      <a:pt x="12014" y="20614"/>
                      <a:pt x="12012" y="20619"/>
                    </a:cubicBezTo>
                    <a:lnTo>
                      <a:pt x="9587" y="20619"/>
                    </a:lnTo>
                    <a:lnTo>
                      <a:pt x="9331" y="19594"/>
                    </a:lnTo>
                    <a:cubicBezTo>
                      <a:pt x="9244" y="19248"/>
                      <a:pt x="8976" y="18976"/>
                      <a:pt x="8632" y="18884"/>
                    </a:cubicBezTo>
                    <a:cubicBezTo>
                      <a:pt x="7929" y="18696"/>
                      <a:pt x="7251" y="18415"/>
                      <a:pt x="6617" y="18049"/>
                    </a:cubicBezTo>
                    <a:cubicBezTo>
                      <a:pt x="6465" y="17961"/>
                      <a:pt x="6296" y="17917"/>
                      <a:pt x="6127" y="17917"/>
                    </a:cubicBezTo>
                    <a:cubicBezTo>
                      <a:pt x="5951" y="17917"/>
                      <a:pt x="5777" y="17964"/>
                      <a:pt x="5621" y="18057"/>
                    </a:cubicBezTo>
                    <a:lnTo>
                      <a:pt x="4725" y="18595"/>
                    </a:lnTo>
                    <a:cubicBezTo>
                      <a:pt x="4722" y="18597"/>
                      <a:pt x="4718" y="18599"/>
                      <a:pt x="4714" y="18600"/>
                    </a:cubicBezTo>
                    <a:lnTo>
                      <a:pt x="3000" y="16885"/>
                    </a:lnTo>
                    <a:lnTo>
                      <a:pt x="3540" y="15983"/>
                    </a:lnTo>
                    <a:cubicBezTo>
                      <a:pt x="3724" y="15677"/>
                      <a:pt x="3727" y="15295"/>
                      <a:pt x="3548" y="14986"/>
                    </a:cubicBezTo>
                    <a:cubicBezTo>
                      <a:pt x="3179" y="14351"/>
                      <a:pt x="2897" y="13672"/>
                      <a:pt x="2708" y="12966"/>
                    </a:cubicBezTo>
                    <a:cubicBezTo>
                      <a:pt x="2616" y="12622"/>
                      <a:pt x="2343" y="12354"/>
                      <a:pt x="1998" y="12268"/>
                    </a:cubicBezTo>
                    <a:lnTo>
                      <a:pt x="993" y="12017"/>
                    </a:lnTo>
                    <a:cubicBezTo>
                      <a:pt x="989" y="12016"/>
                      <a:pt x="986" y="12014"/>
                      <a:pt x="982" y="12013"/>
                    </a:cubicBezTo>
                    <a:lnTo>
                      <a:pt x="982" y="9587"/>
                    </a:lnTo>
                    <a:lnTo>
                      <a:pt x="1998" y="9333"/>
                    </a:lnTo>
                    <a:cubicBezTo>
                      <a:pt x="2343" y="9247"/>
                      <a:pt x="2616" y="8979"/>
                      <a:pt x="2708" y="8634"/>
                    </a:cubicBezTo>
                    <a:cubicBezTo>
                      <a:pt x="2897" y="7928"/>
                      <a:pt x="3179" y="7250"/>
                      <a:pt x="3548" y="6615"/>
                    </a:cubicBezTo>
                    <a:cubicBezTo>
                      <a:pt x="3727" y="6305"/>
                      <a:pt x="3724" y="5924"/>
                      <a:pt x="3540" y="5617"/>
                    </a:cubicBezTo>
                    <a:lnTo>
                      <a:pt x="3005" y="4725"/>
                    </a:lnTo>
                    <a:cubicBezTo>
                      <a:pt x="3004" y="4722"/>
                      <a:pt x="3002" y="4718"/>
                      <a:pt x="3000" y="4714"/>
                    </a:cubicBezTo>
                    <a:lnTo>
                      <a:pt x="4715" y="3000"/>
                    </a:lnTo>
                    <a:lnTo>
                      <a:pt x="5621" y="3544"/>
                    </a:lnTo>
                    <a:cubicBezTo>
                      <a:pt x="5777" y="3637"/>
                      <a:pt x="5951" y="3683"/>
                      <a:pt x="6127" y="3683"/>
                    </a:cubicBezTo>
                    <a:cubicBezTo>
                      <a:pt x="6296" y="3683"/>
                      <a:pt x="6465" y="3640"/>
                      <a:pt x="6618" y="3551"/>
                    </a:cubicBezTo>
                    <a:cubicBezTo>
                      <a:pt x="7251" y="3185"/>
                      <a:pt x="7929" y="2904"/>
                      <a:pt x="8632" y="2717"/>
                    </a:cubicBezTo>
                    <a:cubicBezTo>
                      <a:pt x="8976" y="2624"/>
                      <a:pt x="9244" y="2353"/>
                      <a:pt x="9331" y="2007"/>
                    </a:cubicBezTo>
                    <a:lnTo>
                      <a:pt x="9587" y="982"/>
                    </a:lnTo>
                    <a:lnTo>
                      <a:pt x="12012" y="982"/>
                    </a:lnTo>
                    <a:cubicBezTo>
                      <a:pt x="12014" y="986"/>
                      <a:pt x="12015" y="989"/>
                      <a:pt x="12016" y="993"/>
                    </a:cubicBezTo>
                    <a:lnTo>
                      <a:pt x="12269" y="2007"/>
                    </a:lnTo>
                    <a:cubicBezTo>
                      <a:pt x="12356" y="2353"/>
                      <a:pt x="12624" y="2624"/>
                      <a:pt x="12968" y="2717"/>
                    </a:cubicBezTo>
                    <a:cubicBezTo>
                      <a:pt x="13671" y="2904"/>
                      <a:pt x="14348" y="3185"/>
                      <a:pt x="14982" y="3551"/>
                    </a:cubicBezTo>
                    <a:cubicBezTo>
                      <a:pt x="15134" y="3640"/>
                      <a:pt x="15304" y="3683"/>
                      <a:pt x="15473" y="3683"/>
                    </a:cubicBezTo>
                    <a:cubicBezTo>
                      <a:pt x="15648" y="3683"/>
                      <a:pt x="15822" y="3637"/>
                      <a:pt x="15978" y="3544"/>
                    </a:cubicBezTo>
                    <a:lnTo>
                      <a:pt x="16884" y="3000"/>
                    </a:lnTo>
                    <a:lnTo>
                      <a:pt x="18600" y="4714"/>
                    </a:lnTo>
                    <a:cubicBezTo>
                      <a:pt x="18598" y="4718"/>
                      <a:pt x="18597" y="4722"/>
                      <a:pt x="18595" y="4726"/>
                    </a:cubicBezTo>
                    <a:lnTo>
                      <a:pt x="18060" y="5617"/>
                    </a:lnTo>
                    <a:cubicBezTo>
                      <a:pt x="17876" y="5924"/>
                      <a:pt x="17873" y="6305"/>
                      <a:pt x="18053" y="6615"/>
                    </a:cubicBezTo>
                    <a:cubicBezTo>
                      <a:pt x="18421" y="7249"/>
                      <a:pt x="18703" y="7928"/>
                      <a:pt x="18892" y="8634"/>
                    </a:cubicBezTo>
                    <a:cubicBezTo>
                      <a:pt x="18984" y="8979"/>
                      <a:pt x="19256" y="9247"/>
                      <a:pt x="19602" y="9333"/>
                    </a:cubicBezTo>
                    <a:lnTo>
                      <a:pt x="20618" y="9587"/>
                    </a:lnTo>
                    <a:cubicBezTo>
                      <a:pt x="20618" y="9587"/>
                      <a:pt x="20618" y="12013"/>
                      <a:pt x="20618" y="12013"/>
                    </a:cubicBezTo>
                    <a:close/>
                    <a:moveTo>
                      <a:pt x="20880" y="8641"/>
                    </a:moveTo>
                    <a:lnTo>
                      <a:pt x="19841" y="8380"/>
                    </a:lnTo>
                    <a:cubicBezTo>
                      <a:pt x="19626" y="7580"/>
                      <a:pt x="19308" y="6822"/>
                      <a:pt x="18902" y="6122"/>
                    </a:cubicBezTo>
                    <a:lnTo>
                      <a:pt x="19455" y="5201"/>
                    </a:lnTo>
                    <a:cubicBezTo>
                      <a:pt x="19625" y="4871"/>
                      <a:pt x="19736" y="4463"/>
                      <a:pt x="19455" y="4182"/>
                    </a:cubicBezTo>
                    <a:lnTo>
                      <a:pt x="17419" y="2146"/>
                    </a:lnTo>
                    <a:cubicBezTo>
                      <a:pt x="17292" y="2018"/>
                      <a:pt x="17136" y="1968"/>
                      <a:pt x="16975" y="1968"/>
                    </a:cubicBezTo>
                    <a:cubicBezTo>
                      <a:pt x="16778" y="1968"/>
                      <a:pt x="16572" y="2043"/>
                      <a:pt x="16400" y="2146"/>
                    </a:cubicBezTo>
                    <a:lnTo>
                      <a:pt x="15473" y="2702"/>
                    </a:lnTo>
                    <a:cubicBezTo>
                      <a:pt x="14775" y="2298"/>
                      <a:pt x="14020" y="1982"/>
                      <a:pt x="13222" y="1768"/>
                    </a:cubicBezTo>
                    <a:lnTo>
                      <a:pt x="12960" y="720"/>
                    </a:lnTo>
                    <a:cubicBezTo>
                      <a:pt x="12848" y="367"/>
                      <a:pt x="12638" y="0"/>
                      <a:pt x="12240" y="0"/>
                    </a:cubicBezTo>
                    <a:lnTo>
                      <a:pt x="9360" y="0"/>
                    </a:lnTo>
                    <a:cubicBezTo>
                      <a:pt x="8962" y="0"/>
                      <a:pt x="8730" y="367"/>
                      <a:pt x="8640" y="720"/>
                    </a:cubicBezTo>
                    <a:lnTo>
                      <a:pt x="8378" y="1768"/>
                    </a:lnTo>
                    <a:cubicBezTo>
                      <a:pt x="7580" y="1982"/>
                      <a:pt x="6825" y="2298"/>
                      <a:pt x="6127" y="2702"/>
                    </a:cubicBezTo>
                    <a:lnTo>
                      <a:pt x="5200" y="2146"/>
                    </a:lnTo>
                    <a:cubicBezTo>
                      <a:pt x="5028" y="2043"/>
                      <a:pt x="4822" y="1968"/>
                      <a:pt x="4625" y="1968"/>
                    </a:cubicBezTo>
                    <a:cubicBezTo>
                      <a:pt x="4464" y="1968"/>
                      <a:pt x="4308" y="2018"/>
                      <a:pt x="4181" y="2146"/>
                    </a:cubicBezTo>
                    <a:lnTo>
                      <a:pt x="2145" y="4182"/>
                    </a:lnTo>
                    <a:cubicBezTo>
                      <a:pt x="1864" y="4463"/>
                      <a:pt x="1975" y="4871"/>
                      <a:pt x="2145" y="5201"/>
                    </a:cubicBezTo>
                    <a:lnTo>
                      <a:pt x="2698" y="6122"/>
                    </a:lnTo>
                    <a:cubicBezTo>
                      <a:pt x="2292" y="6822"/>
                      <a:pt x="1973" y="7580"/>
                      <a:pt x="1759" y="8380"/>
                    </a:cubicBezTo>
                    <a:lnTo>
                      <a:pt x="720" y="8641"/>
                    </a:lnTo>
                    <a:cubicBezTo>
                      <a:pt x="367" y="8730"/>
                      <a:pt x="0" y="8963"/>
                      <a:pt x="0" y="9361"/>
                    </a:cubicBezTo>
                    <a:lnTo>
                      <a:pt x="0" y="12240"/>
                    </a:lnTo>
                    <a:cubicBezTo>
                      <a:pt x="0" y="12638"/>
                      <a:pt x="367" y="12848"/>
                      <a:pt x="720" y="12960"/>
                    </a:cubicBezTo>
                    <a:lnTo>
                      <a:pt x="1759" y="13220"/>
                    </a:lnTo>
                    <a:cubicBezTo>
                      <a:pt x="1973" y="14021"/>
                      <a:pt x="2292" y="14778"/>
                      <a:pt x="2698" y="15479"/>
                    </a:cubicBezTo>
                    <a:lnTo>
                      <a:pt x="2145" y="16400"/>
                    </a:lnTo>
                    <a:cubicBezTo>
                      <a:pt x="1959" y="16714"/>
                      <a:pt x="1864" y="17138"/>
                      <a:pt x="2145" y="17419"/>
                    </a:cubicBezTo>
                    <a:lnTo>
                      <a:pt x="4181" y="19455"/>
                    </a:lnTo>
                    <a:cubicBezTo>
                      <a:pt x="4305" y="19579"/>
                      <a:pt x="4454" y="19627"/>
                      <a:pt x="4610" y="19627"/>
                    </a:cubicBezTo>
                    <a:cubicBezTo>
                      <a:pt x="4807" y="19627"/>
                      <a:pt x="5016" y="19550"/>
                      <a:pt x="5200" y="19455"/>
                    </a:cubicBezTo>
                    <a:lnTo>
                      <a:pt x="6127" y="18899"/>
                    </a:lnTo>
                    <a:cubicBezTo>
                      <a:pt x="6825" y="19303"/>
                      <a:pt x="7580" y="19619"/>
                      <a:pt x="8378" y="19832"/>
                    </a:cubicBezTo>
                    <a:lnTo>
                      <a:pt x="8640" y="20880"/>
                    </a:lnTo>
                    <a:cubicBezTo>
                      <a:pt x="8730" y="21233"/>
                      <a:pt x="8962" y="21600"/>
                      <a:pt x="9360" y="21600"/>
                    </a:cubicBezTo>
                    <a:lnTo>
                      <a:pt x="12240" y="21600"/>
                    </a:lnTo>
                    <a:cubicBezTo>
                      <a:pt x="12638" y="21600"/>
                      <a:pt x="12848" y="21233"/>
                      <a:pt x="12960" y="20880"/>
                    </a:cubicBezTo>
                    <a:lnTo>
                      <a:pt x="13222" y="19832"/>
                    </a:lnTo>
                    <a:cubicBezTo>
                      <a:pt x="14020" y="19619"/>
                      <a:pt x="14775" y="19303"/>
                      <a:pt x="15473" y="18899"/>
                    </a:cubicBezTo>
                    <a:lnTo>
                      <a:pt x="16400" y="19455"/>
                    </a:lnTo>
                    <a:cubicBezTo>
                      <a:pt x="16584" y="19550"/>
                      <a:pt x="16793" y="19627"/>
                      <a:pt x="16990" y="19627"/>
                    </a:cubicBezTo>
                    <a:cubicBezTo>
                      <a:pt x="17146" y="19627"/>
                      <a:pt x="17294" y="19579"/>
                      <a:pt x="17419" y="19455"/>
                    </a:cubicBezTo>
                    <a:lnTo>
                      <a:pt x="19455" y="17419"/>
                    </a:lnTo>
                    <a:cubicBezTo>
                      <a:pt x="19736" y="17138"/>
                      <a:pt x="19641" y="16714"/>
                      <a:pt x="19455" y="16400"/>
                    </a:cubicBezTo>
                    <a:lnTo>
                      <a:pt x="18902" y="15479"/>
                    </a:lnTo>
                    <a:cubicBezTo>
                      <a:pt x="19308" y="14778"/>
                      <a:pt x="19626" y="14021"/>
                      <a:pt x="19841" y="13220"/>
                    </a:cubicBezTo>
                    <a:lnTo>
                      <a:pt x="20880" y="12960"/>
                    </a:lnTo>
                    <a:cubicBezTo>
                      <a:pt x="21233" y="12848"/>
                      <a:pt x="21600" y="12638"/>
                      <a:pt x="21600" y="12240"/>
                    </a:cubicBezTo>
                    <a:lnTo>
                      <a:pt x="21600" y="9361"/>
                    </a:lnTo>
                    <a:cubicBezTo>
                      <a:pt x="21600" y="8963"/>
                      <a:pt x="21233" y="8730"/>
                      <a:pt x="20880" y="8641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8100" lIns="38100" spcFirstLastPara="1" rIns="38100" wrap="square" tIns="38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444" name="Google Shape;444;p31"/>
              <p:cNvSpPr/>
              <p:nvPr/>
            </p:nvSpPr>
            <p:spPr>
              <a:xfrm>
                <a:off x="2221837" y="1608143"/>
                <a:ext cx="371736" cy="304128"/>
              </a:xfrm>
              <a:custGeom>
                <a:rect b="b" l="l" r="r" t="t"/>
                <a:pathLst>
                  <a:path extrusionOk="0" h="21600" w="21600">
                    <a:moveTo>
                      <a:pt x="5400" y="6001"/>
                    </a:moveTo>
                    <a:lnTo>
                      <a:pt x="8345" y="6001"/>
                    </a:lnTo>
                    <a:cubicBezTo>
                      <a:pt x="8617" y="6001"/>
                      <a:pt x="8836" y="5732"/>
                      <a:pt x="8836" y="5400"/>
                    </a:cubicBezTo>
                    <a:cubicBezTo>
                      <a:pt x="8836" y="5070"/>
                      <a:pt x="8617" y="4800"/>
                      <a:pt x="8345" y="4800"/>
                    </a:cubicBezTo>
                    <a:lnTo>
                      <a:pt x="5400" y="4800"/>
                    </a:lnTo>
                    <a:cubicBezTo>
                      <a:pt x="5129" y="4800"/>
                      <a:pt x="4909" y="5070"/>
                      <a:pt x="4909" y="5400"/>
                    </a:cubicBezTo>
                    <a:cubicBezTo>
                      <a:pt x="4909" y="5732"/>
                      <a:pt x="5129" y="6001"/>
                      <a:pt x="5400" y="6001"/>
                    </a:cubicBezTo>
                    <a:moveTo>
                      <a:pt x="20618" y="20400"/>
                    </a:moveTo>
                    <a:lnTo>
                      <a:pt x="18655" y="20400"/>
                    </a:lnTo>
                    <a:lnTo>
                      <a:pt x="18655" y="18000"/>
                    </a:lnTo>
                    <a:cubicBezTo>
                      <a:pt x="18926" y="18000"/>
                      <a:pt x="19145" y="17732"/>
                      <a:pt x="19145" y="17400"/>
                    </a:cubicBezTo>
                    <a:cubicBezTo>
                      <a:pt x="19145" y="17070"/>
                      <a:pt x="18926" y="16801"/>
                      <a:pt x="18655" y="16801"/>
                    </a:cubicBezTo>
                    <a:lnTo>
                      <a:pt x="18655" y="3601"/>
                    </a:lnTo>
                    <a:lnTo>
                      <a:pt x="20618" y="3601"/>
                    </a:lnTo>
                    <a:cubicBezTo>
                      <a:pt x="20618" y="3601"/>
                      <a:pt x="20618" y="20400"/>
                      <a:pt x="20618" y="20400"/>
                    </a:cubicBezTo>
                    <a:close/>
                    <a:moveTo>
                      <a:pt x="17673" y="16801"/>
                    </a:moveTo>
                    <a:cubicBezTo>
                      <a:pt x="17401" y="16801"/>
                      <a:pt x="17182" y="17070"/>
                      <a:pt x="17182" y="17400"/>
                    </a:cubicBezTo>
                    <a:cubicBezTo>
                      <a:pt x="17182" y="17732"/>
                      <a:pt x="17401" y="18000"/>
                      <a:pt x="17673" y="18000"/>
                    </a:cubicBezTo>
                    <a:lnTo>
                      <a:pt x="17673" y="20400"/>
                    </a:lnTo>
                    <a:lnTo>
                      <a:pt x="3927" y="20400"/>
                    </a:lnTo>
                    <a:lnTo>
                      <a:pt x="3927" y="18000"/>
                    </a:lnTo>
                    <a:cubicBezTo>
                      <a:pt x="4199" y="18000"/>
                      <a:pt x="4418" y="17732"/>
                      <a:pt x="4418" y="17400"/>
                    </a:cubicBezTo>
                    <a:cubicBezTo>
                      <a:pt x="4418" y="17070"/>
                      <a:pt x="4199" y="16801"/>
                      <a:pt x="3927" y="16801"/>
                    </a:cubicBezTo>
                    <a:lnTo>
                      <a:pt x="3927" y="3601"/>
                    </a:lnTo>
                    <a:lnTo>
                      <a:pt x="17673" y="3601"/>
                    </a:lnTo>
                    <a:cubicBezTo>
                      <a:pt x="17673" y="3601"/>
                      <a:pt x="17673" y="16801"/>
                      <a:pt x="17673" y="16801"/>
                    </a:cubicBezTo>
                    <a:close/>
                    <a:moveTo>
                      <a:pt x="2945" y="16801"/>
                    </a:moveTo>
                    <a:cubicBezTo>
                      <a:pt x="2674" y="16801"/>
                      <a:pt x="2455" y="17070"/>
                      <a:pt x="2455" y="17400"/>
                    </a:cubicBezTo>
                    <a:cubicBezTo>
                      <a:pt x="2455" y="17732"/>
                      <a:pt x="2674" y="18000"/>
                      <a:pt x="2945" y="18000"/>
                    </a:cubicBezTo>
                    <a:lnTo>
                      <a:pt x="2945" y="20400"/>
                    </a:lnTo>
                    <a:lnTo>
                      <a:pt x="982" y="20400"/>
                    </a:lnTo>
                    <a:lnTo>
                      <a:pt x="982" y="3601"/>
                    </a:lnTo>
                    <a:lnTo>
                      <a:pt x="2945" y="3601"/>
                    </a:lnTo>
                    <a:cubicBezTo>
                      <a:pt x="2945" y="3601"/>
                      <a:pt x="2945" y="16801"/>
                      <a:pt x="2945" y="16801"/>
                    </a:cubicBezTo>
                    <a:close/>
                    <a:moveTo>
                      <a:pt x="8836" y="1200"/>
                    </a:moveTo>
                    <a:lnTo>
                      <a:pt x="12764" y="1200"/>
                    </a:lnTo>
                    <a:cubicBezTo>
                      <a:pt x="13305" y="1200"/>
                      <a:pt x="13745" y="1738"/>
                      <a:pt x="13745" y="2400"/>
                    </a:cubicBezTo>
                    <a:lnTo>
                      <a:pt x="7855" y="2400"/>
                    </a:lnTo>
                    <a:cubicBezTo>
                      <a:pt x="7855" y="1738"/>
                      <a:pt x="8295" y="1200"/>
                      <a:pt x="8836" y="1200"/>
                    </a:cubicBezTo>
                    <a:moveTo>
                      <a:pt x="20618" y="2400"/>
                    </a:moveTo>
                    <a:lnTo>
                      <a:pt x="14727" y="2400"/>
                    </a:lnTo>
                    <a:cubicBezTo>
                      <a:pt x="14727" y="1075"/>
                      <a:pt x="13848" y="0"/>
                      <a:pt x="12764" y="0"/>
                    </a:cubicBezTo>
                    <a:lnTo>
                      <a:pt x="8836" y="0"/>
                    </a:lnTo>
                    <a:cubicBezTo>
                      <a:pt x="7752" y="0"/>
                      <a:pt x="6873" y="1075"/>
                      <a:pt x="6873" y="2400"/>
                    </a:cubicBezTo>
                    <a:lnTo>
                      <a:pt x="982" y="2400"/>
                    </a:lnTo>
                    <a:cubicBezTo>
                      <a:pt x="439" y="2400"/>
                      <a:pt x="0" y="2938"/>
                      <a:pt x="0" y="3601"/>
                    </a:cubicBezTo>
                    <a:lnTo>
                      <a:pt x="0" y="20400"/>
                    </a:lnTo>
                    <a:cubicBezTo>
                      <a:pt x="0" y="21063"/>
                      <a:pt x="439" y="21600"/>
                      <a:pt x="982" y="21600"/>
                    </a:cubicBezTo>
                    <a:lnTo>
                      <a:pt x="20618" y="21600"/>
                    </a:lnTo>
                    <a:cubicBezTo>
                      <a:pt x="21160" y="21600"/>
                      <a:pt x="21600" y="21063"/>
                      <a:pt x="21600" y="20400"/>
                    </a:cubicBezTo>
                    <a:lnTo>
                      <a:pt x="21600" y="3601"/>
                    </a:lnTo>
                    <a:cubicBezTo>
                      <a:pt x="21600" y="2938"/>
                      <a:pt x="21160" y="2400"/>
                      <a:pt x="20618" y="2400"/>
                    </a:cubicBezTo>
                    <a:moveTo>
                      <a:pt x="5400" y="8400"/>
                    </a:moveTo>
                    <a:lnTo>
                      <a:pt x="6382" y="8400"/>
                    </a:lnTo>
                    <a:cubicBezTo>
                      <a:pt x="6653" y="8400"/>
                      <a:pt x="6873" y="8132"/>
                      <a:pt x="6873" y="7800"/>
                    </a:cubicBezTo>
                    <a:cubicBezTo>
                      <a:pt x="6873" y="7470"/>
                      <a:pt x="6653" y="7200"/>
                      <a:pt x="6382" y="7200"/>
                    </a:cubicBezTo>
                    <a:lnTo>
                      <a:pt x="5400" y="7200"/>
                    </a:lnTo>
                    <a:cubicBezTo>
                      <a:pt x="5129" y="7200"/>
                      <a:pt x="4909" y="7470"/>
                      <a:pt x="4909" y="7800"/>
                    </a:cubicBezTo>
                    <a:cubicBezTo>
                      <a:pt x="4909" y="8132"/>
                      <a:pt x="5129" y="8400"/>
                      <a:pt x="5400" y="840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8100" lIns="38100" spcFirstLastPara="1" rIns="38100" wrap="square" tIns="38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445" name="Google Shape;445;p31"/>
              <p:cNvSpPr/>
              <p:nvPr/>
            </p:nvSpPr>
            <p:spPr>
              <a:xfrm>
                <a:off x="4085413" y="5159554"/>
                <a:ext cx="371736" cy="337986"/>
              </a:xfrm>
              <a:custGeom>
                <a:rect b="b" l="l" r="r" t="t"/>
                <a:pathLst>
                  <a:path extrusionOk="0" h="21600" w="21600">
                    <a:moveTo>
                      <a:pt x="1016" y="20520"/>
                    </a:moveTo>
                    <a:cubicBezTo>
                      <a:pt x="1258" y="18675"/>
                      <a:pt x="2752" y="17922"/>
                      <a:pt x="4191" y="17361"/>
                    </a:cubicBezTo>
                    <a:cubicBezTo>
                      <a:pt x="5156" y="17087"/>
                      <a:pt x="6884" y="15971"/>
                      <a:pt x="6884" y="13567"/>
                    </a:cubicBezTo>
                    <a:cubicBezTo>
                      <a:pt x="6884" y="11509"/>
                      <a:pt x="6113" y="10507"/>
                      <a:pt x="5698" y="9969"/>
                    </a:cubicBezTo>
                    <a:cubicBezTo>
                      <a:pt x="5646" y="9901"/>
                      <a:pt x="5599" y="9842"/>
                      <a:pt x="5562" y="9785"/>
                    </a:cubicBezTo>
                    <a:cubicBezTo>
                      <a:pt x="5550" y="9768"/>
                      <a:pt x="5538" y="9751"/>
                      <a:pt x="5526" y="9734"/>
                    </a:cubicBezTo>
                    <a:cubicBezTo>
                      <a:pt x="5491" y="9662"/>
                      <a:pt x="5297" y="9177"/>
                      <a:pt x="5553" y="8011"/>
                    </a:cubicBezTo>
                    <a:cubicBezTo>
                      <a:pt x="5604" y="7777"/>
                      <a:pt x="5583" y="7531"/>
                      <a:pt x="5493" y="7311"/>
                    </a:cubicBezTo>
                    <a:cubicBezTo>
                      <a:pt x="5249" y="6721"/>
                      <a:pt x="4603" y="5151"/>
                      <a:pt x="5035" y="3987"/>
                    </a:cubicBezTo>
                    <a:cubicBezTo>
                      <a:pt x="5619" y="2410"/>
                      <a:pt x="6140" y="2098"/>
                      <a:pt x="7085" y="1642"/>
                    </a:cubicBezTo>
                    <a:cubicBezTo>
                      <a:pt x="7132" y="1619"/>
                      <a:pt x="7177" y="1592"/>
                      <a:pt x="7220" y="1562"/>
                    </a:cubicBezTo>
                    <a:cubicBezTo>
                      <a:pt x="7458" y="1393"/>
                      <a:pt x="8233" y="1080"/>
                      <a:pt x="9029" y="1080"/>
                    </a:cubicBezTo>
                    <a:cubicBezTo>
                      <a:pt x="9467" y="1080"/>
                      <a:pt x="9840" y="1171"/>
                      <a:pt x="10137" y="1353"/>
                    </a:cubicBezTo>
                    <a:cubicBezTo>
                      <a:pt x="10491" y="1569"/>
                      <a:pt x="10825" y="1968"/>
                      <a:pt x="11308" y="3213"/>
                    </a:cubicBezTo>
                    <a:cubicBezTo>
                      <a:pt x="11991" y="4974"/>
                      <a:pt x="11820" y="6477"/>
                      <a:pt x="11347" y="7186"/>
                    </a:cubicBezTo>
                    <a:cubicBezTo>
                      <a:pt x="11175" y="7442"/>
                      <a:pt x="11116" y="7769"/>
                      <a:pt x="11184" y="8078"/>
                    </a:cubicBezTo>
                    <a:cubicBezTo>
                      <a:pt x="11422" y="9163"/>
                      <a:pt x="11247" y="9602"/>
                      <a:pt x="11210" y="9679"/>
                    </a:cubicBezTo>
                    <a:cubicBezTo>
                      <a:pt x="11181" y="9712"/>
                      <a:pt x="11153" y="9748"/>
                      <a:pt x="11129" y="9785"/>
                    </a:cubicBezTo>
                    <a:cubicBezTo>
                      <a:pt x="11091" y="9842"/>
                      <a:pt x="11044" y="9901"/>
                      <a:pt x="10992" y="9969"/>
                    </a:cubicBezTo>
                    <a:cubicBezTo>
                      <a:pt x="10578" y="10507"/>
                      <a:pt x="9806" y="11509"/>
                      <a:pt x="9806" y="13567"/>
                    </a:cubicBezTo>
                    <a:cubicBezTo>
                      <a:pt x="9806" y="15971"/>
                      <a:pt x="11535" y="17087"/>
                      <a:pt x="12500" y="17361"/>
                    </a:cubicBezTo>
                    <a:cubicBezTo>
                      <a:pt x="13925" y="17915"/>
                      <a:pt x="15432" y="18664"/>
                      <a:pt x="15675" y="20520"/>
                    </a:cubicBezTo>
                    <a:cubicBezTo>
                      <a:pt x="15675" y="20520"/>
                      <a:pt x="1016" y="20520"/>
                      <a:pt x="1016" y="20520"/>
                    </a:cubicBezTo>
                    <a:close/>
                    <a:moveTo>
                      <a:pt x="12782" y="16326"/>
                    </a:moveTo>
                    <a:cubicBezTo>
                      <a:pt x="12782" y="16326"/>
                      <a:pt x="10788" y="15813"/>
                      <a:pt x="10788" y="13567"/>
                    </a:cubicBezTo>
                    <a:cubicBezTo>
                      <a:pt x="10788" y="11595"/>
                      <a:pt x="11607" y="10900"/>
                      <a:pt x="11923" y="10420"/>
                    </a:cubicBezTo>
                    <a:cubicBezTo>
                      <a:pt x="11923" y="10420"/>
                      <a:pt x="12573" y="9806"/>
                      <a:pt x="12138" y="7825"/>
                    </a:cubicBezTo>
                    <a:cubicBezTo>
                      <a:pt x="12863" y="6739"/>
                      <a:pt x="12999" y="4821"/>
                      <a:pt x="12211" y="2789"/>
                    </a:cubicBezTo>
                    <a:cubicBezTo>
                      <a:pt x="11716" y="1513"/>
                      <a:pt x="11279" y="815"/>
                      <a:pt x="10613" y="409"/>
                    </a:cubicBezTo>
                    <a:cubicBezTo>
                      <a:pt x="10124" y="111"/>
                      <a:pt x="9569" y="0"/>
                      <a:pt x="9029" y="0"/>
                    </a:cubicBezTo>
                    <a:cubicBezTo>
                      <a:pt x="8023" y="0"/>
                      <a:pt x="7070" y="384"/>
                      <a:pt x="6690" y="653"/>
                    </a:cubicBezTo>
                    <a:cubicBezTo>
                      <a:pt x="5576" y="1192"/>
                      <a:pt x="4828" y="1688"/>
                      <a:pt x="4126" y="3579"/>
                    </a:cubicBezTo>
                    <a:cubicBezTo>
                      <a:pt x="3556" y="5114"/>
                      <a:pt x="4241" y="6891"/>
                      <a:pt x="4598" y="7757"/>
                    </a:cubicBezTo>
                    <a:cubicBezTo>
                      <a:pt x="4163" y="9739"/>
                      <a:pt x="4767" y="10420"/>
                      <a:pt x="4767" y="10420"/>
                    </a:cubicBezTo>
                    <a:cubicBezTo>
                      <a:pt x="5083" y="10900"/>
                      <a:pt x="5903" y="11595"/>
                      <a:pt x="5903" y="13567"/>
                    </a:cubicBezTo>
                    <a:cubicBezTo>
                      <a:pt x="5903" y="15813"/>
                      <a:pt x="3909" y="16326"/>
                      <a:pt x="3909" y="16326"/>
                    </a:cubicBezTo>
                    <a:cubicBezTo>
                      <a:pt x="2642" y="16816"/>
                      <a:pt x="0" y="17821"/>
                      <a:pt x="0" y="21060"/>
                    </a:cubicBezTo>
                    <a:cubicBezTo>
                      <a:pt x="0" y="21060"/>
                      <a:pt x="0" y="21600"/>
                      <a:pt x="491" y="21600"/>
                    </a:cubicBezTo>
                    <a:lnTo>
                      <a:pt x="16200" y="21600"/>
                    </a:lnTo>
                    <a:cubicBezTo>
                      <a:pt x="16691" y="21600"/>
                      <a:pt x="16691" y="21060"/>
                      <a:pt x="16691" y="21060"/>
                    </a:cubicBezTo>
                    <a:cubicBezTo>
                      <a:pt x="16691" y="17821"/>
                      <a:pt x="14048" y="16816"/>
                      <a:pt x="12782" y="16326"/>
                    </a:cubicBezTo>
                    <a:moveTo>
                      <a:pt x="18035" y="15773"/>
                    </a:moveTo>
                    <a:cubicBezTo>
                      <a:pt x="18035" y="15773"/>
                      <a:pt x="16217" y="15311"/>
                      <a:pt x="16217" y="13290"/>
                    </a:cubicBezTo>
                    <a:cubicBezTo>
                      <a:pt x="16217" y="11514"/>
                      <a:pt x="17087" y="10889"/>
                      <a:pt x="17376" y="10458"/>
                    </a:cubicBezTo>
                    <a:cubicBezTo>
                      <a:pt x="17376" y="10458"/>
                      <a:pt x="17968" y="9905"/>
                      <a:pt x="17572" y="8122"/>
                    </a:cubicBezTo>
                    <a:cubicBezTo>
                      <a:pt x="18232" y="7145"/>
                      <a:pt x="18387" y="5419"/>
                      <a:pt x="17669" y="3589"/>
                    </a:cubicBezTo>
                    <a:cubicBezTo>
                      <a:pt x="17218" y="2442"/>
                      <a:pt x="16666" y="1814"/>
                      <a:pt x="16059" y="1448"/>
                    </a:cubicBezTo>
                    <a:cubicBezTo>
                      <a:pt x="15612" y="1179"/>
                      <a:pt x="15107" y="1081"/>
                      <a:pt x="14614" y="1081"/>
                    </a:cubicBezTo>
                    <a:cubicBezTo>
                      <a:pt x="13880" y="1081"/>
                      <a:pt x="13182" y="1301"/>
                      <a:pt x="12753" y="1513"/>
                    </a:cubicBezTo>
                    <a:cubicBezTo>
                      <a:pt x="12878" y="1781"/>
                      <a:pt x="12997" y="2064"/>
                      <a:pt x="13115" y="2365"/>
                    </a:cubicBezTo>
                    <a:cubicBezTo>
                      <a:pt x="13131" y="2408"/>
                      <a:pt x="13143" y="2453"/>
                      <a:pt x="13159" y="2496"/>
                    </a:cubicBezTo>
                    <a:cubicBezTo>
                      <a:pt x="13436" y="2360"/>
                      <a:pt x="13994" y="2159"/>
                      <a:pt x="14614" y="2159"/>
                    </a:cubicBezTo>
                    <a:cubicBezTo>
                      <a:pt x="15001" y="2159"/>
                      <a:pt x="15328" y="2239"/>
                      <a:pt x="15588" y="2396"/>
                    </a:cubicBezTo>
                    <a:cubicBezTo>
                      <a:pt x="15893" y="2579"/>
                      <a:pt x="16347" y="2947"/>
                      <a:pt x="16767" y="4018"/>
                    </a:cubicBezTo>
                    <a:cubicBezTo>
                      <a:pt x="17366" y="5540"/>
                      <a:pt x="17207" y="6853"/>
                      <a:pt x="16784" y="7478"/>
                    </a:cubicBezTo>
                    <a:cubicBezTo>
                      <a:pt x="16610" y="7736"/>
                      <a:pt x="16549" y="8066"/>
                      <a:pt x="16618" y="8379"/>
                    </a:cubicBezTo>
                    <a:cubicBezTo>
                      <a:pt x="16817" y="9273"/>
                      <a:pt x="16689" y="9648"/>
                      <a:pt x="16656" y="9723"/>
                    </a:cubicBezTo>
                    <a:cubicBezTo>
                      <a:pt x="16631" y="9753"/>
                      <a:pt x="16607" y="9785"/>
                      <a:pt x="16584" y="9819"/>
                    </a:cubicBezTo>
                    <a:cubicBezTo>
                      <a:pt x="16565" y="9848"/>
                      <a:pt x="16497" y="9929"/>
                      <a:pt x="16447" y="9988"/>
                    </a:cubicBezTo>
                    <a:cubicBezTo>
                      <a:pt x="16023" y="10487"/>
                      <a:pt x="15236" y="11418"/>
                      <a:pt x="15236" y="13290"/>
                    </a:cubicBezTo>
                    <a:cubicBezTo>
                      <a:pt x="15236" y="15520"/>
                      <a:pt x="16851" y="16555"/>
                      <a:pt x="17757" y="16810"/>
                    </a:cubicBezTo>
                    <a:cubicBezTo>
                      <a:pt x="19050" y="17306"/>
                      <a:pt x="20311" y="17925"/>
                      <a:pt x="20570" y="19439"/>
                    </a:cubicBezTo>
                    <a:lnTo>
                      <a:pt x="17464" y="19439"/>
                    </a:lnTo>
                    <a:cubicBezTo>
                      <a:pt x="17553" y="19773"/>
                      <a:pt x="17615" y="20131"/>
                      <a:pt x="17645" y="20519"/>
                    </a:cubicBezTo>
                    <a:lnTo>
                      <a:pt x="21152" y="20519"/>
                    </a:lnTo>
                    <a:cubicBezTo>
                      <a:pt x="21600" y="20519"/>
                      <a:pt x="21600" y="20034"/>
                      <a:pt x="21600" y="20034"/>
                    </a:cubicBezTo>
                    <a:cubicBezTo>
                      <a:pt x="21600" y="17119"/>
                      <a:pt x="19191" y="16215"/>
                      <a:pt x="18035" y="15773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8100" lIns="38100" spcFirstLastPara="1" rIns="38100" wrap="square" tIns="38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sp>
          <p:nvSpPr>
            <p:cNvPr id="446" name="Google Shape;446;p31"/>
            <p:cNvSpPr txBox="1"/>
            <p:nvPr/>
          </p:nvSpPr>
          <p:spPr>
            <a:xfrm>
              <a:off x="3328409" y="1941608"/>
              <a:ext cx="1711800" cy="67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Sky blue is a color of hope and romance. It symbolizes divinity.</a:t>
              </a:r>
              <a:endParaRPr/>
            </a:p>
          </p:txBody>
        </p:sp>
        <p:sp>
          <p:nvSpPr>
            <p:cNvPr id="447" name="Google Shape;447;p31"/>
            <p:cNvSpPr txBox="1"/>
            <p:nvPr/>
          </p:nvSpPr>
          <p:spPr>
            <a:xfrm>
              <a:off x="1399924" y="5020741"/>
              <a:ext cx="1556100" cy="8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95959"/>
                  </a:solidFill>
                  <a:latin typeface="Lora"/>
                  <a:ea typeface="Lora"/>
                  <a:cs typeface="Lora"/>
                  <a:sym typeface="Lora"/>
                </a:rPr>
                <a:t>Yellow is a color of happiness, friendliness, and warning. </a:t>
              </a:r>
              <a:endParaRPr b="0" i="0" sz="1100" u="none" cap="none" strike="noStrike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448" name="Google Shape;448;p31"/>
            <p:cNvSpPr txBox="1"/>
            <p:nvPr/>
          </p:nvSpPr>
          <p:spPr>
            <a:xfrm>
              <a:off x="5317974" y="5020741"/>
              <a:ext cx="1556100" cy="8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Red is a color of passion, aggression, and importance.</a:t>
              </a:r>
              <a:endParaRPr/>
            </a:p>
          </p:txBody>
        </p:sp>
        <p:sp>
          <p:nvSpPr>
            <p:cNvPr id="449" name="Google Shape;449;p31"/>
            <p:cNvSpPr txBox="1"/>
            <p:nvPr/>
          </p:nvSpPr>
          <p:spPr>
            <a:xfrm>
              <a:off x="7297199" y="1743989"/>
              <a:ext cx="1556100" cy="8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95959"/>
                  </a:solidFill>
                  <a:latin typeface="Lora"/>
                  <a:ea typeface="Lora"/>
                  <a:cs typeface="Lora"/>
                  <a:sym typeface="Lora"/>
                </a:rPr>
                <a:t>Blue is a color of serenity, trustworthiness, and welcome.</a:t>
              </a:r>
              <a:endParaRPr b="0" i="0" sz="1000" u="none" cap="none" strike="noStrike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450" name="Google Shape;450;p31"/>
            <p:cNvSpPr txBox="1"/>
            <p:nvPr/>
          </p:nvSpPr>
          <p:spPr>
            <a:xfrm>
              <a:off x="9205239" y="5020741"/>
              <a:ext cx="1711800" cy="67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Green is a color of nature, stability, and prosperity.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5" name="Google Shape;455;p32"/>
          <p:cNvGrpSpPr/>
          <p:nvPr/>
        </p:nvGrpSpPr>
        <p:grpSpPr>
          <a:xfrm>
            <a:off x="-25132" y="2332566"/>
            <a:ext cx="12217284" cy="3263904"/>
            <a:chOff x="0" y="1993900"/>
            <a:chExt cx="12217284" cy="3263904"/>
          </a:xfrm>
        </p:grpSpPr>
        <p:sp>
          <p:nvSpPr>
            <p:cNvPr id="456" name="Google Shape;456;p32"/>
            <p:cNvSpPr/>
            <p:nvPr/>
          </p:nvSpPr>
          <p:spPr>
            <a:xfrm>
              <a:off x="0" y="5111660"/>
              <a:ext cx="12217284" cy="27534"/>
            </a:xfrm>
            <a:custGeom>
              <a:rect b="b" l="l" r="r" t="t"/>
              <a:pathLst>
                <a:path extrusionOk="0" h="644" w="285751">
                  <a:moveTo>
                    <a:pt x="0" y="1"/>
                  </a:moveTo>
                  <a:lnTo>
                    <a:pt x="0" y="644"/>
                  </a:lnTo>
                  <a:lnTo>
                    <a:pt x="285750" y="644"/>
                  </a:lnTo>
                  <a:lnTo>
                    <a:pt x="28575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32"/>
            <p:cNvSpPr/>
            <p:nvPr/>
          </p:nvSpPr>
          <p:spPr>
            <a:xfrm>
              <a:off x="853503" y="2339515"/>
              <a:ext cx="1777625" cy="2271915"/>
            </a:xfrm>
            <a:custGeom>
              <a:rect b="b" l="l" r="r" t="t"/>
              <a:pathLst>
                <a:path extrusionOk="0" h="53138" w="41577">
                  <a:moveTo>
                    <a:pt x="2334" y="0"/>
                  </a:moveTo>
                  <a:cubicBezTo>
                    <a:pt x="1048" y="0"/>
                    <a:pt x="0" y="1036"/>
                    <a:pt x="0" y="2322"/>
                  </a:cubicBezTo>
                  <a:lnTo>
                    <a:pt x="0" y="50804"/>
                  </a:lnTo>
                  <a:cubicBezTo>
                    <a:pt x="0" y="50899"/>
                    <a:pt x="12" y="50983"/>
                    <a:pt x="12" y="51066"/>
                  </a:cubicBezTo>
                  <a:cubicBezTo>
                    <a:pt x="36" y="51280"/>
                    <a:pt x="96" y="51495"/>
                    <a:pt x="179" y="51697"/>
                  </a:cubicBezTo>
                  <a:cubicBezTo>
                    <a:pt x="524" y="52543"/>
                    <a:pt x="1358" y="53138"/>
                    <a:pt x="2334" y="53138"/>
                  </a:cubicBezTo>
                  <a:lnTo>
                    <a:pt x="39255" y="53138"/>
                  </a:lnTo>
                  <a:cubicBezTo>
                    <a:pt x="40541" y="53138"/>
                    <a:pt x="41577" y="52090"/>
                    <a:pt x="41577" y="50804"/>
                  </a:cubicBezTo>
                  <a:lnTo>
                    <a:pt x="41577" y="2322"/>
                  </a:lnTo>
                  <a:cubicBezTo>
                    <a:pt x="41577" y="1036"/>
                    <a:pt x="40541" y="0"/>
                    <a:pt x="39255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32"/>
            <p:cNvSpPr/>
            <p:nvPr/>
          </p:nvSpPr>
          <p:spPr>
            <a:xfrm>
              <a:off x="853503" y="4466218"/>
              <a:ext cx="1777625" cy="145110"/>
            </a:xfrm>
            <a:custGeom>
              <a:rect b="b" l="l" r="r" t="t"/>
              <a:pathLst>
                <a:path extrusionOk="0" h="3394" w="41577">
                  <a:moveTo>
                    <a:pt x="0" y="1"/>
                  </a:moveTo>
                  <a:lnTo>
                    <a:pt x="0" y="1060"/>
                  </a:lnTo>
                  <a:cubicBezTo>
                    <a:pt x="0" y="1155"/>
                    <a:pt x="12" y="1239"/>
                    <a:pt x="12" y="1322"/>
                  </a:cubicBezTo>
                  <a:cubicBezTo>
                    <a:pt x="36" y="1536"/>
                    <a:pt x="96" y="1751"/>
                    <a:pt x="179" y="1953"/>
                  </a:cubicBezTo>
                  <a:cubicBezTo>
                    <a:pt x="524" y="2799"/>
                    <a:pt x="1358" y="3394"/>
                    <a:pt x="2334" y="3394"/>
                  </a:cubicBezTo>
                  <a:lnTo>
                    <a:pt x="39255" y="3394"/>
                  </a:lnTo>
                  <a:cubicBezTo>
                    <a:pt x="40541" y="3394"/>
                    <a:pt x="41577" y="2346"/>
                    <a:pt x="41577" y="1060"/>
                  </a:cubicBezTo>
                  <a:lnTo>
                    <a:pt x="41577" y="1"/>
                  </a:lnTo>
                  <a:cubicBezTo>
                    <a:pt x="41577" y="1286"/>
                    <a:pt x="40541" y="2322"/>
                    <a:pt x="39255" y="2322"/>
                  </a:cubicBezTo>
                  <a:lnTo>
                    <a:pt x="2334" y="2322"/>
                  </a:lnTo>
                  <a:cubicBezTo>
                    <a:pt x="1358" y="2322"/>
                    <a:pt x="524" y="1727"/>
                    <a:pt x="179" y="882"/>
                  </a:cubicBezTo>
                  <a:cubicBezTo>
                    <a:pt x="96" y="691"/>
                    <a:pt x="36" y="477"/>
                    <a:pt x="12" y="263"/>
                  </a:cubicBezTo>
                  <a:cubicBezTo>
                    <a:pt x="12" y="167"/>
                    <a:pt x="0" y="8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32"/>
            <p:cNvSpPr/>
            <p:nvPr/>
          </p:nvSpPr>
          <p:spPr>
            <a:xfrm>
              <a:off x="853503" y="2294197"/>
              <a:ext cx="1225829" cy="631791"/>
            </a:xfrm>
            <a:custGeom>
              <a:rect b="b" l="l" r="r" t="t"/>
              <a:pathLst>
                <a:path extrusionOk="0" h="14777" w="28671">
                  <a:moveTo>
                    <a:pt x="84" y="1"/>
                  </a:moveTo>
                  <a:cubicBezTo>
                    <a:pt x="60" y="167"/>
                    <a:pt x="48" y="322"/>
                    <a:pt x="36" y="489"/>
                  </a:cubicBezTo>
                  <a:cubicBezTo>
                    <a:pt x="12" y="727"/>
                    <a:pt x="0" y="965"/>
                    <a:pt x="0" y="1203"/>
                  </a:cubicBezTo>
                  <a:lnTo>
                    <a:pt x="0" y="13693"/>
                  </a:lnTo>
                  <a:lnTo>
                    <a:pt x="0" y="13967"/>
                  </a:lnTo>
                  <a:cubicBezTo>
                    <a:pt x="0" y="13967"/>
                    <a:pt x="0" y="14550"/>
                    <a:pt x="0" y="14776"/>
                  </a:cubicBezTo>
                  <a:cubicBezTo>
                    <a:pt x="1286" y="9716"/>
                    <a:pt x="9561" y="8835"/>
                    <a:pt x="12680" y="8764"/>
                  </a:cubicBezTo>
                  <a:cubicBezTo>
                    <a:pt x="12930" y="8756"/>
                    <a:pt x="13149" y="8753"/>
                    <a:pt x="13329" y="8753"/>
                  </a:cubicBezTo>
                  <a:cubicBezTo>
                    <a:pt x="13689" y="8753"/>
                    <a:pt x="13895" y="8764"/>
                    <a:pt x="13895" y="8764"/>
                  </a:cubicBezTo>
                  <a:lnTo>
                    <a:pt x="21241" y="8764"/>
                  </a:lnTo>
                  <a:cubicBezTo>
                    <a:pt x="25265" y="8764"/>
                    <a:pt x="28623" y="5311"/>
                    <a:pt x="28671" y="977"/>
                  </a:cubicBezTo>
                  <a:cubicBezTo>
                    <a:pt x="28671" y="846"/>
                    <a:pt x="28671" y="715"/>
                    <a:pt x="28671" y="584"/>
                  </a:cubicBezTo>
                  <a:lnTo>
                    <a:pt x="28671" y="572"/>
                  </a:lnTo>
                  <a:cubicBezTo>
                    <a:pt x="28671" y="548"/>
                    <a:pt x="28671" y="513"/>
                    <a:pt x="28671" y="489"/>
                  </a:cubicBezTo>
                  <a:cubicBezTo>
                    <a:pt x="28659" y="394"/>
                    <a:pt x="28659" y="298"/>
                    <a:pt x="28647" y="215"/>
                  </a:cubicBezTo>
                  <a:cubicBezTo>
                    <a:pt x="28647" y="144"/>
                    <a:pt x="28635" y="72"/>
                    <a:pt x="2863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32"/>
            <p:cNvSpPr/>
            <p:nvPr/>
          </p:nvSpPr>
          <p:spPr>
            <a:xfrm>
              <a:off x="852990" y="1993900"/>
              <a:ext cx="1226342" cy="896957"/>
            </a:xfrm>
            <a:custGeom>
              <a:rect b="b" l="l" r="r" t="t"/>
              <a:pathLst>
                <a:path extrusionOk="0" h="20979" w="28683">
                  <a:moveTo>
                    <a:pt x="7644" y="0"/>
                  </a:moveTo>
                  <a:cubicBezTo>
                    <a:pt x="3656" y="0"/>
                    <a:pt x="381" y="3060"/>
                    <a:pt x="48" y="6965"/>
                  </a:cubicBezTo>
                  <a:cubicBezTo>
                    <a:pt x="24" y="7179"/>
                    <a:pt x="12" y="7406"/>
                    <a:pt x="12" y="7632"/>
                  </a:cubicBezTo>
                  <a:lnTo>
                    <a:pt x="12" y="20717"/>
                  </a:lnTo>
                  <a:cubicBezTo>
                    <a:pt x="12" y="20800"/>
                    <a:pt x="0" y="20895"/>
                    <a:pt x="12" y="20979"/>
                  </a:cubicBezTo>
                  <a:cubicBezTo>
                    <a:pt x="417" y="15431"/>
                    <a:pt x="9371" y="14716"/>
                    <a:pt x="12692" y="14633"/>
                  </a:cubicBezTo>
                  <a:cubicBezTo>
                    <a:pt x="12942" y="14629"/>
                    <a:pt x="13161" y="14627"/>
                    <a:pt x="13341" y="14627"/>
                  </a:cubicBezTo>
                  <a:cubicBezTo>
                    <a:pt x="13701" y="14627"/>
                    <a:pt x="13907" y="14633"/>
                    <a:pt x="13907" y="14633"/>
                  </a:cubicBezTo>
                  <a:lnTo>
                    <a:pt x="21253" y="14633"/>
                  </a:lnTo>
                  <a:cubicBezTo>
                    <a:pt x="25218" y="14633"/>
                    <a:pt x="28528" y="11537"/>
                    <a:pt x="28683" y="7608"/>
                  </a:cubicBezTo>
                  <a:lnTo>
                    <a:pt x="28683" y="7596"/>
                  </a:lnTo>
                  <a:cubicBezTo>
                    <a:pt x="28683" y="7537"/>
                    <a:pt x="28683" y="7477"/>
                    <a:pt x="28683" y="7418"/>
                  </a:cubicBezTo>
                  <a:cubicBezTo>
                    <a:pt x="28683" y="7287"/>
                    <a:pt x="28683" y="7156"/>
                    <a:pt x="28683" y="7025"/>
                  </a:cubicBezTo>
                  <a:cubicBezTo>
                    <a:pt x="28683" y="7013"/>
                    <a:pt x="28683" y="6989"/>
                    <a:pt x="28683" y="6965"/>
                  </a:cubicBezTo>
                  <a:cubicBezTo>
                    <a:pt x="28492" y="3084"/>
                    <a:pt x="25289" y="0"/>
                    <a:pt x="2137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228600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rPr>
                <a:t>20XX</a:t>
              </a:r>
              <a:endParaRPr/>
            </a:p>
          </p:txBody>
        </p:sp>
        <p:sp>
          <p:nvSpPr>
            <p:cNvPr id="461" name="Google Shape;461;p32"/>
            <p:cNvSpPr/>
            <p:nvPr/>
          </p:nvSpPr>
          <p:spPr>
            <a:xfrm>
              <a:off x="950724" y="4611279"/>
              <a:ext cx="1583688" cy="127837"/>
            </a:xfrm>
            <a:custGeom>
              <a:rect b="b" l="l" r="r" t="t"/>
              <a:pathLst>
                <a:path extrusionOk="0" h="2990" w="37041">
                  <a:moveTo>
                    <a:pt x="0" y="1"/>
                  </a:moveTo>
                  <a:cubicBezTo>
                    <a:pt x="0" y="1656"/>
                    <a:pt x="1334" y="2989"/>
                    <a:pt x="2989" y="2989"/>
                  </a:cubicBezTo>
                  <a:lnTo>
                    <a:pt x="34040" y="2989"/>
                  </a:lnTo>
                  <a:cubicBezTo>
                    <a:pt x="35695" y="2989"/>
                    <a:pt x="37041" y="1656"/>
                    <a:pt x="3704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32"/>
            <p:cNvSpPr/>
            <p:nvPr/>
          </p:nvSpPr>
          <p:spPr>
            <a:xfrm>
              <a:off x="1582446" y="4937569"/>
              <a:ext cx="319722" cy="320235"/>
            </a:xfrm>
            <a:custGeom>
              <a:rect b="b" l="l" r="r" t="t"/>
              <a:pathLst>
                <a:path extrusionOk="0" h="7490" w="7478">
                  <a:moveTo>
                    <a:pt x="3739" y="1"/>
                  </a:moveTo>
                  <a:cubicBezTo>
                    <a:pt x="1667" y="1"/>
                    <a:pt x="0" y="1680"/>
                    <a:pt x="0" y="3751"/>
                  </a:cubicBezTo>
                  <a:cubicBezTo>
                    <a:pt x="0" y="5811"/>
                    <a:pt x="1667" y="7490"/>
                    <a:pt x="3739" y="7490"/>
                  </a:cubicBezTo>
                  <a:cubicBezTo>
                    <a:pt x="5810" y="7490"/>
                    <a:pt x="7477" y="5811"/>
                    <a:pt x="7477" y="3751"/>
                  </a:cubicBezTo>
                  <a:cubicBezTo>
                    <a:pt x="7477" y="1680"/>
                    <a:pt x="5810" y="1"/>
                    <a:pt x="37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32"/>
            <p:cNvSpPr/>
            <p:nvPr/>
          </p:nvSpPr>
          <p:spPr>
            <a:xfrm>
              <a:off x="1650598" y="4993063"/>
              <a:ext cx="208773" cy="209243"/>
            </a:xfrm>
            <a:custGeom>
              <a:rect b="b" l="l" r="r" t="t"/>
              <a:pathLst>
                <a:path extrusionOk="0" h="4894" w="4883">
                  <a:moveTo>
                    <a:pt x="2442" y="1"/>
                  </a:moveTo>
                  <a:cubicBezTo>
                    <a:pt x="1096" y="1"/>
                    <a:pt x="1" y="1096"/>
                    <a:pt x="1" y="2453"/>
                  </a:cubicBezTo>
                  <a:cubicBezTo>
                    <a:pt x="1" y="3799"/>
                    <a:pt x="1096" y="4894"/>
                    <a:pt x="2442" y="4894"/>
                  </a:cubicBezTo>
                  <a:cubicBezTo>
                    <a:pt x="3787" y="4894"/>
                    <a:pt x="4882" y="3799"/>
                    <a:pt x="4882" y="2453"/>
                  </a:cubicBezTo>
                  <a:cubicBezTo>
                    <a:pt x="4882" y="1096"/>
                    <a:pt x="3787" y="1"/>
                    <a:pt x="24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32"/>
            <p:cNvSpPr/>
            <p:nvPr/>
          </p:nvSpPr>
          <p:spPr>
            <a:xfrm>
              <a:off x="1593134" y="4739067"/>
              <a:ext cx="298857" cy="287143"/>
            </a:xfrm>
            <a:custGeom>
              <a:rect b="b" l="l" r="r" t="t"/>
              <a:pathLst>
                <a:path extrusionOk="0" h="6716" w="6990">
                  <a:moveTo>
                    <a:pt x="0" y="0"/>
                  </a:moveTo>
                  <a:lnTo>
                    <a:pt x="3489" y="6715"/>
                  </a:lnTo>
                  <a:lnTo>
                    <a:pt x="698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32"/>
            <p:cNvSpPr/>
            <p:nvPr/>
          </p:nvSpPr>
          <p:spPr>
            <a:xfrm>
              <a:off x="3829101" y="4937569"/>
              <a:ext cx="320235" cy="320235"/>
            </a:xfrm>
            <a:custGeom>
              <a:rect b="b" l="l" r="r" t="t"/>
              <a:pathLst>
                <a:path extrusionOk="0" h="7490" w="7490">
                  <a:moveTo>
                    <a:pt x="3739" y="1"/>
                  </a:moveTo>
                  <a:cubicBezTo>
                    <a:pt x="1679" y="1"/>
                    <a:pt x="0" y="1680"/>
                    <a:pt x="0" y="3751"/>
                  </a:cubicBezTo>
                  <a:cubicBezTo>
                    <a:pt x="0" y="5811"/>
                    <a:pt x="1679" y="7490"/>
                    <a:pt x="3739" y="7490"/>
                  </a:cubicBezTo>
                  <a:cubicBezTo>
                    <a:pt x="5811" y="7490"/>
                    <a:pt x="7489" y="5811"/>
                    <a:pt x="7489" y="3751"/>
                  </a:cubicBezTo>
                  <a:cubicBezTo>
                    <a:pt x="7489" y="1680"/>
                    <a:pt x="5811" y="1"/>
                    <a:pt x="37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32"/>
            <p:cNvSpPr/>
            <p:nvPr/>
          </p:nvSpPr>
          <p:spPr>
            <a:xfrm>
              <a:off x="3884593" y="4993063"/>
              <a:ext cx="209243" cy="209243"/>
            </a:xfrm>
            <a:custGeom>
              <a:rect b="b" l="l" r="r" t="t"/>
              <a:pathLst>
                <a:path extrusionOk="0" h="4894" w="4894">
                  <a:moveTo>
                    <a:pt x="2441" y="1"/>
                  </a:moveTo>
                  <a:cubicBezTo>
                    <a:pt x="1096" y="1"/>
                    <a:pt x="0" y="1096"/>
                    <a:pt x="0" y="2453"/>
                  </a:cubicBezTo>
                  <a:cubicBezTo>
                    <a:pt x="0" y="3799"/>
                    <a:pt x="1096" y="4894"/>
                    <a:pt x="2441" y="4894"/>
                  </a:cubicBezTo>
                  <a:cubicBezTo>
                    <a:pt x="3798" y="4894"/>
                    <a:pt x="4894" y="3799"/>
                    <a:pt x="4894" y="2453"/>
                  </a:cubicBezTo>
                  <a:cubicBezTo>
                    <a:pt x="4894" y="1096"/>
                    <a:pt x="3798" y="1"/>
                    <a:pt x="24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32"/>
            <p:cNvSpPr/>
            <p:nvPr/>
          </p:nvSpPr>
          <p:spPr>
            <a:xfrm>
              <a:off x="3100158" y="2339515"/>
              <a:ext cx="1777667" cy="2271915"/>
            </a:xfrm>
            <a:custGeom>
              <a:rect b="b" l="l" r="r" t="t"/>
              <a:pathLst>
                <a:path extrusionOk="0" h="53138" w="41578">
                  <a:moveTo>
                    <a:pt x="2334" y="0"/>
                  </a:moveTo>
                  <a:cubicBezTo>
                    <a:pt x="1048" y="0"/>
                    <a:pt x="1" y="1036"/>
                    <a:pt x="1" y="2322"/>
                  </a:cubicBezTo>
                  <a:lnTo>
                    <a:pt x="1" y="50804"/>
                  </a:lnTo>
                  <a:cubicBezTo>
                    <a:pt x="1" y="50899"/>
                    <a:pt x="13" y="50983"/>
                    <a:pt x="24" y="51066"/>
                  </a:cubicBezTo>
                  <a:cubicBezTo>
                    <a:pt x="48" y="51280"/>
                    <a:pt x="96" y="51495"/>
                    <a:pt x="179" y="51697"/>
                  </a:cubicBezTo>
                  <a:cubicBezTo>
                    <a:pt x="524" y="52543"/>
                    <a:pt x="1358" y="53138"/>
                    <a:pt x="2334" y="53138"/>
                  </a:cubicBezTo>
                  <a:lnTo>
                    <a:pt x="39256" y="53138"/>
                  </a:lnTo>
                  <a:cubicBezTo>
                    <a:pt x="40541" y="53138"/>
                    <a:pt x="41577" y="52090"/>
                    <a:pt x="41577" y="50804"/>
                  </a:cubicBezTo>
                  <a:lnTo>
                    <a:pt x="41577" y="2322"/>
                  </a:lnTo>
                  <a:cubicBezTo>
                    <a:pt x="41577" y="1036"/>
                    <a:pt x="40541" y="0"/>
                    <a:pt x="39256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32"/>
            <p:cNvSpPr/>
            <p:nvPr/>
          </p:nvSpPr>
          <p:spPr>
            <a:xfrm>
              <a:off x="3100158" y="4466218"/>
              <a:ext cx="1777667" cy="145110"/>
            </a:xfrm>
            <a:custGeom>
              <a:rect b="b" l="l" r="r" t="t"/>
              <a:pathLst>
                <a:path extrusionOk="0" h="3394" w="41578">
                  <a:moveTo>
                    <a:pt x="1" y="1"/>
                  </a:moveTo>
                  <a:lnTo>
                    <a:pt x="1" y="1060"/>
                  </a:lnTo>
                  <a:cubicBezTo>
                    <a:pt x="1" y="1155"/>
                    <a:pt x="13" y="1239"/>
                    <a:pt x="24" y="1322"/>
                  </a:cubicBezTo>
                  <a:cubicBezTo>
                    <a:pt x="48" y="1536"/>
                    <a:pt x="96" y="1751"/>
                    <a:pt x="179" y="1953"/>
                  </a:cubicBezTo>
                  <a:cubicBezTo>
                    <a:pt x="524" y="2799"/>
                    <a:pt x="1358" y="3394"/>
                    <a:pt x="2334" y="3394"/>
                  </a:cubicBezTo>
                  <a:lnTo>
                    <a:pt x="39256" y="3394"/>
                  </a:lnTo>
                  <a:cubicBezTo>
                    <a:pt x="40541" y="3394"/>
                    <a:pt x="41577" y="2346"/>
                    <a:pt x="41577" y="1060"/>
                  </a:cubicBezTo>
                  <a:lnTo>
                    <a:pt x="41577" y="1"/>
                  </a:lnTo>
                  <a:cubicBezTo>
                    <a:pt x="41577" y="1286"/>
                    <a:pt x="40541" y="2322"/>
                    <a:pt x="39256" y="2322"/>
                  </a:cubicBezTo>
                  <a:lnTo>
                    <a:pt x="2334" y="2322"/>
                  </a:lnTo>
                  <a:cubicBezTo>
                    <a:pt x="1358" y="2322"/>
                    <a:pt x="524" y="1727"/>
                    <a:pt x="179" y="882"/>
                  </a:cubicBezTo>
                  <a:cubicBezTo>
                    <a:pt x="96" y="691"/>
                    <a:pt x="48" y="477"/>
                    <a:pt x="24" y="263"/>
                  </a:cubicBezTo>
                  <a:cubicBezTo>
                    <a:pt x="13" y="167"/>
                    <a:pt x="1" y="8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32"/>
            <p:cNvSpPr/>
            <p:nvPr/>
          </p:nvSpPr>
          <p:spPr>
            <a:xfrm>
              <a:off x="3100158" y="2294197"/>
              <a:ext cx="1226342" cy="631791"/>
            </a:xfrm>
            <a:custGeom>
              <a:rect b="b" l="l" r="r" t="t"/>
              <a:pathLst>
                <a:path extrusionOk="0" h="14777" w="28683">
                  <a:moveTo>
                    <a:pt x="84" y="1"/>
                  </a:moveTo>
                  <a:cubicBezTo>
                    <a:pt x="60" y="167"/>
                    <a:pt x="48" y="322"/>
                    <a:pt x="36" y="489"/>
                  </a:cubicBezTo>
                  <a:cubicBezTo>
                    <a:pt x="13" y="727"/>
                    <a:pt x="1" y="965"/>
                    <a:pt x="1" y="1203"/>
                  </a:cubicBezTo>
                  <a:lnTo>
                    <a:pt x="1" y="13693"/>
                  </a:lnTo>
                  <a:lnTo>
                    <a:pt x="1" y="13967"/>
                  </a:lnTo>
                  <a:cubicBezTo>
                    <a:pt x="1" y="13967"/>
                    <a:pt x="1" y="14550"/>
                    <a:pt x="1" y="14776"/>
                  </a:cubicBezTo>
                  <a:cubicBezTo>
                    <a:pt x="1298" y="9716"/>
                    <a:pt x="9561" y="8835"/>
                    <a:pt x="12681" y="8764"/>
                  </a:cubicBezTo>
                  <a:cubicBezTo>
                    <a:pt x="12935" y="8756"/>
                    <a:pt x="13156" y="8753"/>
                    <a:pt x="13337" y="8753"/>
                  </a:cubicBezTo>
                  <a:cubicBezTo>
                    <a:pt x="13701" y="8753"/>
                    <a:pt x="13907" y="8764"/>
                    <a:pt x="13907" y="8764"/>
                  </a:cubicBezTo>
                  <a:lnTo>
                    <a:pt x="21253" y="8764"/>
                  </a:lnTo>
                  <a:cubicBezTo>
                    <a:pt x="25278" y="8764"/>
                    <a:pt x="28623" y="5311"/>
                    <a:pt x="28671" y="977"/>
                  </a:cubicBezTo>
                  <a:cubicBezTo>
                    <a:pt x="28683" y="846"/>
                    <a:pt x="28683" y="715"/>
                    <a:pt x="28671" y="584"/>
                  </a:cubicBezTo>
                  <a:lnTo>
                    <a:pt x="28671" y="572"/>
                  </a:lnTo>
                  <a:cubicBezTo>
                    <a:pt x="28671" y="548"/>
                    <a:pt x="28671" y="513"/>
                    <a:pt x="28671" y="489"/>
                  </a:cubicBezTo>
                  <a:cubicBezTo>
                    <a:pt x="28671" y="394"/>
                    <a:pt x="28659" y="298"/>
                    <a:pt x="28647" y="215"/>
                  </a:cubicBezTo>
                  <a:cubicBezTo>
                    <a:pt x="28647" y="144"/>
                    <a:pt x="28635" y="72"/>
                    <a:pt x="2863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32"/>
            <p:cNvSpPr/>
            <p:nvPr/>
          </p:nvSpPr>
          <p:spPr>
            <a:xfrm>
              <a:off x="3100158" y="1993900"/>
              <a:ext cx="1226342" cy="896957"/>
            </a:xfrm>
            <a:custGeom>
              <a:rect b="b" l="l" r="r" t="t"/>
              <a:pathLst>
                <a:path extrusionOk="0" h="20979" w="28683">
                  <a:moveTo>
                    <a:pt x="7633" y="0"/>
                  </a:moveTo>
                  <a:cubicBezTo>
                    <a:pt x="3644" y="0"/>
                    <a:pt x="370" y="3060"/>
                    <a:pt x="36" y="6965"/>
                  </a:cubicBezTo>
                  <a:cubicBezTo>
                    <a:pt x="13" y="7179"/>
                    <a:pt x="1" y="7406"/>
                    <a:pt x="1" y="7632"/>
                  </a:cubicBezTo>
                  <a:lnTo>
                    <a:pt x="1" y="20717"/>
                  </a:lnTo>
                  <a:cubicBezTo>
                    <a:pt x="1" y="20800"/>
                    <a:pt x="1" y="20895"/>
                    <a:pt x="1" y="20979"/>
                  </a:cubicBezTo>
                  <a:cubicBezTo>
                    <a:pt x="405" y="15431"/>
                    <a:pt x="9359" y="14716"/>
                    <a:pt x="12681" y="14633"/>
                  </a:cubicBezTo>
                  <a:cubicBezTo>
                    <a:pt x="12935" y="14629"/>
                    <a:pt x="13156" y="14627"/>
                    <a:pt x="13337" y="14627"/>
                  </a:cubicBezTo>
                  <a:cubicBezTo>
                    <a:pt x="13701" y="14627"/>
                    <a:pt x="13907" y="14633"/>
                    <a:pt x="13907" y="14633"/>
                  </a:cubicBezTo>
                  <a:lnTo>
                    <a:pt x="21253" y="14633"/>
                  </a:lnTo>
                  <a:cubicBezTo>
                    <a:pt x="25206" y="14633"/>
                    <a:pt x="28516" y="11537"/>
                    <a:pt x="28671" y="7608"/>
                  </a:cubicBezTo>
                  <a:lnTo>
                    <a:pt x="28671" y="7596"/>
                  </a:lnTo>
                  <a:cubicBezTo>
                    <a:pt x="28671" y="7537"/>
                    <a:pt x="28671" y="7477"/>
                    <a:pt x="28671" y="7418"/>
                  </a:cubicBezTo>
                  <a:cubicBezTo>
                    <a:pt x="28683" y="7287"/>
                    <a:pt x="28671" y="7156"/>
                    <a:pt x="28671" y="7025"/>
                  </a:cubicBezTo>
                  <a:cubicBezTo>
                    <a:pt x="28671" y="7013"/>
                    <a:pt x="28671" y="6989"/>
                    <a:pt x="28671" y="6965"/>
                  </a:cubicBezTo>
                  <a:cubicBezTo>
                    <a:pt x="28492" y="3084"/>
                    <a:pt x="25289" y="0"/>
                    <a:pt x="213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228600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rPr>
                <a:t>20XX</a:t>
              </a:r>
              <a:endParaRPr/>
            </a:p>
          </p:txBody>
        </p:sp>
        <p:sp>
          <p:nvSpPr>
            <p:cNvPr id="471" name="Google Shape;471;p32"/>
            <p:cNvSpPr/>
            <p:nvPr/>
          </p:nvSpPr>
          <p:spPr>
            <a:xfrm>
              <a:off x="3197378" y="4611279"/>
              <a:ext cx="1583731" cy="127837"/>
            </a:xfrm>
            <a:custGeom>
              <a:rect b="b" l="l" r="r" t="t"/>
              <a:pathLst>
                <a:path extrusionOk="0" h="2990" w="37042">
                  <a:moveTo>
                    <a:pt x="1" y="1"/>
                  </a:moveTo>
                  <a:cubicBezTo>
                    <a:pt x="1" y="1656"/>
                    <a:pt x="1334" y="2989"/>
                    <a:pt x="2989" y="2989"/>
                  </a:cubicBezTo>
                  <a:lnTo>
                    <a:pt x="34041" y="2989"/>
                  </a:lnTo>
                  <a:cubicBezTo>
                    <a:pt x="35696" y="2989"/>
                    <a:pt x="37041" y="1656"/>
                    <a:pt x="370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32"/>
            <p:cNvSpPr/>
            <p:nvPr/>
          </p:nvSpPr>
          <p:spPr>
            <a:xfrm>
              <a:off x="3839788" y="4739067"/>
              <a:ext cx="298857" cy="287143"/>
            </a:xfrm>
            <a:custGeom>
              <a:rect b="b" l="l" r="r" t="t"/>
              <a:pathLst>
                <a:path extrusionOk="0" h="6716" w="6990">
                  <a:moveTo>
                    <a:pt x="0" y="0"/>
                  </a:moveTo>
                  <a:lnTo>
                    <a:pt x="3489" y="6715"/>
                  </a:lnTo>
                  <a:lnTo>
                    <a:pt x="69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32"/>
            <p:cNvSpPr/>
            <p:nvPr/>
          </p:nvSpPr>
          <p:spPr>
            <a:xfrm>
              <a:off x="5347309" y="2339515"/>
              <a:ext cx="1777667" cy="2271915"/>
            </a:xfrm>
            <a:custGeom>
              <a:rect b="b" l="l" r="r" t="t"/>
              <a:pathLst>
                <a:path extrusionOk="0" h="53138" w="41578">
                  <a:moveTo>
                    <a:pt x="2323" y="0"/>
                  </a:moveTo>
                  <a:cubicBezTo>
                    <a:pt x="1037" y="0"/>
                    <a:pt x="1" y="1036"/>
                    <a:pt x="1" y="2322"/>
                  </a:cubicBezTo>
                  <a:lnTo>
                    <a:pt x="1" y="50804"/>
                  </a:lnTo>
                  <a:cubicBezTo>
                    <a:pt x="1" y="50899"/>
                    <a:pt x="1" y="50983"/>
                    <a:pt x="13" y="51066"/>
                  </a:cubicBezTo>
                  <a:cubicBezTo>
                    <a:pt x="37" y="51280"/>
                    <a:pt x="84" y="51495"/>
                    <a:pt x="168" y="51697"/>
                  </a:cubicBezTo>
                  <a:cubicBezTo>
                    <a:pt x="525" y="52543"/>
                    <a:pt x="1346" y="53138"/>
                    <a:pt x="2323" y="53138"/>
                  </a:cubicBezTo>
                  <a:lnTo>
                    <a:pt x="39244" y="53138"/>
                  </a:lnTo>
                  <a:cubicBezTo>
                    <a:pt x="40530" y="53138"/>
                    <a:pt x="41577" y="52090"/>
                    <a:pt x="41577" y="50804"/>
                  </a:cubicBezTo>
                  <a:lnTo>
                    <a:pt x="41577" y="2322"/>
                  </a:lnTo>
                  <a:cubicBezTo>
                    <a:pt x="41577" y="1036"/>
                    <a:pt x="40530" y="0"/>
                    <a:pt x="39244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32"/>
            <p:cNvSpPr/>
            <p:nvPr/>
          </p:nvSpPr>
          <p:spPr>
            <a:xfrm>
              <a:off x="5347309" y="4466218"/>
              <a:ext cx="1777667" cy="145110"/>
            </a:xfrm>
            <a:custGeom>
              <a:rect b="b" l="l" r="r" t="t"/>
              <a:pathLst>
                <a:path extrusionOk="0" h="3394" w="41578">
                  <a:moveTo>
                    <a:pt x="1" y="1"/>
                  </a:moveTo>
                  <a:lnTo>
                    <a:pt x="1" y="1060"/>
                  </a:lnTo>
                  <a:cubicBezTo>
                    <a:pt x="1" y="1155"/>
                    <a:pt x="1" y="1239"/>
                    <a:pt x="13" y="1322"/>
                  </a:cubicBezTo>
                  <a:cubicBezTo>
                    <a:pt x="37" y="1536"/>
                    <a:pt x="84" y="1751"/>
                    <a:pt x="168" y="1953"/>
                  </a:cubicBezTo>
                  <a:cubicBezTo>
                    <a:pt x="525" y="2799"/>
                    <a:pt x="1346" y="3394"/>
                    <a:pt x="2323" y="3394"/>
                  </a:cubicBezTo>
                  <a:lnTo>
                    <a:pt x="39244" y="3394"/>
                  </a:lnTo>
                  <a:cubicBezTo>
                    <a:pt x="40530" y="3394"/>
                    <a:pt x="41577" y="2346"/>
                    <a:pt x="41577" y="1060"/>
                  </a:cubicBezTo>
                  <a:lnTo>
                    <a:pt x="41577" y="1"/>
                  </a:lnTo>
                  <a:cubicBezTo>
                    <a:pt x="41577" y="1286"/>
                    <a:pt x="40530" y="2322"/>
                    <a:pt x="39244" y="2322"/>
                  </a:cubicBezTo>
                  <a:lnTo>
                    <a:pt x="2323" y="2322"/>
                  </a:lnTo>
                  <a:cubicBezTo>
                    <a:pt x="1346" y="2322"/>
                    <a:pt x="525" y="1727"/>
                    <a:pt x="168" y="882"/>
                  </a:cubicBezTo>
                  <a:cubicBezTo>
                    <a:pt x="84" y="691"/>
                    <a:pt x="37" y="477"/>
                    <a:pt x="13" y="263"/>
                  </a:cubicBezTo>
                  <a:cubicBezTo>
                    <a:pt x="1" y="167"/>
                    <a:pt x="1" y="8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32"/>
            <p:cNvSpPr/>
            <p:nvPr/>
          </p:nvSpPr>
          <p:spPr>
            <a:xfrm>
              <a:off x="5347309" y="2294197"/>
              <a:ext cx="1225871" cy="631791"/>
            </a:xfrm>
            <a:custGeom>
              <a:rect b="b" l="l" r="r" t="t"/>
              <a:pathLst>
                <a:path extrusionOk="0" h="14777" w="28672">
                  <a:moveTo>
                    <a:pt x="72" y="1"/>
                  </a:moveTo>
                  <a:cubicBezTo>
                    <a:pt x="60" y="167"/>
                    <a:pt x="37" y="322"/>
                    <a:pt x="25" y="489"/>
                  </a:cubicBezTo>
                  <a:cubicBezTo>
                    <a:pt x="1" y="727"/>
                    <a:pt x="1" y="965"/>
                    <a:pt x="1" y="1203"/>
                  </a:cubicBezTo>
                  <a:lnTo>
                    <a:pt x="1" y="13693"/>
                  </a:lnTo>
                  <a:lnTo>
                    <a:pt x="1" y="13967"/>
                  </a:lnTo>
                  <a:cubicBezTo>
                    <a:pt x="1" y="13967"/>
                    <a:pt x="1" y="14550"/>
                    <a:pt x="1" y="14776"/>
                  </a:cubicBezTo>
                  <a:cubicBezTo>
                    <a:pt x="1287" y="9716"/>
                    <a:pt x="9550" y="8835"/>
                    <a:pt x="12669" y="8764"/>
                  </a:cubicBezTo>
                  <a:cubicBezTo>
                    <a:pt x="12923" y="8756"/>
                    <a:pt x="13144" y="8753"/>
                    <a:pt x="13326" y="8753"/>
                  </a:cubicBezTo>
                  <a:cubicBezTo>
                    <a:pt x="13689" y="8753"/>
                    <a:pt x="13895" y="8764"/>
                    <a:pt x="13895" y="8764"/>
                  </a:cubicBezTo>
                  <a:lnTo>
                    <a:pt x="21242" y="8764"/>
                  </a:lnTo>
                  <a:cubicBezTo>
                    <a:pt x="25266" y="8764"/>
                    <a:pt x="28612" y="5311"/>
                    <a:pt x="28671" y="977"/>
                  </a:cubicBezTo>
                  <a:cubicBezTo>
                    <a:pt x="28671" y="846"/>
                    <a:pt x="28671" y="715"/>
                    <a:pt x="28659" y="584"/>
                  </a:cubicBezTo>
                  <a:lnTo>
                    <a:pt x="28659" y="572"/>
                  </a:lnTo>
                  <a:cubicBezTo>
                    <a:pt x="28659" y="548"/>
                    <a:pt x="28659" y="513"/>
                    <a:pt x="28659" y="489"/>
                  </a:cubicBezTo>
                  <a:cubicBezTo>
                    <a:pt x="28659" y="394"/>
                    <a:pt x="28647" y="298"/>
                    <a:pt x="28647" y="215"/>
                  </a:cubicBezTo>
                  <a:cubicBezTo>
                    <a:pt x="28635" y="144"/>
                    <a:pt x="28635" y="72"/>
                    <a:pt x="2862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32"/>
            <p:cNvSpPr/>
            <p:nvPr/>
          </p:nvSpPr>
          <p:spPr>
            <a:xfrm>
              <a:off x="5346796" y="1993900"/>
              <a:ext cx="1226384" cy="896957"/>
            </a:xfrm>
            <a:custGeom>
              <a:rect b="b" l="l" r="r" t="t"/>
              <a:pathLst>
                <a:path extrusionOk="0" h="20979" w="28684">
                  <a:moveTo>
                    <a:pt x="7633" y="0"/>
                  </a:moveTo>
                  <a:cubicBezTo>
                    <a:pt x="3644" y="0"/>
                    <a:pt x="370" y="3060"/>
                    <a:pt x="37" y="6965"/>
                  </a:cubicBezTo>
                  <a:cubicBezTo>
                    <a:pt x="13" y="7179"/>
                    <a:pt x="13" y="7406"/>
                    <a:pt x="13" y="7632"/>
                  </a:cubicBezTo>
                  <a:lnTo>
                    <a:pt x="13" y="20717"/>
                  </a:lnTo>
                  <a:cubicBezTo>
                    <a:pt x="13" y="20800"/>
                    <a:pt x="1" y="20895"/>
                    <a:pt x="13" y="20979"/>
                  </a:cubicBezTo>
                  <a:cubicBezTo>
                    <a:pt x="406" y="15431"/>
                    <a:pt x="9371" y="14716"/>
                    <a:pt x="12681" y="14633"/>
                  </a:cubicBezTo>
                  <a:cubicBezTo>
                    <a:pt x="12935" y="14629"/>
                    <a:pt x="13156" y="14627"/>
                    <a:pt x="13338" y="14627"/>
                  </a:cubicBezTo>
                  <a:cubicBezTo>
                    <a:pt x="13701" y="14627"/>
                    <a:pt x="13907" y="14633"/>
                    <a:pt x="13907" y="14633"/>
                  </a:cubicBezTo>
                  <a:lnTo>
                    <a:pt x="21254" y="14633"/>
                  </a:lnTo>
                  <a:cubicBezTo>
                    <a:pt x="25218" y="14633"/>
                    <a:pt x="28528" y="11537"/>
                    <a:pt x="28671" y="7608"/>
                  </a:cubicBezTo>
                  <a:lnTo>
                    <a:pt x="28671" y="7596"/>
                  </a:lnTo>
                  <a:cubicBezTo>
                    <a:pt x="28683" y="7537"/>
                    <a:pt x="28683" y="7477"/>
                    <a:pt x="28683" y="7418"/>
                  </a:cubicBezTo>
                  <a:cubicBezTo>
                    <a:pt x="28683" y="7287"/>
                    <a:pt x="28683" y="7156"/>
                    <a:pt x="28671" y="7025"/>
                  </a:cubicBezTo>
                  <a:cubicBezTo>
                    <a:pt x="28671" y="7013"/>
                    <a:pt x="28671" y="6989"/>
                    <a:pt x="28671" y="6965"/>
                  </a:cubicBezTo>
                  <a:cubicBezTo>
                    <a:pt x="28493" y="3084"/>
                    <a:pt x="25290" y="0"/>
                    <a:pt x="213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228600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rPr>
                <a:t>20XX</a:t>
              </a:r>
              <a:endParaRPr/>
            </a:p>
          </p:txBody>
        </p:sp>
        <p:sp>
          <p:nvSpPr>
            <p:cNvPr id="477" name="Google Shape;477;p32"/>
            <p:cNvSpPr/>
            <p:nvPr/>
          </p:nvSpPr>
          <p:spPr>
            <a:xfrm>
              <a:off x="5444060" y="4611279"/>
              <a:ext cx="1583688" cy="127837"/>
            </a:xfrm>
            <a:custGeom>
              <a:rect b="b" l="l" r="r" t="t"/>
              <a:pathLst>
                <a:path extrusionOk="0" h="2990" w="37041">
                  <a:moveTo>
                    <a:pt x="0" y="1"/>
                  </a:moveTo>
                  <a:cubicBezTo>
                    <a:pt x="0" y="1656"/>
                    <a:pt x="1345" y="2989"/>
                    <a:pt x="3000" y="2989"/>
                  </a:cubicBezTo>
                  <a:lnTo>
                    <a:pt x="34052" y="2989"/>
                  </a:lnTo>
                  <a:cubicBezTo>
                    <a:pt x="35707" y="2989"/>
                    <a:pt x="37040" y="1656"/>
                    <a:pt x="370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32"/>
            <p:cNvSpPr/>
            <p:nvPr/>
          </p:nvSpPr>
          <p:spPr>
            <a:xfrm>
              <a:off x="6075738" y="4937569"/>
              <a:ext cx="320235" cy="320235"/>
            </a:xfrm>
            <a:custGeom>
              <a:rect b="b" l="l" r="r" t="t"/>
              <a:pathLst>
                <a:path extrusionOk="0" h="7490" w="7490">
                  <a:moveTo>
                    <a:pt x="3751" y="1"/>
                  </a:moveTo>
                  <a:cubicBezTo>
                    <a:pt x="1679" y="1"/>
                    <a:pt x="1" y="1680"/>
                    <a:pt x="1" y="3751"/>
                  </a:cubicBezTo>
                  <a:cubicBezTo>
                    <a:pt x="1" y="5811"/>
                    <a:pt x="1679" y="7490"/>
                    <a:pt x="3751" y="7490"/>
                  </a:cubicBezTo>
                  <a:cubicBezTo>
                    <a:pt x="5811" y="7490"/>
                    <a:pt x="7490" y="5811"/>
                    <a:pt x="7490" y="3751"/>
                  </a:cubicBezTo>
                  <a:cubicBezTo>
                    <a:pt x="7490" y="1680"/>
                    <a:pt x="5811" y="1"/>
                    <a:pt x="37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32"/>
            <p:cNvSpPr/>
            <p:nvPr/>
          </p:nvSpPr>
          <p:spPr>
            <a:xfrm>
              <a:off x="6131232" y="4993063"/>
              <a:ext cx="209243" cy="209243"/>
            </a:xfrm>
            <a:custGeom>
              <a:rect b="b" l="l" r="r" t="t"/>
              <a:pathLst>
                <a:path extrusionOk="0" h="4894" w="4894">
                  <a:moveTo>
                    <a:pt x="2453" y="1"/>
                  </a:moveTo>
                  <a:cubicBezTo>
                    <a:pt x="1096" y="1"/>
                    <a:pt x="0" y="1096"/>
                    <a:pt x="0" y="2453"/>
                  </a:cubicBezTo>
                  <a:cubicBezTo>
                    <a:pt x="0" y="3799"/>
                    <a:pt x="1096" y="4894"/>
                    <a:pt x="2453" y="4894"/>
                  </a:cubicBezTo>
                  <a:cubicBezTo>
                    <a:pt x="3799" y="4894"/>
                    <a:pt x="4894" y="3799"/>
                    <a:pt x="4894" y="2453"/>
                  </a:cubicBezTo>
                  <a:cubicBezTo>
                    <a:pt x="4894" y="1096"/>
                    <a:pt x="3799" y="1"/>
                    <a:pt x="24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32"/>
            <p:cNvSpPr/>
            <p:nvPr/>
          </p:nvSpPr>
          <p:spPr>
            <a:xfrm>
              <a:off x="6086427" y="4739067"/>
              <a:ext cx="298857" cy="287143"/>
            </a:xfrm>
            <a:custGeom>
              <a:rect b="b" l="l" r="r" t="t"/>
              <a:pathLst>
                <a:path extrusionOk="0" h="6716" w="6990">
                  <a:moveTo>
                    <a:pt x="1" y="0"/>
                  </a:moveTo>
                  <a:lnTo>
                    <a:pt x="3501" y="6715"/>
                  </a:lnTo>
                  <a:lnTo>
                    <a:pt x="699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32"/>
            <p:cNvSpPr/>
            <p:nvPr/>
          </p:nvSpPr>
          <p:spPr>
            <a:xfrm>
              <a:off x="8323371" y="4937569"/>
              <a:ext cx="319722" cy="320235"/>
            </a:xfrm>
            <a:custGeom>
              <a:rect b="b" l="l" r="r" t="t"/>
              <a:pathLst>
                <a:path extrusionOk="0" h="7490" w="7478">
                  <a:moveTo>
                    <a:pt x="3739" y="1"/>
                  </a:moveTo>
                  <a:cubicBezTo>
                    <a:pt x="1668" y="1"/>
                    <a:pt x="1" y="1680"/>
                    <a:pt x="1" y="3751"/>
                  </a:cubicBezTo>
                  <a:cubicBezTo>
                    <a:pt x="1" y="5811"/>
                    <a:pt x="1668" y="7490"/>
                    <a:pt x="3739" y="7490"/>
                  </a:cubicBezTo>
                  <a:cubicBezTo>
                    <a:pt x="5799" y="7490"/>
                    <a:pt x="7478" y="5811"/>
                    <a:pt x="7478" y="3751"/>
                  </a:cubicBezTo>
                  <a:cubicBezTo>
                    <a:pt x="7478" y="1680"/>
                    <a:pt x="5799" y="1"/>
                    <a:pt x="37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32"/>
            <p:cNvSpPr/>
            <p:nvPr/>
          </p:nvSpPr>
          <p:spPr>
            <a:xfrm>
              <a:off x="8378865" y="4993063"/>
              <a:ext cx="208773" cy="209243"/>
            </a:xfrm>
            <a:custGeom>
              <a:rect b="b" l="l" r="r" t="t"/>
              <a:pathLst>
                <a:path extrusionOk="0" h="4894" w="4883">
                  <a:moveTo>
                    <a:pt x="2441" y="1"/>
                  </a:moveTo>
                  <a:cubicBezTo>
                    <a:pt x="1084" y="1"/>
                    <a:pt x="1" y="1096"/>
                    <a:pt x="1" y="2453"/>
                  </a:cubicBezTo>
                  <a:cubicBezTo>
                    <a:pt x="1" y="3799"/>
                    <a:pt x="1084" y="4894"/>
                    <a:pt x="2441" y="4894"/>
                  </a:cubicBezTo>
                  <a:cubicBezTo>
                    <a:pt x="3787" y="4894"/>
                    <a:pt x="4882" y="3799"/>
                    <a:pt x="4882" y="2453"/>
                  </a:cubicBezTo>
                  <a:cubicBezTo>
                    <a:pt x="4882" y="1096"/>
                    <a:pt x="3787" y="1"/>
                    <a:pt x="24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32"/>
            <p:cNvSpPr/>
            <p:nvPr/>
          </p:nvSpPr>
          <p:spPr>
            <a:xfrm>
              <a:off x="7594472" y="2339515"/>
              <a:ext cx="1777625" cy="2271915"/>
            </a:xfrm>
            <a:custGeom>
              <a:rect b="b" l="l" r="r" t="t"/>
              <a:pathLst>
                <a:path extrusionOk="0" h="53138" w="41577">
                  <a:moveTo>
                    <a:pt x="2322" y="0"/>
                  </a:moveTo>
                  <a:cubicBezTo>
                    <a:pt x="1036" y="0"/>
                    <a:pt x="0" y="1036"/>
                    <a:pt x="0" y="2322"/>
                  </a:cubicBezTo>
                  <a:lnTo>
                    <a:pt x="0" y="50804"/>
                  </a:lnTo>
                  <a:cubicBezTo>
                    <a:pt x="0" y="50899"/>
                    <a:pt x="0" y="50983"/>
                    <a:pt x="12" y="51066"/>
                  </a:cubicBezTo>
                  <a:cubicBezTo>
                    <a:pt x="36" y="51280"/>
                    <a:pt x="95" y="51495"/>
                    <a:pt x="179" y="51697"/>
                  </a:cubicBezTo>
                  <a:cubicBezTo>
                    <a:pt x="524" y="52543"/>
                    <a:pt x="1357" y="53138"/>
                    <a:pt x="2322" y="53138"/>
                  </a:cubicBezTo>
                  <a:lnTo>
                    <a:pt x="39243" y="53138"/>
                  </a:lnTo>
                  <a:cubicBezTo>
                    <a:pt x="40529" y="53138"/>
                    <a:pt x="41577" y="52090"/>
                    <a:pt x="41577" y="50804"/>
                  </a:cubicBezTo>
                  <a:lnTo>
                    <a:pt x="41577" y="2322"/>
                  </a:lnTo>
                  <a:cubicBezTo>
                    <a:pt x="41577" y="1036"/>
                    <a:pt x="40529" y="0"/>
                    <a:pt x="39243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32"/>
            <p:cNvSpPr/>
            <p:nvPr/>
          </p:nvSpPr>
          <p:spPr>
            <a:xfrm>
              <a:off x="7594472" y="4466218"/>
              <a:ext cx="1777625" cy="145110"/>
            </a:xfrm>
            <a:custGeom>
              <a:rect b="b" l="l" r="r" t="t"/>
              <a:pathLst>
                <a:path extrusionOk="0" h="3394" w="41577">
                  <a:moveTo>
                    <a:pt x="0" y="1"/>
                  </a:moveTo>
                  <a:lnTo>
                    <a:pt x="0" y="1060"/>
                  </a:lnTo>
                  <a:cubicBezTo>
                    <a:pt x="0" y="1155"/>
                    <a:pt x="0" y="1239"/>
                    <a:pt x="12" y="1322"/>
                  </a:cubicBezTo>
                  <a:cubicBezTo>
                    <a:pt x="36" y="1536"/>
                    <a:pt x="95" y="1751"/>
                    <a:pt x="179" y="1953"/>
                  </a:cubicBezTo>
                  <a:cubicBezTo>
                    <a:pt x="524" y="2799"/>
                    <a:pt x="1357" y="3394"/>
                    <a:pt x="2322" y="3394"/>
                  </a:cubicBezTo>
                  <a:lnTo>
                    <a:pt x="39243" y="3394"/>
                  </a:lnTo>
                  <a:cubicBezTo>
                    <a:pt x="40529" y="3394"/>
                    <a:pt x="41577" y="2346"/>
                    <a:pt x="41577" y="1060"/>
                  </a:cubicBezTo>
                  <a:lnTo>
                    <a:pt x="41577" y="1"/>
                  </a:lnTo>
                  <a:cubicBezTo>
                    <a:pt x="41577" y="1286"/>
                    <a:pt x="40529" y="2322"/>
                    <a:pt x="39243" y="2322"/>
                  </a:cubicBezTo>
                  <a:lnTo>
                    <a:pt x="2322" y="2322"/>
                  </a:lnTo>
                  <a:cubicBezTo>
                    <a:pt x="1357" y="2322"/>
                    <a:pt x="524" y="1727"/>
                    <a:pt x="179" y="882"/>
                  </a:cubicBezTo>
                  <a:cubicBezTo>
                    <a:pt x="95" y="691"/>
                    <a:pt x="36" y="477"/>
                    <a:pt x="12" y="263"/>
                  </a:cubicBezTo>
                  <a:cubicBezTo>
                    <a:pt x="0" y="167"/>
                    <a:pt x="0" y="8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32"/>
            <p:cNvSpPr/>
            <p:nvPr/>
          </p:nvSpPr>
          <p:spPr>
            <a:xfrm>
              <a:off x="7594472" y="2294197"/>
              <a:ext cx="1225829" cy="631791"/>
            </a:xfrm>
            <a:custGeom>
              <a:rect b="b" l="l" r="r" t="t"/>
              <a:pathLst>
                <a:path extrusionOk="0" h="14777" w="28671">
                  <a:moveTo>
                    <a:pt x="83" y="1"/>
                  </a:moveTo>
                  <a:cubicBezTo>
                    <a:pt x="60" y="167"/>
                    <a:pt x="36" y="322"/>
                    <a:pt x="24" y="489"/>
                  </a:cubicBezTo>
                  <a:cubicBezTo>
                    <a:pt x="12" y="727"/>
                    <a:pt x="0" y="965"/>
                    <a:pt x="0" y="1203"/>
                  </a:cubicBezTo>
                  <a:lnTo>
                    <a:pt x="0" y="13693"/>
                  </a:lnTo>
                  <a:lnTo>
                    <a:pt x="0" y="13967"/>
                  </a:lnTo>
                  <a:cubicBezTo>
                    <a:pt x="0" y="13967"/>
                    <a:pt x="0" y="14550"/>
                    <a:pt x="0" y="14776"/>
                  </a:cubicBezTo>
                  <a:cubicBezTo>
                    <a:pt x="1286" y="9716"/>
                    <a:pt x="9561" y="8835"/>
                    <a:pt x="12668" y="8764"/>
                  </a:cubicBezTo>
                  <a:cubicBezTo>
                    <a:pt x="12922" y="8756"/>
                    <a:pt x="13143" y="8753"/>
                    <a:pt x="13325" y="8753"/>
                  </a:cubicBezTo>
                  <a:cubicBezTo>
                    <a:pt x="13688" y="8753"/>
                    <a:pt x="13895" y="8764"/>
                    <a:pt x="13895" y="8764"/>
                  </a:cubicBezTo>
                  <a:lnTo>
                    <a:pt x="21241" y="8764"/>
                  </a:lnTo>
                  <a:cubicBezTo>
                    <a:pt x="25265" y="8764"/>
                    <a:pt x="28623" y="5311"/>
                    <a:pt x="28670" y="977"/>
                  </a:cubicBezTo>
                  <a:cubicBezTo>
                    <a:pt x="28670" y="846"/>
                    <a:pt x="28670" y="715"/>
                    <a:pt x="28670" y="584"/>
                  </a:cubicBezTo>
                  <a:lnTo>
                    <a:pt x="28670" y="572"/>
                  </a:lnTo>
                  <a:cubicBezTo>
                    <a:pt x="28670" y="548"/>
                    <a:pt x="28658" y="513"/>
                    <a:pt x="28658" y="489"/>
                  </a:cubicBezTo>
                  <a:cubicBezTo>
                    <a:pt x="28658" y="394"/>
                    <a:pt x="28658" y="298"/>
                    <a:pt x="28647" y="215"/>
                  </a:cubicBezTo>
                  <a:cubicBezTo>
                    <a:pt x="28635" y="144"/>
                    <a:pt x="28635" y="72"/>
                    <a:pt x="2862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32"/>
            <p:cNvSpPr/>
            <p:nvPr/>
          </p:nvSpPr>
          <p:spPr>
            <a:xfrm>
              <a:off x="7593959" y="1993900"/>
              <a:ext cx="1226342" cy="896957"/>
            </a:xfrm>
            <a:custGeom>
              <a:rect b="b" l="l" r="r" t="t"/>
              <a:pathLst>
                <a:path extrusionOk="0" h="20979" w="28683">
                  <a:moveTo>
                    <a:pt x="7644" y="0"/>
                  </a:moveTo>
                  <a:cubicBezTo>
                    <a:pt x="3644" y="0"/>
                    <a:pt x="369" y="3060"/>
                    <a:pt x="36" y="6965"/>
                  </a:cubicBezTo>
                  <a:cubicBezTo>
                    <a:pt x="24" y="7179"/>
                    <a:pt x="12" y="7406"/>
                    <a:pt x="12" y="7632"/>
                  </a:cubicBezTo>
                  <a:lnTo>
                    <a:pt x="12" y="20717"/>
                  </a:lnTo>
                  <a:cubicBezTo>
                    <a:pt x="12" y="20800"/>
                    <a:pt x="0" y="20895"/>
                    <a:pt x="12" y="20979"/>
                  </a:cubicBezTo>
                  <a:cubicBezTo>
                    <a:pt x="417" y="15431"/>
                    <a:pt x="9370" y="14716"/>
                    <a:pt x="12680" y="14633"/>
                  </a:cubicBezTo>
                  <a:cubicBezTo>
                    <a:pt x="12934" y="14629"/>
                    <a:pt x="13155" y="14627"/>
                    <a:pt x="13337" y="14627"/>
                  </a:cubicBezTo>
                  <a:cubicBezTo>
                    <a:pt x="13700" y="14627"/>
                    <a:pt x="13907" y="14633"/>
                    <a:pt x="13907" y="14633"/>
                  </a:cubicBezTo>
                  <a:lnTo>
                    <a:pt x="21253" y="14633"/>
                  </a:lnTo>
                  <a:cubicBezTo>
                    <a:pt x="25218" y="14633"/>
                    <a:pt x="28528" y="11537"/>
                    <a:pt x="28682" y="7608"/>
                  </a:cubicBezTo>
                  <a:lnTo>
                    <a:pt x="28682" y="7596"/>
                  </a:lnTo>
                  <a:cubicBezTo>
                    <a:pt x="28682" y="7537"/>
                    <a:pt x="28682" y="7477"/>
                    <a:pt x="28682" y="7418"/>
                  </a:cubicBezTo>
                  <a:cubicBezTo>
                    <a:pt x="28682" y="7287"/>
                    <a:pt x="28682" y="7156"/>
                    <a:pt x="28682" y="7025"/>
                  </a:cubicBezTo>
                  <a:cubicBezTo>
                    <a:pt x="28682" y="7013"/>
                    <a:pt x="28682" y="6989"/>
                    <a:pt x="28670" y="6965"/>
                  </a:cubicBezTo>
                  <a:cubicBezTo>
                    <a:pt x="28492" y="3084"/>
                    <a:pt x="25289" y="0"/>
                    <a:pt x="213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28600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rPr>
                <a:t>20XX</a:t>
              </a:r>
              <a:endParaRPr/>
            </a:p>
          </p:txBody>
        </p:sp>
        <p:sp>
          <p:nvSpPr>
            <p:cNvPr id="487" name="Google Shape;487;p32"/>
            <p:cNvSpPr/>
            <p:nvPr/>
          </p:nvSpPr>
          <p:spPr>
            <a:xfrm>
              <a:off x="7691430" y="4611279"/>
              <a:ext cx="1583688" cy="127837"/>
            </a:xfrm>
            <a:custGeom>
              <a:rect b="b" l="l" r="r" t="t"/>
              <a:pathLst>
                <a:path extrusionOk="0" h="2990" w="37041">
                  <a:moveTo>
                    <a:pt x="0" y="1"/>
                  </a:moveTo>
                  <a:cubicBezTo>
                    <a:pt x="0" y="1656"/>
                    <a:pt x="1346" y="2989"/>
                    <a:pt x="3001" y="2989"/>
                  </a:cubicBezTo>
                  <a:lnTo>
                    <a:pt x="34052" y="2989"/>
                  </a:lnTo>
                  <a:cubicBezTo>
                    <a:pt x="35707" y="2989"/>
                    <a:pt x="37041" y="1656"/>
                    <a:pt x="37041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32"/>
            <p:cNvSpPr/>
            <p:nvPr/>
          </p:nvSpPr>
          <p:spPr>
            <a:xfrm>
              <a:off x="8333590" y="4739067"/>
              <a:ext cx="298815" cy="287143"/>
            </a:xfrm>
            <a:custGeom>
              <a:rect b="b" l="l" r="r" t="t"/>
              <a:pathLst>
                <a:path extrusionOk="0" h="6716" w="6989">
                  <a:moveTo>
                    <a:pt x="0" y="0"/>
                  </a:moveTo>
                  <a:lnTo>
                    <a:pt x="3500" y="6715"/>
                  </a:lnTo>
                  <a:lnTo>
                    <a:pt x="6989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32"/>
            <p:cNvSpPr/>
            <p:nvPr/>
          </p:nvSpPr>
          <p:spPr>
            <a:xfrm>
              <a:off x="9841583" y="2339515"/>
              <a:ext cx="1777667" cy="2271915"/>
            </a:xfrm>
            <a:custGeom>
              <a:rect b="b" l="l" r="r" t="t"/>
              <a:pathLst>
                <a:path extrusionOk="0" h="53138" w="41578">
                  <a:moveTo>
                    <a:pt x="2322" y="0"/>
                  </a:moveTo>
                  <a:cubicBezTo>
                    <a:pt x="1048" y="0"/>
                    <a:pt x="0" y="1036"/>
                    <a:pt x="0" y="2322"/>
                  </a:cubicBezTo>
                  <a:lnTo>
                    <a:pt x="0" y="50804"/>
                  </a:lnTo>
                  <a:cubicBezTo>
                    <a:pt x="0" y="50899"/>
                    <a:pt x="0" y="50983"/>
                    <a:pt x="12" y="51066"/>
                  </a:cubicBezTo>
                  <a:cubicBezTo>
                    <a:pt x="36" y="51280"/>
                    <a:pt x="96" y="51495"/>
                    <a:pt x="179" y="51697"/>
                  </a:cubicBezTo>
                  <a:cubicBezTo>
                    <a:pt x="524" y="52543"/>
                    <a:pt x="1358" y="53138"/>
                    <a:pt x="2322" y="53138"/>
                  </a:cubicBezTo>
                  <a:lnTo>
                    <a:pt x="39255" y="53138"/>
                  </a:lnTo>
                  <a:cubicBezTo>
                    <a:pt x="40541" y="53138"/>
                    <a:pt x="41577" y="52090"/>
                    <a:pt x="41577" y="50804"/>
                  </a:cubicBezTo>
                  <a:lnTo>
                    <a:pt x="41577" y="2322"/>
                  </a:lnTo>
                  <a:cubicBezTo>
                    <a:pt x="41577" y="1036"/>
                    <a:pt x="40541" y="0"/>
                    <a:pt x="39255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32"/>
            <p:cNvSpPr/>
            <p:nvPr/>
          </p:nvSpPr>
          <p:spPr>
            <a:xfrm>
              <a:off x="9841583" y="4466218"/>
              <a:ext cx="1777667" cy="145110"/>
            </a:xfrm>
            <a:custGeom>
              <a:rect b="b" l="l" r="r" t="t"/>
              <a:pathLst>
                <a:path extrusionOk="0" h="3394" w="41578">
                  <a:moveTo>
                    <a:pt x="0" y="1"/>
                  </a:moveTo>
                  <a:lnTo>
                    <a:pt x="0" y="1060"/>
                  </a:lnTo>
                  <a:cubicBezTo>
                    <a:pt x="0" y="1155"/>
                    <a:pt x="0" y="1239"/>
                    <a:pt x="12" y="1322"/>
                  </a:cubicBezTo>
                  <a:cubicBezTo>
                    <a:pt x="36" y="1536"/>
                    <a:pt x="96" y="1751"/>
                    <a:pt x="179" y="1953"/>
                  </a:cubicBezTo>
                  <a:cubicBezTo>
                    <a:pt x="524" y="2799"/>
                    <a:pt x="1358" y="3394"/>
                    <a:pt x="2322" y="3394"/>
                  </a:cubicBezTo>
                  <a:lnTo>
                    <a:pt x="39255" y="3394"/>
                  </a:lnTo>
                  <a:cubicBezTo>
                    <a:pt x="40541" y="3394"/>
                    <a:pt x="41577" y="2346"/>
                    <a:pt x="41577" y="1060"/>
                  </a:cubicBezTo>
                  <a:lnTo>
                    <a:pt x="41577" y="1"/>
                  </a:lnTo>
                  <a:cubicBezTo>
                    <a:pt x="41577" y="1286"/>
                    <a:pt x="40541" y="2322"/>
                    <a:pt x="39255" y="2322"/>
                  </a:cubicBezTo>
                  <a:lnTo>
                    <a:pt x="2322" y="2322"/>
                  </a:lnTo>
                  <a:cubicBezTo>
                    <a:pt x="1358" y="2322"/>
                    <a:pt x="524" y="1727"/>
                    <a:pt x="179" y="882"/>
                  </a:cubicBezTo>
                  <a:cubicBezTo>
                    <a:pt x="96" y="691"/>
                    <a:pt x="36" y="477"/>
                    <a:pt x="12" y="263"/>
                  </a:cubicBezTo>
                  <a:cubicBezTo>
                    <a:pt x="0" y="167"/>
                    <a:pt x="0" y="8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32"/>
            <p:cNvSpPr/>
            <p:nvPr/>
          </p:nvSpPr>
          <p:spPr>
            <a:xfrm>
              <a:off x="9841583" y="2294197"/>
              <a:ext cx="1225829" cy="631791"/>
            </a:xfrm>
            <a:custGeom>
              <a:rect b="b" l="l" r="r" t="t"/>
              <a:pathLst>
                <a:path extrusionOk="0" h="14777" w="28671">
                  <a:moveTo>
                    <a:pt x="84" y="1"/>
                  </a:moveTo>
                  <a:cubicBezTo>
                    <a:pt x="60" y="167"/>
                    <a:pt x="48" y="322"/>
                    <a:pt x="36" y="489"/>
                  </a:cubicBezTo>
                  <a:cubicBezTo>
                    <a:pt x="12" y="727"/>
                    <a:pt x="0" y="965"/>
                    <a:pt x="0" y="1203"/>
                  </a:cubicBezTo>
                  <a:lnTo>
                    <a:pt x="0" y="13693"/>
                  </a:lnTo>
                  <a:lnTo>
                    <a:pt x="0" y="13967"/>
                  </a:lnTo>
                  <a:cubicBezTo>
                    <a:pt x="0" y="13967"/>
                    <a:pt x="0" y="14550"/>
                    <a:pt x="0" y="14776"/>
                  </a:cubicBezTo>
                  <a:cubicBezTo>
                    <a:pt x="1286" y="9716"/>
                    <a:pt x="9561" y="8835"/>
                    <a:pt x="12681" y="8764"/>
                  </a:cubicBezTo>
                  <a:cubicBezTo>
                    <a:pt x="12931" y="8756"/>
                    <a:pt x="13149" y="8753"/>
                    <a:pt x="13329" y="8753"/>
                  </a:cubicBezTo>
                  <a:cubicBezTo>
                    <a:pt x="13689" y="8753"/>
                    <a:pt x="13895" y="8764"/>
                    <a:pt x="13895" y="8764"/>
                  </a:cubicBezTo>
                  <a:lnTo>
                    <a:pt x="21241" y="8764"/>
                  </a:lnTo>
                  <a:cubicBezTo>
                    <a:pt x="25266" y="8764"/>
                    <a:pt x="28623" y="5311"/>
                    <a:pt x="28671" y="977"/>
                  </a:cubicBezTo>
                  <a:cubicBezTo>
                    <a:pt x="28671" y="846"/>
                    <a:pt x="28671" y="715"/>
                    <a:pt x="28671" y="584"/>
                  </a:cubicBezTo>
                  <a:lnTo>
                    <a:pt x="28671" y="572"/>
                  </a:lnTo>
                  <a:cubicBezTo>
                    <a:pt x="28671" y="548"/>
                    <a:pt x="28671" y="513"/>
                    <a:pt x="28671" y="489"/>
                  </a:cubicBezTo>
                  <a:cubicBezTo>
                    <a:pt x="28659" y="394"/>
                    <a:pt x="28659" y="298"/>
                    <a:pt x="28647" y="215"/>
                  </a:cubicBezTo>
                  <a:cubicBezTo>
                    <a:pt x="28647" y="144"/>
                    <a:pt x="28635" y="72"/>
                    <a:pt x="2863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32"/>
            <p:cNvSpPr/>
            <p:nvPr/>
          </p:nvSpPr>
          <p:spPr>
            <a:xfrm>
              <a:off x="9841070" y="1993900"/>
              <a:ext cx="1226342" cy="896957"/>
            </a:xfrm>
            <a:custGeom>
              <a:rect b="b" l="l" r="r" t="t"/>
              <a:pathLst>
                <a:path extrusionOk="0" h="20979" w="28683">
                  <a:moveTo>
                    <a:pt x="7644" y="0"/>
                  </a:moveTo>
                  <a:cubicBezTo>
                    <a:pt x="3656" y="0"/>
                    <a:pt x="382" y="3060"/>
                    <a:pt x="48" y="6965"/>
                  </a:cubicBezTo>
                  <a:cubicBezTo>
                    <a:pt x="24" y="7179"/>
                    <a:pt x="12" y="7406"/>
                    <a:pt x="12" y="7632"/>
                  </a:cubicBezTo>
                  <a:lnTo>
                    <a:pt x="12" y="20717"/>
                  </a:lnTo>
                  <a:cubicBezTo>
                    <a:pt x="12" y="20800"/>
                    <a:pt x="1" y="20895"/>
                    <a:pt x="12" y="20979"/>
                  </a:cubicBezTo>
                  <a:cubicBezTo>
                    <a:pt x="417" y="15431"/>
                    <a:pt x="9371" y="14716"/>
                    <a:pt x="12693" y="14633"/>
                  </a:cubicBezTo>
                  <a:cubicBezTo>
                    <a:pt x="12943" y="14629"/>
                    <a:pt x="13161" y="14627"/>
                    <a:pt x="13341" y="14627"/>
                  </a:cubicBezTo>
                  <a:cubicBezTo>
                    <a:pt x="13701" y="14627"/>
                    <a:pt x="13907" y="14633"/>
                    <a:pt x="13907" y="14633"/>
                  </a:cubicBezTo>
                  <a:lnTo>
                    <a:pt x="21253" y="14633"/>
                  </a:lnTo>
                  <a:cubicBezTo>
                    <a:pt x="25218" y="14633"/>
                    <a:pt x="28528" y="11537"/>
                    <a:pt x="28683" y="7608"/>
                  </a:cubicBezTo>
                  <a:lnTo>
                    <a:pt x="28683" y="7596"/>
                  </a:lnTo>
                  <a:cubicBezTo>
                    <a:pt x="28683" y="7537"/>
                    <a:pt x="28683" y="7477"/>
                    <a:pt x="28683" y="7418"/>
                  </a:cubicBezTo>
                  <a:cubicBezTo>
                    <a:pt x="28683" y="7287"/>
                    <a:pt x="28683" y="7156"/>
                    <a:pt x="28683" y="7025"/>
                  </a:cubicBezTo>
                  <a:cubicBezTo>
                    <a:pt x="28683" y="7013"/>
                    <a:pt x="28683" y="6989"/>
                    <a:pt x="28683" y="6965"/>
                  </a:cubicBezTo>
                  <a:cubicBezTo>
                    <a:pt x="28492" y="3084"/>
                    <a:pt x="25289" y="0"/>
                    <a:pt x="213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28600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rPr>
                <a:t>20XX</a:t>
              </a:r>
              <a:endParaRPr/>
            </a:p>
          </p:txBody>
        </p:sp>
        <p:sp>
          <p:nvSpPr>
            <p:cNvPr id="493" name="Google Shape;493;p32"/>
            <p:cNvSpPr/>
            <p:nvPr/>
          </p:nvSpPr>
          <p:spPr>
            <a:xfrm>
              <a:off x="9938804" y="4611279"/>
              <a:ext cx="1583688" cy="127837"/>
            </a:xfrm>
            <a:custGeom>
              <a:rect b="b" l="l" r="r" t="t"/>
              <a:pathLst>
                <a:path extrusionOk="0" h="2990" w="37041">
                  <a:moveTo>
                    <a:pt x="1" y="1"/>
                  </a:moveTo>
                  <a:cubicBezTo>
                    <a:pt x="1" y="1656"/>
                    <a:pt x="1334" y="2989"/>
                    <a:pt x="2989" y="2989"/>
                  </a:cubicBezTo>
                  <a:lnTo>
                    <a:pt x="34041" y="2989"/>
                  </a:lnTo>
                  <a:cubicBezTo>
                    <a:pt x="35695" y="2989"/>
                    <a:pt x="37041" y="1656"/>
                    <a:pt x="370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32"/>
            <p:cNvSpPr/>
            <p:nvPr/>
          </p:nvSpPr>
          <p:spPr>
            <a:xfrm>
              <a:off x="10570525" y="4937569"/>
              <a:ext cx="319722" cy="320235"/>
            </a:xfrm>
            <a:custGeom>
              <a:rect b="b" l="l" r="r" t="t"/>
              <a:pathLst>
                <a:path extrusionOk="0" h="7490" w="7478">
                  <a:moveTo>
                    <a:pt x="3739" y="1"/>
                  </a:moveTo>
                  <a:cubicBezTo>
                    <a:pt x="1667" y="1"/>
                    <a:pt x="0" y="1680"/>
                    <a:pt x="0" y="3751"/>
                  </a:cubicBezTo>
                  <a:cubicBezTo>
                    <a:pt x="0" y="5811"/>
                    <a:pt x="1667" y="7490"/>
                    <a:pt x="3739" y="7490"/>
                  </a:cubicBezTo>
                  <a:cubicBezTo>
                    <a:pt x="5810" y="7490"/>
                    <a:pt x="7477" y="5811"/>
                    <a:pt x="7477" y="3751"/>
                  </a:cubicBezTo>
                  <a:cubicBezTo>
                    <a:pt x="7477" y="1680"/>
                    <a:pt x="5810" y="1"/>
                    <a:pt x="37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32"/>
            <p:cNvSpPr/>
            <p:nvPr/>
          </p:nvSpPr>
          <p:spPr>
            <a:xfrm>
              <a:off x="10625976" y="4993063"/>
              <a:ext cx="208773" cy="209243"/>
            </a:xfrm>
            <a:custGeom>
              <a:rect b="b" l="l" r="r" t="t"/>
              <a:pathLst>
                <a:path extrusionOk="0" h="4894" w="4883">
                  <a:moveTo>
                    <a:pt x="2442" y="1"/>
                  </a:moveTo>
                  <a:cubicBezTo>
                    <a:pt x="1096" y="1"/>
                    <a:pt x="1" y="1096"/>
                    <a:pt x="1" y="2453"/>
                  </a:cubicBezTo>
                  <a:cubicBezTo>
                    <a:pt x="1" y="3799"/>
                    <a:pt x="1096" y="4894"/>
                    <a:pt x="2442" y="4894"/>
                  </a:cubicBezTo>
                  <a:cubicBezTo>
                    <a:pt x="3787" y="4894"/>
                    <a:pt x="4883" y="3799"/>
                    <a:pt x="4883" y="2453"/>
                  </a:cubicBezTo>
                  <a:cubicBezTo>
                    <a:pt x="4883" y="1096"/>
                    <a:pt x="3787" y="1"/>
                    <a:pt x="24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32"/>
            <p:cNvSpPr/>
            <p:nvPr/>
          </p:nvSpPr>
          <p:spPr>
            <a:xfrm>
              <a:off x="10581214" y="4739067"/>
              <a:ext cx="298857" cy="287143"/>
            </a:xfrm>
            <a:custGeom>
              <a:rect b="b" l="l" r="r" t="t"/>
              <a:pathLst>
                <a:path extrusionOk="0" h="6716" w="6990">
                  <a:moveTo>
                    <a:pt x="0" y="0"/>
                  </a:moveTo>
                  <a:lnTo>
                    <a:pt x="3489" y="6715"/>
                  </a:lnTo>
                  <a:lnTo>
                    <a:pt x="698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32"/>
            <p:cNvSpPr txBox="1"/>
            <p:nvPr/>
          </p:nvSpPr>
          <p:spPr>
            <a:xfrm>
              <a:off x="9874577" y="3137769"/>
              <a:ext cx="1711800" cy="67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Sky blue is a color of hope and romance. It symbolizes divinity.</a:t>
              </a:r>
              <a:endParaRPr/>
            </a:p>
          </p:txBody>
        </p:sp>
        <p:sp>
          <p:nvSpPr>
            <p:cNvPr id="498" name="Google Shape;498;p32"/>
            <p:cNvSpPr txBox="1"/>
            <p:nvPr/>
          </p:nvSpPr>
          <p:spPr>
            <a:xfrm>
              <a:off x="7705247" y="3137769"/>
              <a:ext cx="1556100" cy="8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95959"/>
                  </a:solidFill>
                  <a:latin typeface="Lora"/>
                  <a:ea typeface="Lora"/>
                  <a:cs typeface="Lora"/>
                  <a:sym typeface="Lora"/>
                </a:rPr>
                <a:t>Yellow is a color of happiness, friendliness, and warning. </a:t>
              </a:r>
              <a:endParaRPr b="0" i="0" sz="1200" u="none" cap="none" strike="noStrike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499" name="Google Shape;499;p32"/>
            <p:cNvSpPr txBox="1"/>
            <p:nvPr/>
          </p:nvSpPr>
          <p:spPr>
            <a:xfrm>
              <a:off x="3210955" y="3137769"/>
              <a:ext cx="1556100" cy="8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Red is a color of passion, aggression, and importance.</a:t>
              </a:r>
              <a:endParaRPr/>
            </a:p>
          </p:txBody>
        </p:sp>
        <p:sp>
          <p:nvSpPr>
            <p:cNvPr id="500" name="Google Shape;500;p32"/>
            <p:cNvSpPr txBox="1"/>
            <p:nvPr/>
          </p:nvSpPr>
          <p:spPr>
            <a:xfrm>
              <a:off x="5373835" y="3137769"/>
              <a:ext cx="1556100" cy="8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95959"/>
                  </a:solidFill>
                  <a:latin typeface="Lora"/>
                  <a:ea typeface="Lora"/>
                  <a:cs typeface="Lora"/>
                  <a:sym typeface="Lora"/>
                </a:rPr>
                <a:t>Blue is a color of serenity, trustworthiness, and welcome.</a:t>
              </a:r>
              <a:endParaRPr b="0" i="0" sz="1200" u="none" cap="none" strike="noStrike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01" name="Google Shape;501;p32"/>
            <p:cNvSpPr txBox="1"/>
            <p:nvPr/>
          </p:nvSpPr>
          <p:spPr>
            <a:xfrm>
              <a:off x="794769" y="3137769"/>
              <a:ext cx="1711800" cy="67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Green is a color of nature, stability, and prosperity.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6" name="Google Shape;506;p33"/>
          <p:cNvGrpSpPr/>
          <p:nvPr/>
        </p:nvGrpSpPr>
        <p:grpSpPr>
          <a:xfrm>
            <a:off x="354353" y="2245204"/>
            <a:ext cx="11483361" cy="3229141"/>
            <a:chOff x="354353" y="2245204"/>
            <a:chExt cx="11483361" cy="3229141"/>
          </a:xfrm>
        </p:grpSpPr>
        <p:grpSp>
          <p:nvGrpSpPr>
            <p:cNvPr id="507" name="Google Shape;507;p33"/>
            <p:cNvGrpSpPr/>
            <p:nvPr/>
          </p:nvGrpSpPr>
          <p:grpSpPr>
            <a:xfrm>
              <a:off x="354353" y="2247957"/>
              <a:ext cx="11483361" cy="2994512"/>
              <a:chOff x="593386" y="2691386"/>
              <a:chExt cx="7985647" cy="2082414"/>
            </a:xfrm>
          </p:grpSpPr>
          <p:grpSp>
            <p:nvGrpSpPr>
              <p:cNvPr id="508" name="Google Shape;508;p33"/>
              <p:cNvGrpSpPr/>
              <p:nvPr/>
            </p:nvGrpSpPr>
            <p:grpSpPr>
              <a:xfrm>
                <a:off x="593386" y="2691386"/>
                <a:ext cx="1363387" cy="1504088"/>
                <a:chOff x="768626" y="1785031"/>
                <a:chExt cx="1548600" cy="1708414"/>
              </a:xfrm>
            </p:grpSpPr>
            <p:grpSp>
              <p:nvGrpSpPr>
                <p:cNvPr id="509" name="Google Shape;509;p33"/>
                <p:cNvGrpSpPr/>
                <p:nvPr/>
              </p:nvGrpSpPr>
              <p:grpSpPr>
                <a:xfrm>
                  <a:off x="768626" y="1785031"/>
                  <a:ext cx="1548600" cy="1708414"/>
                  <a:chOff x="4678018" y="1785031"/>
                  <a:chExt cx="1548600" cy="1708414"/>
                </a:xfrm>
              </p:grpSpPr>
              <p:grpSp>
                <p:nvGrpSpPr>
                  <p:cNvPr id="510" name="Google Shape;510;p33"/>
                  <p:cNvGrpSpPr/>
                  <p:nvPr/>
                </p:nvGrpSpPr>
                <p:grpSpPr>
                  <a:xfrm>
                    <a:off x="4678018" y="1785031"/>
                    <a:ext cx="1548600" cy="1062614"/>
                    <a:chOff x="4863549" y="1917553"/>
                    <a:chExt cx="1548600" cy="1062614"/>
                  </a:xfrm>
                </p:grpSpPr>
                <p:sp>
                  <p:nvSpPr>
                    <p:cNvPr id="511" name="Google Shape;511;p33"/>
                    <p:cNvSpPr/>
                    <p:nvPr/>
                  </p:nvSpPr>
                  <p:spPr>
                    <a:xfrm>
                      <a:off x="4863549" y="1917553"/>
                      <a:ext cx="1548600" cy="1062600"/>
                    </a:xfrm>
                    <a:prstGeom prst="triangle">
                      <a:avLst>
                        <a:gd fmla="val 50000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  <p:sp>
                  <p:nvSpPr>
                    <p:cNvPr id="512" name="Google Shape;512;p33"/>
                    <p:cNvSpPr/>
                    <p:nvPr/>
                  </p:nvSpPr>
                  <p:spPr>
                    <a:xfrm>
                      <a:off x="5224249" y="2167467"/>
                      <a:ext cx="1174500" cy="812700"/>
                    </a:xfrm>
                    <a:prstGeom prst="triangle">
                      <a:avLst>
                        <a:gd fmla="val 50000" name="adj"/>
                      </a:avLst>
                    </a:prstGeom>
                    <a:solidFill>
                      <a:srgbClr val="EBB3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</p:grpSp>
              <p:sp>
                <p:nvSpPr>
                  <p:cNvPr id="513" name="Google Shape;513;p33"/>
                  <p:cNvSpPr/>
                  <p:nvPr/>
                </p:nvSpPr>
                <p:spPr>
                  <a:xfrm>
                    <a:off x="4932683" y="2441345"/>
                    <a:ext cx="1052100" cy="1052100"/>
                  </a:xfrm>
                  <a:prstGeom prst="ellipse">
                    <a:avLst/>
                  </a:prstGeom>
                  <a:solidFill>
                    <a:srgbClr val="F2F2F2"/>
                  </a:solidFill>
                  <a:ln>
                    <a:noFill/>
                  </a:ln>
                  <a:effectLst>
                    <a:outerShdw blurRad="50800" rotWithShape="0" algn="t" dir="5400000" dist="38100">
                      <a:srgbClr val="000000">
                        <a:alpha val="4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</p:grpSp>
            <p:sp>
              <p:nvSpPr>
                <p:cNvPr id="514" name="Google Shape;514;p33"/>
                <p:cNvSpPr txBox="1"/>
                <p:nvPr/>
              </p:nvSpPr>
              <p:spPr>
                <a:xfrm>
                  <a:off x="1058965" y="2809323"/>
                  <a:ext cx="980700" cy="316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2000" u="none" cap="none" strike="noStrike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20XX</a:t>
                  </a:r>
                  <a:endParaRPr/>
                </a:p>
              </p:txBody>
            </p:sp>
          </p:grpSp>
          <p:grpSp>
            <p:nvGrpSpPr>
              <p:cNvPr id="515" name="Google Shape;515;p33"/>
              <p:cNvGrpSpPr/>
              <p:nvPr/>
            </p:nvGrpSpPr>
            <p:grpSpPr>
              <a:xfrm>
                <a:off x="3904516" y="2691386"/>
                <a:ext cx="1363387" cy="1504088"/>
                <a:chOff x="768626" y="1785031"/>
                <a:chExt cx="1548600" cy="1708414"/>
              </a:xfrm>
            </p:grpSpPr>
            <p:grpSp>
              <p:nvGrpSpPr>
                <p:cNvPr id="516" name="Google Shape;516;p33"/>
                <p:cNvGrpSpPr/>
                <p:nvPr/>
              </p:nvGrpSpPr>
              <p:grpSpPr>
                <a:xfrm>
                  <a:off x="768626" y="1785031"/>
                  <a:ext cx="1548600" cy="1708414"/>
                  <a:chOff x="4678018" y="1785031"/>
                  <a:chExt cx="1548600" cy="1708414"/>
                </a:xfrm>
              </p:grpSpPr>
              <p:grpSp>
                <p:nvGrpSpPr>
                  <p:cNvPr id="517" name="Google Shape;517;p33"/>
                  <p:cNvGrpSpPr/>
                  <p:nvPr/>
                </p:nvGrpSpPr>
                <p:grpSpPr>
                  <a:xfrm>
                    <a:off x="4678018" y="1785031"/>
                    <a:ext cx="1548600" cy="1062614"/>
                    <a:chOff x="4863549" y="1917553"/>
                    <a:chExt cx="1548600" cy="1062614"/>
                  </a:xfrm>
                </p:grpSpPr>
                <p:sp>
                  <p:nvSpPr>
                    <p:cNvPr id="518" name="Google Shape;518;p33"/>
                    <p:cNvSpPr/>
                    <p:nvPr/>
                  </p:nvSpPr>
                  <p:spPr>
                    <a:xfrm>
                      <a:off x="4863549" y="1917553"/>
                      <a:ext cx="1548600" cy="1062600"/>
                    </a:xfrm>
                    <a:prstGeom prst="triangle">
                      <a:avLst>
                        <a:gd fmla="val 50000" name="adj"/>
                      </a:avLst>
                    </a:prstGeom>
                    <a:solidFill>
                      <a:schemeClr val="accent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  <p:sp>
                  <p:nvSpPr>
                    <p:cNvPr id="519" name="Google Shape;519;p33"/>
                    <p:cNvSpPr/>
                    <p:nvPr/>
                  </p:nvSpPr>
                  <p:spPr>
                    <a:xfrm>
                      <a:off x="5224249" y="2167467"/>
                      <a:ext cx="1174500" cy="812700"/>
                    </a:xfrm>
                    <a:prstGeom prst="triangle">
                      <a:avLst>
                        <a:gd fmla="val 50000" name="adj"/>
                      </a:avLst>
                    </a:prstGeom>
                    <a:solidFill>
                      <a:srgbClr val="00859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</p:grpSp>
              <p:sp>
                <p:nvSpPr>
                  <p:cNvPr id="520" name="Google Shape;520;p33"/>
                  <p:cNvSpPr/>
                  <p:nvPr/>
                </p:nvSpPr>
                <p:spPr>
                  <a:xfrm>
                    <a:off x="4932683" y="2441345"/>
                    <a:ext cx="1052100" cy="1052100"/>
                  </a:xfrm>
                  <a:prstGeom prst="ellipse">
                    <a:avLst/>
                  </a:prstGeom>
                  <a:solidFill>
                    <a:srgbClr val="F2F2F2"/>
                  </a:solidFill>
                  <a:ln>
                    <a:noFill/>
                  </a:ln>
                  <a:effectLst>
                    <a:outerShdw blurRad="50800" rotWithShape="0" algn="t" dir="5400000" dist="38100">
                      <a:srgbClr val="000000">
                        <a:alpha val="4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</p:grpSp>
            <p:sp>
              <p:nvSpPr>
                <p:cNvPr id="521" name="Google Shape;521;p33"/>
                <p:cNvSpPr txBox="1"/>
                <p:nvPr/>
              </p:nvSpPr>
              <p:spPr>
                <a:xfrm>
                  <a:off x="1058964" y="2809323"/>
                  <a:ext cx="980700" cy="316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2000" u="none" cap="none" strike="noStrike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20XX</a:t>
                  </a:r>
                  <a:endParaRPr/>
                </a:p>
              </p:txBody>
            </p:sp>
          </p:grpSp>
          <p:grpSp>
            <p:nvGrpSpPr>
              <p:cNvPr id="522" name="Google Shape;522;p33"/>
              <p:cNvGrpSpPr/>
              <p:nvPr/>
            </p:nvGrpSpPr>
            <p:grpSpPr>
              <a:xfrm>
                <a:off x="7215646" y="2691386"/>
                <a:ext cx="1363387" cy="1504088"/>
                <a:chOff x="768626" y="1785031"/>
                <a:chExt cx="1548600" cy="1708414"/>
              </a:xfrm>
            </p:grpSpPr>
            <p:grpSp>
              <p:nvGrpSpPr>
                <p:cNvPr id="523" name="Google Shape;523;p33"/>
                <p:cNvGrpSpPr/>
                <p:nvPr/>
              </p:nvGrpSpPr>
              <p:grpSpPr>
                <a:xfrm>
                  <a:off x="768626" y="1785031"/>
                  <a:ext cx="1548600" cy="1708414"/>
                  <a:chOff x="4678018" y="1785031"/>
                  <a:chExt cx="1548600" cy="1708414"/>
                </a:xfrm>
              </p:grpSpPr>
              <p:grpSp>
                <p:nvGrpSpPr>
                  <p:cNvPr id="524" name="Google Shape;524;p33"/>
                  <p:cNvGrpSpPr/>
                  <p:nvPr/>
                </p:nvGrpSpPr>
                <p:grpSpPr>
                  <a:xfrm>
                    <a:off x="4678018" y="1785031"/>
                    <a:ext cx="1548600" cy="1062614"/>
                    <a:chOff x="4863549" y="1917553"/>
                    <a:chExt cx="1548600" cy="1062614"/>
                  </a:xfrm>
                </p:grpSpPr>
                <p:sp>
                  <p:nvSpPr>
                    <p:cNvPr id="525" name="Google Shape;525;p33"/>
                    <p:cNvSpPr/>
                    <p:nvPr/>
                  </p:nvSpPr>
                  <p:spPr>
                    <a:xfrm>
                      <a:off x="4863549" y="1917553"/>
                      <a:ext cx="1548600" cy="1062600"/>
                    </a:xfrm>
                    <a:prstGeom prst="triangle">
                      <a:avLst>
                        <a:gd fmla="val 50000" name="adj"/>
                      </a:avLst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  <p:sp>
                  <p:nvSpPr>
                    <p:cNvPr id="526" name="Google Shape;526;p33"/>
                    <p:cNvSpPr/>
                    <p:nvPr/>
                  </p:nvSpPr>
                  <p:spPr>
                    <a:xfrm>
                      <a:off x="5224249" y="2167467"/>
                      <a:ext cx="1174500" cy="812700"/>
                    </a:xfrm>
                    <a:prstGeom prst="triangle">
                      <a:avLst>
                        <a:gd fmla="val 50000" name="adj"/>
                      </a:avLst>
                    </a:prstGeom>
                    <a:solidFill>
                      <a:srgbClr val="548135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</p:grpSp>
              <p:sp>
                <p:nvSpPr>
                  <p:cNvPr id="527" name="Google Shape;527;p33"/>
                  <p:cNvSpPr/>
                  <p:nvPr/>
                </p:nvSpPr>
                <p:spPr>
                  <a:xfrm>
                    <a:off x="4932683" y="2441345"/>
                    <a:ext cx="1052100" cy="1052100"/>
                  </a:xfrm>
                  <a:prstGeom prst="ellipse">
                    <a:avLst/>
                  </a:prstGeom>
                  <a:solidFill>
                    <a:srgbClr val="F2F2F2"/>
                  </a:solidFill>
                  <a:ln>
                    <a:noFill/>
                  </a:ln>
                  <a:effectLst>
                    <a:outerShdw blurRad="50800" rotWithShape="0" algn="t" dir="5400000" dist="38100">
                      <a:srgbClr val="000000">
                        <a:alpha val="4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</p:grpSp>
            <p:sp>
              <p:nvSpPr>
                <p:cNvPr id="528" name="Google Shape;528;p33"/>
                <p:cNvSpPr txBox="1"/>
                <p:nvPr/>
              </p:nvSpPr>
              <p:spPr>
                <a:xfrm>
                  <a:off x="1058965" y="2809323"/>
                  <a:ext cx="980700" cy="316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2000" u="none" cap="none" strike="noStrike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20XX</a:t>
                  </a:r>
                  <a:endParaRPr/>
                </a:p>
              </p:txBody>
            </p:sp>
          </p:grpSp>
          <p:grpSp>
            <p:nvGrpSpPr>
              <p:cNvPr id="529" name="Google Shape;529;p33"/>
              <p:cNvGrpSpPr/>
              <p:nvPr/>
            </p:nvGrpSpPr>
            <p:grpSpPr>
              <a:xfrm flipH="1" rot="10800000">
                <a:off x="2248951" y="3269713"/>
                <a:ext cx="1363387" cy="1504088"/>
                <a:chOff x="768626" y="1785031"/>
                <a:chExt cx="1548600" cy="1708414"/>
              </a:xfrm>
            </p:grpSpPr>
            <p:grpSp>
              <p:nvGrpSpPr>
                <p:cNvPr id="530" name="Google Shape;530;p33"/>
                <p:cNvGrpSpPr/>
                <p:nvPr/>
              </p:nvGrpSpPr>
              <p:grpSpPr>
                <a:xfrm>
                  <a:off x="768626" y="1785031"/>
                  <a:ext cx="1548600" cy="1708414"/>
                  <a:chOff x="4678018" y="1785031"/>
                  <a:chExt cx="1548600" cy="1708414"/>
                </a:xfrm>
              </p:grpSpPr>
              <p:grpSp>
                <p:nvGrpSpPr>
                  <p:cNvPr id="531" name="Google Shape;531;p33"/>
                  <p:cNvGrpSpPr/>
                  <p:nvPr/>
                </p:nvGrpSpPr>
                <p:grpSpPr>
                  <a:xfrm>
                    <a:off x="4678018" y="1785031"/>
                    <a:ext cx="1548600" cy="1062614"/>
                    <a:chOff x="4863549" y="1917553"/>
                    <a:chExt cx="1548600" cy="1062614"/>
                  </a:xfrm>
                </p:grpSpPr>
                <p:sp>
                  <p:nvSpPr>
                    <p:cNvPr id="532" name="Google Shape;532;p33"/>
                    <p:cNvSpPr/>
                    <p:nvPr/>
                  </p:nvSpPr>
                  <p:spPr>
                    <a:xfrm>
                      <a:off x="4863549" y="1917553"/>
                      <a:ext cx="1548600" cy="1062600"/>
                    </a:xfrm>
                    <a:prstGeom prst="triangle">
                      <a:avLst>
                        <a:gd fmla="val 50000" name="adj"/>
                      </a:avLst>
                    </a:pr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  <p:sp>
                  <p:nvSpPr>
                    <p:cNvPr id="533" name="Google Shape;533;p33"/>
                    <p:cNvSpPr/>
                    <p:nvPr/>
                  </p:nvSpPr>
                  <p:spPr>
                    <a:xfrm>
                      <a:off x="5224249" y="2167467"/>
                      <a:ext cx="1174500" cy="812700"/>
                    </a:xfrm>
                    <a:prstGeom prst="triangle">
                      <a:avLst>
                        <a:gd fmla="val 50000" name="adj"/>
                      </a:avLst>
                    </a:prstGeom>
                    <a:solidFill>
                      <a:srgbClr val="9B2F26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</p:grpSp>
              <p:sp>
                <p:nvSpPr>
                  <p:cNvPr id="534" name="Google Shape;534;p33"/>
                  <p:cNvSpPr/>
                  <p:nvPr/>
                </p:nvSpPr>
                <p:spPr>
                  <a:xfrm>
                    <a:off x="4932683" y="2441345"/>
                    <a:ext cx="1052100" cy="1052100"/>
                  </a:xfrm>
                  <a:prstGeom prst="ellipse">
                    <a:avLst/>
                  </a:prstGeom>
                  <a:solidFill>
                    <a:srgbClr val="F2F2F2"/>
                  </a:solidFill>
                  <a:ln>
                    <a:noFill/>
                  </a:ln>
                  <a:effectLst>
                    <a:outerShdw blurRad="50800" rotWithShape="0" algn="t" dir="5400000" dist="38100">
                      <a:srgbClr val="000000">
                        <a:alpha val="4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</p:grpSp>
            <p:sp>
              <p:nvSpPr>
                <p:cNvPr id="535" name="Google Shape;535;p33"/>
                <p:cNvSpPr txBox="1"/>
                <p:nvPr/>
              </p:nvSpPr>
              <p:spPr>
                <a:xfrm flipH="1" rot="10800000">
                  <a:off x="1058965" y="2809173"/>
                  <a:ext cx="980700" cy="316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2000" u="none" cap="none" strike="noStrike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20XX</a:t>
                  </a:r>
                  <a:endParaRPr/>
                </a:p>
              </p:txBody>
            </p:sp>
          </p:grpSp>
          <p:grpSp>
            <p:nvGrpSpPr>
              <p:cNvPr id="536" name="Google Shape;536;p33"/>
              <p:cNvGrpSpPr/>
              <p:nvPr/>
            </p:nvGrpSpPr>
            <p:grpSpPr>
              <a:xfrm flipH="1" rot="10800000">
                <a:off x="5560081" y="3269712"/>
                <a:ext cx="1363387" cy="1504088"/>
                <a:chOff x="768626" y="1785031"/>
                <a:chExt cx="1548600" cy="1708414"/>
              </a:xfrm>
            </p:grpSpPr>
            <p:grpSp>
              <p:nvGrpSpPr>
                <p:cNvPr id="537" name="Google Shape;537;p33"/>
                <p:cNvGrpSpPr/>
                <p:nvPr/>
              </p:nvGrpSpPr>
              <p:grpSpPr>
                <a:xfrm>
                  <a:off x="768626" y="1785031"/>
                  <a:ext cx="1548600" cy="1708414"/>
                  <a:chOff x="4678018" y="1785031"/>
                  <a:chExt cx="1548600" cy="1708414"/>
                </a:xfrm>
              </p:grpSpPr>
              <p:grpSp>
                <p:nvGrpSpPr>
                  <p:cNvPr id="538" name="Google Shape;538;p33"/>
                  <p:cNvGrpSpPr/>
                  <p:nvPr/>
                </p:nvGrpSpPr>
                <p:grpSpPr>
                  <a:xfrm>
                    <a:off x="4678018" y="1785031"/>
                    <a:ext cx="1548600" cy="1062614"/>
                    <a:chOff x="4863549" y="1917553"/>
                    <a:chExt cx="1548600" cy="1062614"/>
                  </a:xfrm>
                </p:grpSpPr>
                <p:sp>
                  <p:nvSpPr>
                    <p:cNvPr id="539" name="Google Shape;539;p33"/>
                    <p:cNvSpPr/>
                    <p:nvPr/>
                  </p:nvSpPr>
                  <p:spPr>
                    <a:xfrm>
                      <a:off x="4863549" y="1917553"/>
                      <a:ext cx="1548600" cy="1062600"/>
                    </a:xfrm>
                    <a:prstGeom prst="triangle">
                      <a:avLst>
                        <a:gd fmla="val 50000" name="adj"/>
                      </a:avLst>
                    </a:pr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  <p:sp>
                  <p:nvSpPr>
                    <p:cNvPr id="540" name="Google Shape;540;p33"/>
                    <p:cNvSpPr/>
                    <p:nvPr/>
                  </p:nvSpPr>
                  <p:spPr>
                    <a:xfrm>
                      <a:off x="5224249" y="2167467"/>
                      <a:ext cx="1174500" cy="812700"/>
                    </a:xfrm>
                    <a:prstGeom prst="triangle">
                      <a:avLst>
                        <a:gd fmla="val 50000" name="adj"/>
                      </a:avLst>
                    </a:prstGeom>
                    <a:solidFill>
                      <a:srgbClr val="153A66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</p:grpSp>
              <p:sp>
                <p:nvSpPr>
                  <p:cNvPr id="541" name="Google Shape;541;p33"/>
                  <p:cNvSpPr/>
                  <p:nvPr/>
                </p:nvSpPr>
                <p:spPr>
                  <a:xfrm>
                    <a:off x="4932683" y="2441345"/>
                    <a:ext cx="1052100" cy="1052100"/>
                  </a:xfrm>
                  <a:prstGeom prst="ellipse">
                    <a:avLst/>
                  </a:prstGeom>
                  <a:solidFill>
                    <a:srgbClr val="F2F2F2"/>
                  </a:solidFill>
                  <a:ln>
                    <a:noFill/>
                  </a:ln>
                  <a:effectLst>
                    <a:outerShdw blurRad="50800" rotWithShape="0" algn="t" dir="5400000" dist="38100">
                      <a:srgbClr val="000000">
                        <a:alpha val="4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</p:grpSp>
            <p:sp>
              <p:nvSpPr>
                <p:cNvPr id="542" name="Google Shape;542;p33"/>
                <p:cNvSpPr txBox="1"/>
                <p:nvPr/>
              </p:nvSpPr>
              <p:spPr>
                <a:xfrm flipH="1" rot="10800000">
                  <a:off x="1058965" y="2809173"/>
                  <a:ext cx="980700" cy="316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2000" u="none" cap="none" strike="noStrike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20XX</a:t>
                  </a:r>
                  <a:endParaRPr/>
                </a:p>
              </p:txBody>
            </p:sp>
          </p:grpSp>
        </p:grpSp>
        <p:sp>
          <p:nvSpPr>
            <p:cNvPr id="543" name="Google Shape;543;p33"/>
            <p:cNvSpPr txBox="1"/>
            <p:nvPr/>
          </p:nvSpPr>
          <p:spPr>
            <a:xfrm>
              <a:off x="5248271" y="4604345"/>
              <a:ext cx="1711800" cy="67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Sky blue is a color of hope and romance. It symbolizes divinity.</a:t>
              </a:r>
              <a:endParaRPr/>
            </a:p>
          </p:txBody>
        </p:sp>
        <p:sp>
          <p:nvSpPr>
            <p:cNvPr id="544" name="Google Shape;544;p33"/>
            <p:cNvSpPr txBox="1"/>
            <p:nvPr/>
          </p:nvSpPr>
          <p:spPr>
            <a:xfrm>
              <a:off x="564594" y="4604345"/>
              <a:ext cx="1556100" cy="8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95959"/>
                  </a:solidFill>
                  <a:latin typeface="Lora"/>
                  <a:ea typeface="Lora"/>
                  <a:cs typeface="Lora"/>
                  <a:sym typeface="Lora"/>
                </a:rPr>
                <a:t>Yellow is a color of happiness, friendliness, and warning. </a:t>
              </a:r>
              <a:endParaRPr b="0" i="0" sz="1100" u="none" cap="none" strike="noStrike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45" name="Google Shape;545;p33"/>
            <p:cNvSpPr txBox="1"/>
            <p:nvPr/>
          </p:nvSpPr>
          <p:spPr>
            <a:xfrm>
              <a:off x="3010037" y="2344014"/>
              <a:ext cx="1556100" cy="8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Red is a color of passion, aggression, and importance.</a:t>
              </a:r>
              <a:endParaRPr/>
            </a:p>
          </p:txBody>
        </p:sp>
        <p:sp>
          <p:nvSpPr>
            <p:cNvPr id="546" name="Google Shape;546;p33"/>
            <p:cNvSpPr txBox="1"/>
            <p:nvPr/>
          </p:nvSpPr>
          <p:spPr>
            <a:xfrm>
              <a:off x="7771517" y="2245204"/>
              <a:ext cx="1556100" cy="8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95959"/>
                  </a:solidFill>
                  <a:latin typeface="Lora"/>
                  <a:ea typeface="Lora"/>
                  <a:cs typeface="Lora"/>
                  <a:sym typeface="Lora"/>
                </a:rPr>
                <a:t>Blue is a color of serenity, trustworthiness, and welcome.</a:t>
              </a:r>
              <a:endParaRPr b="0" i="0" sz="1000" u="none" cap="none" strike="noStrike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47" name="Google Shape;547;p33"/>
            <p:cNvSpPr txBox="1"/>
            <p:nvPr/>
          </p:nvSpPr>
          <p:spPr>
            <a:xfrm>
              <a:off x="10109250" y="4604345"/>
              <a:ext cx="1711800" cy="67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Green is a color of nature, stability, and prosperity.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" name="Google Shape;552;p34"/>
          <p:cNvGrpSpPr/>
          <p:nvPr/>
        </p:nvGrpSpPr>
        <p:grpSpPr>
          <a:xfrm>
            <a:off x="546626" y="2027909"/>
            <a:ext cx="11098961" cy="3647022"/>
            <a:chOff x="546626" y="1888209"/>
            <a:chExt cx="11098961" cy="3647022"/>
          </a:xfrm>
        </p:grpSpPr>
        <p:grpSp>
          <p:nvGrpSpPr>
            <p:cNvPr id="553" name="Google Shape;553;p34"/>
            <p:cNvGrpSpPr/>
            <p:nvPr/>
          </p:nvGrpSpPr>
          <p:grpSpPr>
            <a:xfrm>
              <a:off x="546626" y="1888209"/>
              <a:ext cx="11098961" cy="3647022"/>
              <a:chOff x="920408" y="2001364"/>
              <a:chExt cx="10409830" cy="3420580"/>
            </a:xfrm>
          </p:grpSpPr>
          <p:grpSp>
            <p:nvGrpSpPr>
              <p:cNvPr id="554" name="Google Shape;554;p34"/>
              <p:cNvGrpSpPr/>
              <p:nvPr/>
            </p:nvGrpSpPr>
            <p:grpSpPr>
              <a:xfrm>
                <a:off x="920408" y="2845766"/>
                <a:ext cx="10409830" cy="2576178"/>
                <a:chOff x="920408" y="2845766"/>
                <a:chExt cx="10409830" cy="2576178"/>
              </a:xfrm>
            </p:grpSpPr>
            <p:grpSp>
              <p:nvGrpSpPr>
                <p:cNvPr id="555" name="Google Shape;555;p34"/>
                <p:cNvGrpSpPr/>
                <p:nvPr/>
              </p:nvGrpSpPr>
              <p:grpSpPr>
                <a:xfrm>
                  <a:off x="920408" y="5200754"/>
                  <a:ext cx="10409830" cy="221190"/>
                  <a:chOff x="-484474" y="3284984"/>
                  <a:chExt cx="10409830" cy="221190"/>
                </a:xfrm>
              </p:grpSpPr>
              <p:sp>
                <p:nvSpPr>
                  <p:cNvPr id="556" name="Google Shape;556;p34"/>
                  <p:cNvSpPr/>
                  <p:nvPr/>
                </p:nvSpPr>
                <p:spPr>
                  <a:xfrm>
                    <a:off x="-298644" y="3284984"/>
                    <a:ext cx="10224000" cy="216000"/>
                  </a:xfrm>
                  <a:prstGeom prst="rightArrow">
                    <a:avLst>
                      <a:gd fmla="val 45068" name="adj1"/>
                      <a:gd fmla="val 66644" name="adj2"/>
                    </a:avLst>
                  </a:prstGeom>
                  <a:solidFill>
                    <a:srgbClr val="BFBFB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700" u="none" cap="none" strike="noStrike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557" name="Google Shape;557;p34"/>
                  <p:cNvSpPr/>
                  <p:nvPr/>
                </p:nvSpPr>
                <p:spPr>
                  <a:xfrm>
                    <a:off x="-484474" y="3284984"/>
                    <a:ext cx="216000" cy="216000"/>
                  </a:xfrm>
                  <a:prstGeom prst="ellipse">
                    <a:avLst/>
                  </a:prstGeom>
                  <a:solidFill>
                    <a:srgbClr val="BFBFB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700" u="none" cap="none" strike="noStrike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558" name="Google Shape;558;p34"/>
                  <p:cNvSpPr/>
                  <p:nvPr/>
                </p:nvSpPr>
                <p:spPr>
                  <a:xfrm>
                    <a:off x="774376" y="3284984"/>
                    <a:ext cx="216000" cy="2160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700" u="none" cap="none" strike="noStrike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559" name="Google Shape;559;p34"/>
                  <p:cNvSpPr/>
                  <p:nvPr/>
                </p:nvSpPr>
                <p:spPr>
                  <a:xfrm>
                    <a:off x="3333327" y="3284984"/>
                    <a:ext cx="216000" cy="2160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700" u="none" cap="none" strike="noStrike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560" name="Google Shape;560;p34"/>
                  <p:cNvSpPr/>
                  <p:nvPr/>
                </p:nvSpPr>
                <p:spPr>
                  <a:xfrm>
                    <a:off x="5892278" y="3290174"/>
                    <a:ext cx="216000" cy="216000"/>
                  </a:xfrm>
                  <a:prstGeom prst="ellipse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700" u="none" cap="none" strike="noStrike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561" name="Google Shape;561;p34"/>
                  <p:cNvSpPr/>
                  <p:nvPr/>
                </p:nvSpPr>
                <p:spPr>
                  <a:xfrm>
                    <a:off x="8451229" y="3284984"/>
                    <a:ext cx="216000" cy="216000"/>
                  </a:xfrm>
                  <a:prstGeom prst="ellipse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2700" u="none" cap="none" strike="noStrike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</p:grpSp>
            <p:grpSp>
              <p:nvGrpSpPr>
                <p:cNvPr id="562" name="Google Shape;562;p34"/>
                <p:cNvGrpSpPr/>
                <p:nvPr/>
              </p:nvGrpSpPr>
              <p:grpSpPr>
                <a:xfrm>
                  <a:off x="1352965" y="2845766"/>
                  <a:ext cx="9541693" cy="2282230"/>
                  <a:chOff x="1352965" y="2845766"/>
                  <a:chExt cx="9541693" cy="2282230"/>
                </a:xfrm>
              </p:grpSpPr>
              <p:grpSp>
                <p:nvGrpSpPr>
                  <p:cNvPr id="563" name="Google Shape;563;p34"/>
                  <p:cNvGrpSpPr/>
                  <p:nvPr/>
                </p:nvGrpSpPr>
                <p:grpSpPr>
                  <a:xfrm>
                    <a:off x="3919568" y="2845766"/>
                    <a:ext cx="1868700" cy="2282230"/>
                    <a:chOff x="3919568" y="2845766"/>
                    <a:chExt cx="1868700" cy="2282230"/>
                  </a:xfrm>
                </p:grpSpPr>
                <p:sp>
                  <p:nvSpPr>
                    <p:cNvPr id="564" name="Google Shape;564;p34"/>
                    <p:cNvSpPr/>
                    <p:nvPr/>
                  </p:nvSpPr>
                  <p:spPr>
                    <a:xfrm>
                      <a:off x="3919568" y="2845766"/>
                      <a:ext cx="1868700" cy="540000"/>
                    </a:xfrm>
                    <a:prstGeom prst="rect">
                      <a:avLst/>
                    </a:prstGeom>
                    <a:solidFill>
                      <a:schemeClr val="accent5"/>
                    </a:solidFill>
                    <a:ln cap="flat" cmpd="sng" w="38100">
                      <a:solidFill>
                        <a:schemeClr val="accent5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700" u="none" cap="none" strike="noStrike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  <p:sp>
                  <p:nvSpPr>
                    <p:cNvPr id="565" name="Google Shape;565;p34"/>
                    <p:cNvSpPr/>
                    <p:nvPr/>
                  </p:nvSpPr>
                  <p:spPr>
                    <a:xfrm>
                      <a:off x="3919672" y="3386976"/>
                      <a:ext cx="1868402" cy="1741020"/>
                    </a:xfrm>
                    <a:custGeom>
                      <a:rect b="b" l="l" r="r" t="t"/>
                      <a:pathLst>
                        <a:path extrusionOk="0" h="1741020" w="1868402">
                          <a:moveTo>
                            <a:pt x="0" y="0"/>
                          </a:moveTo>
                          <a:lnTo>
                            <a:pt x="1868402" y="0"/>
                          </a:lnTo>
                          <a:lnTo>
                            <a:pt x="1868402" y="1438789"/>
                          </a:lnTo>
                          <a:lnTo>
                            <a:pt x="1109496" y="1438789"/>
                          </a:lnTo>
                          <a:lnTo>
                            <a:pt x="934202" y="1741020"/>
                          </a:lnTo>
                          <a:lnTo>
                            <a:pt x="758908" y="1438789"/>
                          </a:lnTo>
                          <a:lnTo>
                            <a:pt x="0" y="1438789"/>
                          </a:lnTo>
                          <a:close/>
                        </a:path>
                      </a:pathLst>
                    </a:custGeom>
                    <a:noFill/>
                    <a:ln cap="flat" cmpd="sng" w="38100">
                      <a:solidFill>
                        <a:schemeClr val="accent5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700" u="none" cap="none" strike="noStrike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  <p:sp>
                  <p:nvSpPr>
                    <p:cNvPr id="566" name="Google Shape;566;p34"/>
                    <p:cNvSpPr txBox="1"/>
                    <p:nvPr/>
                  </p:nvSpPr>
                  <p:spPr>
                    <a:xfrm>
                      <a:off x="3993470" y="2971430"/>
                      <a:ext cx="1720800" cy="2886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lt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20XX</a:t>
                      </a:r>
                      <a:endParaRPr/>
                    </a:p>
                  </p:txBody>
                </p:sp>
              </p:grpSp>
              <p:grpSp>
                <p:nvGrpSpPr>
                  <p:cNvPr id="567" name="Google Shape;567;p34"/>
                  <p:cNvGrpSpPr/>
                  <p:nvPr/>
                </p:nvGrpSpPr>
                <p:grpSpPr>
                  <a:xfrm>
                    <a:off x="1352965" y="2845766"/>
                    <a:ext cx="1868700" cy="2282230"/>
                    <a:chOff x="3919568" y="2845766"/>
                    <a:chExt cx="1868700" cy="2282230"/>
                  </a:xfrm>
                </p:grpSpPr>
                <p:sp>
                  <p:nvSpPr>
                    <p:cNvPr id="568" name="Google Shape;568;p34"/>
                    <p:cNvSpPr/>
                    <p:nvPr/>
                  </p:nvSpPr>
                  <p:spPr>
                    <a:xfrm>
                      <a:off x="3919568" y="2845766"/>
                      <a:ext cx="1868700" cy="540000"/>
                    </a:xfrm>
                    <a:prstGeom prst="rect">
                      <a:avLst/>
                    </a:prstGeom>
                    <a:solidFill>
                      <a:schemeClr val="accent2"/>
                    </a:solidFill>
                    <a:ln cap="flat" cmpd="sng" w="38100">
                      <a:solidFill>
                        <a:schemeClr val="accent2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700" u="none" cap="none" strike="noStrike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  <p:sp>
                  <p:nvSpPr>
                    <p:cNvPr id="569" name="Google Shape;569;p34"/>
                    <p:cNvSpPr/>
                    <p:nvPr/>
                  </p:nvSpPr>
                  <p:spPr>
                    <a:xfrm>
                      <a:off x="3919672" y="3386976"/>
                      <a:ext cx="1868402" cy="1741020"/>
                    </a:xfrm>
                    <a:custGeom>
                      <a:rect b="b" l="l" r="r" t="t"/>
                      <a:pathLst>
                        <a:path extrusionOk="0" h="1741020" w="1868402">
                          <a:moveTo>
                            <a:pt x="0" y="0"/>
                          </a:moveTo>
                          <a:lnTo>
                            <a:pt x="1868402" y="0"/>
                          </a:lnTo>
                          <a:lnTo>
                            <a:pt x="1868402" y="1438789"/>
                          </a:lnTo>
                          <a:lnTo>
                            <a:pt x="1109496" y="1438789"/>
                          </a:lnTo>
                          <a:lnTo>
                            <a:pt x="934202" y="1741020"/>
                          </a:lnTo>
                          <a:lnTo>
                            <a:pt x="758908" y="1438789"/>
                          </a:lnTo>
                          <a:lnTo>
                            <a:pt x="0" y="1438789"/>
                          </a:lnTo>
                          <a:close/>
                        </a:path>
                      </a:pathLst>
                    </a:custGeom>
                    <a:noFill/>
                    <a:ln cap="flat" cmpd="sng" w="38100">
                      <a:solidFill>
                        <a:schemeClr val="accent2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700" u="none" cap="none" strike="noStrike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  <p:sp>
                  <p:nvSpPr>
                    <p:cNvPr id="570" name="Google Shape;570;p34"/>
                    <p:cNvSpPr txBox="1"/>
                    <p:nvPr/>
                  </p:nvSpPr>
                  <p:spPr>
                    <a:xfrm>
                      <a:off x="3993470" y="2956997"/>
                      <a:ext cx="1720800" cy="3177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lt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20XX</a:t>
                      </a:r>
                      <a:endParaRPr/>
                    </a:p>
                  </p:txBody>
                </p:sp>
              </p:grpSp>
              <p:grpSp>
                <p:nvGrpSpPr>
                  <p:cNvPr id="571" name="Google Shape;571;p34"/>
                  <p:cNvGrpSpPr/>
                  <p:nvPr/>
                </p:nvGrpSpPr>
                <p:grpSpPr>
                  <a:xfrm>
                    <a:off x="9025958" y="2845766"/>
                    <a:ext cx="1868700" cy="2282230"/>
                    <a:chOff x="3919568" y="2845766"/>
                    <a:chExt cx="1868700" cy="2282230"/>
                  </a:xfrm>
                </p:grpSpPr>
                <p:sp>
                  <p:nvSpPr>
                    <p:cNvPr id="572" name="Google Shape;572;p34"/>
                    <p:cNvSpPr/>
                    <p:nvPr/>
                  </p:nvSpPr>
                  <p:spPr>
                    <a:xfrm>
                      <a:off x="3919568" y="2845766"/>
                      <a:ext cx="1868700" cy="540000"/>
                    </a:xfrm>
                    <a:prstGeom prst="rect">
                      <a:avLst/>
                    </a:prstGeom>
                    <a:solidFill>
                      <a:schemeClr val="accent4"/>
                    </a:solidFill>
                    <a:ln cap="flat" cmpd="sng" w="38100">
                      <a:solidFill>
                        <a:schemeClr val="accent4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700" u="none" cap="none" strike="noStrike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  <p:sp>
                  <p:nvSpPr>
                    <p:cNvPr id="573" name="Google Shape;573;p34"/>
                    <p:cNvSpPr/>
                    <p:nvPr/>
                  </p:nvSpPr>
                  <p:spPr>
                    <a:xfrm>
                      <a:off x="3919672" y="3386976"/>
                      <a:ext cx="1868402" cy="1741020"/>
                    </a:xfrm>
                    <a:custGeom>
                      <a:rect b="b" l="l" r="r" t="t"/>
                      <a:pathLst>
                        <a:path extrusionOk="0" h="1741020" w="1868402">
                          <a:moveTo>
                            <a:pt x="0" y="0"/>
                          </a:moveTo>
                          <a:lnTo>
                            <a:pt x="1868402" y="0"/>
                          </a:lnTo>
                          <a:lnTo>
                            <a:pt x="1868402" y="1438789"/>
                          </a:lnTo>
                          <a:lnTo>
                            <a:pt x="1109496" y="1438789"/>
                          </a:lnTo>
                          <a:lnTo>
                            <a:pt x="934202" y="1741020"/>
                          </a:lnTo>
                          <a:lnTo>
                            <a:pt x="758908" y="1438789"/>
                          </a:lnTo>
                          <a:lnTo>
                            <a:pt x="0" y="1438789"/>
                          </a:lnTo>
                          <a:close/>
                        </a:path>
                      </a:pathLst>
                    </a:custGeom>
                    <a:noFill/>
                    <a:ln cap="flat" cmpd="sng" w="38100">
                      <a:solidFill>
                        <a:schemeClr val="accent4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700" u="none" cap="none" strike="noStrike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  <p:sp>
                  <p:nvSpPr>
                    <p:cNvPr id="574" name="Google Shape;574;p34"/>
                    <p:cNvSpPr txBox="1"/>
                    <p:nvPr/>
                  </p:nvSpPr>
                  <p:spPr>
                    <a:xfrm>
                      <a:off x="3993470" y="2971430"/>
                      <a:ext cx="1720800" cy="2886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lt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20XX</a:t>
                      </a:r>
                      <a:endParaRPr/>
                    </a:p>
                  </p:txBody>
                </p:sp>
              </p:grpSp>
              <p:grpSp>
                <p:nvGrpSpPr>
                  <p:cNvPr id="575" name="Google Shape;575;p34"/>
                  <p:cNvGrpSpPr/>
                  <p:nvPr/>
                </p:nvGrpSpPr>
                <p:grpSpPr>
                  <a:xfrm>
                    <a:off x="6459355" y="2845766"/>
                    <a:ext cx="1868700" cy="2282230"/>
                    <a:chOff x="3919568" y="2845766"/>
                    <a:chExt cx="1868700" cy="2282230"/>
                  </a:xfrm>
                </p:grpSpPr>
                <p:sp>
                  <p:nvSpPr>
                    <p:cNvPr id="576" name="Google Shape;576;p34"/>
                    <p:cNvSpPr/>
                    <p:nvPr/>
                  </p:nvSpPr>
                  <p:spPr>
                    <a:xfrm>
                      <a:off x="3919568" y="2845766"/>
                      <a:ext cx="1868700" cy="540000"/>
                    </a:xfrm>
                    <a:prstGeom prst="rect">
                      <a:avLst/>
                    </a:prstGeom>
                    <a:solidFill>
                      <a:schemeClr val="accent3"/>
                    </a:solidFill>
                    <a:ln cap="flat" cmpd="sng" w="38100">
                      <a:solidFill>
                        <a:schemeClr val="accent3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700" u="none" cap="none" strike="noStrike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  <p:sp>
                  <p:nvSpPr>
                    <p:cNvPr id="577" name="Google Shape;577;p34"/>
                    <p:cNvSpPr/>
                    <p:nvPr/>
                  </p:nvSpPr>
                  <p:spPr>
                    <a:xfrm>
                      <a:off x="3919672" y="3386976"/>
                      <a:ext cx="1868402" cy="1741020"/>
                    </a:xfrm>
                    <a:custGeom>
                      <a:rect b="b" l="l" r="r" t="t"/>
                      <a:pathLst>
                        <a:path extrusionOk="0" h="1741020" w="1868402">
                          <a:moveTo>
                            <a:pt x="0" y="0"/>
                          </a:moveTo>
                          <a:lnTo>
                            <a:pt x="1868402" y="0"/>
                          </a:lnTo>
                          <a:lnTo>
                            <a:pt x="1868402" y="1438789"/>
                          </a:lnTo>
                          <a:lnTo>
                            <a:pt x="1109496" y="1438789"/>
                          </a:lnTo>
                          <a:lnTo>
                            <a:pt x="934202" y="1741020"/>
                          </a:lnTo>
                          <a:lnTo>
                            <a:pt x="758908" y="1438789"/>
                          </a:lnTo>
                          <a:lnTo>
                            <a:pt x="0" y="1438789"/>
                          </a:lnTo>
                          <a:close/>
                        </a:path>
                      </a:pathLst>
                    </a:custGeom>
                    <a:noFill/>
                    <a:ln cap="flat" cmpd="sng" w="38100">
                      <a:solidFill>
                        <a:schemeClr val="accent3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700" u="none" cap="none" strike="noStrike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  <p:sp>
                  <p:nvSpPr>
                    <p:cNvPr id="578" name="Google Shape;578;p34"/>
                    <p:cNvSpPr txBox="1"/>
                    <p:nvPr/>
                  </p:nvSpPr>
                  <p:spPr>
                    <a:xfrm>
                      <a:off x="3993470" y="2971430"/>
                      <a:ext cx="1720800" cy="2886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lt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20XX</a:t>
                      </a:r>
                      <a:endParaRPr/>
                    </a:p>
                  </p:txBody>
                </p:sp>
              </p:grpSp>
            </p:grpSp>
          </p:grpSp>
          <p:grpSp>
            <p:nvGrpSpPr>
              <p:cNvPr id="579" name="Google Shape;579;p34"/>
              <p:cNvGrpSpPr/>
              <p:nvPr/>
            </p:nvGrpSpPr>
            <p:grpSpPr>
              <a:xfrm>
                <a:off x="7070161" y="2001364"/>
                <a:ext cx="457181" cy="505011"/>
                <a:chOff x="5648375" y="238125"/>
                <a:chExt cx="483125" cy="483125"/>
              </a:xfrm>
            </p:grpSpPr>
            <p:sp>
              <p:nvSpPr>
                <p:cNvPr id="580" name="Google Shape;580;p34"/>
                <p:cNvSpPr/>
                <p:nvPr/>
              </p:nvSpPr>
              <p:spPr>
                <a:xfrm>
                  <a:off x="5648375" y="238125"/>
                  <a:ext cx="483125" cy="483125"/>
                </a:xfrm>
                <a:custGeom>
                  <a:rect b="b" l="l" r="r" t="t"/>
                  <a:pathLst>
                    <a:path extrusionOk="0" h="19325" w="19325">
                      <a:moveTo>
                        <a:pt x="4001" y="1132"/>
                      </a:moveTo>
                      <a:cubicBezTo>
                        <a:pt x="4315" y="1132"/>
                        <a:pt x="4569" y="1386"/>
                        <a:pt x="4569" y="1700"/>
                      </a:cubicBezTo>
                      <a:lnTo>
                        <a:pt x="4569" y="3965"/>
                      </a:lnTo>
                      <a:cubicBezTo>
                        <a:pt x="4569" y="4276"/>
                        <a:pt x="4315" y="4529"/>
                        <a:pt x="4001" y="4529"/>
                      </a:cubicBezTo>
                      <a:cubicBezTo>
                        <a:pt x="3687" y="4529"/>
                        <a:pt x="3436" y="4276"/>
                        <a:pt x="3436" y="3965"/>
                      </a:cubicBezTo>
                      <a:lnTo>
                        <a:pt x="3436" y="1700"/>
                      </a:lnTo>
                      <a:cubicBezTo>
                        <a:pt x="3436" y="1386"/>
                        <a:pt x="3687" y="1132"/>
                        <a:pt x="4001" y="1132"/>
                      </a:cubicBezTo>
                      <a:close/>
                      <a:moveTo>
                        <a:pt x="9662" y="1132"/>
                      </a:moveTo>
                      <a:cubicBezTo>
                        <a:pt x="9976" y="1132"/>
                        <a:pt x="10230" y="1386"/>
                        <a:pt x="10230" y="1700"/>
                      </a:cubicBezTo>
                      <a:lnTo>
                        <a:pt x="10230" y="3965"/>
                      </a:lnTo>
                      <a:cubicBezTo>
                        <a:pt x="10230" y="4276"/>
                        <a:pt x="9976" y="4529"/>
                        <a:pt x="9662" y="4529"/>
                      </a:cubicBezTo>
                      <a:cubicBezTo>
                        <a:pt x="9348" y="4529"/>
                        <a:pt x="9098" y="4276"/>
                        <a:pt x="9098" y="3965"/>
                      </a:cubicBezTo>
                      <a:lnTo>
                        <a:pt x="9098" y="1700"/>
                      </a:lnTo>
                      <a:cubicBezTo>
                        <a:pt x="9098" y="1386"/>
                        <a:pt x="9348" y="1132"/>
                        <a:pt x="9662" y="1132"/>
                      </a:cubicBezTo>
                      <a:close/>
                      <a:moveTo>
                        <a:pt x="15324" y="1132"/>
                      </a:moveTo>
                      <a:cubicBezTo>
                        <a:pt x="15638" y="1132"/>
                        <a:pt x="15891" y="1386"/>
                        <a:pt x="15891" y="1700"/>
                      </a:cubicBezTo>
                      <a:lnTo>
                        <a:pt x="15891" y="3965"/>
                      </a:lnTo>
                      <a:cubicBezTo>
                        <a:pt x="15891" y="4276"/>
                        <a:pt x="15638" y="4529"/>
                        <a:pt x="15324" y="4529"/>
                      </a:cubicBezTo>
                      <a:cubicBezTo>
                        <a:pt x="15010" y="4529"/>
                        <a:pt x="14759" y="4276"/>
                        <a:pt x="14759" y="3965"/>
                      </a:cubicBezTo>
                      <a:lnTo>
                        <a:pt x="14759" y="1700"/>
                      </a:lnTo>
                      <a:cubicBezTo>
                        <a:pt x="14759" y="1386"/>
                        <a:pt x="15010" y="1132"/>
                        <a:pt x="15324" y="1132"/>
                      </a:cubicBezTo>
                      <a:close/>
                      <a:moveTo>
                        <a:pt x="17628" y="3397"/>
                      </a:moveTo>
                      <a:cubicBezTo>
                        <a:pt x="17939" y="3397"/>
                        <a:pt x="18192" y="3651"/>
                        <a:pt x="18192" y="3965"/>
                      </a:cubicBezTo>
                      <a:lnTo>
                        <a:pt x="18192" y="6833"/>
                      </a:lnTo>
                      <a:lnTo>
                        <a:pt x="1132" y="6833"/>
                      </a:lnTo>
                      <a:lnTo>
                        <a:pt x="1132" y="3965"/>
                      </a:lnTo>
                      <a:cubicBezTo>
                        <a:pt x="1132" y="3651"/>
                        <a:pt x="1386" y="3397"/>
                        <a:pt x="1700" y="3397"/>
                      </a:cubicBezTo>
                      <a:lnTo>
                        <a:pt x="2304" y="3397"/>
                      </a:lnTo>
                      <a:lnTo>
                        <a:pt x="2304" y="3965"/>
                      </a:lnTo>
                      <a:cubicBezTo>
                        <a:pt x="2304" y="4901"/>
                        <a:pt x="3062" y="5661"/>
                        <a:pt x="4001" y="5661"/>
                      </a:cubicBezTo>
                      <a:cubicBezTo>
                        <a:pt x="4940" y="5661"/>
                        <a:pt x="5701" y="4901"/>
                        <a:pt x="5701" y="3965"/>
                      </a:cubicBezTo>
                      <a:lnTo>
                        <a:pt x="5701" y="3397"/>
                      </a:lnTo>
                      <a:lnTo>
                        <a:pt x="7965" y="3397"/>
                      </a:lnTo>
                      <a:lnTo>
                        <a:pt x="7965" y="3965"/>
                      </a:lnTo>
                      <a:cubicBezTo>
                        <a:pt x="7965" y="4901"/>
                        <a:pt x="8723" y="5661"/>
                        <a:pt x="9662" y="5661"/>
                      </a:cubicBezTo>
                      <a:cubicBezTo>
                        <a:pt x="10601" y="5661"/>
                        <a:pt x="11362" y="4901"/>
                        <a:pt x="11362" y="3965"/>
                      </a:cubicBezTo>
                      <a:lnTo>
                        <a:pt x="11362" y="3397"/>
                      </a:lnTo>
                      <a:lnTo>
                        <a:pt x="13627" y="3397"/>
                      </a:lnTo>
                      <a:lnTo>
                        <a:pt x="13627" y="3965"/>
                      </a:lnTo>
                      <a:cubicBezTo>
                        <a:pt x="13627" y="4901"/>
                        <a:pt x="14385" y="5661"/>
                        <a:pt x="15324" y="5661"/>
                      </a:cubicBezTo>
                      <a:cubicBezTo>
                        <a:pt x="16263" y="5661"/>
                        <a:pt x="17024" y="4901"/>
                        <a:pt x="17024" y="3965"/>
                      </a:cubicBezTo>
                      <a:lnTo>
                        <a:pt x="17024" y="3397"/>
                      </a:lnTo>
                      <a:close/>
                      <a:moveTo>
                        <a:pt x="18192" y="7965"/>
                      </a:moveTo>
                      <a:lnTo>
                        <a:pt x="18192" y="17628"/>
                      </a:lnTo>
                      <a:cubicBezTo>
                        <a:pt x="18192" y="17939"/>
                        <a:pt x="17939" y="18192"/>
                        <a:pt x="17628" y="18192"/>
                      </a:cubicBezTo>
                      <a:lnTo>
                        <a:pt x="1700" y="18192"/>
                      </a:lnTo>
                      <a:cubicBezTo>
                        <a:pt x="1386" y="18192"/>
                        <a:pt x="1132" y="17939"/>
                        <a:pt x="1132" y="17628"/>
                      </a:cubicBezTo>
                      <a:lnTo>
                        <a:pt x="1132" y="7965"/>
                      </a:lnTo>
                      <a:close/>
                      <a:moveTo>
                        <a:pt x="4001" y="0"/>
                      </a:moveTo>
                      <a:cubicBezTo>
                        <a:pt x="3062" y="0"/>
                        <a:pt x="2304" y="761"/>
                        <a:pt x="2304" y="1700"/>
                      </a:cubicBezTo>
                      <a:lnTo>
                        <a:pt x="2304" y="2265"/>
                      </a:lnTo>
                      <a:lnTo>
                        <a:pt x="1700" y="2265"/>
                      </a:lnTo>
                      <a:cubicBezTo>
                        <a:pt x="761" y="2265"/>
                        <a:pt x="0" y="3025"/>
                        <a:pt x="0" y="3965"/>
                      </a:cubicBezTo>
                      <a:lnTo>
                        <a:pt x="0" y="17628"/>
                      </a:lnTo>
                      <a:cubicBezTo>
                        <a:pt x="0" y="18564"/>
                        <a:pt x="761" y="19324"/>
                        <a:pt x="1700" y="19324"/>
                      </a:cubicBezTo>
                      <a:lnTo>
                        <a:pt x="17628" y="19324"/>
                      </a:lnTo>
                      <a:cubicBezTo>
                        <a:pt x="18564" y="19324"/>
                        <a:pt x="19325" y="18564"/>
                        <a:pt x="19325" y="17628"/>
                      </a:cubicBezTo>
                      <a:lnTo>
                        <a:pt x="19325" y="3965"/>
                      </a:lnTo>
                      <a:cubicBezTo>
                        <a:pt x="19325" y="3025"/>
                        <a:pt x="18564" y="2265"/>
                        <a:pt x="17628" y="2265"/>
                      </a:cubicBezTo>
                      <a:lnTo>
                        <a:pt x="17024" y="2265"/>
                      </a:lnTo>
                      <a:lnTo>
                        <a:pt x="17024" y="1700"/>
                      </a:lnTo>
                      <a:cubicBezTo>
                        <a:pt x="17024" y="761"/>
                        <a:pt x="16263" y="0"/>
                        <a:pt x="15324" y="0"/>
                      </a:cubicBezTo>
                      <a:cubicBezTo>
                        <a:pt x="14385" y="0"/>
                        <a:pt x="13627" y="761"/>
                        <a:pt x="13627" y="1700"/>
                      </a:cubicBezTo>
                      <a:lnTo>
                        <a:pt x="13627" y="2265"/>
                      </a:lnTo>
                      <a:lnTo>
                        <a:pt x="11362" y="2265"/>
                      </a:lnTo>
                      <a:lnTo>
                        <a:pt x="11362" y="1700"/>
                      </a:lnTo>
                      <a:cubicBezTo>
                        <a:pt x="11362" y="761"/>
                        <a:pt x="10601" y="0"/>
                        <a:pt x="9662" y="0"/>
                      </a:cubicBezTo>
                      <a:cubicBezTo>
                        <a:pt x="8723" y="0"/>
                        <a:pt x="7965" y="761"/>
                        <a:pt x="7965" y="1700"/>
                      </a:cubicBezTo>
                      <a:lnTo>
                        <a:pt x="7965" y="2265"/>
                      </a:lnTo>
                      <a:lnTo>
                        <a:pt x="5701" y="2265"/>
                      </a:lnTo>
                      <a:lnTo>
                        <a:pt x="5701" y="1700"/>
                      </a:lnTo>
                      <a:cubicBezTo>
                        <a:pt x="5701" y="761"/>
                        <a:pt x="4940" y="0"/>
                        <a:pt x="400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435D74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581" name="Google Shape;581;p34"/>
                <p:cNvSpPr/>
                <p:nvPr/>
              </p:nvSpPr>
              <p:spPr>
                <a:xfrm>
                  <a:off x="5705950" y="465550"/>
                  <a:ext cx="84875" cy="28325"/>
                </a:xfrm>
                <a:custGeom>
                  <a:rect b="b" l="l" r="r" t="t"/>
                  <a:pathLst>
                    <a:path extrusionOk="0" h="1133" w="3395">
                      <a:moveTo>
                        <a:pt x="566" y="1"/>
                      </a:moveTo>
                      <a:cubicBezTo>
                        <a:pt x="252" y="1"/>
                        <a:pt x="1" y="251"/>
                        <a:pt x="1" y="565"/>
                      </a:cubicBezTo>
                      <a:cubicBezTo>
                        <a:pt x="1" y="879"/>
                        <a:pt x="252" y="1133"/>
                        <a:pt x="566" y="1133"/>
                      </a:cubicBezTo>
                      <a:lnTo>
                        <a:pt x="2830" y="1133"/>
                      </a:lnTo>
                      <a:cubicBezTo>
                        <a:pt x="3144" y="1133"/>
                        <a:pt x="3395" y="879"/>
                        <a:pt x="3395" y="565"/>
                      </a:cubicBezTo>
                      <a:cubicBezTo>
                        <a:pt x="3395" y="251"/>
                        <a:pt x="3144" y="1"/>
                        <a:pt x="283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435D74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582" name="Google Shape;582;p34"/>
                <p:cNvSpPr/>
                <p:nvPr/>
              </p:nvSpPr>
              <p:spPr>
                <a:xfrm>
                  <a:off x="5847500" y="465550"/>
                  <a:ext cx="84875" cy="28325"/>
                </a:xfrm>
                <a:custGeom>
                  <a:rect b="b" l="l" r="r" t="t"/>
                  <a:pathLst>
                    <a:path extrusionOk="0" h="1133" w="3395">
                      <a:moveTo>
                        <a:pt x="565" y="1"/>
                      </a:moveTo>
                      <a:cubicBezTo>
                        <a:pt x="251" y="1"/>
                        <a:pt x="0" y="251"/>
                        <a:pt x="0" y="565"/>
                      </a:cubicBezTo>
                      <a:cubicBezTo>
                        <a:pt x="0" y="879"/>
                        <a:pt x="251" y="1133"/>
                        <a:pt x="565" y="1133"/>
                      </a:cubicBezTo>
                      <a:lnTo>
                        <a:pt x="2830" y="1133"/>
                      </a:lnTo>
                      <a:cubicBezTo>
                        <a:pt x="3144" y="1133"/>
                        <a:pt x="3394" y="879"/>
                        <a:pt x="3394" y="565"/>
                      </a:cubicBezTo>
                      <a:cubicBezTo>
                        <a:pt x="3394" y="251"/>
                        <a:pt x="3144" y="1"/>
                        <a:pt x="283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435D74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583" name="Google Shape;583;p34"/>
                <p:cNvSpPr/>
                <p:nvPr/>
              </p:nvSpPr>
              <p:spPr>
                <a:xfrm>
                  <a:off x="5989025" y="465550"/>
                  <a:ext cx="84875" cy="28325"/>
                </a:xfrm>
                <a:custGeom>
                  <a:rect b="b" l="l" r="r" t="t"/>
                  <a:pathLst>
                    <a:path extrusionOk="0" h="1133" w="3395">
                      <a:moveTo>
                        <a:pt x="565" y="1"/>
                      </a:moveTo>
                      <a:cubicBezTo>
                        <a:pt x="251" y="1"/>
                        <a:pt x="1" y="251"/>
                        <a:pt x="1" y="565"/>
                      </a:cubicBezTo>
                      <a:cubicBezTo>
                        <a:pt x="1" y="879"/>
                        <a:pt x="251" y="1133"/>
                        <a:pt x="565" y="1133"/>
                      </a:cubicBezTo>
                      <a:lnTo>
                        <a:pt x="2830" y="1133"/>
                      </a:lnTo>
                      <a:cubicBezTo>
                        <a:pt x="3144" y="1133"/>
                        <a:pt x="3395" y="879"/>
                        <a:pt x="3395" y="565"/>
                      </a:cubicBezTo>
                      <a:cubicBezTo>
                        <a:pt x="3395" y="251"/>
                        <a:pt x="3144" y="1"/>
                        <a:pt x="283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435D74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584" name="Google Shape;584;p34"/>
                <p:cNvSpPr/>
                <p:nvPr/>
              </p:nvSpPr>
              <p:spPr>
                <a:xfrm>
                  <a:off x="5705950" y="550475"/>
                  <a:ext cx="84875" cy="28325"/>
                </a:xfrm>
                <a:custGeom>
                  <a:rect b="b" l="l" r="r" t="t"/>
                  <a:pathLst>
                    <a:path extrusionOk="0" h="1133" w="3395">
                      <a:moveTo>
                        <a:pt x="566" y="0"/>
                      </a:moveTo>
                      <a:cubicBezTo>
                        <a:pt x="252" y="0"/>
                        <a:pt x="1" y="251"/>
                        <a:pt x="1" y="565"/>
                      </a:cubicBezTo>
                      <a:cubicBezTo>
                        <a:pt x="1" y="879"/>
                        <a:pt x="252" y="1133"/>
                        <a:pt x="566" y="1133"/>
                      </a:cubicBezTo>
                      <a:lnTo>
                        <a:pt x="2830" y="1133"/>
                      </a:lnTo>
                      <a:cubicBezTo>
                        <a:pt x="3144" y="1133"/>
                        <a:pt x="3395" y="879"/>
                        <a:pt x="3395" y="565"/>
                      </a:cubicBezTo>
                      <a:cubicBezTo>
                        <a:pt x="3395" y="251"/>
                        <a:pt x="3144" y="0"/>
                        <a:pt x="283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435D74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585" name="Google Shape;585;p34"/>
                <p:cNvSpPr/>
                <p:nvPr/>
              </p:nvSpPr>
              <p:spPr>
                <a:xfrm>
                  <a:off x="5847500" y="550475"/>
                  <a:ext cx="84875" cy="28325"/>
                </a:xfrm>
                <a:custGeom>
                  <a:rect b="b" l="l" r="r" t="t"/>
                  <a:pathLst>
                    <a:path extrusionOk="0" h="1133" w="3395">
                      <a:moveTo>
                        <a:pt x="565" y="0"/>
                      </a:moveTo>
                      <a:cubicBezTo>
                        <a:pt x="251" y="0"/>
                        <a:pt x="0" y="251"/>
                        <a:pt x="0" y="565"/>
                      </a:cubicBezTo>
                      <a:cubicBezTo>
                        <a:pt x="0" y="879"/>
                        <a:pt x="251" y="1133"/>
                        <a:pt x="565" y="1133"/>
                      </a:cubicBezTo>
                      <a:lnTo>
                        <a:pt x="2830" y="1133"/>
                      </a:lnTo>
                      <a:cubicBezTo>
                        <a:pt x="3144" y="1133"/>
                        <a:pt x="3394" y="879"/>
                        <a:pt x="3394" y="565"/>
                      </a:cubicBezTo>
                      <a:cubicBezTo>
                        <a:pt x="3394" y="251"/>
                        <a:pt x="3144" y="0"/>
                        <a:pt x="283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435D74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586" name="Google Shape;586;p34"/>
                <p:cNvSpPr/>
                <p:nvPr/>
              </p:nvSpPr>
              <p:spPr>
                <a:xfrm>
                  <a:off x="5989025" y="550475"/>
                  <a:ext cx="84875" cy="28325"/>
                </a:xfrm>
                <a:custGeom>
                  <a:rect b="b" l="l" r="r" t="t"/>
                  <a:pathLst>
                    <a:path extrusionOk="0" h="1133" w="3395">
                      <a:moveTo>
                        <a:pt x="565" y="0"/>
                      </a:moveTo>
                      <a:cubicBezTo>
                        <a:pt x="251" y="0"/>
                        <a:pt x="1" y="251"/>
                        <a:pt x="1" y="565"/>
                      </a:cubicBezTo>
                      <a:cubicBezTo>
                        <a:pt x="1" y="879"/>
                        <a:pt x="251" y="1133"/>
                        <a:pt x="565" y="1133"/>
                      </a:cubicBezTo>
                      <a:lnTo>
                        <a:pt x="2830" y="1133"/>
                      </a:lnTo>
                      <a:cubicBezTo>
                        <a:pt x="3144" y="1133"/>
                        <a:pt x="3395" y="879"/>
                        <a:pt x="3395" y="565"/>
                      </a:cubicBezTo>
                      <a:cubicBezTo>
                        <a:pt x="3395" y="251"/>
                        <a:pt x="3144" y="0"/>
                        <a:pt x="283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435D74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587" name="Google Shape;587;p34"/>
                <p:cNvSpPr/>
                <p:nvPr/>
              </p:nvSpPr>
              <p:spPr>
                <a:xfrm>
                  <a:off x="5705950" y="636300"/>
                  <a:ext cx="84875" cy="28325"/>
                </a:xfrm>
                <a:custGeom>
                  <a:rect b="b" l="l" r="r" t="t"/>
                  <a:pathLst>
                    <a:path extrusionOk="0" h="1133" w="3395">
                      <a:moveTo>
                        <a:pt x="566" y="1"/>
                      </a:moveTo>
                      <a:cubicBezTo>
                        <a:pt x="252" y="1"/>
                        <a:pt x="1" y="254"/>
                        <a:pt x="1" y="568"/>
                      </a:cubicBezTo>
                      <a:cubicBezTo>
                        <a:pt x="1" y="879"/>
                        <a:pt x="252" y="1133"/>
                        <a:pt x="566" y="1133"/>
                      </a:cubicBezTo>
                      <a:lnTo>
                        <a:pt x="2830" y="1133"/>
                      </a:lnTo>
                      <a:cubicBezTo>
                        <a:pt x="3144" y="1133"/>
                        <a:pt x="3395" y="879"/>
                        <a:pt x="3395" y="568"/>
                      </a:cubicBezTo>
                      <a:cubicBezTo>
                        <a:pt x="3395" y="254"/>
                        <a:pt x="3144" y="1"/>
                        <a:pt x="283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435D74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588" name="Google Shape;588;p34"/>
                <p:cNvSpPr/>
                <p:nvPr/>
              </p:nvSpPr>
              <p:spPr>
                <a:xfrm>
                  <a:off x="5847500" y="636300"/>
                  <a:ext cx="84875" cy="28325"/>
                </a:xfrm>
                <a:custGeom>
                  <a:rect b="b" l="l" r="r" t="t"/>
                  <a:pathLst>
                    <a:path extrusionOk="0" h="1133" w="3395">
                      <a:moveTo>
                        <a:pt x="565" y="1"/>
                      </a:moveTo>
                      <a:cubicBezTo>
                        <a:pt x="251" y="1"/>
                        <a:pt x="0" y="254"/>
                        <a:pt x="0" y="568"/>
                      </a:cubicBezTo>
                      <a:cubicBezTo>
                        <a:pt x="0" y="879"/>
                        <a:pt x="251" y="1133"/>
                        <a:pt x="565" y="1133"/>
                      </a:cubicBezTo>
                      <a:lnTo>
                        <a:pt x="2830" y="1133"/>
                      </a:lnTo>
                      <a:cubicBezTo>
                        <a:pt x="3144" y="1133"/>
                        <a:pt x="3394" y="879"/>
                        <a:pt x="3394" y="568"/>
                      </a:cubicBezTo>
                      <a:cubicBezTo>
                        <a:pt x="3394" y="254"/>
                        <a:pt x="3144" y="1"/>
                        <a:pt x="283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435D74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589" name="Google Shape;589;p34"/>
                <p:cNvSpPr/>
                <p:nvPr/>
              </p:nvSpPr>
              <p:spPr>
                <a:xfrm>
                  <a:off x="5989025" y="636300"/>
                  <a:ext cx="84875" cy="28325"/>
                </a:xfrm>
                <a:custGeom>
                  <a:rect b="b" l="l" r="r" t="t"/>
                  <a:pathLst>
                    <a:path extrusionOk="0" h="1133" w="3395">
                      <a:moveTo>
                        <a:pt x="565" y="1"/>
                      </a:moveTo>
                      <a:cubicBezTo>
                        <a:pt x="251" y="1"/>
                        <a:pt x="1" y="254"/>
                        <a:pt x="1" y="568"/>
                      </a:cubicBezTo>
                      <a:cubicBezTo>
                        <a:pt x="1" y="879"/>
                        <a:pt x="251" y="1133"/>
                        <a:pt x="565" y="1133"/>
                      </a:cubicBezTo>
                      <a:lnTo>
                        <a:pt x="2830" y="1133"/>
                      </a:lnTo>
                      <a:cubicBezTo>
                        <a:pt x="3144" y="1133"/>
                        <a:pt x="3395" y="879"/>
                        <a:pt x="3395" y="568"/>
                      </a:cubicBezTo>
                      <a:cubicBezTo>
                        <a:pt x="3395" y="254"/>
                        <a:pt x="3144" y="1"/>
                        <a:pt x="283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435D74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  <p:sp>
            <p:nvSpPr>
              <p:cNvPr id="590" name="Google Shape;590;p34"/>
              <p:cNvSpPr/>
              <p:nvPr/>
            </p:nvSpPr>
            <p:spPr>
              <a:xfrm>
                <a:off x="4644238" y="2001369"/>
                <a:ext cx="457194" cy="505015"/>
              </a:xfrm>
              <a:custGeom>
                <a:rect b="b" l="l" r="r" t="t"/>
                <a:pathLst>
                  <a:path extrusionOk="0" h="19327" w="17212">
                    <a:moveTo>
                      <a:pt x="15400" y="1132"/>
                    </a:moveTo>
                    <a:cubicBezTo>
                      <a:pt x="15714" y="1132"/>
                      <a:pt x="15965" y="1386"/>
                      <a:pt x="15965" y="1700"/>
                    </a:cubicBezTo>
                    <a:cubicBezTo>
                      <a:pt x="15965" y="2011"/>
                      <a:pt x="15714" y="2265"/>
                      <a:pt x="15400" y="2265"/>
                    </a:cubicBezTo>
                    <a:lnTo>
                      <a:pt x="1813" y="2265"/>
                    </a:lnTo>
                    <a:cubicBezTo>
                      <a:pt x="1499" y="2265"/>
                      <a:pt x="1248" y="2011"/>
                      <a:pt x="1248" y="1700"/>
                    </a:cubicBezTo>
                    <a:cubicBezTo>
                      <a:pt x="1248" y="1386"/>
                      <a:pt x="1499" y="1132"/>
                      <a:pt x="1813" y="1132"/>
                    </a:cubicBezTo>
                    <a:close/>
                    <a:moveTo>
                      <a:pt x="14835" y="3397"/>
                    </a:moveTo>
                    <a:lnTo>
                      <a:pt x="14835" y="10230"/>
                    </a:lnTo>
                    <a:lnTo>
                      <a:pt x="2380" y="10230"/>
                    </a:lnTo>
                    <a:lnTo>
                      <a:pt x="2380" y="3397"/>
                    </a:lnTo>
                    <a:close/>
                    <a:moveTo>
                      <a:pt x="15400" y="11362"/>
                    </a:moveTo>
                    <a:cubicBezTo>
                      <a:pt x="15714" y="11362"/>
                      <a:pt x="15965" y="11613"/>
                      <a:pt x="15965" y="11927"/>
                    </a:cubicBezTo>
                    <a:cubicBezTo>
                      <a:pt x="15965" y="12241"/>
                      <a:pt x="15714" y="12495"/>
                      <a:pt x="15400" y="12495"/>
                    </a:cubicBezTo>
                    <a:lnTo>
                      <a:pt x="1813" y="12495"/>
                    </a:lnTo>
                    <a:cubicBezTo>
                      <a:pt x="1499" y="12495"/>
                      <a:pt x="1248" y="12241"/>
                      <a:pt x="1248" y="11927"/>
                    </a:cubicBezTo>
                    <a:cubicBezTo>
                      <a:pt x="1248" y="11613"/>
                      <a:pt x="1499" y="11362"/>
                      <a:pt x="1813" y="11362"/>
                    </a:cubicBezTo>
                    <a:close/>
                    <a:moveTo>
                      <a:pt x="1813" y="0"/>
                    </a:moveTo>
                    <a:cubicBezTo>
                      <a:pt x="985" y="0"/>
                      <a:pt x="279" y="595"/>
                      <a:pt x="140" y="1410"/>
                    </a:cubicBezTo>
                    <a:cubicBezTo>
                      <a:pt x="1" y="2226"/>
                      <a:pt x="466" y="3023"/>
                      <a:pt x="1248" y="3300"/>
                    </a:cubicBezTo>
                    <a:lnTo>
                      <a:pt x="1248" y="10327"/>
                    </a:lnTo>
                    <a:cubicBezTo>
                      <a:pt x="569" y="10565"/>
                      <a:pt x="116" y="11208"/>
                      <a:pt x="116" y="11927"/>
                    </a:cubicBezTo>
                    <a:cubicBezTo>
                      <a:pt x="116" y="12866"/>
                      <a:pt x="874" y="13624"/>
                      <a:pt x="1813" y="13627"/>
                    </a:cubicBezTo>
                    <a:lnTo>
                      <a:pt x="6774" y="13627"/>
                    </a:lnTo>
                    <a:lnTo>
                      <a:pt x="2522" y="18383"/>
                    </a:lnTo>
                    <a:cubicBezTo>
                      <a:pt x="2311" y="18615"/>
                      <a:pt x="2332" y="18974"/>
                      <a:pt x="2564" y="19183"/>
                    </a:cubicBezTo>
                    <a:cubicBezTo>
                      <a:pt x="2673" y="19279"/>
                      <a:pt x="2809" y="19326"/>
                      <a:pt x="2943" y="19326"/>
                    </a:cubicBezTo>
                    <a:cubicBezTo>
                      <a:pt x="3100" y="19326"/>
                      <a:pt x="3256" y="19262"/>
                      <a:pt x="3368" y="19137"/>
                    </a:cubicBezTo>
                    <a:lnTo>
                      <a:pt x="8042" y="13908"/>
                    </a:lnTo>
                    <a:lnTo>
                      <a:pt x="8042" y="18760"/>
                    </a:lnTo>
                    <a:cubicBezTo>
                      <a:pt x="8042" y="19071"/>
                      <a:pt x="8292" y="19325"/>
                      <a:pt x="8606" y="19325"/>
                    </a:cubicBezTo>
                    <a:cubicBezTo>
                      <a:pt x="8920" y="19325"/>
                      <a:pt x="9174" y="19071"/>
                      <a:pt x="9174" y="18760"/>
                    </a:cubicBezTo>
                    <a:lnTo>
                      <a:pt x="9174" y="13908"/>
                    </a:lnTo>
                    <a:lnTo>
                      <a:pt x="13845" y="19137"/>
                    </a:lnTo>
                    <a:cubicBezTo>
                      <a:pt x="13956" y="19260"/>
                      <a:pt x="14109" y="19322"/>
                      <a:pt x="14263" y="19322"/>
                    </a:cubicBezTo>
                    <a:cubicBezTo>
                      <a:pt x="14398" y="19322"/>
                      <a:pt x="14534" y="19274"/>
                      <a:pt x="14642" y="19177"/>
                    </a:cubicBezTo>
                    <a:cubicBezTo>
                      <a:pt x="14875" y="18971"/>
                      <a:pt x="14896" y="18615"/>
                      <a:pt x="14691" y="18383"/>
                    </a:cubicBezTo>
                    <a:lnTo>
                      <a:pt x="10439" y="13627"/>
                    </a:lnTo>
                    <a:lnTo>
                      <a:pt x="15400" y="13627"/>
                    </a:lnTo>
                    <a:cubicBezTo>
                      <a:pt x="16227" y="13624"/>
                      <a:pt x="16934" y="13029"/>
                      <a:pt x="17073" y="12214"/>
                    </a:cubicBezTo>
                    <a:cubicBezTo>
                      <a:pt x="17212" y="11399"/>
                      <a:pt x="16747" y="10601"/>
                      <a:pt x="15968" y="10327"/>
                    </a:cubicBezTo>
                    <a:lnTo>
                      <a:pt x="15968" y="3300"/>
                    </a:lnTo>
                    <a:cubicBezTo>
                      <a:pt x="16747" y="3023"/>
                      <a:pt x="17212" y="2226"/>
                      <a:pt x="17073" y="1410"/>
                    </a:cubicBezTo>
                    <a:cubicBezTo>
                      <a:pt x="16934" y="595"/>
                      <a:pt x="16227" y="0"/>
                      <a:pt x="154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435D74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grpSp>
            <p:nvGrpSpPr>
              <p:cNvPr id="591" name="Google Shape;591;p34"/>
              <p:cNvGrpSpPr/>
              <p:nvPr/>
            </p:nvGrpSpPr>
            <p:grpSpPr>
              <a:xfrm>
                <a:off x="9785711" y="2002648"/>
                <a:ext cx="415645" cy="502929"/>
                <a:chOff x="-39783425" y="2337925"/>
                <a:chExt cx="275700" cy="318350"/>
              </a:xfrm>
            </p:grpSpPr>
            <p:sp>
              <p:nvSpPr>
                <p:cNvPr id="592" name="Google Shape;592;p34"/>
                <p:cNvSpPr/>
                <p:nvPr/>
              </p:nvSpPr>
              <p:spPr>
                <a:xfrm>
                  <a:off x="-39739325" y="2468600"/>
                  <a:ext cx="194575" cy="148500"/>
                </a:xfrm>
                <a:custGeom>
                  <a:rect b="b" l="l" r="r" t="t"/>
                  <a:pathLst>
                    <a:path extrusionOk="0" h="5940" w="7783">
                      <a:moveTo>
                        <a:pt x="6349" y="772"/>
                      </a:moveTo>
                      <a:cubicBezTo>
                        <a:pt x="6459" y="772"/>
                        <a:pt x="6570" y="812"/>
                        <a:pt x="6648" y="891"/>
                      </a:cubicBezTo>
                      <a:cubicBezTo>
                        <a:pt x="6711" y="954"/>
                        <a:pt x="6743" y="1017"/>
                        <a:pt x="6806" y="1080"/>
                      </a:cubicBezTo>
                      <a:cubicBezTo>
                        <a:pt x="6837" y="1300"/>
                        <a:pt x="6837" y="1458"/>
                        <a:pt x="6711" y="1552"/>
                      </a:cubicBezTo>
                      <a:lnTo>
                        <a:pt x="3340" y="4955"/>
                      </a:lnTo>
                      <a:cubicBezTo>
                        <a:pt x="3261" y="5033"/>
                        <a:pt x="3151" y="5073"/>
                        <a:pt x="3041" y="5073"/>
                      </a:cubicBezTo>
                      <a:cubicBezTo>
                        <a:pt x="2931" y="5073"/>
                        <a:pt x="2820" y="5033"/>
                        <a:pt x="2742" y="4955"/>
                      </a:cubicBezTo>
                      <a:lnTo>
                        <a:pt x="1040" y="3253"/>
                      </a:lnTo>
                      <a:cubicBezTo>
                        <a:pt x="883" y="3096"/>
                        <a:pt x="883" y="2812"/>
                        <a:pt x="1040" y="2655"/>
                      </a:cubicBezTo>
                      <a:lnTo>
                        <a:pt x="1135" y="2592"/>
                      </a:lnTo>
                      <a:cubicBezTo>
                        <a:pt x="1214" y="2513"/>
                        <a:pt x="1316" y="2474"/>
                        <a:pt x="1418" y="2474"/>
                      </a:cubicBezTo>
                      <a:cubicBezTo>
                        <a:pt x="1521" y="2474"/>
                        <a:pt x="1623" y="2513"/>
                        <a:pt x="1702" y="2592"/>
                      </a:cubicBezTo>
                      <a:lnTo>
                        <a:pt x="2742" y="3600"/>
                      </a:lnTo>
                      <a:cubicBezTo>
                        <a:pt x="2820" y="3679"/>
                        <a:pt x="2931" y="3718"/>
                        <a:pt x="3041" y="3718"/>
                      </a:cubicBezTo>
                      <a:cubicBezTo>
                        <a:pt x="3151" y="3718"/>
                        <a:pt x="3261" y="3679"/>
                        <a:pt x="3340" y="3600"/>
                      </a:cubicBezTo>
                      <a:lnTo>
                        <a:pt x="6050" y="891"/>
                      </a:lnTo>
                      <a:cubicBezTo>
                        <a:pt x="6128" y="812"/>
                        <a:pt x="6239" y="772"/>
                        <a:pt x="6349" y="772"/>
                      </a:cubicBezTo>
                      <a:close/>
                      <a:moveTo>
                        <a:pt x="6369" y="1"/>
                      </a:moveTo>
                      <a:cubicBezTo>
                        <a:pt x="6050" y="1"/>
                        <a:pt x="5719" y="119"/>
                        <a:pt x="5451" y="355"/>
                      </a:cubicBezTo>
                      <a:lnTo>
                        <a:pt x="3025" y="2781"/>
                      </a:lnTo>
                      <a:lnTo>
                        <a:pt x="2269" y="2025"/>
                      </a:lnTo>
                      <a:cubicBezTo>
                        <a:pt x="2040" y="1796"/>
                        <a:pt x="1742" y="1663"/>
                        <a:pt x="1421" y="1663"/>
                      </a:cubicBezTo>
                      <a:cubicBezTo>
                        <a:pt x="1256" y="1663"/>
                        <a:pt x="1085" y="1698"/>
                        <a:pt x="914" y="1773"/>
                      </a:cubicBezTo>
                      <a:cubicBezTo>
                        <a:pt x="694" y="1867"/>
                        <a:pt x="536" y="1993"/>
                        <a:pt x="473" y="2119"/>
                      </a:cubicBezTo>
                      <a:cubicBezTo>
                        <a:pt x="1" y="2592"/>
                        <a:pt x="1" y="3379"/>
                        <a:pt x="473" y="3883"/>
                      </a:cubicBezTo>
                      <a:lnTo>
                        <a:pt x="2143" y="5585"/>
                      </a:lnTo>
                      <a:cubicBezTo>
                        <a:pt x="2379" y="5821"/>
                        <a:pt x="2694" y="5939"/>
                        <a:pt x="3017" y="5939"/>
                      </a:cubicBezTo>
                      <a:cubicBezTo>
                        <a:pt x="3340" y="5939"/>
                        <a:pt x="3671" y="5821"/>
                        <a:pt x="3939" y="5585"/>
                      </a:cubicBezTo>
                      <a:lnTo>
                        <a:pt x="7310" y="2182"/>
                      </a:lnTo>
                      <a:cubicBezTo>
                        <a:pt x="7656" y="1836"/>
                        <a:pt x="7782" y="1300"/>
                        <a:pt x="7593" y="859"/>
                      </a:cubicBezTo>
                      <a:cubicBezTo>
                        <a:pt x="7467" y="575"/>
                        <a:pt x="7310" y="418"/>
                        <a:pt x="7215" y="355"/>
                      </a:cubicBezTo>
                      <a:cubicBezTo>
                        <a:pt x="6995" y="119"/>
                        <a:pt x="6688" y="1"/>
                        <a:pt x="636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593" name="Google Shape;593;p34"/>
                <p:cNvSpPr/>
                <p:nvPr/>
              </p:nvSpPr>
              <p:spPr>
                <a:xfrm>
                  <a:off x="-39783425" y="2337925"/>
                  <a:ext cx="275700" cy="318350"/>
                </a:xfrm>
                <a:custGeom>
                  <a:rect b="b" l="l" r="r" t="t"/>
                  <a:pathLst>
                    <a:path extrusionOk="0" h="12734" w="11028">
                      <a:moveTo>
                        <a:pt x="5608" y="793"/>
                      </a:moveTo>
                      <a:cubicBezTo>
                        <a:pt x="5829" y="793"/>
                        <a:pt x="5986" y="1014"/>
                        <a:pt x="6049" y="1234"/>
                      </a:cubicBezTo>
                      <a:cubicBezTo>
                        <a:pt x="6049" y="1486"/>
                        <a:pt x="6238" y="1644"/>
                        <a:pt x="6459" y="1644"/>
                      </a:cubicBezTo>
                      <a:lnTo>
                        <a:pt x="8129" y="1644"/>
                      </a:lnTo>
                      <a:cubicBezTo>
                        <a:pt x="8349" y="1644"/>
                        <a:pt x="8507" y="1833"/>
                        <a:pt x="8570" y="2053"/>
                      </a:cubicBezTo>
                      <a:lnTo>
                        <a:pt x="8570" y="2494"/>
                      </a:lnTo>
                      <a:lnTo>
                        <a:pt x="2773" y="2494"/>
                      </a:lnTo>
                      <a:lnTo>
                        <a:pt x="2773" y="2116"/>
                      </a:lnTo>
                      <a:lnTo>
                        <a:pt x="2741" y="2116"/>
                      </a:lnTo>
                      <a:cubicBezTo>
                        <a:pt x="2741" y="1864"/>
                        <a:pt x="2930" y="1707"/>
                        <a:pt x="3119" y="1675"/>
                      </a:cubicBezTo>
                      <a:lnTo>
                        <a:pt x="4789" y="1675"/>
                      </a:lnTo>
                      <a:cubicBezTo>
                        <a:pt x="5010" y="1675"/>
                        <a:pt x="5167" y="1486"/>
                        <a:pt x="5167" y="1234"/>
                      </a:cubicBezTo>
                      <a:cubicBezTo>
                        <a:pt x="5167" y="1014"/>
                        <a:pt x="5356" y="856"/>
                        <a:pt x="5608" y="793"/>
                      </a:cubicBezTo>
                      <a:close/>
                      <a:moveTo>
                        <a:pt x="10177" y="2494"/>
                      </a:moveTo>
                      <a:lnTo>
                        <a:pt x="10177" y="11883"/>
                      </a:lnTo>
                      <a:lnTo>
                        <a:pt x="788" y="11883"/>
                      </a:lnTo>
                      <a:lnTo>
                        <a:pt x="788" y="2494"/>
                      </a:lnTo>
                      <a:lnTo>
                        <a:pt x="1891" y="2494"/>
                      </a:lnTo>
                      <a:lnTo>
                        <a:pt x="1891" y="2904"/>
                      </a:lnTo>
                      <a:cubicBezTo>
                        <a:pt x="1891" y="3125"/>
                        <a:pt x="2111" y="3314"/>
                        <a:pt x="2332" y="3314"/>
                      </a:cubicBezTo>
                      <a:lnTo>
                        <a:pt x="8948" y="3314"/>
                      </a:lnTo>
                      <a:cubicBezTo>
                        <a:pt x="9200" y="3314"/>
                        <a:pt x="9357" y="3125"/>
                        <a:pt x="9357" y="2904"/>
                      </a:cubicBezTo>
                      <a:lnTo>
                        <a:pt x="9357" y="2494"/>
                      </a:lnTo>
                      <a:close/>
                      <a:moveTo>
                        <a:pt x="5615" y="1"/>
                      </a:moveTo>
                      <a:cubicBezTo>
                        <a:pt x="5456" y="1"/>
                        <a:pt x="5293" y="33"/>
                        <a:pt x="5136" y="100"/>
                      </a:cubicBezTo>
                      <a:cubicBezTo>
                        <a:pt x="4821" y="226"/>
                        <a:pt x="4537" y="478"/>
                        <a:pt x="4474" y="856"/>
                      </a:cubicBezTo>
                      <a:lnTo>
                        <a:pt x="3151" y="856"/>
                      </a:lnTo>
                      <a:cubicBezTo>
                        <a:pt x="2647" y="856"/>
                        <a:pt x="2174" y="1203"/>
                        <a:pt x="1985" y="1675"/>
                      </a:cubicBezTo>
                      <a:lnTo>
                        <a:pt x="410" y="1675"/>
                      </a:lnTo>
                      <a:cubicBezTo>
                        <a:pt x="158" y="1675"/>
                        <a:pt x="0" y="1864"/>
                        <a:pt x="0" y="2116"/>
                      </a:cubicBezTo>
                      <a:lnTo>
                        <a:pt x="0" y="12292"/>
                      </a:lnTo>
                      <a:cubicBezTo>
                        <a:pt x="0" y="12544"/>
                        <a:pt x="221" y="12734"/>
                        <a:pt x="410" y="12734"/>
                      </a:cubicBezTo>
                      <a:lnTo>
                        <a:pt x="10618" y="12734"/>
                      </a:lnTo>
                      <a:cubicBezTo>
                        <a:pt x="10838" y="12734"/>
                        <a:pt x="11027" y="12544"/>
                        <a:pt x="11027" y="12292"/>
                      </a:cubicBezTo>
                      <a:lnTo>
                        <a:pt x="11027" y="2116"/>
                      </a:lnTo>
                      <a:cubicBezTo>
                        <a:pt x="10996" y="1864"/>
                        <a:pt x="10807" y="1675"/>
                        <a:pt x="10555" y="1675"/>
                      </a:cubicBezTo>
                      <a:lnTo>
                        <a:pt x="9263" y="1675"/>
                      </a:lnTo>
                      <a:cubicBezTo>
                        <a:pt x="9105" y="1203"/>
                        <a:pt x="8633" y="856"/>
                        <a:pt x="8097" y="856"/>
                      </a:cubicBezTo>
                      <a:lnTo>
                        <a:pt x="6774" y="856"/>
                      </a:lnTo>
                      <a:cubicBezTo>
                        <a:pt x="6606" y="328"/>
                        <a:pt x="6127" y="1"/>
                        <a:pt x="5615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  <p:grpSp>
            <p:nvGrpSpPr>
              <p:cNvPr id="594" name="Google Shape;594;p34"/>
              <p:cNvGrpSpPr/>
              <p:nvPr/>
            </p:nvGrpSpPr>
            <p:grpSpPr>
              <a:xfrm>
                <a:off x="2040983" y="2001433"/>
                <a:ext cx="457211" cy="505028"/>
                <a:chOff x="-60988625" y="2310475"/>
                <a:chExt cx="316650" cy="311150"/>
              </a:xfrm>
            </p:grpSpPr>
            <p:sp>
              <p:nvSpPr>
                <p:cNvPr id="595" name="Google Shape;595;p34"/>
                <p:cNvSpPr/>
                <p:nvPr/>
              </p:nvSpPr>
              <p:spPr>
                <a:xfrm>
                  <a:off x="-60988625" y="2310475"/>
                  <a:ext cx="311125" cy="311150"/>
                </a:xfrm>
                <a:custGeom>
                  <a:rect b="b" l="l" r="r" t="t"/>
                  <a:pathLst>
                    <a:path extrusionOk="0" h="12446" w="12445">
                      <a:moveTo>
                        <a:pt x="7877" y="883"/>
                      </a:moveTo>
                      <a:cubicBezTo>
                        <a:pt x="8097" y="883"/>
                        <a:pt x="8318" y="1072"/>
                        <a:pt x="8318" y="1324"/>
                      </a:cubicBezTo>
                      <a:lnTo>
                        <a:pt x="8318" y="10398"/>
                      </a:lnTo>
                      <a:cubicBezTo>
                        <a:pt x="8318" y="10870"/>
                        <a:pt x="8444" y="11311"/>
                        <a:pt x="8727" y="11626"/>
                      </a:cubicBezTo>
                      <a:lnTo>
                        <a:pt x="2111" y="11626"/>
                      </a:lnTo>
                      <a:cubicBezTo>
                        <a:pt x="1450" y="11626"/>
                        <a:pt x="851" y="11091"/>
                        <a:pt x="851" y="10398"/>
                      </a:cubicBezTo>
                      <a:lnTo>
                        <a:pt x="851" y="1324"/>
                      </a:lnTo>
                      <a:lnTo>
                        <a:pt x="820" y="1324"/>
                      </a:lnTo>
                      <a:cubicBezTo>
                        <a:pt x="820" y="1072"/>
                        <a:pt x="1009" y="883"/>
                        <a:pt x="1261" y="883"/>
                      </a:cubicBezTo>
                      <a:close/>
                      <a:moveTo>
                        <a:pt x="11500" y="10807"/>
                      </a:moveTo>
                      <a:cubicBezTo>
                        <a:pt x="11342" y="11280"/>
                        <a:pt x="10870" y="11626"/>
                        <a:pt x="10303" y="11626"/>
                      </a:cubicBezTo>
                      <a:cubicBezTo>
                        <a:pt x="9767" y="11626"/>
                        <a:pt x="9326" y="11280"/>
                        <a:pt x="9137" y="10807"/>
                      </a:cubicBezTo>
                      <a:close/>
                      <a:moveTo>
                        <a:pt x="1261" y="1"/>
                      </a:moveTo>
                      <a:cubicBezTo>
                        <a:pt x="568" y="1"/>
                        <a:pt x="32" y="568"/>
                        <a:pt x="32" y="1230"/>
                      </a:cubicBezTo>
                      <a:lnTo>
                        <a:pt x="32" y="10334"/>
                      </a:lnTo>
                      <a:cubicBezTo>
                        <a:pt x="0" y="11563"/>
                        <a:pt x="946" y="12445"/>
                        <a:pt x="2080" y="12445"/>
                      </a:cubicBezTo>
                      <a:lnTo>
                        <a:pt x="10334" y="12445"/>
                      </a:lnTo>
                      <a:cubicBezTo>
                        <a:pt x="11500" y="12445"/>
                        <a:pt x="12445" y="11500"/>
                        <a:pt x="12445" y="10366"/>
                      </a:cubicBezTo>
                      <a:cubicBezTo>
                        <a:pt x="12445" y="10145"/>
                        <a:pt x="12224" y="9925"/>
                        <a:pt x="12004" y="9925"/>
                      </a:cubicBezTo>
                      <a:lnTo>
                        <a:pt x="9074" y="9925"/>
                      </a:lnTo>
                      <a:lnTo>
                        <a:pt x="9074" y="1230"/>
                      </a:lnTo>
                      <a:cubicBezTo>
                        <a:pt x="9074" y="568"/>
                        <a:pt x="8538" y="1"/>
                        <a:pt x="787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596" name="Google Shape;596;p34"/>
                <p:cNvSpPr/>
                <p:nvPr/>
              </p:nvSpPr>
              <p:spPr>
                <a:xfrm>
                  <a:off x="-60947675" y="2353025"/>
                  <a:ext cx="145725" cy="20500"/>
                </a:xfrm>
                <a:custGeom>
                  <a:rect b="b" l="l" r="r" t="t"/>
                  <a:pathLst>
                    <a:path extrusionOk="0" h="820" w="5829">
                      <a:moveTo>
                        <a:pt x="442" y="0"/>
                      </a:moveTo>
                      <a:cubicBezTo>
                        <a:pt x="190" y="0"/>
                        <a:pt x="1" y="189"/>
                        <a:pt x="1" y="441"/>
                      </a:cubicBezTo>
                      <a:cubicBezTo>
                        <a:pt x="1" y="630"/>
                        <a:pt x="190" y="819"/>
                        <a:pt x="442" y="819"/>
                      </a:cubicBezTo>
                      <a:lnTo>
                        <a:pt x="5388" y="819"/>
                      </a:lnTo>
                      <a:cubicBezTo>
                        <a:pt x="5640" y="819"/>
                        <a:pt x="5829" y="630"/>
                        <a:pt x="5829" y="441"/>
                      </a:cubicBezTo>
                      <a:cubicBezTo>
                        <a:pt x="5829" y="189"/>
                        <a:pt x="5640" y="0"/>
                        <a:pt x="538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597" name="Google Shape;597;p34"/>
                <p:cNvSpPr/>
                <p:nvPr/>
              </p:nvSpPr>
              <p:spPr>
                <a:xfrm>
                  <a:off x="-60947675" y="2415250"/>
                  <a:ext cx="145725" cy="20500"/>
                </a:xfrm>
                <a:custGeom>
                  <a:rect b="b" l="l" r="r" t="t"/>
                  <a:pathLst>
                    <a:path extrusionOk="0" h="820" w="5829">
                      <a:moveTo>
                        <a:pt x="442" y="0"/>
                      </a:moveTo>
                      <a:cubicBezTo>
                        <a:pt x="190" y="0"/>
                        <a:pt x="1" y="189"/>
                        <a:pt x="1" y="378"/>
                      </a:cubicBezTo>
                      <a:cubicBezTo>
                        <a:pt x="1" y="630"/>
                        <a:pt x="190" y="819"/>
                        <a:pt x="442" y="819"/>
                      </a:cubicBezTo>
                      <a:lnTo>
                        <a:pt x="5388" y="819"/>
                      </a:lnTo>
                      <a:cubicBezTo>
                        <a:pt x="5640" y="819"/>
                        <a:pt x="5829" y="630"/>
                        <a:pt x="5829" y="378"/>
                      </a:cubicBezTo>
                      <a:cubicBezTo>
                        <a:pt x="5829" y="158"/>
                        <a:pt x="5640" y="0"/>
                        <a:pt x="538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598" name="Google Shape;598;p34"/>
                <p:cNvSpPr/>
                <p:nvPr/>
              </p:nvSpPr>
              <p:spPr>
                <a:xfrm>
                  <a:off x="-60947675" y="2475875"/>
                  <a:ext cx="145725" cy="22100"/>
                </a:xfrm>
                <a:custGeom>
                  <a:rect b="b" l="l" r="r" t="t"/>
                  <a:pathLst>
                    <a:path extrusionOk="0" h="884" w="5829">
                      <a:moveTo>
                        <a:pt x="442" y="1"/>
                      </a:moveTo>
                      <a:cubicBezTo>
                        <a:pt x="190" y="1"/>
                        <a:pt x="1" y="221"/>
                        <a:pt x="1" y="442"/>
                      </a:cubicBezTo>
                      <a:cubicBezTo>
                        <a:pt x="1" y="694"/>
                        <a:pt x="190" y="883"/>
                        <a:pt x="442" y="883"/>
                      </a:cubicBezTo>
                      <a:lnTo>
                        <a:pt x="5388" y="883"/>
                      </a:lnTo>
                      <a:cubicBezTo>
                        <a:pt x="5640" y="883"/>
                        <a:pt x="5829" y="694"/>
                        <a:pt x="5829" y="442"/>
                      </a:cubicBezTo>
                      <a:cubicBezTo>
                        <a:pt x="5829" y="221"/>
                        <a:pt x="5640" y="1"/>
                        <a:pt x="538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599" name="Google Shape;599;p34"/>
                <p:cNvSpPr/>
                <p:nvPr/>
              </p:nvSpPr>
              <p:spPr>
                <a:xfrm>
                  <a:off x="-60947675" y="2538100"/>
                  <a:ext cx="145725" cy="22075"/>
                </a:xfrm>
                <a:custGeom>
                  <a:rect b="b" l="l" r="r" t="t"/>
                  <a:pathLst>
                    <a:path extrusionOk="0" h="883" w="5829">
                      <a:moveTo>
                        <a:pt x="442" y="1"/>
                      </a:moveTo>
                      <a:cubicBezTo>
                        <a:pt x="190" y="1"/>
                        <a:pt x="1" y="190"/>
                        <a:pt x="1" y="442"/>
                      </a:cubicBezTo>
                      <a:cubicBezTo>
                        <a:pt x="1" y="662"/>
                        <a:pt x="190" y="883"/>
                        <a:pt x="442" y="883"/>
                      </a:cubicBezTo>
                      <a:lnTo>
                        <a:pt x="5388" y="883"/>
                      </a:lnTo>
                      <a:cubicBezTo>
                        <a:pt x="5640" y="883"/>
                        <a:pt x="5829" y="662"/>
                        <a:pt x="5829" y="442"/>
                      </a:cubicBezTo>
                      <a:cubicBezTo>
                        <a:pt x="5829" y="190"/>
                        <a:pt x="5640" y="1"/>
                        <a:pt x="538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600" name="Google Shape;600;p34"/>
                <p:cNvSpPr/>
                <p:nvPr/>
              </p:nvSpPr>
              <p:spPr>
                <a:xfrm>
                  <a:off x="-60740525" y="2312050"/>
                  <a:ext cx="68550" cy="233950"/>
                </a:xfrm>
                <a:custGeom>
                  <a:rect b="b" l="l" r="r" t="t"/>
                  <a:pathLst>
                    <a:path extrusionOk="0" h="9358" w="2742">
                      <a:moveTo>
                        <a:pt x="1796" y="789"/>
                      </a:moveTo>
                      <a:cubicBezTo>
                        <a:pt x="1891" y="789"/>
                        <a:pt x="1922" y="852"/>
                        <a:pt x="1922" y="946"/>
                      </a:cubicBezTo>
                      <a:lnTo>
                        <a:pt x="1922" y="1639"/>
                      </a:lnTo>
                      <a:lnTo>
                        <a:pt x="820" y="1639"/>
                      </a:lnTo>
                      <a:lnTo>
                        <a:pt x="820" y="946"/>
                      </a:lnTo>
                      <a:cubicBezTo>
                        <a:pt x="820" y="852"/>
                        <a:pt x="883" y="789"/>
                        <a:pt x="977" y="789"/>
                      </a:cubicBezTo>
                      <a:close/>
                      <a:moveTo>
                        <a:pt x="1922" y="2458"/>
                      </a:moveTo>
                      <a:lnTo>
                        <a:pt x="1922" y="6617"/>
                      </a:lnTo>
                      <a:lnTo>
                        <a:pt x="820" y="6617"/>
                      </a:lnTo>
                      <a:lnTo>
                        <a:pt x="820" y="2458"/>
                      </a:lnTo>
                      <a:close/>
                      <a:moveTo>
                        <a:pt x="1639" y="7436"/>
                      </a:moveTo>
                      <a:lnTo>
                        <a:pt x="1355" y="8035"/>
                      </a:lnTo>
                      <a:lnTo>
                        <a:pt x="1040" y="7436"/>
                      </a:lnTo>
                      <a:close/>
                      <a:moveTo>
                        <a:pt x="977" y="1"/>
                      </a:moveTo>
                      <a:cubicBezTo>
                        <a:pt x="410" y="1"/>
                        <a:pt x="1" y="410"/>
                        <a:pt x="1" y="946"/>
                      </a:cubicBezTo>
                      <a:lnTo>
                        <a:pt x="1" y="6995"/>
                      </a:lnTo>
                      <a:cubicBezTo>
                        <a:pt x="1" y="7090"/>
                        <a:pt x="1" y="7121"/>
                        <a:pt x="32" y="7184"/>
                      </a:cubicBezTo>
                      <a:lnTo>
                        <a:pt x="1009" y="9137"/>
                      </a:lnTo>
                      <a:cubicBezTo>
                        <a:pt x="1103" y="9295"/>
                        <a:pt x="1198" y="9358"/>
                        <a:pt x="1355" y="9358"/>
                      </a:cubicBezTo>
                      <a:cubicBezTo>
                        <a:pt x="1513" y="9358"/>
                        <a:pt x="1670" y="9295"/>
                        <a:pt x="1733" y="9137"/>
                      </a:cubicBezTo>
                      <a:lnTo>
                        <a:pt x="2678" y="7184"/>
                      </a:lnTo>
                      <a:cubicBezTo>
                        <a:pt x="2710" y="7153"/>
                        <a:pt x="2710" y="7090"/>
                        <a:pt x="2710" y="6995"/>
                      </a:cubicBezTo>
                      <a:lnTo>
                        <a:pt x="2710" y="946"/>
                      </a:lnTo>
                      <a:cubicBezTo>
                        <a:pt x="2741" y="410"/>
                        <a:pt x="2300" y="1"/>
                        <a:pt x="179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</p:grpSp>
        <p:sp>
          <p:nvSpPr>
            <p:cNvPr id="601" name="Google Shape;601;p34"/>
            <p:cNvSpPr txBox="1"/>
            <p:nvPr/>
          </p:nvSpPr>
          <p:spPr>
            <a:xfrm>
              <a:off x="1104638" y="3726984"/>
              <a:ext cx="1756800" cy="59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Red is a color of passion, aggression, and importance.</a:t>
              </a:r>
              <a:endParaRPr/>
            </a:p>
          </p:txBody>
        </p:sp>
        <p:sp>
          <p:nvSpPr>
            <p:cNvPr id="602" name="Google Shape;602;p34"/>
            <p:cNvSpPr txBox="1"/>
            <p:nvPr/>
          </p:nvSpPr>
          <p:spPr>
            <a:xfrm>
              <a:off x="9306313" y="3726984"/>
              <a:ext cx="17568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rgbClr val="595959"/>
                  </a:solidFill>
                  <a:latin typeface="Lora"/>
                  <a:ea typeface="Lora"/>
                  <a:cs typeface="Lora"/>
                  <a:sym typeface="Lora"/>
                </a:rPr>
                <a:t>Blue is a color of serenity, trustworthiness, and welcome.</a:t>
              </a:r>
              <a:endParaRPr b="0" i="0" sz="800" u="none" cap="none" strike="noStrike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603" name="Google Shape;603;p34"/>
            <p:cNvSpPr txBox="1"/>
            <p:nvPr/>
          </p:nvSpPr>
          <p:spPr>
            <a:xfrm>
              <a:off x="6572422" y="3726984"/>
              <a:ext cx="1756800" cy="59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Sky blue is a color of hope and romance. It symbolizes divinity.</a:t>
              </a:r>
              <a:endParaRPr/>
            </a:p>
          </p:txBody>
        </p:sp>
        <p:sp>
          <p:nvSpPr>
            <p:cNvPr id="604" name="Google Shape;604;p34"/>
            <p:cNvSpPr txBox="1"/>
            <p:nvPr/>
          </p:nvSpPr>
          <p:spPr>
            <a:xfrm>
              <a:off x="3838530" y="3726984"/>
              <a:ext cx="1756800" cy="5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Green is a color of nature, stability, and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prosperity.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9" name="Google Shape;609;p35"/>
          <p:cNvGrpSpPr/>
          <p:nvPr/>
        </p:nvGrpSpPr>
        <p:grpSpPr>
          <a:xfrm>
            <a:off x="696428" y="1843275"/>
            <a:ext cx="10762662" cy="3767407"/>
            <a:chOff x="696428" y="1843275"/>
            <a:chExt cx="10762662" cy="3767407"/>
          </a:xfrm>
        </p:grpSpPr>
        <p:grpSp>
          <p:nvGrpSpPr>
            <p:cNvPr id="610" name="Google Shape;610;p35"/>
            <p:cNvGrpSpPr/>
            <p:nvPr/>
          </p:nvGrpSpPr>
          <p:grpSpPr>
            <a:xfrm>
              <a:off x="696428" y="1843275"/>
              <a:ext cx="10762662" cy="2591019"/>
              <a:chOff x="705136" y="1843275"/>
              <a:chExt cx="10762662" cy="2591019"/>
            </a:xfrm>
          </p:grpSpPr>
          <p:grpSp>
            <p:nvGrpSpPr>
              <p:cNvPr id="611" name="Google Shape;611;p35"/>
              <p:cNvGrpSpPr/>
              <p:nvPr/>
            </p:nvGrpSpPr>
            <p:grpSpPr>
              <a:xfrm>
                <a:off x="705136" y="1843275"/>
                <a:ext cx="10762662" cy="2591019"/>
                <a:chOff x="705136" y="1843275"/>
                <a:chExt cx="10762662" cy="2591019"/>
              </a:xfrm>
            </p:grpSpPr>
            <p:grpSp>
              <p:nvGrpSpPr>
                <p:cNvPr id="612" name="Google Shape;612;p35"/>
                <p:cNvGrpSpPr/>
                <p:nvPr/>
              </p:nvGrpSpPr>
              <p:grpSpPr>
                <a:xfrm>
                  <a:off x="705136" y="2868378"/>
                  <a:ext cx="10762662" cy="1565916"/>
                  <a:chOff x="705136" y="3355266"/>
                  <a:chExt cx="10762662" cy="1565916"/>
                </a:xfrm>
              </p:grpSpPr>
              <p:grpSp>
                <p:nvGrpSpPr>
                  <p:cNvPr id="613" name="Google Shape;613;p35"/>
                  <p:cNvGrpSpPr/>
                  <p:nvPr/>
                </p:nvGrpSpPr>
                <p:grpSpPr>
                  <a:xfrm>
                    <a:off x="705136" y="3355266"/>
                    <a:ext cx="10726387" cy="687735"/>
                    <a:chOff x="790482" y="2988607"/>
                    <a:chExt cx="10726387" cy="687735"/>
                  </a:xfrm>
                </p:grpSpPr>
                <p:sp>
                  <p:nvSpPr>
                    <p:cNvPr id="614" name="Google Shape;614;p35"/>
                    <p:cNvSpPr/>
                    <p:nvPr/>
                  </p:nvSpPr>
                  <p:spPr>
                    <a:xfrm rot="-5400000">
                      <a:off x="1658682" y="2120407"/>
                      <a:ext cx="457200" cy="2193600"/>
                    </a:xfrm>
                    <a:prstGeom prst="round2SameRect">
                      <a:avLst>
                        <a:gd fmla="val 50000" name="adj1"/>
                        <a:gd fmla="val 0" name="adj2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  <p:sp>
                  <p:nvSpPr>
                    <p:cNvPr id="615" name="Google Shape;615;p35"/>
                    <p:cNvSpPr/>
                    <p:nvPr/>
                  </p:nvSpPr>
                  <p:spPr>
                    <a:xfrm rot="-5400000">
                      <a:off x="10213819" y="2142758"/>
                      <a:ext cx="457200" cy="2148900"/>
                    </a:xfrm>
                    <a:prstGeom prst="round2SameRect">
                      <a:avLst>
                        <a:gd fmla="val 0" name="adj1"/>
                        <a:gd fmla="val 50000" name="adj2"/>
                      </a:avLst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  <p:sp>
                  <p:nvSpPr>
                    <p:cNvPr id="616" name="Google Shape;616;p35"/>
                    <p:cNvSpPr/>
                    <p:nvPr/>
                  </p:nvSpPr>
                  <p:spPr>
                    <a:xfrm rot="-5400000">
                      <a:off x="3817113" y="2142758"/>
                      <a:ext cx="457200" cy="2148900"/>
                    </a:xfrm>
                    <a:prstGeom prst="round2SameRect">
                      <a:avLst>
                        <a:gd fmla="val 0" name="adj1"/>
                        <a:gd fmla="val 0" name="adj2"/>
                      </a:avLst>
                    </a:pr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  <p:sp>
                  <p:nvSpPr>
                    <p:cNvPr id="617" name="Google Shape;617;p35"/>
                    <p:cNvSpPr/>
                    <p:nvPr/>
                  </p:nvSpPr>
                  <p:spPr>
                    <a:xfrm rot="-5400000">
                      <a:off x="5961485" y="2142758"/>
                      <a:ext cx="457200" cy="2148900"/>
                    </a:xfrm>
                    <a:prstGeom prst="round2SameRect">
                      <a:avLst>
                        <a:gd fmla="val 0" name="adj1"/>
                        <a:gd fmla="val 0" name="adj2"/>
                      </a:avLst>
                    </a:prstGeom>
                    <a:solidFill>
                      <a:schemeClr val="accent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  <p:sp>
                  <p:nvSpPr>
                    <p:cNvPr id="618" name="Google Shape;618;p35"/>
                    <p:cNvSpPr/>
                    <p:nvPr/>
                  </p:nvSpPr>
                  <p:spPr>
                    <a:xfrm rot="-5400000">
                      <a:off x="8069448" y="2142758"/>
                      <a:ext cx="457200" cy="2148900"/>
                    </a:xfrm>
                    <a:prstGeom prst="round2SameRect">
                      <a:avLst>
                        <a:gd fmla="val 0" name="adj1"/>
                        <a:gd fmla="val 0" name="adj2"/>
                      </a:avLst>
                    </a:pr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  <p:sp>
                  <p:nvSpPr>
                    <p:cNvPr id="619" name="Google Shape;619;p35"/>
                    <p:cNvSpPr/>
                    <p:nvPr/>
                  </p:nvSpPr>
                  <p:spPr>
                    <a:xfrm rot="10800000">
                      <a:off x="1757969" y="3429141"/>
                      <a:ext cx="286800" cy="247200"/>
                    </a:xfrm>
                    <a:prstGeom prst="triangle">
                      <a:avLst>
                        <a:gd fmla="val 50000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  <p:sp>
                  <p:nvSpPr>
                    <p:cNvPr id="620" name="Google Shape;620;p35"/>
                    <p:cNvSpPr/>
                    <p:nvPr/>
                  </p:nvSpPr>
                  <p:spPr>
                    <a:xfrm rot="10800000">
                      <a:off x="3902341" y="3429141"/>
                      <a:ext cx="286800" cy="247200"/>
                    </a:xfrm>
                    <a:prstGeom prst="triangle">
                      <a:avLst>
                        <a:gd fmla="val 50000" name="adj"/>
                      </a:avLst>
                    </a:pr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  <p:sp>
                  <p:nvSpPr>
                    <p:cNvPr id="621" name="Google Shape;621;p35"/>
                    <p:cNvSpPr/>
                    <p:nvPr/>
                  </p:nvSpPr>
                  <p:spPr>
                    <a:xfrm rot="10800000">
                      <a:off x="6046713" y="3429141"/>
                      <a:ext cx="286800" cy="247200"/>
                    </a:xfrm>
                    <a:prstGeom prst="triangle">
                      <a:avLst>
                        <a:gd fmla="val 50000" name="adj"/>
                      </a:avLst>
                    </a:prstGeom>
                    <a:solidFill>
                      <a:schemeClr val="accent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  <p:sp>
                  <p:nvSpPr>
                    <p:cNvPr id="622" name="Google Shape;622;p35"/>
                    <p:cNvSpPr/>
                    <p:nvPr/>
                  </p:nvSpPr>
                  <p:spPr>
                    <a:xfrm rot="10800000">
                      <a:off x="8191085" y="3429141"/>
                      <a:ext cx="286800" cy="247200"/>
                    </a:xfrm>
                    <a:prstGeom prst="triangle">
                      <a:avLst>
                        <a:gd fmla="val 50000" name="adj"/>
                      </a:avLst>
                    </a:pr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  <p:sp>
                  <p:nvSpPr>
                    <p:cNvPr id="623" name="Google Shape;623;p35"/>
                    <p:cNvSpPr/>
                    <p:nvPr/>
                  </p:nvSpPr>
                  <p:spPr>
                    <a:xfrm rot="10800000">
                      <a:off x="10335456" y="3429142"/>
                      <a:ext cx="286800" cy="247200"/>
                    </a:xfrm>
                    <a:prstGeom prst="triangle">
                      <a:avLst>
                        <a:gd fmla="val 50000" name="adj"/>
                      </a:avLst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</p:grpSp>
              <p:sp>
                <p:nvSpPr>
                  <p:cNvPr id="624" name="Google Shape;624;p35"/>
                  <p:cNvSpPr/>
                  <p:nvPr/>
                </p:nvSpPr>
                <p:spPr>
                  <a:xfrm>
                    <a:off x="741545" y="4445082"/>
                    <a:ext cx="1718400" cy="47610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i="0" lang="en-US" sz="1600" u="none" cap="none" strike="noStrike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rPr>
                      <a:t>Yellow</a:t>
                    </a:r>
                    <a:endParaRPr b="1" i="0" sz="1600" u="none" cap="none" strike="noStrike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625" name="Google Shape;625;p35"/>
                  <p:cNvSpPr/>
                  <p:nvPr/>
                </p:nvSpPr>
                <p:spPr>
                  <a:xfrm>
                    <a:off x="2993508" y="4445082"/>
                    <a:ext cx="1718400" cy="47610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i="0" lang="en-US" sz="1600" u="none" cap="none" strike="noStrike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rPr>
                      <a:t>Red</a:t>
                    </a:r>
                    <a:endParaRPr b="1" i="0" sz="1600" u="none" cap="none" strike="noStrike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626" name="Google Shape;626;p35"/>
                  <p:cNvSpPr/>
                  <p:nvPr/>
                </p:nvSpPr>
                <p:spPr>
                  <a:xfrm>
                    <a:off x="5245471" y="4445082"/>
                    <a:ext cx="1718400" cy="47610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i="0" lang="en-US" sz="1600" u="none" cap="none" strike="noStrike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rPr>
                      <a:t>Sky Blue</a:t>
                    </a:r>
                    <a:endParaRPr b="1" i="0" sz="1600" u="none" cap="none" strike="noStrike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627" name="Google Shape;627;p35"/>
                  <p:cNvSpPr/>
                  <p:nvPr/>
                </p:nvSpPr>
                <p:spPr>
                  <a:xfrm>
                    <a:off x="7497434" y="4445082"/>
                    <a:ext cx="1718400" cy="47610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i="0" lang="en-US" sz="1600" u="none" cap="none" strike="noStrike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rPr>
                      <a:t>Blue</a:t>
                    </a:r>
                    <a:endParaRPr b="1" i="0" sz="1600" u="none" cap="none" strike="noStrike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628" name="Google Shape;628;p35"/>
                  <p:cNvSpPr/>
                  <p:nvPr/>
                </p:nvSpPr>
                <p:spPr>
                  <a:xfrm>
                    <a:off x="9749398" y="4445082"/>
                    <a:ext cx="1718400" cy="47610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i="0" lang="en-US" sz="1600" u="none" cap="none" strike="noStrike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rPr>
                      <a:t>Green</a:t>
                    </a:r>
                    <a:endParaRPr b="1" i="0" sz="1600" u="none" cap="none" strike="noStrike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629" name="Google Shape;629;p35"/>
                  <p:cNvSpPr txBox="1"/>
                  <p:nvPr/>
                </p:nvSpPr>
                <p:spPr>
                  <a:xfrm>
                    <a:off x="1360931" y="3399679"/>
                    <a:ext cx="910200" cy="369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i="0" lang="en-US" sz="1800" u="none" cap="none" strike="noStrike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rPr>
                      <a:t>20XX</a:t>
                    </a:r>
                    <a:endParaRPr b="1" i="0" sz="1800" u="none" cap="none" strike="noStrike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630" name="Google Shape;630;p35"/>
                  <p:cNvSpPr txBox="1"/>
                  <p:nvPr/>
                </p:nvSpPr>
                <p:spPr>
                  <a:xfrm>
                    <a:off x="3468894" y="3399679"/>
                    <a:ext cx="910200" cy="369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i="0" lang="en-US" sz="1800" u="none" cap="none" strike="noStrike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rPr>
                      <a:t>20XX</a:t>
                    </a:r>
                    <a:endParaRPr b="1" i="0" sz="1800" u="none" cap="none" strike="noStrike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631" name="Google Shape;631;p35"/>
                  <p:cNvSpPr txBox="1"/>
                  <p:nvPr/>
                </p:nvSpPr>
                <p:spPr>
                  <a:xfrm>
                    <a:off x="5613266" y="3399679"/>
                    <a:ext cx="910200" cy="369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i="0" lang="en-US" sz="1800" u="none" cap="none" strike="noStrike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rPr>
                      <a:t>20XX</a:t>
                    </a:r>
                    <a:endParaRPr b="1" i="0" sz="1800" u="none" cap="none" strike="noStrike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632" name="Google Shape;632;p35"/>
                  <p:cNvSpPr txBox="1"/>
                  <p:nvPr/>
                </p:nvSpPr>
                <p:spPr>
                  <a:xfrm>
                    <a:off x="7794047" y="3399679"/>
                    <a:ext cx="910200" cy="369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i="0" lang="en-US" sz="1800" u="none" cap="none" strike="noStrike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rPr>
                      <a:t>20XX</a:t>
                    </a:r>
                    <a:endParaRPr b="1" i="0" sz="1800" u="none" cap="none" strike="noStrike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633" name="Google Shape;633;p35"/>
                  <p:cNvSpPr txBox="1"/>
                  <p:nvPr/>
                </p:nvSpPr>
                <p:spPr>
                  <a:xfrm>
                    <a:off x="9938418" y="3399679"/>
                    <a:ext cx="910200" cy="369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i="0" lang="en-US" sz="1800" u="none" cap="none" strike="noStrike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rPr>
                      <a:t>20XX</a:t>
                    </a:r>
                    <a:endParaRPr b="1" i="0" sz="1800" u="none" cap="none" strike="noStrike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</p:grpSp>
            <p:sp>
              <p:nvSpPr>
                <p:cNvPr id="634" name="Google Shape;634;p35"/>
                <p:cNvSpPr/>
                <p:nvPr/>
              </p:nvSpPr>
              <p:spPr>
                <a:xfrm>
                  <a:off x="1446869" y="1843275"/>
                  <a:ext cx="738300" cy="7383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635" name="Google Shape;635;p35"/>
                <p:cNvSpPr/>
                <p:nvPr/>
              </p:nvSpPr>
              <p:spPr>
                <a:xfrm>
                  <a:off x="3591241" y="1843275"/>
                  <a:ext cx="738300" cy="738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636" name="Google Shape;636;p35"/>
                <p:cNvSpPr/>
                <p:nvPr/>
              </p:nvSpPr>
              <p:spPr>
                <a:xfrm>
                  <a:off x="5735613" y="1843275"/>
                  <a:ext cx="738300" cy="7383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637" name="Google Shape;637;p35"/>
                <p:cNvSpPr/>
                <p:nvPr/>
              </p:nvSpPr>
              <p:spPr>
                <a:xfrm>
                  <a:off x="7879985" y="1843275"/>
                  <a:ext cx="738300" cy="7383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638" name="Google Shape;638;p35"/>
                <p:cNvSpPr/>
                <p:nvPr/>
              </p:nvSpPr>
              <p:spPr>
                <a:xfrm>
                  <a:off x="10024356" y="1843275"/>
                  <a:ext cx="738300" cy="7383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  <p:grpSp>
            <p:nvGrpSpPr>
              <p:cNvPr id="639" name="Google Shape;639;p35"/>
              <p:cNvGrpSpPr/>
              <p:nvPr/>
            </p:nvGrpSpPr>
            <p:grpSpPr>
              <a:xfrm>
                <a:off x="10202146" y="2050523"/>
                <a:ext cx="352128" cy="350235"/>
                <a:chOff x="-5635200" y="2037975"/>
                <a:chExt cx="293025" cy="291450"/>
              </a:xfrm>
            </p:grpSpPr>
            <p:sp>
              <p:nvSpPr>
                <p:cNvPr id="640" name="Google Shape;640;p35"/>
                <p:cNvSpPr/>
                <p:nvPr/>
              </p:nvSpPr>
              <p:spPr>
                <a:xfrm>
                  <a:off x="-5635200" y="2037975"/>
                  <a:ext cx="293025" cy="291450"/>
                </a:xfrm>
                <a:custGeom>
                  <a:rect b="b" l="l" r="r" t="t"/>
                  <a:pathLst>
                    <a:path extrusionOk="0" h="11658" w="11721">
                      <a:moveTo>
                        <a:pt x="2395" y="725"/>
                      </a:moveTo>
                      <a:cubicBezTo>
                        <a:pt x="2930" y="725"/>
                        <a:pt x="3403" y="1197"/>
                        <a:pt x="3403" y="1733"/>
                      </a:cubicBezTo>
                      <a:cubicBezTo>
                        <a:pt x="3403" y="2300"/>
                        <a:pt x="2930" y="2773"/>
                        <a:pt x="2395" y="2773"/>
                      </a:cubicBezTo>
                      <a:cubicBezTo>
                        <a:pt x="1828" y="2773"/>
                        <a:pt x="1355" y="2300"/>
                        <a:pt x="1355" y="1733"/>
                      </a:cubicBezTo>
                      <a:cubicBezTo>
                        <a:pt x="1355" y="1197"/>
                        <a:pt x="1828" y="725"/>
                        <a:pt x="2395" y="725"/>
                      </a:cubicBezTo>
                      <a:close/>
                      <a:moveTo>
                        <a:pt x="10303" y="725"/>
                      </a:moveTo>
                      <a:lnTo>
                        <a:pt x="10303" y="6585"/>
                      </a:lnTo>
                      <a:lnTo>
                        <a:pt x="10334" y="6585"/>
                      </a:lnTo>
                      <a:cubicBezTo>
                        <a:pt x="10334" y="6774"/>
                        <a:pt x="10177" y="6931"/>
                        <a:pt x="9988" y="6931"/>
                      </a:cubicBezTo>
                      <a:lnTo>
                        <a:pt x="4789" y="6931"/>
                      </a:lnTo>
                      <a:lnTo>
                        <a:pt x="4789" y="5167"/>
                      </a:lnTo>
                      <a:cubicBezTo>
                        <a:pt x="4789" y="4253"/>
                        <a:pt x="4285" y="3434"/>
                        <a:pt x="3498" y="3025"/>
                      </a:cubicBezTo>
                      <a:cubicBezTo>
                        <a:pt x="3844" y="2710"/>
                        <a:pt x="4096" y="2237"/>
                        <a:pt x="4096" y="1733"/>
                      </a:cubicBezTo>
                      <a:cubicBezTo>
                        <a:pt x="4096" y="1355"/>
                        <a:pt x="3970" y="977"/>
                        <a:pt x="3718" y="725"/>
                      </a:cubicBezTo>
                      <a:close/>
                      <a:moveTo>
                        <a:pt x="2710" y="3466"/>
                      </a:moveTo>
                      <a:cubicBezTo>
                        <a:pt x="3498" y="3623"/>
                        <a:pt x="4096" y="4316"/>
                        <a:pt x="4096" y="5167"/>
                      </a:cubicBezTo>
                      <a:lnTo>
                        <a:pt x="4096" y="7246"/>
                      </a:lnTo>
                      <a:cubicBezTo>
                        <a:pt x="4128" y="7435"/>
                        <a:pt x="3970" y="7593"/>
                        <a:pt x="3750" y="7593"/>
                      </a:cubicBezTo>
                      <a:cubicBezTo>
                        <a:pt x="3561" y="7593"/>
                        <a:pt x="3403" y="7750"/>
                        <a:pt x="3403" y="7971"/>
                      </a:cubicBezTo>
                      <a:lnTo>
                        <a:pt x="3403" y="10712"/>
                      </a:lnTo>
                      <a:cubicBezTo>
                        <a:pt x="3403" y="10901"/>
                        <a:pt x="3246" y="11058"/>
                        <a:pt x="3056" y="11058"/>
                      </a:cubicBezTo>
                      <a:lnTo>
                        <a:pt x="1670" y="11058"/>
                      </a:lnTo>
                      <a:cubicBezTo>
                        <a:pt x="1481" y="11058"/>
                        <a:pt x="1324" y="10901"/>
                        <a:pt x="1324" y="10712"/>
                      </a:cubicBezTo>
                      <a:lnTo>
                        <a:pt x="1324" y="7971"/>
                      </a:lnTo>
                      <a:cubicBezTo>
                        <a:pt x="1324" y="7750"/>
                        <a:pt x="1166" y="7593"/>
                        <a:pt x="977" y="7593"/>
                      </a:cubicBezTo>
                      <a:cubicBezTo>
                        <a:pt x="788" y="7593"/>
                        <a:pt x="631" y="7435"/>
                        <a:pt x="631" y="7246"/>
                      </a:cubicBezTo>
                      <a:lnTo>
                        <a:pt x="631" y="5167"/>
                      </a:lnTo>
                      <a:cubicBezTo>
                        <a:pt x="631" y="4316"/>
                        <a:pt x="1198" y="3623"/>
                        <a:pt x="1985" y="3466"/>
                      </a:cubicBezTo>
                      <a:lnTo>
                        <a:pt x="1985" y="5829"/>
                      </a:lnTo>
                      <a:cubicBezTo>
                        <a:pt x="1985" y="6018"/>
                        <a:pt x="2143" y="6175"/>
                        <a:pt x="2363" y="6175"/>
                      </a:cubicBezTo>
                      <a:cubicBezTo>
                        <a:pt x="2552" y="6175"/>
                        <a:pt x="2710" y="6018"/>
                        <a:pt x="2710" y="5829"/>
                      </a:cubicBezTo>
                      <a:lnTo>
                        <a:pt x="2710" y="3466"/>
                      </a:lnTo>
                      <a:close/>
                      <a:moveTo>
                        <a:pt x="2395" y="0"/>
                      </a:moveTo>
                      <a:cubicBezTo>
                        <a:pt x="1450" y="0"/>
                        <a:pt x="694" y="756"/>
                        <a:pt x="694" y="1702"/>
                      </a:cubicBezTo>
                      <a:cubicBezTo>
                        <a:pt x="694" y="2206"/>
                        <a:pt x="946" y="2678"/>
                        <a:pt x="1292" y="2993"/>
                      </a:cubicBezTo>
                      <a:cubicBezTo>
                        <a:pt x="536" y="3403"/>
                        <a:pt x="1" y="4222"/>
                        <a:pt x="1" y="5136"/>
                      </a:cubicBezTo>
                      <a:lnTo>
                        <a:pt x="1" y="7215"/>
                      </a:lnTo>
                      <a:cubicBezTo>
                        <a:pt x="1" y="7656"/>
                        <a:pt x="253" y="8034"/>
                        <a:pt x="662" y="8192"/>
                      </a:cubicBezTo>
                      <a:lnTo>
                        <a:pt x="662" y="10649"/>
                      </a:lnTo>
                      <a:cubicBezTo>
                        <a:pt x="662" y="11184"/>
                        <a:pt x="1135" y="11657"/>
                        <a:pt x="1670" y="11657"/>
                      </a:cubicBezTo>
                      <a:lnTo>
                        <a:pt x="3056" y="11657"/>
                      </a:lnTo>
                      <a:cubicBezTo>
                        <a:pt x="3624" y="11657"/>
                        <a:pt x="4096" y="11184"/>
                        <a:pt x="4096" y="10649"/>
                      </a:cubicBezTo>
                      <a:lnTo>
                        <a:pt x="4096" y="8192"/>
                      </a:lnTo>
                      <a:cubicBezTo>
                        <a:pt x="4348" y="8065"/>
                        <a:pt x="4600" y="7876"/>
                        <a:pt x="4726" y="7561"/>
                      </a:cubicBezTo>
                      <a:lnTo>
                        <a:pt x="9988" y="7561"/>
                      </a:lnTo>
                      <a:cubicBezTo>
                        <a:pt x="10555" y="7561"/>
                        <a:pt x="11027" y="7089"/>
                        <a:pt x="11027" y="6553"/>
                      </a:cubicBezTo>
                      <a:lnTo>
                        <a:pt x="11027" y="662"/>
                      </a:lnTo>
                      <a:lnTo>
                        <a:pt x="11374" y="662"/>
                      </a:lnTo>
                      <a:cubicBezTo>
                        <a:pt x="11563" y="662"/>
                        <a:pt x="11720" y="504"/>
                        <a:pt x="11720" y="315"/>
                      </a:cubicBezTo>
                      <a:cubicBezTo>
                        <a:pt x="11720" y="158"/>
                        <a:pt x="11563" y="0"/>
                        <a:pt x="1137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641" name="Google Shape;641;p35"/>
                <p:cNvSpPr/>
                <p:nvPr/>
              </p:nvSpPr>
              <p:spPr>
                <a:xfrm>
                  <a:off x="-5496575" y="2072625"/>
                  <a:ext cx="102425" cy="102425"/>
                </a:xfrm>
                <a:custGeom>
                  <a:rect b="b" l="l" r="r" t="t"/>
                  <a:pathLst>
                    <a:path extrusionOk="0" h="4097" w="4097">
                      <a:moveTo>
                        <a:pt x="2395" y="725"/>
                      </a:moveTo>
                      <a:cubicBezTo>
                        <a:pt x="2867" y="851"/>
                        <a:pt x="3245" y="1229"/>
                        <a:pt x="3371" y="1733"/>
                      </a:cubicBezTo>
                      <a:lnTo>
                        <a:pt x="2395" y="1733"/>
                      </a:lnTo>
                      <a:lnTo>
                        <a:pt x="2395" y="725"/>
                      </a:lnTo>
                      <a:close/>
                      <a:moveTo>
                        <a:pt x="1733" y="757"/>
                      </a:moveTo>
                      <a:lnTo>
                        <a:pt x="1733" y="2080"/>
                      </a:lnTo>
                      <a:cubicBezTo>
                        <a:pt x="1733" y="2269"/>
                        <a:pt x="1891" y="2426"/>
                        <a:pt x="2080" y="2426"/>
                      </a:cubicBezTo>
                      <a:lnTo>
                        <a:pt x="3403" y="2426"/>
                      </a:lnTo>
                      <a:cubicBezTo>
                        <a:pt x="3245" y="3025"/>
                        <a:pt x="2741" y="3466"/>
                        <a:pt x="2080" y="3466"/>
                      </a:cubicBezTo>
                      <a:cubicBezTo>
                        <a:pt x="1324" y="3466"/>
                        <a:pt x="693" y="2836"/>
                        <a:pt x="693" y="2080"/>
                      </a:cubicBezTo>
                      <a:cubicBezTo>
                        <a:pt x="693" y="1418"/>
                        <a:pt x="1135" y="851"/>
                        <a:pt x="1733" y="757"/>
                      </a:cubicBezTo>
                      <a:close/>
                      <a:moveTo>
                        <a:pt x="2048" y="0"/>
                      </a:moveTo>
                      <a:cubicBezTo>
                        <a:pt x="883" y="0"/>
                        <a:pt x="0" y="914"/>
                        <a:pt x="0" y="2048"/>
                      </a:cubicBezTo>
                      <a:cubicBezTo>
                        <a:pt x="0" y="3182"/>
                        <a:pt x="946" y="4096"/>
                        <a:pt x="2048" y="4096"/>
                      </a:cubicBezTo>
                      <a:cubicBezTo>
                        <a:pt x="3182" y="4096"/>
                        <a:pt x="4096" y="3182"/>
                        <a:pt x="4096" y="2048"/>
                      </a:cubicBezTo>
                      <a:cubicBezTo>
                        <a:pt x="4096" y="914"/>
                        <a:pt x="3182" y="0"/>
                        <a:pt x="204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  <p:grpSp>
            <p:nvGrpSpPr>
              <p:cNvPr id="642" name="Google Shape;642;p35"/>
              <p:cNvGrpSpPr/>
              <p:nvPr/>
            </p:nvGrpSpPr>
            <p:grpSpPr>
              <a:xfrm>
                <a:off x="8083125" y="2067278"/>
                <a:ext cx="339598" cy="340501"/>
                <a:chOff x="-1700225" y="2768875"/>
                <a:chExt cx="291450" cy="292225"/>
              </a:xfrm>
            </p:grpSpPr>
            <p:sp>
              <p:nvSpPr>
                <p:cNvPr id="643" name="Google Shape;643;p35"/>
                <p:cNvSpPr/>
                <p:nvPr/>
              </p:nvSpPr>
              <p:spPr>
                <a:xfrm>
                  <a:off x="-1700225" y="2768875"/>
                  <a:ext cx="291450" cy="292225"/>
                </a:xfrm>
                <a:custGeom>
                  <a:rect b="b" l="l" r="r" t="t"/>
                  <a:pathLst>
                    <a:path extrusionOk="0" h="11689" w="11658">
                      <a:moveTo>
                        <a:pt x="10617" y="662"/>
                      </a:moveTo>
                      <a:cubicBezTo>
                        <a:pt x="10806" y="662"/>
                        <a:pt x="10964" y="820"/>
                        <a:pt x="10964" y="1009"/>
                      </a:cubicBezTo>
                      <a:lnTo>
                        <a:pt x="10964" y="2710"/>
                      </a:lnTo>
                      <a:lnTo>
                        <a:pt x="662" y="2710"/>
                      </a:lnTo>
                      <a:lnTo>
                        <a:pt x="662" y="1009"/>
                      </a:lnTo>
                      <a:cubicBezTo>
                        <a:pt x="662" y="820"/>
                        <a:pt x="819" y="662"/>
                        <a:pt x="1008" y="662"/>
                      </a:cubicBezTo>
                      <a:close/>
                      <a:moveTo>
                        <a:pt x="10933" y="3372"/>
                      </a:moveTo>
                      <a:lnTo>
                        <a:pt x="10933" y="9232"/>
                      </a:lnTo>
                      <a:cubicBezTo>
                        <a:pt x="10964" y="9484"/>
                        <a:pt x="10806" y="9610"/>
                        <a:pt x="10617" y="9610"/>
                      </a:cubicBezTo>
                      <a:lnTo>
                        <a:pt x="8916" y="9610"/>
                      </a:lnTo>
                      <a:lnTo>
                        <a:pt x="8570" y="9232"/>
                      </a:lnTo>
                      <a:cubicBezTo>
                        <a:pt x="8601" y="9169"/>
                        <a:pt x="8664" y="9043"/>
                        <a:pt x="8696" y="8917"/>
                      </a:cubicBezTo>
                      <a:lnTo>
                        <a:pt x="9200" y="8917"/>
                      </a:lnTo>
                      <a:cubicBezTo>
                        <a:pt x="9389" y="8917"/>
                        <a:pt x="9546" y="8759"/>
                        <a:pt x="9546" y="8570"/>
                      </a:cubicBezTo>
                      <a:lnTo>
                        <a:pt x="9546" y="7184"/>
                      </a:lnTo>
                      <a:cubicBezTo>
                        <a:pt x="9546" y="6995"/>
                        <a:pt x="9389" y="6837"/>
                        <a:pt x="9200" y="6837"/>
                      </a:cubicBezTo>
                      <a:lnTo>
                        <a:pt x="8696" y="6837"/>
                      </a:lnTo>
                      <a:cubicBezTo>
                        <a:pt x="8664" y="6711"/>
                        <a:pt x="8601" y="6648"/>
                        <a:pt x="8570" y="6522"/>
                      </a:cubicBezTo>
                      <a:lnTo>
                        <a:pt x="8916" y="6176"/>
                      </a:lnTo>
                      <a:cubicBezTo>
                        <a:pt x="9042" y="6050"/>
                        <a:pt x="9042" y="5798"/>
                        <a:pt x="8916" y="5703"/>
                      </a:cubicBezTo>
                      <a:lnTo>
                        <a:pt x="7940" y="4695"/>
                      </a:lnTo>
                      <a:cubicBezTo>
                        <a:pt x="7877" y="4648"/>
                        <a:pt x="7790" y="4624"/>
                        <a:pt x="7703" y="4624"/>
                      </a:cubicBezTo>
                      <a:cubicBezTo>
                        <a:pt x="7617" y="4624"/>
                        <a:pt x="7530" y="4648"/>
                        <a:pt x="7467" y="4695"/>
                      </a:cubicBezTo>
                      <a:lnTo>
                        <a:pt x="7120" y="5073"/>
                      </a:lnTo>
                      <a:cubicBezTo>
                        <a:pt x="7026" y="5041"/>
                        <a:pt x="6931" y="4978"/>
                        <a:pt x="6805" y="4947"/>
                      </a:cubicBezTo>
                      <a:lnTo>
                        <a:pt x="6805" y="4443"/>
                      </a:lnTo>
                      <a:cubicBezTo>
                        <a:pt x="6805" y="4222"/>
                        <a:pt x="6648" y="4065"/>
                        <a:pt x="6459" y="4065"/>
                      </a:cubicBezTo>
                      <a:lnTo>
                        <a:pt x="5073" y="4065"/>
                      </a:lnTo>
                      <a:cubicBezTo>
                        <a:pt x="4884" y="4065"/>
                        <a:pt x="4726" y="4222"/>
                        <a:pt x="4726" y="4443"/>
                      </a:cubicBezTo>
                      <a:lnTo>
                        <a:pt x="4726" y="4947"/>
                      </a:lnTo>
                      <a:cubicBezTo>
                        <a:pt x="4600" y="4978"/>
                        <a:pt x="4506" y="5010"/>
                        <a:pt x="4411" y="5073"/>
                      </a:cubicBezTo>
                      <a:lnTo>
                        <a:pt x="4033" y="4695"/>
                      </a:lnTo>
                      <a:cubicBezTo>
                        <a:pt x="3986" y="4648"/>
                        <a:pt x="3899" y="4624"/>
                        <a:pt x="3808" y="4624"/>
                      </a:cubicBezTo>
                      <a:cubicBezTo>
                        <a:pt x="3718" y="4624"/>
                        <a:pt x="3623" y="4648"/>
                        <a:pt x="3560" y="4695"/>
                      </a:cubicBezTo>
                      <a:lnTo>
                        <a:pt x="2584" y="5703"/>
                      </a:lnTo>
                      <a:cubicBezTo>
                        <a:pt x="2458" y="5829"/>
                        <a:pt x="2458" y="6050"/>
                        <a:pt x="2584" y="6176"/>
                      </a:cubicBezTo>
                      <a:lnTo>
                        <a:pt x="2930" y="6522"/>
                      </a:lnTo>
                      <a:cubicBezTo>
                        <a:pt x="2899" y="6585"/>
                        <a:pt x="2867" y="6711"/>
                        <a:pt x="2836" y="6837"/>
                      </a:cubicBezTo>
                      <a:lnTo>
                        <a:pt x="2300" y="6837"/>
                      </a:lnTo>
                      <a:cubicBezTo>
                        <a:pt x="2111" y="6837"/>
                        <a:pt x="1954" y="6995"/>
                        <a:pt x="1954" y="7184"/>
                      </a:cubicBezTo>
                      <a:lnTo>
                        <a:pt x="1954" y="8570"/>
                      </a:lnTo>
                      <a:cubicBezTo>
                        <a:pt x="1954" y="8759"/>
                        <a:pt x="2111" y="8917"/>
                        <a:pt x="2300" y="8917"/>
                      </a:cubicBezTo>
                      <a:lnTo>
                        <a:pt x="2836" y="8917"/>
                      </a:lnTo>
                      <a:cubicBezTo>
                        <a:pt x="2867" y="9043"/>
                        <a:pt x="2899" y="9137"/>
                        <a:pt x="2930" y="9232"/>
                      </a:cubicBezTo>
                      <a:lnTo>
                        <a:pt x="2584" y="9610"/>
                      </a:lnTo>
                      <a:lnTo>
                        <a:pt x="977" y="9610"/>
                      </a:lnTo>
                      <a:cubicBezTo>
                        <a:pt x="788" y="9610"/>
                        <a:pt x="630" y="9452"/>
                        <a:pt x="630" y="9232"/>
                      </a:cubicBezTo>
                      <a:lnTo>
                        <a:pt x="630" y="3372"/>
                      </a:lnTo>
                      <a:close/>
                      <a:moveTo>
                        <a:pt x="6112" y="4726"/>
                      </a:moveTo>
                      <a:lnTo>
                        <a:pt x="6112" y="5136"/>
                      </a:lnTo>
                      <a:cubicBezTo>
                        <a:pt x="6112" y="5294"/>
                        <a:pt x="6207" y="5420"/>
                        <a:pt x="6364" y="5451"/>
                      </a:cubicBezTo>
                      <a:cubicBezTo>
                        <a:pt x="6553" y="5514"/>
                        <a:pt x="6805" y="5609"/>
                        <a:pt x="6994" y="5735"/>
                      </a:cubicBezTo>
                      <a:cubicBezTo>
                        <a:pt x="7041" y="5769"/>
                        <a:pt x="7096" y="5783"/>
                        <a:pt x="7153" y="5783"/>
                      </a:cubicBezTo>
                      <a:cubicBezTo>
                        <a:pt x="7251" y="5783"/>
                        <a:pt x="7356" y="5743"/>
                        <a:pt x="7435" y="5703"/>
                      </a:cubicBezTo>
                      <a:lnTo>
                        <a:pt x="7751" y="5388"/>
                      </a:lnTo>
                      <a:lnTo>
                        <a:pt x="8223" y="5861"/>
                      </a:lnTo>
                      <a:lnTo>
                        <a:pt x="7908" y="6176"/>
                      </a:lnTo>
                      <a:cubicBezTo>
                        <a:pt x="7782" y="6302"/>
                        <a:pt x="7782" y="6459"/>
                        <a:pt x="7877" y="6617"/>
                      </a:cubicBezTo>
                      <a:cubicBezTo>
                        <a:pt x="7971" y="6806"/>
                        <a:pt x="8066" y="6995"/>
                        <a:pt x="8129" y="7247"/>
                      </a:cubicBezTo>
                      <a:cubicBezTo>
                        <a:pt x="8192" y="7404"/>
                        <a:pt x="8286" y="7499"/>
                        <a:pt x="8444" y="7499"/>
                      </a:cubicBezTo>
                      <a:lnTo>
                        <a:pt x="8885" y="7499"/>
                      </a:lnTo>
                      <a:lnTo>
                        <a:pt x="8885" y="8192"/>
                      </a:lnTo>
                      <a:lnTo>
                        <a:pt x="8444" y="8192"/>
                      </a:lnTo>
                      <a:cubicBezTo>
                        <a:pt x="8286" y="8192"/>
                        <a:pt x="8192" y="8286"/>
                        <a:pt x="8129" y="8444"/>
                      </a:cubicBezTo>
                      <a:cubicBezTo>
                        <a:pt x="8097" y="8665"/>
                        <a:pt x="7971" y="8885"/>
                        <a:pt x="7877" y="9074"/>
                      </a:cubicBezTo>
                      <a:cubicBezTo>
                        <a:pt x="7782" y="9200"/>
                        <a:pt x="7814" y="9389"/>
                        <a:pt x="7908" y="9515"/>
                      </a:cubicBezTo>
                      <a:lnTo>
                        <a:pt x="8223" y="9830"/>
                      </a:lnTo>
                      <a:lnTo>
                        <a:pt x="7751" y="10303"/>
                      </a:lnTo>
                      <a:lnTo>
                        <a:pt x="7435" y="9988"/>
                      </a:lnTo>
                      <a:cubicBezTo>
                        <a:pt x="7368" y="9920"/>
                        <a:pt x="7291" y="9889"/>
                        <a:pt x="7211" y="9889"/>
                      </a:cubicBezTo>
                      <a:cubicBezTo>
                        <a:pt x="7141" y="9889"/>
                        <a:pt x="7068" y="9912"/>
                        <a:pt x="6994" y="9956"/>
                      </a:cubicBezTo>
                      <a:cubicBezTo>
                        <a:pt x="6805" y="10082"/>
                        <a:pt x="6616" y="10145"/>
                        <a:pt x="6364" y="10208"/>
                      </a:cubicBezTo>
                      <a:cubicBezTo>
                        <a:pt x="6207" y="10271"/>
                        <a:pt x="6112" y="10366"/>
                        <a:pt x="6112" y="10555"/>
                      </a:cubicBezTo>
                      <a:lnTo>
                        <a:pt x="6112" y="10964"/>
                      </a:lnTo>
                      <a:lnTo>
                        <a:pt x="5419" y="10964"/>
                      </a:lnTo>
                      <a:lnTo>
                        <a:pt x="5419" y="10555"/>
                      </a:lnTo>
                      <a:cubicBezTo>
                        <a:pt x="5419" y="10366"/>
                        <a:pt x="5325" y="10271"/>
                        <a:pt x="5167" y="10208"/>
                      </a:cubicBezTo>
                      <a:cubicBezTo>
                        <a:pt x="4947" y="10177"/>
                        <a:pt x="4726" y="10051"/>
                        <a:pt x="4537" y="9956"/>
                      </a:cubicBezTo>
                      <a:cubicBezTo>
                        <a:pt x="4491" y="9921"/>
                        <a:pt x="4436" y="9908"/>
                        <a:pt x="4379" y="9908"/>
                      </a:cubicBezTo>
                      <a:cubicBezTo>
                        <a:pt x="4281" y="9908"/>
                        <a:pt x="4176" y="9948"/>
                        <a:pt x="4096" y="9988"/>
                      </a:cubicBezTo>
                      <a:lnTo>
                        <a:pt x="3781" y="10303"/>
                      </a:lnTo>
                      <a:lnTo>
                        <a:pt x="3308" y="9830"/>
                      </a:lnTo>
                      <a:lnTo>
                        <a:pt x="3623" y="9515"/>
                      </a:lnTo>
                      <a:cubicBezTo>
                        <a:pt x="3749" y="9389"/>
                        <a:pt x="3749" y="9232"/>
                        <a:pt x="3655" y="9074"/>
                      </a:cubicBezTo>
                      <a:cubicBezTo>
                        <a:pt x="3529" y="8885"/>
                        <a:pt x="3466" y="8696"/>
                        <a:pt x="3371" y="8444"/>
                      </a:cubicBezTo>
                      <a:cubicBezTo>
                        <a:pt x="3340" y="8286"/>
                        <a:pt x="3214" y="8192"/>
                        <a:pt x="3056" y="8192"/>
                      </a:cubicBezTo>
                      <a:lnTo>
                        <a:pt x="2647" y="8192"/>
                      </a:lnTo>
                      <a:lnTo>
                        <a:pt x="2647" y="7499"/>
                      </a:lnTo>
                      <a:lnTo>
                        <a:pt x="3056" y="7499"/>
                      </a:lnTo>
                      <a:cubicBezTo>
                        <a:pt x="3214" y="7499"/>
                        <a:pt x="3340" y="7404"/>
                        <a:pt x="3371" y="7247"/>
                      </a:cubicBezTo>
                      <a:cubicBezTo>
                        <a:pt x="3434" y="7026"/>
                        <a:pt x="3529" y="6806"/>
                        <a:pt x="3655" y="6617"/>
                      </a:cubicBezTo>
                      <a:cubicBezTo>
                        <a:pt x="3749" y="6491"/>
                        <a:pt x="3686" y="6302"/>
                        <a:pt x="3623" y="6176"/>
                      </a:cubicBezTo>
                      <a:lnTo>
                        <a:pt x="3308" y="5861"/>
                      </a:lnTo>
                      <a:lnTo>
                        <a:pt x="3781" y="5388"/>
                      </a:lnTo>
                      <a:lnTo>
                        <a:pt x="4096" y="5703"/>
                      </a:lnTo>
                      <a:cubicBezTo>
                        <a:pt x="4163" y="5771"/>
                        <a:pt x="4240" y="5802"/>
                        <a:pt x="4321" y="5802"/>
                      </a:cubicBezTo>
                      <a:cubicBezTo>
                        <a:pt x="4391" y="5802"/>
                        <a:pt x="4464" y="5778"/>
                        <a:pt x="4537" y="5735"/>
                      </a:cubicBezTo>
                      <a:cubicBezTo>
                        <a:pt x="4726" y="5609"/>
                        <a:pt x="4915" y="5546"/>
                        <a:pt x="5167" y="5451"/>
                      </a:cubicBezTo>
                      <a:cubicBezTo>
                        <a:pt x="5325" y="5420"/>
                        <a:pt x="5419" y="5294"/>
                        <a:pt x="5419" y="5136"/>
                      </a:cubicBezTo>
                      <a:lnTo>
                        <a:pt x="5419" y="4726"/>
                      </a:lnTo>
                      <a:close/>
                      <a:moveTo>
                        <a:pt x="1008" y="1"/>
                      </a:moveTo>
                      <a:cubicBezTo>
                        <a:pt x="473" y="1"/>
                        <a:pt x="0" y="473"/>
                        <a:pt x="0" y="1009"/>
                      </a:cubicBezTo>
                      <a:lnTo>
                        <a:pt x="0" y="9295"/>
                      </a:lnTo>
                      <a:cubicBezTo>
                        <a:pt x="0" y="9830"/>
                        <a:pt x="473" y="10303"/>
                        <a:pt x="1008" y="10303"/>
                      </a:cubicBezTo>
                      <a:lnTo>
                        <a:pt x="2867" y="10303"/>
                      </a:lnTo>
                      <a:lnTo>
                        <a:pt x="3623" y="11059"/>
                      </a:lnTo>
                      <a:cubicBezTo>
                        <a:pt x="3671" y="11122"/>
                        <a:pt x="3757" y="11153"/>
                        <a:pt x="3848" y="11153"/>
                      </a:cubicBezTo>
                      <a:cubicBezTo>
                        <a:pt x="3938" y="11153"/>
                        <a:pt x="4033" y="11122"/>
                        <a:pt x="4096" y="11059"/>
                      </a:cubicBezTo>
                      <a:lnTo>
                        <a:pt x="4442" y="10712"/>
                      </a:lnTo>
                      <a:cubicBezTo>
                        <a:pt x="4506" y="10744"/>
                        <a:pt x="4632" y="10775"/>
                        <a:pt x="4758" y="10807"/>
                      </a:cubicBezTo>
                      <a:lnTo>
                        <a:pt x="4758" y="11342"/>
                      </a:lnTo>
                      <a:cubicBezTo>
                        <a:pt x="4758" y="11531"/>
                        <a:pt x="4915" y="11689"/>
                        <a:pt x="5104" y="11689"/>
                      </a:cubicBezTo>
                      <a:lnTo>
                        <a:pt x="6490" y="11689"/>
                      </a:lnTo>
                      <a:cubicBezTo>
                        <a:pt x="6679" y="11689"/>
                        <a:pt x="6837" y="11531"/>
                        <a:pt x="6837" y="11342"/>
                      </a:cubicBezTo>
                      <a:lnTo>
                        <a:pt x="6837" y="10807"/>
                      </a:lnTo>
                      <a:cubicBezTo>
                        <a:pt x="6963" y="10775"/>
                        <a:pt x="7026" y="10744"/>
                        <a:pt x="7152" y="10712"/>
                      </a:cubicBezTo>
                      <a:lnTo>
                        <a:pt x="7498" y="11059"/>
                      </a:lnTo>
                      <a:cubicBezTo>
                        <a:pt x="7561" y="11122"/>
                        <a:pt x="7656" y="11153"/>
                        <a:pt x="7747" y="11153"/>
                      </a:cubicBezTo>
                      <a:cubicBezTo>
                        <a:pt x="7837" y="11153"/>
                        <a:pt x="7924" y="11122"/>
                        <a:pt x="7971" y="11059"/>
                      </a:cubicBezTo>
                      <a:lnTo>
                        <a:pt x="8727" y="10303"/>
                      </a:lnTo>
                      <a:lnTo>
                        <a:pt x="10617" y="10303"/>
                      </a:lnTo>
                      <a:cubicBezTo>
                        <a:pt x="11185" y="10303"/>
                        <a:pt x="11657" y="9830"/>
                        <a:pt x="11657" y="9295"/>
                      </a:cubicBezTo>
                      <a:lnTo>
                        <a:pt x="11657" y="1009"/>
                      </a:lnTo>
                      <a:cubicBezTo>
                        <a:pt x="11657" y="473"/>
                        <a:pt x="11216" y="1"/>
                        <a:pt x="106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644" name="Google Shape;644;p35"/>
                <p:cNvSpPr/>
                <p:nvPr/>
              </p:nvSpPr>
              <p:spPr>
                <a:xfrm>
                  <a:off x="-1667150" y="2801950"/>
                  <a:ext cx="18150" cy="18150"/>
                </a:xfrm>
                <a:custGeom>
                  <a:rect b="b" l="l" r="r" t="t"/>
                  <a:pathLst>
                    <a:path extrusionOk="0" h="726" w="726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36"/>
                        <a:pt x="158" y="726"/>
                        <a:pt x="347" y="726"/>
                      </a:cubicBezTo>
                      <a:cubicBezTo>
                        <a:pt x="568" y="726"/>
                        <a:pt x="725" y="536"/>
                        <a:pt x="725" y="347"/>
                      </a:cubicBezTo>
                      <a:cubicBezTo>
                        <a:pt x="725" y="158"/>
                        <a:pt x="568" y="1"/>
                        <a:pt x="34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645" name="Google Shape;645;p35"/>
                <p:cNvSpPr/>
                <p:nvPr/>
              </p:nvSpPr>
              <p:spPr>
                <a:xfrm>
                  <a:off x="-1632500" y="2801950"/>
                  <a:ext cx="17350" cy="18150"/>
                </a:xfrm>
                <a:custGeom>
                  <a:rect b="b" l="l" r="r" t="t"/>
                  <a:pathLst>
                    <a:path extrusionOk="0" h="726" w="694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726"/>
                        <a:pt x="347" y="726"/>
                      </a:cubicBezTo>
                      <a:cubicBezTo>
                        <a:pt x="536" y="726"/>
                        <a:pt x="694" y="568"/>
                        <a:pt x="694" y="347"/>
                      </a:cubicBezTo>
                      <a:cubicBezTo>
                        <a:pt x="694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646" name="Google Shape;646;p35"/>
                <p:cNvSpPr/>
                <p:nvPr/>
              </p:nvSpPr>
              <p:spPr>
                <a:xfrm>
                  <a:off x="-1597850" y="2801950"/>
                  <a:ext cx="17375" cy="18150"/>
                </a:xfrm>
                <a:custGeom>
                  <a:rect b="b" l="l" r="r" t="t"/>
                  <a:pathLst>
                    <a:path extrusionOk="0" h="726" w="695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726"/>
                        <a:pt x="347" y="726"/>
                      </a:cubicBezTo>
                      <a:cubicBezTo>
                        <a:pt x="537" y="726"/>
                        <a:pt x="694" y="568"/>
                        <a:pt x="694" y="347"/>
                      </a:cubicBezTo>
                      <a:cubicBezTo>
                        <a:pt x="694" y="158"/>
                        <a:pt x="537" y="1"/>
                        <a:pt x="34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647" name="Google Shape;647;p35"/>
                <p:cNvSpPr/>
                <p:nvPr/>
              </p:nvSpPr>
              <p:spPr>
                <a:xfrm>
                  <a:off x="-1564750" y="2801950"/>
                  <a:ext cx="120525" cy="18150"/>
                </a:xfrm>
                <a:custGeom>
                  <a:rect b="b" l="l" r="r" t="t"/>
                  <a:pathLst>
                    <a:path extrusionOk="0" h="726" w="4821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cubicBezTo>
                        <a:pt x="32" y="568"/>
                        <a:pt x="189" y="726"/>
                        <a:pt x="347" y="726"/>
                      </a:cubicBezTo>
                      <a:lnTo>
                        <a:pt x="4442" y="726"/>
                      </a:lnTo>
                      <a:cubicBezTo>
                        <a:pt x="4663" y="726"/>
                        <a:pt x="4820" y="568"/>
                        <a:pt x="4820" y="347"/>
                      </a:cubicBezTo>
                      <a:cubicBezTo>
                        <a:pt x="4820" y="158"/>
                        <a:pt x="4663" y="1"/>
                        <a:pt x="444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648" name="Google Shape;648;p35"/>
                <p:cNvSpPr/>
                <p:nvPr/>
              </p:nvSpPr>
              <p:spPr>
                <a:xfrm>
                  <a:off x="-1597850" y="2924050"/>
                  <a:ext cx="85100" cy="85075"/>
                </a:xfrm>
                <a:custGeom>
                  <a:rect b="b" l="l" r="r" t="t"/>
                  <a:pathLst>
                    <a:path extrusionOk="0" h="3403" w="3404">
                      <a:moveTo>
                        <a:pt x="1671" y="662"/>
                      </a:moveTo>
                      <a:cubicBezTo>
                        <a:pt x="2238" y="662"/>
                        <a:pt x="2710" y="1134"/>
                        <a:pt x="2710" y="1701"/>
                      </a:cubicBezTo>
                      <a:cubicBezTo>
                        <a:pt x="2710" y="2237"/>
                        <a:pt x="2269" y="2710"/>
                        <a:pt x="1671" y="2710"/>
                      </a:cubicBezTo>
                      <a:cubicBezTo>
                        <a:pt x="1135" y="2710"/>
                        <a:pt x="663" y="2237"/>
                        <a:pt x="663" y="1701"/>
                      </a:cubicBezTo>
                      <a:cubicBezTo>
                        <a:pt x="663" y="1134"/>
                        <a:pt x="1135" y="662"/>
                        <a:pt x="1671" y="662"/>
                      </a:cubicBezTo>
                      <a:close/>
                      <a:moveTo>
                        <a:pt x="1671" y="0"/>
                      </a:moveTo>
                      <a:cubicBezTo>
                        <a:pt x="726" y="0"/>
                        <a:pt x="1" y="756"/>
                        <a:pt x="1" y="1701"/>
                      </a:cubicBezTo>
                      <a:cubicBezTo>
                        <a:pt x="1" y="2647"/>
                        <a:pt x="726" y="3403"/>
                        <a:pt x="1671" y="3403"/>
                      </a:cubicBezTo>
                      <a:cubicBezTo>
                        <a:pt x="2616" y="3403"/>
                        <a:pt x="3372" y="2647"/>
                        <a:pt x="3372" y="1701"/>
                      </a:cubicBezTo>
                      <a:cubicBezTo>
                        <a:pt x="3403" y="756"/>
                        <a:pt x="2616" y="0"/>
                        <a:pt x="167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  <p:sp>
            <p:nvSpPr>
              <p:cNvPr id="649" name="Google Shape;649;p35"/>
              <p:cNvSpPr/>
              <p:nvPr/>
            </p:nvSpPr>
            <p:spPr>
              <a:xfrm>
                <a:off x="5939880" y="2032965"/>
                <a:ext cx="363919" cy="361727"/>
              </a:xfrm>
              <a:custGeom>
                <a:rect b="b" l="l" r="r" t="t"/>
                <a:pathLst>
                  <a:path extrusionOk="0" h="11713" w="11784">
                    <a:moveTo>
                      <a:pt x="5136" y="4128"/>
                    </a:moveTo>
                    <a:cubicBezTo>
                      <a:pt x="5671" y="4128"/>
                      <a:pt x="6112" y="4569"/>
                      <a:pt x="6144" y="5136"/>
                    </a:cubicBezTo>
                    <a:lnTo>
                      <a:pt x="5230" y="4853"/>
                    </a:lnTo>
                    <a:cubicBezTo>
                      <a:pt x="5198" y="4839"/>
                      <a:pt x="5165" y="4832"/>
                      <a:pt x="5131" y="4832"/>
                    </a:cubicBezTo>
                    <a:cubicBezTo>
                      <a:pt x="4934" y="4832"/>
                      <a:pt x="4735" y="5052"/>
                      <a:pt x="4789" y="5294"/>
                    </a:cubicBezTo>
                    <a:lnTo>
                      <a:pt x="5073" y="6239"/>
                    </a:lnTo>
                    <a:cubicBezTo>
                      <a:pt x="4537" y="6176"/>
                      <a:pt x="4096" y="5703"/>
                      <a:pt x="4096" y="5168"/>
                    </a:cubicBezTo>
                    <a:cubicBezTo>
                      <a:pt x="4096" y="4601"/>
                      <a:pt x="4569" y="4128"/>
                      <a:pt x="5136" y="4128"/>
                    </a:cubicBezTo>
                    <a:close/>
                    <a:moveTo>
                      <a:pt x="5199" y="2364"/>
                    </a:moveTo>
                    <a:cubicBezTo>
                      <a:pt x="6680" y="2364"/>
                      <a:pt x="7940" y="3592"/>
                      <a:pt x="7940" y="5136"/>
                    </a:cubicBezTo>
                    <a:cubicBezTo>
                      <a:pt x="7940" y="5294"/>
                      <a:pt x="7940" y="5388"/>
                      <a:pt x="7908" y="5546"/>
                    </a:cubicBezTo>
                    <a:lnTo>
                      <a:pt x="6932" y="5294"/>
                    </a:lnTo>
                    <a:lnTo>
                      <a:pt x="6932" y="5136"/>
                    </a:lnTo>
                    <a:cubicBezTo>
                      <a:pt x="6806" y="4223"/>
                      <a:pt x="6049" y="3466"/>
                      <a:pt x="5104" y="3466"/>
                    </a:cubicBezTo>
                    <a:cubicBezTo>
                      <a:pt x="4159" y="3466"/>
                      <a:pt x="3435" y="4223"/>
                      <a:pt x="3435" y="5168"/>
                    </a:cubicBezTo>
                    <a:cubicBezTo>
                      <a:pt x="3435" y="5609"/>
                      <a:pt x="3624" y="6081"/>
                      <a:pt x="3939" y="6396"/>
                    </a:cubicBezTo>
                    <a:cubicBezTo>
                      <a:pt x="4254" y="6743"/>
                      <a:pt x="4695" y="6900"/>
                      <a:pt x="5167" y="6900"/>
                    </a:cubicBezTo>
                    <a:lnTo>
                      <a:pt x="5325" y="6900"/>
                    </a:lnTo>
                    <a:lnTo>
                      <a:pt x="5577" y="7877"/>
                    </a:lnTo>
                    <a:cubicBezTo>
                      <a:pt x="5482" y="7909"/>
                      <a:pt x="5325" y="7909"/>
                      <a:pt x="5199" y="7909"/>
                    </a:cubicBezTo>
                    <a:cubicBezTo>
                      <a:pt x="3687" y="7909"/>
                      <a:pt x="2426" y="6648"/>
                      <a:pt x="2426" y="5136"/>
                    </a:cubicBezTo>
                    <a:cubicBezTo>
                      <a:pt x="2426" y="3624"/>
                      <a:pt x="3655" y="2364"/>
                      <a:pt x="5199" y="2364"/>
                    </a:cubicBezTo>
                    <a:close/>
                    <a:moveTo>
                      <a:pt x="5167" y="726"/>
                    </a:moveTo>
                    <a:cubicBezTo>
                      <a:pt x="7940" y="726"/>
                      <a:pt x="10051" y="3277"/>
                      <a:pt x="9515" y="6018"/>
                    </a:cubicBezTo>
                    <a:lnTo>
                      <a:pt x="8507" y="5766"/>
                    </a:lnTo>
                    <a:cubicBezTo>
                      <a:pt x="8538" y="5546"/>
                      <a:pt x="8538" y="5357"/>
                      <a:pt x="8538" y="5136"/>
                    </a:cubicBezTo>
                    <a:cubicBezTo>
                      <a:pt x="8538" y="3246"/>
                      <a:pt x="7026" y="1702"/>
                      <a:pt x="5104" y="1702"/>
                    </a:cubicBezTo>
                    <a:cubicBezTo>
                      <a:pt x="3214" y="1702"/>
                      <a:pt x="1702" y="3246"/>
                      <a:pt x="1702" y="5136"/>
                    </a:cubicBezTo>
                    <a:cubicBezTo>
                      <a:pt x="1702" y="7027"/>
                      <a:pt x="3214" y="8602"/>
                      <a:pt x="5104" y="8602"/>
                    </a:cubicBezTo>
                    <a:cubicBezTo>
                      <a:pt x="5325" y="8602"/>
                      <a:pt x="5514" y="8602"/>
                      <a:pt x="5703" y="8539"/>
                    </a:cubicBezTo>
                    <a:lnTo>
                      <a:pt x="5986" y="9578"/>
                    </a:lnTo>
                    <a:cubicBezTo>
                      <a:pt x="5695" y="9636"/>
                      <a:pt x="5405" y="9664"/>
                      <a:pt x="5119" y="9664"/>
                    </a:cubicBezTo>
                    <a:cubicBezTo>
                      <a:pt x="2751" y="9664"/>
                      <a:pt x="694" y="7758"/>
                      <a:pt x="694" y="5199"/>
                    </a:cubicBezTo>
                    <a:cubicBezTo>
                      <a:pt x="694" y="2679"/>
                      <a:pt x="2773" y="726"/>
                      <a:pt x="5167" y="726"/>
                    </a:cubicBezTo>
                    <a:close/>
                    <a:moveTo>
                      <a:pt x="5671" y="5672"/>
                    </a:moveTo>
                    <a:lnTo>
                      <a:pt x="5671" y="5672"/>
                    </a:lnTo>
                    <a:cubicBezTo>
                      <a:pt x="10240" y="6964"/>
                      <a:pt x="9578" y="6774"/>
                      <a:pt x="9704" y="6806"/>
                    </a:cubicBezTo>
                    <a:lnTo>
                      <a:pt x="8853" y="7373"/>
                    </a:lnTo>
                    <a:cubicBezTo>
                      <a:pt x="8664" y="7499"/>
                      <a:pt x="8664" y="7751"/>
                      <a:pt x="8822" y="7877"/>
                    </a:cubicBezTo>
                    <a:lnTo>
                      <a:pt x="10964" y="9956"/>
                    </a:lnTo>
                    <a:cubicBezTo>
                      <a:pt x="11027" y="10114"/>
                      <a:pt x="11027" y="10335"/>
                      <a:pt x="10901" y="10492"/>
                    </a:cubicBezTo>
                    <a:lnTo>
                      <a:pt x="10429" y="10965"/>
                    </a:lnTo>
                    <a:cubicBezTo>
                      <a:pt x="10366" y="11012"/>
                      <a:pt x="10279" y="11035"/>
                      <a:pt x="10192" y="11035"/>
                    </a:cubicBezTo>
                    <a:cubicBezTo>
                      <a:pt x="10106" y="11035"/>
                      <a:pt x="10019" y="11012"/>
                      <a:pt x="9956" y="10965"/>
                    </a:cubicBezTo>
                    <a:lnTo>
                      <a:pt x="7845" y="8854"/>
                    </a:lnTo>
                    <a:cubicBezTo>
                      <a:pt x="7777" y="8786"/>
                      <a:pt x="7691" y="8753"/>
                      <a:pt x="7606" y="8753"/>
                    </a:cubicBezTo>
                    <a:cubicBezTo>
                      <a:pt x="7493" y="8753"/>
                      <a:pt x="7381" y="8809"/>
                      <a:pt x="7310" y="8917"/>
                    </a:cubicBezTo>
                    <a:cubicBezTo>
                      <a:pt x="7247" y="8980"/>
                      <a:pt x="6806" y="9641"/>
                      <a:pt x="6774" y="9736"/>
                    </a:cubicBezTo>
                    <a:cubicBezTo>
                      <a:pt x="6680" y="9484"/>
                      <a:pt x="5703" y="5861"/>
                      <a:pt x="5671" y="5672"/>
                    </a:cubicBezTo>
                    <a:close/>
                    <a:moveTo>
                      <a:pt x="5104" y="1"/>
                    </a:moveTo>
                    <a:cubicBezTo>
                      <a:pt x="2363" y="1"/>
                      <a:pt x="0" y="2238"/>
                      <a:pt x="0" y="5168"/>
                    </a:cubicBezTo>
                    <a:cubicBezTo>
                      <a:pt x="0" y="8066"/>
                      <a:pt x="2332" y="10303"/>
                      <a:pt x="5104" y="10303"/>
                    </a:cubicBezTo>
                    <a:cubicBezTo>
                      <a:pt x="5482" y="10303"/>
                      <a:pt x="5797" y="10272"/>
                      <a:pt x="6144" y="10208"/>
                    </a:cubicBezTo>
                    <a:lnTo>
                      <a:pt x="6270" y="10587"/>
                    </a:lnTo>
                    <a:cubicBezTo>
                      <a:pt x="6307" y="10755"/>
                      <a:pt x="6444" y="10845"/>
                      <a:pt x="6596" y="10845"/>
                    </a:cubicBezTo>
                    <a:cubicBezTo>
                      <a:pt x="6700" y="10845"/>
                      <a:pt x="6810" y="10802"/>
                      <a:pt x="6900" y="10713"/>
                    </a:cubicBezTo>
                    <a:lnTo>
                      <a:pt x="7625" y="9610"/>
                    </a:lnTo>
                    <a:lnTo>
                      <a:pt x="9483" y="11406"/>
                    </a:lnTo>
                    <a:cubicBezTo>
                      <a:pt x="9688" y="11610"/>
                      <a:pt x="9956" y="11713"/>
                      <a:pt x="10220" y="11713"/>
                    </a:cubicBezTo>
                    <a:cubicBezTo>
                      <a:pt x="10484" y="11713"/>
                      <a:pt x="10744" y="11610"/>
                      <a:pt x="10933" y="11406"/>
                    </a:cubicBezTo>
                    <a:lnTo>
                      <a:pt x="11405" y="10933"/>
                    </a:lnTo>
                    <a:cubicBezTo>
                      <a:pt x="11783" y="10555"/>
                      <a:pt x="11783" y="9893"/>
                      <a:pt x="11374" y="9484"/>
                    </a:cubicBezTo>
                    <a:lnTo>
                      <a:pt x="9515" y="7720"/>
                    </a:lnTo>
                    <a:lnTo>
                      <a:pt x="10618" y="6964"/>
                    </a:lnTo>
                    <a:cubicBezTo>
                      <a:pt x="10870" y="6806"/>
                      <a:pt x="10838" y="6428"/>
                      <a:pt x="10555" y="6333"/>
                    </a:cubicBezTo>
                    <a:lnTo>
                      <a:pt x="10145" y="6239"/>
                    </a:lnTo>
                    <a:cubicBezTo>
                      <a:pt x="10303" y="5483"/>
                      <a:pt x="10271" y="4695"/>
                      <a:pt x="10082" y="3908"/>
                    </a:cubicBezTo>
                    <a:cubicBezTo>
                      <a:pt x="9483" y="1576"/>
                      <a:pt x="7436" y="1"/>
                      <a:pt x="510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grpSp>
            <p:nvGrpSpPr>
              <p:cNvPr id="650" name="Google Shape;650;p35"/>
              <p:cNvGrpSpPr/>
              <p:nvPr/>
            </p:nvGrpSpPr>
            <p:grpSpPr>
              <a:xfrm>
                <a:off x="1628967" y="2017219"/>
                <a:ext cx="374299" cy="369325"/>
                <a:chOff x="-6713450" y="2397900"/>
                <a:chExt cx="295375" cy="291450"/>
              </a:xfrm>
            </p:grpSpPr>
            <p:sp>
              <p:nvSpPr>
                <p:cNvPr id="651" name="Google Shape;651;p35"/>
                <p:cNvSpPr/>
                <p:nvPr/>
              </p:nvSpPr>
              <p:spPr>
                <a:xfrm>
                  <a:off x="-6628400" y="2465650"/>
                  <a:ext cx="69350" cy="17350"/>
                </a:xfrm>
                <a:custGeom>
                  <a:rect b="b" l="l" r="r" t="t"/>
                  <a:pathLst>
                    <a:path extrusionOk="0" h="694" w="2774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3"/>
                        <a:pt x="379" y="693"/>
                      </a:cubicBezTo>
                      <a:lnTo>
                        <a:pt x="2427" y="693"/>
                      </a:lnTo>
                      <a:cubicBezTo>
                        <a:pt x="2616" y="693"/>
                        <a:pt x="2773" y="536"/>
                        <a:pt x="2773" y="347"/>
                      </a:cubicBezTo>
                      <a:cubicBezTo>
                        <a:pt x="2773" y="158"/>
                        <a:pt x="2616" y="0"/>
                        <a:pt x="24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652" name="Google Shape;652;p35"/>
                <p:cNvSpPr/>
                <p:nvPr/>
              </p:nvSpPr>
              <p:spPr>
                <a:xfrm>
                  <a:off x="-6713450" y="2397900"/>
                  <a:ext cx="295375" cy="291450"/>
                </a:xfrm>
                <a:custGeom>
                  <a:rect b="b" l="l" r="r" t="t"/>
                  <a:pathLst>
                    <a:path extrusionOk="0" h="11658" w="11815">
                      <a:moveTo>
                        <a:pt x="2048" y="1167"/>
                      </a:moveTo>
                      <a:lnTo>
                        <a:pt x="2048" y="2017"/>
                      </a:lnTo>
                      <a:lnTo>
                        <a:pt x="1166" y="2017"/>
                      </a:lnTo>
                      <a:lnTo>
                        <a:pt x="2048" y="1167"/>
                      </a:lnTo>
                      <a:close/>
                      <a:moveTo>
                        <a:pt x="10330" y="2773"/>
                      </a:moveTo>
                      <a:cubicBezTo>
                        <a:pt x="10507" y="2773"/>
                        <a:pt x="10680" y="2836"/>
                        <a:pt x="10806" y="2962"/>
                      </a:cubicBezTo>
                      <a:cubicBezTo>
                        <a:pt x="11058" y="3246"/>
                        <a:pt x="11058" y="3687"/>
                        <a:pt x="10775" y="3908"/>
                      </a:cubicBezTo>
                      <a:lnTo>
                        <a:pt x="10176" y="4506"/>
                      </a:lnTo>
                      <a:lnTo>
                        <a:pt x="9231" y="3561"/>
                      </a:lnTo>
                      <a:lnTo>
                        <a:pt x="9830" y="2962"/>
                      </a:lnTo>
                      <a:cubicBezTo>
                        <a:pt x="9972" y="2836"/>
                        <a:pt x="10153" y="2773"/>
                        <a:pt x="10330" y="2773"/>
                      </a:cubicBezTo>
                      <a:close/>
                      <a:moveTo>
                        <a:pt x="8727" y="4034"/>
                      </a:moveTo>
                      <a:lnTo>
                        <a:pt x="9672" y="4979"/>
                      </a:lnTo>
                      <a:cubicBezTo>
                        <a:pt x="8538" y="6207"/>
                        <a:pt x="7026" y="7688"/>
                        <a:pt x="5892" y="8854"/>
                      </a:cubicBezTo>
                      <a:lnTo>
                        <a:pt x="4915" y="7846"/>
                      </a:lnTo>
                      <a:lnTo>
                        <a:pt x="8727" y="4034"/>
                      </a:lnTo>
                      <a:close/>
                      <a:moveTo>
                        <a:pt x="4600" y="8539"/>
                      </a:moveTo>
                      <a:lnTo>
                        <a:pt x="5230" y="9169"/>
                      </a:lnTo>
                      <a:lnTo>
                        <a:pt x="4285" y="9421"/>
                      </a:lnTo>
                      <a:cubicBezTo>
                        <a:pt x="4348" y="9232"/>
                        <a:pt x="4505" y="8728"/>
                        <a:pt x="4600" y="8539"/>
                      </a:cubicBezTo>
                      <a:close/>
                      <a:moveTo>
                        <a:pt x="7908" y="694"/>
                      </a:moveTo>
                      <a:cubicBezTo>
                        <a:pt x="8097" y="694"/>
                        <a:pt x="8255" y="852"/>
                        <a:pt x="8255" y="1041"/>
                      </a:cubicBezTo>
                      <a:lnTo>
                        <a:pt x="8255" y="3592"/>
                      </a:lnTo>
                      <a:lnTo>
                        <a:pt x="7467" y="4380"/>
                      </a:lnTo>
                      <a:cubicBezTo>
                        <a:pt x="7435" y="4286"/>
                        <a:pt x="7309" y="4160"/>
                        <a:pt x="7152" y="4160"/>
                      </a:cubicBezTo>
                      <a:lnTo>
                        <a:pt x="1733" y="4160"/>
                      </a:lnTo>
                      <a:cubicBezTo>
                        <a:pt x="1512" y="4160"/>
                        <a:pt x="1386" y="4317"/>
                        <a:pt x="1386" y="4506"/>
                      </a:cubicBezTo>
                      <a:cubicBezTo>
                        <a:pt x="1386" y="4695"/>
                        <a:pt x="1512" y="4853"/>
                        <a:pt x="1733" y="4853"/>
                      </a:cubicBezTo>
                      <a:lnTo>
                        <a:pt x="6994" y="4853"/>
                      </a:lnTo>
                      <a:lnTo>
                        <a:pt x="6333" y="5546"/>
                      </a:lnTo>
                      <a:lnTo>
                        <a:pt x="1733" y="5546"/>
                      </a:lnTo>
                      <a:cubicBezTo>
                        <a:pt x="1512" y="5546"/>
                        <a:pt x="1355" y="5703"/>
                        <a:pt x="1355" y="5892"/>
                      </a:cubicBezTo>
                      <a:cubicBezTo>
                        <a:pt x="1355" y="6081"/>
                        <a:pt x="1512" y="6239"/>
                        <a:pt x="1733" y="6239"/>
                      </a:cubicBezTo>
                      <a:lnTo>
                        <a:pt x="5608" y="6239"/>
                      </a:lnTo>
                      <a:lnTo>
                        <a:pt x="4947" y="6901"/>
                      </a:lnTo>
                      <a:lnTo>
                        <a:pt x="1733" y="6901"/>
                      </a:lnTo>
                      <a:cubicBezTo>
                        <a:pt x="1512" y="6901"/>
                        <a:pt x="1355" y="7058"/>
                        <a:pt x="1355" y="7279"/>
                      </a:cubicBezTo>
                      <a:cubicBezTo>
                        <a:pt x="1355" y="7468"/>
                        <a:pt x="1512" y="7625"/>
                        <a:pt x="1733" y="7625"/>
                      </a:cubicBezTo>
                      <a:lnTo>
                        <a:pt x="4285" y="7625"/>
                      </a:lnTo>
                      <a:cubicBezTo>
                        <a:pt x="4190" y="7688"/>
                        <a:pt x="4159" y="7751"/>
                        <a:pt x="4127" y="7814"/>
                      </a:cubicBezTo>
                      <a:lnTo>
                        <a:pt x="3970" y="8287"/>
                      </a:lnTo>
                      <a:lnTo>
                        <a:pt x="1733" y="8287"/>
                      </a:lnTo>
                      <a:cubicBezTo>
                        <a:pt x="1512" y="8287"/>
                        <a:pt x="1355" y="8444"/>
                        <a:pt x="1355" y="8633"/>
                      </a:cubicBezTo>
                      <a:cubicBezTo>
                        <a:pt x="1355" y="8854"/>
                        <a:pt x="1512" y="9011"/>
                        <a:pt x="1733" y="9011"/>
                      </a:cubicBezTo>
                      <a:lnTo>
                        <a:pt x="3718" y="9011"/>
                      </a:lnTo>
                      <a:lnTo>
                        <a:pt x="3466" y="9893"/>
                      </a:lnTo>
                      <a:cubicBezTo>
                        <a:pt x="3385" y="10136"/>
                        <a:pt x="3557" y="10355"/>
                        <a:pt x="3766" y="10355"/>
                      </a:cubicBezTo>
                      <a:cubicBezTo>
                        <a:pt x="3802" y="10355"/>
                        <a:pt x="3839" y="10348"/>
                        <a:pt x="3875" y="10335"/>
                      </a:cubicBezTo>
                      <a:lnTo>
                        <a:pt x="6018" y="9704"/>
                      </a:lnTo>
                      <a:cubicBezTo>
                        <a:pt x="6049" y="9704"/>
                        <a:pt x="6144" y="9673"/>
                        <a:pt x="6175" y="9641"/>
                      </a:cubicBezTo>
                      <a:lnTo>
                        <a:pt x="8286" y="7499"/>
                      </a:lnTo>
                      <a:lnTo>
                        <a:pt x="8286" y="10681"/>
                      </a:lnTo>
                      <a:cubicBezTo>
                        <a:pt x="8255" y="10839"/>
                        <a:pt x="8097" y="10996"/>
                        <a:pt x="7908" y="10996"/>
                      </a:cubicBezTo>
                      <a:lnTo>
                        <a:pt x="1040" y="10996"/>
                      </a:lnTo>
                      <a:cubicBezTo>
                        <a:pt x="851" y="10996"/>
                        <a:pt x="693" y="10839"/>
                        <a:pt x="693" y="10650"/>
                      </a:cubicBezTo>
                      <a:lnTo>
                        <a:pt x="693" y="2742"/>
                      </a:lnTo>
                      <a:lnTo>
                        <a:pt x="2395" y="2742"/>
                      </a:lnTo>
                      <a:cubicBezTo>
                        <a:pt x="2584" y="2742"/>
                        <a:pt x="2741" y="2584"/>
                        <a:pt x="2741" y="2395"/>
                      </a:cubicBezTo>
                      <a:lnTo>
                        <a:pt x="2741" y="694"/>
                      </a:lnTo>
                      <a:close/>
                      <a:moveTo>
                        <a:pt x="2363" y="1"/>
                      </a:moveTo>
                      <a:cubicBezTo>
                        <a:pt x="2237" y="1"/>
                        <a:pt x="2143" y="64"/>
                        <a:pt x="2111" y="127"/>
                      </a:cubicBezTo>
                      <a:lnTo>
                        <a:pt x="158" y="2112"/>
                      </a:lnTo>
                      <a:cubicBezTo>
                        <a:pt x="63" y="2175"/>
                        <a:pt x="0" y="2269"/>
                        <a:pt x="0" y="2364"/>
                      </a:cubicBezTo>
                      <a:lnTo>
                        <a:pt x="0" y="10650"/>
                      </a:lnTo>
                      <a:cubicBezTo>
                        <a:pt x="0" y="11217"/>
                        <a:pt x="473" y="11658"/>
                        <a:pt x="1008" y="11658"/>
                      </a:cubicBezTo>
                      <a:lnTo>
                        <a:pt x="7908" y="11658"/>
                      </a:lnTo>
                      <a:cubicBezTo>
                        <a:pt x="8444" y="11658"/>
                        <a:pt x="8916" y="11217"/>
                        <a:pt x="8916" y="10650"/>
                      </a:cubicBezTo>
                      <a:lnTo>
                        <a:pt x="8916" y="6774"/>
                      </a:lnTo>
                      <a:lnTo>
                        <a:pt x="11279" y="4412"/>
                      </a:lnTo>
                      <a:cubicBezTo>
                        <a:pt x="11815" y="3876"/>
                        <a:pt x="11815" y="3025"/>
                        <a:pt x="11279" y="2490"/>
                      </a:cubicBezTo>
                      <a:cubicBezTo>
                        <a:pt x="11011" y="2222"/>
                        <a:pt x="10657" y="2088"/>
                        <a:pt x="10306" y="2088"/>
                      </a:cubicBezTo>
                      <a:cubicBezTo>
                        <a:pt x="9956" y="2088"/>
                        <a:pt x="9609" y="2222"/>
                        <a:pt x="9357" y="2490"/>
                      </a:cubicBezTo>
                      <a:lnTo>
                        <a:pt x="8916" y="2931"/>
                      </a:lnTo>
                      <a:lnTo>
                        <a:pt x="8916" y="1041"/>
                      </a:lnTo>
                      <a:cubicBezTo>
                        <a:pt x="8916" y="474"/>
                        <a:pt x="8444" y="1"/>
                        <a:pt x="790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  <p:grpSp>
            <p:nvGrpSpPr>
              <p:cNvPr id="653" name="Google Shape;653;p35"/>
              <p:cNvGrpSpPr/>
              <p:nvPr/>
            </p:nvGrpSpPr>
            <p:grpSpPr>
              <a:xfrm>
                <a:off x="3782546" y="2034755"/>
                <a:ext cx="378127" cy="334178"/>
                <a:chOff x="-3137650" y="2787000"/>
                <a:chExt cx="291450" cy="257575"/>
              </a:xfrm>
            </p:grpSpPr>
            <p:sp>
              <p:nvSpPr>
                <p:cNvPr id="654" name="Google Shape;654;p35"/>
                <p:cNvSpPr/>
                <p:nvPr/>
              </p:nvSpPr>
              <p:spPr>
                <a:xfrm>
                  <a:off x="-3137650" y="2787000"/>
                  <a:ext cx="291450" cy="257575"/>
                </a:xfrm>
                <a:custGeom>
                  <a:rect b="b" l="l" r="r" t="t"/>
                  <a:pathLst>
                    <a:path extrusionOk="0" h="10303" w="11658">
                      <a:moveTo>
                        <a:pt x="10618" y="693"/>
                      </a:moveTo>
                      <a:cubicBezTo>
                        <a:pt x="10807" y="693"/>
                        <a:pt x="10964" y="851"/>
                        <a:pt x="10964" y="1040"/>
                      </a:cubicBezTo>
                      <a:lnTo>
                        <a:pt x="10964" y="2741"/>
                      </a:lnTo>
                      <a:lnTo>
                        <a:pt x="662" y="2741"/>
                      </a:lnTo>
                      <a:lnTo>
                        <a:pt x="662" y="1040"/>
                      </a:lnTo>
                      <a:cubicBezTo>
                        <a:pt x="662" y="851"/>
                        <a:pt x="820" y="693"/>
                        <a:pt x="1009" y="693"/>
                      </a:cubicBezTo>
                      <a:close/>
                      <a:moveTo>
                        <a:pt x="10996" y="3403"/>
                      </a:moveTo>
                      <a:lnTo>
                        <a:pt x="10996" y="9231"/>
                      </a:lnTo>
                      <a:cubicBezTo>
                        <a:pt x="10964" y="9420"/>
                        <a:pt x="10838" y="9578"/>
                        <a:pt x="10618" y="9578"/>
                      </a:cubicBezTo>
                      <a:lnTo>
                        <a:pt x="1009" y="9578"/>
                      </a:lnTo>
                      <a:cubicBezTo>
                        <a:pt x="820" y="9578"/>
                        <a:pt x="662" y="9420"/>
                        <a:pt x="662" y="9231"/>
                      </a:cubicBezTo>
                      <a:lnTo>
                        <a:pt x="662" y="3403"/>
                      </a:lnTo>
                      <a:close/>
                      <a:moveTo>
                        <a:pt x="1009" y="0"/>
                      </a:moveTo>
                      <a:cubicBezTo>
                        <a:pt x="473" y="0"/>
                        <a:pt x="1" y="473"/>
                        <a:pt x="1" y="1040"/>
                      </a:cubicBezTo>
                      <a:lnTo>
                        <a:pt x="1" y="9263"/>
                      </a:lnTo>
                      <a:cubicBezTo>
                        <a:pt x="1" y="9830"/>
                        <a:pt x="473" y="10302"/>
                        <a:pt x="1009" y="10302"/>
                      </a:cubicBezTo>
                      <a:lnTo>
                        <a:pt x="10618" y="10302"/>
                      </a:lnTo>
                      <a:cubicBezTo>
                        <a:pt x="11185" y="10302"/>
                        <a:pt x="11658" y="9830"/>
                        <a:pt x="11658" y="9263"/>
                      </a:cubicBezTo>
                      <a:lnTo>
                        <a:pt x="11658" y="1040"/>
                      </a:lnTo>
                      <a:cubicBezTo>
                        <a:pt x="11658" y="441"/>
                        <a:pt x="11217" y="0"/>
                        <a:pt x="106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655" name="Google Shape;655;p35"/>
                <p:cNvSpPr/>
                <p:nvPr/>
              </p:nvSpPr>
              <p:spPr>
                <a:xfrm>
                  <a:off x="-3104575" y="2820875"/>
                  <a:ext cx="18150" cy="17350"/>
                </a:xfrm>
                <a:custGeom>
                  <a:rect b="b" l="l" r="r" t="t"/>
                  <a:pathLst>
                    <a:path extrusionOk="0" h="694" w="726">
                      <a:moveTo>
                        <a:pt x="348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3"/>
                        <a:pt x="348" y="693"/>
                      </a:cubicBezTo>
                      <a:cubicBezTo>
                        <a:pt x="568" y="693"/>
                        <a:pt x="726" y="536"/>
                        <a:pt x="726" y="347"/>
                      </a:cubicBezTo>
                      <a:cubicBezTo>
                        <a:pt x="726" y="158"/>
                        <a:pt x="568" y="0"/>
                        <a:pt x="34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656" name="Google Shape;656;p35"/>
                <p:cNvSpPr/>
                <p:nvPr/>
              </p:nvSpPr>
              <p:spPr>
                <a:xfrm>
                  <a:off x="-3069900" y="2820875"/>
                  <a:ext cx="17350" cy="17350"/>
                </a:xfrm>
                <a:custGeom>
                  <a:rect b="b" l="l" r="r" t="t"/>
                  <a:pathLst>
                    <a:path extrusionOk="0" h="694" w="694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cubicBezTo>
                        <a:pt x="536" y="693"/>
                        <a:pt x="693" y="536"/>
                        <a:pt x="693" y="347"/>
                      </a:cubicBezTo>
                      <a:cubicBezTo>
                        <a:pt x="693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657" name="Google Shape;657;p35"/>
                <p:cNvSpPr/>
                <p:nvPr/>
              </p:nvSpPr>
              <p:spPr>
                <a:xfrm>
                  <a:off x="-3035250" y="2820875"/>
                  <a:ext cx="17350" cy="17350"/>
                </a:xfrm>
                <a:custGeom>
                  <a:rect b="b" l="l" r="r" t="t"/>
                  <a:pathLst>
                    <a:path extrusionOk="0" h="694" w="694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cubicBezTo>
                        <a:pt x="536" y="693"/>
                        <a:pt x="693" y="536"/>
                        <a:pt x="693" y="347"/>
                      </a:cubicBezTo>
                      <a:cubicBezTo>
                        <a:pt x="693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658" name="Google Shape;658;p35"/>
                <p:cNvSpPr/>
                <p:nvPr/>
              </p:nvSpPr>
              <p:spPr>
                <a:xfrm>
                  <a:off x="-3002175" y="2820875"/>
                  <a:ext cx="121325" cy="17350"/>
                </a:xfrm>
                <a:custGeom>
                  <a:rect b="b" l="l" r="r" t="t"/>
                  <a:pathLst>
                    <a:path extrusionOk="0" h="694" w="4853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32" y="536"/>
                        <a:pt x="190" y="693"/>
                        <a:pt x="347" y="693"/>
                      </a:cubicBezTo>
                      <a:lnTo>
                        <a:pt x="4506" y="693"/>
                      </a:lnTo>
                      <a:cubicBezTo>
                        <a:pt x="4695" y="693"/>
                        <a:pt x="4852" y="536"/>
                        <a:pt x="4852" y="347"/>
                      </a:cubicBezTo>
                      <a:cubicBezTo>
                        <a:pt x="4852" y="158"/>
                        <a:pt x="4695" y="0"/>
                        <a:pt x="450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659" name="Google Shape;659;p35"/>
                <p:cNvSpPr/>
                <p:nvPr/>
              </p:nvSpPr>
              <p:spPr>
                <a:xfrm>
                  <a:off x="-2948625" y="2907300"/>
                  <a:ext cx="52025" cy="85300"/>
                </a:xfrm>
                <a:custGeom>
                  <a:rect b="b" l="l" r="r" t="t"/>
                  <a:pathLst>
                    <a:path extrusionOk="0" h="3412" w="2081">
                      <a:moveTo>
                        <a:pt x="347" y="1"/>
                      </a:moveTo>
                      <a:cubicBezTo>
                        <a:pt x="261" y="1"/>
                        <a:pt x="174" y="24"/>
                        <a:pt x="127" y="72"/>
                      </a:cubicBezTo>
                      <a:cubicBezTo>
                        <a:pt x="1" y="198"/>
                        <a:pt x="1" y="450"/>
                        <a:pt x="127" y="544"/>
                      </a:cubicBezTo>
                      <a:lnTo>
                        <a:pt x="1261" y="1710"/>
                      </a:lnTo>
                      <a:lnTo>
                        <a:pt x="127" y="2844"/>
                      </a:lnTo>
                      <a:cubicBezTo>
                        <a:pt x="1" y="2970"/>
                        <a:pt x="1" y="3191"/>
                        <a:pt x="127" y="3317"/>
                      </a:cubicBezTo>
                      <a:cubicBezTo>
                        <a:pt x="174" y="3380"/>
                        <a:pt x="261" y="3411"/>
                        <a:pt x="347" y="3411"/>
                      </a:cubicBezTo>
                      <a:cubicBezTo>
                        <a:pt x="434" y="3411"/>
                        <a:pt x="521" y="3380"/>
                        <a:pt x="568" y="3317"/>
                      </a:cubicBezTo>
                      <a:lnTo>
                        <a:pt x="1954" y="1930"/>
                      </a:lnTo>
                      <a:cubicBezTo>
                        <a:pt x="2080" y="1804"/>
                        <a:pt x="2080" y="1584"/>
                        <a:pt x="1954" y="1458"/>
                      </a:cubicBezTo>
                      <a:lnTo>
                        <a:pt x="568" y="72"/>
                      </a:lnTo>
                      <a:cubicBezTo>
                        <a:pt x="521" y="24"/>
                        <a:pt x="434" y="1"/>
                        <a:pt x="34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660" name="Google Shape;660;p35"/>
                <p:cNvSpPr/>
                <p:nvPr/>
              </p:nvSpPr>
              <p:spPr>
                <a:xfrm>
                  <a:off x="-3088025" y="2907300"/>
                  <a:ext cx="53575" cy="85300"/>
                </a:xfrm>
                <a:custGeom>
                  <a:rect b="b" l="l" r="r" t="t"/>
                  <a:pathLst>
                    <a:path extrusionOk="0" h="3412" w="2143">
                      <a:moveTo>
                        <a:pt x="1749" y="1"/>
                      </a:moveTo>
                      <a:cubicBezTo>
                        <a:pt x="1662" y="1"/>
                        <a:pt x="1576" y="24"/>
                        <a:pt x="1513" y="72"/>
                      </a:cubicBezTo>
                      <a:lnTo>
                        <a:pt x="127" y="1458"/>
                      </a:lnTo>
                      <a:cubicBezTo>
                        <a:pt x="1" y="1584"/>
                        <a:pt x="1" y="1804"/>
                        <a:pt x="127" y="1930"/>
                      </a:cubicBezTo>
                      <a:lnTo>
                        <a:pt x="1513" y="3317"/>
                      </a:lnTo>
                      <a:cubicBezTo>
                        <a:pt x="1576" y="3380"/>
                        <a:pt x="1662" y="3411"/>
                        <a:pt x="1749" y="3411"/>
                      </a:cubicBezTo>
                      <a:cubicBezTo>
                        <a:pt x="1836" y="3411"/>
                        <a:pt x="1922" y="3380"/>
                        <a:pt x="1985" y="3317"/>
                      </a:cubicBezTo>
                      <a:cubicBezTo>
                        <a:pt x="2111" y="3191"/>
                        <a:pt x="2111" y="2970"/>
                        <a:pt x="1985" y="2844"/>
                      </a:cubicBezTo>
                      <a:lnTo>
                        <a:pt x="851" y="1710"/>
                      </a:lnTo>
                      <a:lnTo>
                        <a:pt x="1985" y="544"/>
                      </a:lnTo>
                      <a:cubicBezTo>
                        <a:pt x="2143" y="450"/>
                        <a:pt x="2143" y="198"/>
                        <a:pt x="1985" y="72"/>
                      </a:cubicBezTo>
                      <a:cubicBezTo>
                        <a:pt x="1922" y="24"/>
                        <a:pt x="1836" y="1"/>
                        <a:pt x="174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661" name="Google Shape;661;p35"/>
                <p:cNvSpPr/>
                <p:nvPr/>
              </p:nvSpPr>
              <p:spPr>
                <a:xfrm>
                  <a:off x="-3019500" y="2888975"/>
                  <a:ext cx="54375" cy="119400"/>
                </a:xfrm>
                <a:custGeom>
                  <a:rect b="b" l="l" r="r" t="t"/>
                  <a:pathLst>
                    <a:path extrusionOk="0" h="4776" w="2175">
                      <a:moveTo>
                        <a:pt x="1778" y="0"/>
                      </a:moveTo>
                      <a:cubicBezTo>
                        <a:pt x="1617" y="0"/>
                        <a:pt x="1501" y="108"/>
                        <a:pt x="1450" y="237"/>
                      </a:cubicBezTo>
                      <a:lnTo>
                        <a:pt x="63" y="4333"/>
                      </a:lnTo>
                      <a:cubicBezTo>
                        <a:pt x="0" y="4522"/>
                        <a:pt x="95" y="4680"/>
                        <a:pt x="253" y="4743"/>
                      </a:cubicBezTo>
                      <a:cubicBezTo>
                        <a:pt x="305" y="4765"/>
                        <a:pt x="354" y="4775"/>
                        <a:pt x="399" y="4775"/>
                      </a:cubicBezTo>
                      <a:cubicBezTo>
                        <a:pt x="543" y="4775"/>
                        <a:pt x="646" y="4674"/>
                        <a:pt x="694" y="4554"/>
                      </a:cubicBezTo>
                      <a:lnTo>
                        <a:pt x="2080" y="458"/>
                      </a:lnTo>
                      <a:cubicBezTo>
                        <a:pt x="2174" y="300"/>
                        <a:pt x="2048" y="111"/>
                        <a:pt x="1891" y="17"/>
                      </a:cubicBezTo>
                      <a:cubicBezTo>
                        <a:pt x="1851" y="6"/>
                        <a:pt x="1813" y="0"/>
                        <a:pt x="177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</p:grpSp>
        <p:sp>
          <p:nvSpPr>
            <p:cNvPr id="662" name="Google Shape;662;p35"/>
            <p:cNvSpPr txBox="1"/>
            <p:nvPr/>
          </p:nvSpPr>
          <p:spPr>
            <a:xfrm>
              <a:off x="2952341" y="4542982"/>
              <a:ext cx="1711800" cy="67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Red is a color of passion, aggression, and importance.</a:t>
              </a:r>
              <a:endParaRPr/>
            </a:p>
          </p:txBody>
        </p:sp>
        <p:sp>
          <p:nvSpPr>
            <p:cNvPr id="663" name="Google Shape;663;p35"/>
            <p:cNvSpPr txBox="1"/>
            <p:nvPr/>
          </p:nvSpPr>
          <p:spPr>
            <a:xfrm>
              <a:off x="814048" y="4542982"/>
              <a:ext cx="1556100" cy="8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95959"/>
                  </a:solidFill>
                  <a:latin typeface="Lora"/>
                  <a:ea typeface="Lora"/>
                  <a:cs typeface="Lora"/>
                  <a:sym typeface="Lora"/>
                </a:rPr>
                <a:t>Yellow is a color of happiness, friendliness, and warning. </a:t>
              </a:r>
              <a:endParaRPr b="0" i="0" sz="1100" u="none" cap="none" strike="noStrike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664" name="Google Shape;664;p35"/>
            <p:cNvSpPr txBox="1"/>
            <p:nvPr/>
          </p:nvSpPr>
          <p:spPr>
            <a:xfrm>
              <a:off x="5309739" y="4542982"/>
              <a:ext cx="1556100" cy="106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Sky blue is a color of hope and romance. It symbolizes divinity.</a:t>
              </a:r>
              <a:endParaRPr/>
            </a:p>
          </p:txBody>
        </p:sp>
        <p:sp>
          <p:nvSpPr>
            <p:cNvPr id="665" name="Google Shape;665;p35"/>
            <p:cNvSpPr txBox="1"/>
            <p:nvPr/>
          </p:nvSpPr>
          <p:spPr>
            <a:xfrm>
              <a:off x="7569937" y="4542982"/>
              <a:ext cx="1556100" cy="8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95959"/>
                  </a:solidFill>
                  <a:latin typeface="Lora"/>
                  <a:ea typeface="Lora"/>
                  <a:cs typeface="Lora"/>
                  <a:sym typeface="Lora"/>
                </a:rPr>
                <a:t>Blue is a color of serenity, trustworthiness, and welcome.</a:t>
              </a:r>
              <a:endParaRPr b="0" i="0" sz="1000" u="none" cap="none" strike="noStrike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666" name="Google Shape;666;p35"/>
            <p:cNvSpPr txBox="1"/>
            <p:nvPr/>
          </p:nvSpPr>
          <p:spPr>
            <a:xfrm>
              <a:off x="9648333" y="4542982"/>
              <a:ext cx="1711800" cy="67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Green is a color of nature, stability, and prosperity.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1" name="Google Shape;671;p36"/>
          <p:cNvGrpSpPr/>
          <p:nvPr/>
        </p:nvGrpSpPr>
        <p:grpSpPr>
          <a:xfrm>
            <a:off x="692979" y="2250353"/>
            <a:ext cx="10805879" cy="2357131"/>
            <a:chOff x="890537" y="2300237"/>
            <a:chExt cx="10805879" cy="2357131"/>
          </a:xfrm>
        </p:grpSpPr>
        <p:grpSp>
          <p:nvGrpSpPr>
            <p:cNvPr id="672" name="Google Shape;672;p36"/>
            <p:cNvGrpSpPr/>
            <p:nvPr/>
          </p:nvGrpSpPr>
          <p:grpSpPr>
            <a:xfrm>
              <a:off x="890537" y="3174914"/>
              <a:ext cx="10805879" cy="1482454"/>
              <a:chOff x="567656" y="3345748"/>
              <a:chExt cx="7946668" cy="1090200"/>
            </a:xfrm>
          </p:grpSpPr>
          <p:sp>
            <p:nvSpPr>
              <p:cNvPr id="673" name="Google Shape;673;p36"/>
              <p:cNvSpPr/>
              <p:nvPr/>
            </p:nvSpPr>
            <p:spPr>
              <a:xfrm>
                <a:off x="6787824" y="3345748"/>
                <a:ext cx="1726500" cy="1090200"/>
              </a:xfrm>
              <a:prstGeom prst="rightArrowCallout">
                <a:avLst>
                  <a:gd fmla="val 25000" name="adj1"/>
                  <a:gd fmla="val 25000" name="adj2"/>
                  <a:gd fmla="val 25000" name="adj3"/>
                  <a:gd fmla="val 78230" name="adj4"/>
                </a:avLst>
              </a:prstGeom>
              <a:solidFill>
                <a:schemeClr val="accent5"/>
              </a:solidFill>
              <a:ln>
                <a:noFill/>
              </a:ln>
              <a:effectLst>
                <a:reflection blurRad="0" dir="5400000" dist="38100" endA="300" endPos="50000" fadeDir="5400012" kx="0" rotWithShape="0" algn="bl" stA="52000" stPos="0" sy="-100000" ky="0"/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12700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674" name="Google Shape;674;p36"/>
              <p:cNvSpPr/>
              <p:nvPr/>
            </p:nvSpPr>
            <p:spPr>
              <a:xfrm>
                <a:off x="5232782" y="3345748"/>
                <a:ext cx="1726500" cy="1090200"/>
              </a:xfrm>
              <a:prstGeom prst="rightArrowCallout">
                <a:avLst>
                  <a:gd fmla="val 25000" name="adj1"/>
                  <a:gd fmla="val 25000" name="adj2"/>
                  <a:gd fmla="val 25000" name="adj3"/>
                  <a:gd fmla="val 78230" name="adj4"/>
                </a:avLst>
              </a:prstGeom>
              <a:solidFill>
                <a:schemeClr val="accent4"/>
              </a:solidFill>
              <a:ln>
                <a:noFill/>
              </a:ln>
              <a:effectLst>
                <a:reflection blurRad="0" dir="5400000" dist="38100" endA="300" endPos="50000" fadeDir="5400012" kx="0" rotWithShape="0" algn="bl" stA="52000" stPos="0" sy="-100000" ky="0"/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675" name="Google Shape;675;p36"/>
              <p:cNvSpPr/>
              <p:nvPr/>
            </p:nvSpPr>
            <p:spPr>
              <a:xfrm>
                <a:off x="3677740" y="3345748"/>
                <a:ext cx="1726500" cy="1090200"/>
              </a:xfrm>
              <a:prstGeom prst="rightArrowCallout">
                <a:avLst>
                  <a:gd fmla="val 25000" name="adj1"/>
                  <a:gd fmla="val 25000" name="adj2"/>
                  <a:gd fmla="val 25000" name="adj3"/>
                  <a:gd fmla="val 78230" name="adj4"/>
                </a:avLst>
              </a:prstGeom>
              <a:solidFill>
                <a:schemeClr val="accent3"/>
              </a:solidFill>
              <a:ln>
                <a:noFill/>
              </a:ln>
              <a:effectLst>
                <a:reflection blurRad="0" dir="5400000" dist="38100" endA="300" endPos="50000" fadeDir="5400012" kx="0" rotWithShape="0" algn="bl" stA="52000" stPos="0" sy="-100000" ky="0"/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12700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676" name="Google Shape;676;p36"/>
              <p:cNvSpPr/>
              <p:nvPr/>
            </p:nvSpPr>
            <p:spPr>
              <a:xfrm>
                <a:off x="2122698" y="3345748"/>
                <a:ext cx="1726500" cy="1090200"/>
              </a:xfrm>
              <a:prstGeom prst="rightArrowCallout">
                <a:avLst>
                  <a:gd fmla="val 25000" name="adj1"/>
                  <a:gd fmla="val 25000" name="adj2"/>
                  <a:gd fmla="val 25000" name="adj3"/>
                  <a:gd fmla="val 78230" name="adj4"/>
                </a:avLst>
              </a:prstGeom>
              <a:solidFill>
                <a:schemeClr val="accent2"/>
              </a:solidFill>
              <a:ln>
                <a:noFill/>
              </a:ln>
              <a:effectLst>
                <a:reflection blurRad="0" dir="5400000" dist="38100" endA="300" endPos="50000" fadeDir="5400012" kx="0" rotWithShape="0" algn="bl" stA="52000" stPos="0" sy="-100000" ky="0"/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677" name="Google Shape;677;p36"/>
              <p:cNvSpPr/>
              <p:nvPr/>
            </p:nvSpPr>
            <p:spPr>
              <a:xfrm>
                <a:off x="567656" y="3345748"/>
                <a:ext cx="1726500" cy="1090200"/>
              </a:xfrm>
              <a:prstGeom prst="rightArrowCallout">
                <a:avLst>
                  <a:gd fmla="val 25000" name="adj1"/>
                  <a:gd fmla="val 25000" name="adj2"/>
                  <a:gd fmla="val 25000" name="adj3"/>
                  <a:gd fmla="val 78230" name="adj4"/>
                </a:avLst>
              </a:prstGeom>
              <a:solidFill>
                <a:schemeClr val="accent1"/>
              </a:solidFill>
              <a:ln>
                <a:noFill/>
              </a:ln>
              <a:effectLst>
                <a:reflection blurRad="0" dir="5400000" dist="38100" endA="300" endPos="50000" fadeDir="5400012" kx="0" rotWithShape="0" algn="bl" stA="52000" stPos="0" sy="-100000" ky="0"/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12700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678" name="Google Shape;678;p36"/>
              <p:cNvSpPr txBox="1"/>
              <p:nvPr/>
            </p:nvSpPr>
            <p:spPr>
              <a:xfrm>
                <a:off x="702385" y="3743747"/>
                <a:ext cx="1129800" cy="3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400" u="none" cap="none" strike="noStrike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20XX</a:t>
                </a:r>
                <a:endParaRPr/>
              </a:p>
            </p:txBody>
          </p:sp>
          <p:sp>
            <p:nvSpPr>
              <p:cNvPr id="679" name="Google Shape;679;p36"/>
              <p:cNvSpPr txBox="1"/>
              <p:nvPr/>
            </p:nvSpPr>
            <p:spPr>
              <a:xfrm>
                <a:off x="2266593" y="3743747"/>
                <a:ext cx="1129800" cy="3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400" u="none" cap="none" strike="noStrike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20XX</a:t>
                </a:r>
                <a:endParaRPr/>
              </a:p>
            </p:txBody>
          </p:sp>
          <p:sp>
            <p:nvSpPr>
              <p:cNvPr id="680" name="Google Shape;680;p36"/>
              <p:cNvSpPr txBox="1"/>
              <p:nvPr/>
            </p:nvSpPr>
            <p:spPr>
              <a:xfrm>
                <a:off x="3830801" y="3743747"/>
                <a:ext cx="1129800" cy="3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400" u="none" cap="none" strike="noStrike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20XX</a:t>
                </a:r>
                <a:endParaRPr/>
              </a:p>
            </p:txBody>
          </p:sp>
          <p:sp>
            <p:nvSpPr>
              <p:cNvPr id="681" name="Google Shape;681;p36"/>
              <p:cNvSpPr txBox="1"/>
              <p:nvPr/>
            </p:nvSpPr>
            <p:spPr>
              <a:xfrm>
                <a:off x="5395008" y="3743747"/>
                <a:ext cx="1129800" cy="3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400" u="none" cap="none" strike="noStrike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20XX</a:t>
                </a:r>
                <a:endParaRPr/>
              </a:p>
            </p:txBody>
          </p:sp>
          <p:sp>
            <p:nvSpPr>
              <p:cNvPr id="682" name="Google Shape;682;p36"/>
              <p:cNvSpPr txBox="1"/>
              <p:nvPr/>
            </p:nvSpPr>
            <p:spPr>
              <a:xfrm>
                <a:off x="6959217" y="3743747"/>
                <a:ext cx="1129800" cy="3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400" u="none" cap="none" strike="noStrike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20XX</a:t>
                </a:r>
                <a:endParaRPr/>
              </a:p>
            </p:txBody>
          </p:sp>
        </p:grpSp>
        <p:sp>
          <p:nvSpPr>
            <p:cNvPr id="683" name="Google Shape;683;p36"/>
            <p:cNvSpPr txBox="1"/>
            <p:nvPr/>
          </p:nvSpPr>
          <p:spPr>
            <a:xfrm>
              <a:off x="3005143" y="2300237"/>
              <a:ext cx="1756800" cy="59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Red is a color of passion, aggression, and importance.</a:t>
              </a:r>
              <a:endParaRPr/>
            </a:p>
          </p:txBody>
        </p:sp>
        <p:sp>
          <p:nvSpPr>
            <p:cNvPr id="684" name="Google Shape;684;p36"/>
            <p:cNvSpPr txBox="1"/>
            <p:nvPr/>
          </p:nvSpPr>
          <p:spPr>
            <a:xfrm>
              <a:off x="890554" y="2300237"/>
              <a:ext cx="1756800" cy="59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rgbClr val="595959"/>
                  </a:solidFill>
                  <a:latin typeface="Lora"/>
                  <a:ea typeface="Lora"/>
                  <a:cs typeface="Lora"/>
                  <a:sym typeface="Lora"/>
                </a:rPr>
                <a:t>Yellow is a color of happiness, friendliness, and warning. </a:t>
              </a:r>
              <a:endParaRPr b="0" i="0" sz="1000" u="none" cap="none" strike="noStrike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685" name="Google Shape;685;p36"/>
            <p:cNvSpPr txBox="1"/>
            <p:nvPr/>
          </p:nvSpPr>
          <p:spPr>
            <a:xfrm>
              <a:off x="7234320" y="2300237"/>
              <a:ext cx="17568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rgbClr val="595959"/>
                  </a:solidFill>
                  <a:latin typeface="Lora"/>
                  <a:ea typeface="Lora"/>
                  <a:cs typeface="Lora"/>
                  <a:sym typeface="Lora"/>
                </a:rPr>
                <a:t>Blue is a color of serenity, trustworthiness, and welcome.</a:t>
              </a:r>
              <a:endParaRPr b="0" i="0" sz="800" u="none" cap="none" strike="noStrike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686" name="Google Shape;686;p36"/>
            <p:cNvSpPr txBox="1"/>
            <p:nvPr/>
          </p:nvSpPr>
          <p:spPr>
            <a:xfrm>
              <a:off x="5119731" y="2300237"/>
              <a:ext cx="1756800" cy="59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Sky blue is a color of hope and romance. It symbolizes divinity.</a:t>
              </a:r>
              <a:endParaRPr/>
            </a:p>
          </p:txBody>
        </p:sp>
        <p:sp>
          <p:nvSpPr>
            <p:cNvPr id="687" name="Google Shape;687;p36"/>
            <p:cNvSpPr txBox="1"/>
            <p:nvPr/>
          </p:nvSpPr>
          <p:spPr>
            <a:xfrm>
              <a:off x="9348909" y="2300237"/>
              <a:ext cx="1756800" cy="5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Green is a color of nature, stability, and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prosperity.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2" name="Google Shape;692;p37"/>
          <p:cNvGrpSpPr/>
          <p:nvPr/>
        </p:nvGrpSpPr>
        <p:grpSpPr>
          <a:xfrm>
            <a:off x="909222" y="1346911"/>
            <a:ext cx="10371964" cy="5511089"/>
            <a:chOff x="909222" y="1033363"/>
            <a:chExt cx="10371964" cy="5511089"/>
          </a:xfrm>
        </p:grpSpPr>
        <p:grpSp>
          <p:nvGrpSpPr>
            <p:cNvPr id="693" name="Google Shape;693;p37"/>
            <p:cNvGrpSpPr/>
            <p:nvPr/>
          </p:nvGrpSpPr>
          <p:grpSpPr>
            <a:xfrm>
              <a:off x="909222" y="1033363"/>
              <a:ext cx="10371964" cy="5511089"/>
              <a:chOff x="909222" y="1033363"/>
              <a:chExt cx="10371964" cy="5511089"/>
            </a:xfrm>
          </p:grpSpPr>
          <p:sp>
            <p:nvSpPr>
              <p:cNvPr id="694" name="Google Shape;694;p37"/>
              <p:cNvSpPr/>
              <p:nvPr/>
            </p:nvSpPr>
            <p:spPr>
              <a:xfrm>
                <a:off x="2973187" y="3451494"/>
                <a:ext cx="2116104" cy="507492"/>
              </a:xfrm>
              <a:custGeom>
                <a:rect b="b" l="l" r="r" t="t"/>
                <a:pathLst>
                  <a:path extrusionOk="0" h="507492" w="1591056">
                    <a:moveTo>
                      <a:pt x="1545793" y="205466"/>
                    </a:moveTo>
                    <a:lnTo>
                      <a:pt x="1545793" y="57607"/>
                    </a:lnTo>
                    <a:cubicBezTo>
                      <a:pt x="1545793" y="25786"/>
                      <a:pt x="1520007" y="0"/>
                      <a:pt x="1488186" y="0"/>
                    </a:cubicBezTo>
                    <a:lnTo>
                      <a:pt x="57607" y="0"/>
                    </a:lnTo>
                    <a:cubicBezTo>
                      <a:pt x="25786" y="0"/>
                      <a:pt x="0" y="25786"/>
                      <a:pt x="0" y="57607"/>
                    </a:cubicBezTo>
                    <a:lnTo>
                      <a:pt x="0" y="205466"/>
                    </a:lnTo>
                    <a:lnTo>
                      <a:pt x="53492" y="258958"/>
                    </a:lnTo>
                    <a:lnTo>
                      <a:pt x="0" y="312451"/>
                    </a:lnTo>
                    <a:lnTo>
                      <a:pt x="0" y="460309"/>
                    </a:lnTo>
                    <a:cubicBezTo>
                      <a:pt x="0" y="492130"/>
                      <a:pt x="25786" y="517916"/>
                      <a:pt x="57607" y="517916"/>
                    </a:cubicBezTo>
                    <a:lnTo>
                      <a:pt x="1488186" y="517916"/>
                    </a:lnTo>
                    <a:cubicBezTo>
                      <a:pt x="1520007" y="517916"/>
                      <a:pt x="1545793" y="492130"/>
                      <a:pt x="1545793" y="460309"/>
                    </a:cubicBezTo>
                    <a:lnTo>
                      <a:pt x="1545793" y="312451"/>
                    </a:lnTo>
                    <a:lnTo>
                      <a:pt x="1599286" y="25895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695" name="Google Shape;695;p37"/>
              <p:cNvSpPr/>
              <p:nvPr/>
            </p:nvSpPr>
            <p:spPr>
              <a:xfrm>
                <a:off x="5037152" y="3451494"/>
                <a:ext cx="2116104" cy="507492"/>
              </a:xfrm>
              <a:custGeom>
                <a:rect b="b" l="l" r="r" t="t"/>
                <a:pathLst>
                  <a:path extrusionOk="0" h="507492" w="1591056">
                    <a:moveTo>
                      <a:pt x="1545382" y="205466"/>
                    </a:moveTo>
                    <a:lnTo>
                      <a:pt x="1545382" y="57607"/>
                    </a:lnTo>
                    <a:cubicBezTo>
                      <a:pt x="1545382" y="25786"/>
                      <a:pt x="1519596" y="0"/>
                      <a:pt x="1487775" y="0"/>
                    </a:cubicBezTo>
                    <a:lnTo>
                      <a:pt x="57607" y="0"/>
                    </a:lnTo>
                    <a:cubicBezTo>
                      <a:pt x="25786" y="0"/>
                      <a:pt x="0" y="25786"/>
                      <a:pt x="0" y="57607"/>
                    </a:cubicBezTo>
                    <a:lnTo>
                      <a:pt x="0" y="205466"/>
                    </a:lnTo>
                    <a:lnTo>
                      <a:pt x="53492" y="258958"/>
                    </a:lnTo>
                    <a:lnTo>
                      <a:pt x="0" y="312451"/>
                    </a:lnTo>
                    <a:lnTo>
                      <a:pt x="0" y="460309"/>
                    </a:lnTo>
                    <a:cubicBezTo>
                      <a:pt x="0" y="492130"/>
                      <a:pt x="25786" y="517916"/>
                      <a:pt x="57607" y="517916"/>
                    </a:cubicBezTo>
                    <a:lnTo>
                      <a:pt x="1487775" y="517916"/>
                    </a:lnTo>
                    <a:cubicBezTo>
                      <a:pt x="1519596" y="517916"/>
                      <a:pt x="1545382" y="492130"/>
                      <a:pt x="1545382" y="460309"/>
                    </a:cubicBezTo>
                    <a:lnTo>
                      <a:pt x="1545382" y="312451"/>
                    </a:lnTo>
                    <a:lnTo>
                      <a:pt x="1598874" y="25895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696" name="Google Shape;696;p37"/>
              <p:cNvSpPr/>
              <p:nvPr/>
            </p:nvSpPr>
            <p:spPr>
              <a:xfrm>
                <a:off x="7101117" y="3451494"/>
                <a:ext cx="2116104" cy="507492"/>
              </a:xfrm>
              <a:custGeom>
                <a:rect b="b" l="l" r="r" t="t"/>
                <a:pathLst>
                  <a:path extrusionOk="0" h="507492" w="1591056">
                    <a:moveTo>
                      <a:pt x="1545382" y="205466"/>
                    </a:moveTo>
                    <a:lnTo>
                      <a:pt x="1545382" y="57607"/>
                    </a:lnTo>
                    <a:cubicBezTo>
                      <a:pt x="1545382" y="25786"/>
                      <a:pt x="1519596" y="0"/>
                      <a:pt x="1487775" y="0"/>
                    </a:cubicBezTo>
                    <a:lnTo>
                      <a:pt x="57607" y="0"/>
                    </a:lnTo>
                    <a:cubicBezTo>
                      <a:pt x="25786" y="0"/>
                      <a:pt x="0" y="25786"/>
                      <a:pt x="0" y="57607"/>
                    </a:cubicBezTo>
                    <a:lnTo>
                      <a:pt x="0" y="205466"/>
                    </a:lnTo>
                    <a:lnTo>
                      <a:pt x="53492" y="258958"/>
                    </a:lnTo>
                    <a:lnTo>
                      <a:pt x="0" y="312451"/>
                    </a:lnTo>
                    <a:lnTo>
                      <a:pt x="0" y="460309"/>
                    </a:lnTo>
                    <a:cubicBezTo>
                      <a:pt x="0" y="492130"/>
                      <a:pt x="25786" y="517916"/>
                      <a:pt x="57607" y="517916"/>
                    </a:cubicBezTo>
                    <a:lnTo>
                      <a:pt x="1487775" y="517916"/>
                    </a:lnTo>
                    <a:cubicBezTo>
                      <a:pt x="1519596" y="517916"/>
                      <a:pt x="1545382" y="492130"/>
                      <a:pt x="1545382" y="460309"/>
                    </a:cubicBezTo>
                    <a:lnTo>
                      <a:pt x="1545382" y="312451"/>
                    </a:lnTo>
                    <a:lnTo>
                      <a:pt x="1598874" y="25895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697" name="Google Shape;697;p37"/>
              <p:cNvSpPr/>
              <p:nvPr/>
            </p:nvSpPr>
            <p:spPr>
              <a:xfrm>
                <a:off x="9165082" y="3451494"/>
                <a:ext cx="2116104" cy="507492"/>
              </a:xfrm>
              <a:custGeom>
                <a:rect b="b" l="l" r="r" t="t"/>
                <a:pathLst>
                  <a:path extrusionOk="0" h="507492" w="1591056">
                    <a:moveTo>
                      <a:pt x="1545382" y="205466"/>
                    </a:moveTo>
                    <a:lnTo>
                      <a:pt x="1545382" y="57607"/>
                    </a:lnTo>
                    <a:cubicBezTo>
                      <a:pt x="1545382" y="25786"/>
                      <a:pt x="1519596" y="0"/>
                      <a:pt x="1487775" y="0"/>
                    </a:cubicBezTo>
                    <a:lnTo>
                      <a:pt x="57607" y="0"/>
                    </a:lnTo>
                    <a:cubicBezTo>
                      <a:pt x="25786" y="0"/>
                      <a:pt x="0" y="25786"/>
                      <a:pt x="0" y="57607"/>
                    </a:cubicBezTo>
                    <a:lnTo>
                      <a:pt x="0" y="205466"/>
                    </a:lnTo>
                    <a:lnTo>
                      <a:pt x="53493" y="258958"/>
                    </a:lnTo>
                    <a:lnTo>
                      <a:pt x="0" y="312451"/>
                    </a:lnTo>
                    <a:lnTo>
                      <a:pt x="0" y="460309"/>
                    </a:lnTo>
                    <a:cubicBezTo>
                      <a:pt x="0" y="492130"/>
                      <a:pt x="25786" y="517916"/>
                      <a:pt x="57607" y="517916"/>
                    </a:cubicBezTo>
                    <a:lnTo>
                      <a:pt x="1487638" y="517916"/>
                    </a:lnTo>
                    <a:cubicBezTo>
                      <a:pt x="1519459" y="517916"/>
                      <a:pt x="1545245" y="492130"/>
                      <a:pt x="1545245" y="460309"/>
                    </a:cubicBezTo>
                    <a:lnTo>
                      <a:pt x="1545245" y="312451"/>
                    </a:lnTo>
                    <a:lnTo>
                      <a:pt x="1598737" y="25895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698" name="Google Shape;698;p37"/>
              <p:cNvSpPr/>
              <p:nvPr/>
            </p:nvSpPr>
            <p:spPr>
              <a:xfrm>
                <a:off x="1972233" y="3194456"/>
                <a:ext cx="13800" cy="27432"/>
              </a:xfrm>
              <a:custGeom>
                <a:rect b="b" l="l" r="r" t="t"/>
                <a:pathLst>
                  <a:path extrusionOk="0" h="27432" w="120000">
                    <a:moveTo>
                      <a:pt x="0" y="27432"/>
                    </a:moveTo>
                    <a:lnTo>
                      <a:pt x="0" y="0"/>
                    </a:lnTo>
                  </a:path>
                </a:pathLst>
              </a:custGeom>
              <a:noFill/>
              <a:ln cap="rnd" cmpd="sng" w="27425">
                <a:solidFill>
                  <a:srgbClr val="F0DE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699" name="Google Shape;699;p37"/>
              <p:cNvSpPr/>
              <p:nvPr/>
            </p:nvSpPr>
            <p:spPr>
              <a:xfrm>
                <a:off x="1907493" y="3197474"/>
                <a:ext cx="123444" cy="123444"/>
              </a:xfrm>
              <a:custGeom>
                <a:rect b="b" l="l" r="r" t="t"/>
                <a:pathLst>
                  <a:path extrusionOk="0" h="123444" w="123444">
                    <a:moveTo>
                      <a:pt x="129205" y="64465"/>
                    </a:moveTo>
                    <a:cubicBezTo>
                      <a:pt x="129287" y="100141"/>
                      <a:pt x="100415" y="129122"/>
                      <a:pt x="64740" y="129205"/>
                    </a:cubicBezTo>
                    <a:cubicBezTo>
                      <a:pt x="29064" y="129287"/>
                      <a:pt x="82" y="100415"/>
                      <a:pt x="0" y="64740"/>
                    </a:cubicBezTo>
                    <a:cubicBezTo>
                      <a:pt x="-82" y="29064"/>
                      <a:pt x="28790" y="82"/>
                      <a:pt x="64465" y="0"/>
                    </a:cubicBezTo>
                    <a:cubicBezTo>
                      <a:pt x="64561" y="0"/>
                      <a:pt x="64644" y="0"/>
                      <a:pt x="64740" y="0"/>
                    </a:cubicBezTo>
                    <a:cubicBezTo>
                      <a:pt x="100305" y="82"/>
                      <a:pt x="129123" y="28900"/>
                      <a:pt x="129205" y="644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pic>
            <p:nvPicPr>
              <p:cNvPr id="700" name="Google Shape;700;p3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348155" y="1033363"/>
                <a:ext cx="1303020" cy="1412748"/>
              </a:xfrm>
              <a:custGeom>
                <a:rect b="b" l="l" r="r" t="t"/>
                <a:pathLst>
                  <a:path extrusionOk="0" h="1412748" w="1303020">
                    <a:moveTo>
                      <a:pt x="0" y="0"/>
                    </a:moveTo>
                    <a:lnTo>
                      <a:pt x="1313444" y="0"/>
                    </a:lnTo>
                    <a:lnTo>
                      <a:pt x="1313444" y="1418783"/>
                    </a:lnTo>
                    <a:lnTo>
                      <a:pt x="0" y="1418783"/>
                    </a:lnTo>
                    <a:close/>
                  </a:path>
                </a:pathLst>
              </a:custGeom>
              <a:noFill/>
              <a:ln>
                <a:noFill/>
              </a:ln>
            </p:spPr>
          </p:pic>
          <p:sp>
            <p:nvSpPr>
              <p:cNvPr id="701" name="Google Shape;701;p37"/>
              <p:cNvSpPr/>
              <p:nvPr/>
            </p:nvSpPr>
            <p:spPr>
              <a:xfrm>
                <a:off x="1528383" y="1200835"/>
                <a:ext cx="877824" cy="987552"/>
              </a:xfrm>
              <a:custGeom>
                <a:rect b="b" l="l" r="r" t="t"/>
                <a:pathLst>
                  <a:path extrusionOk="0" h="987552" w="877824">
                    <a:moveTo>
                      <a:pt x="849158" y="222200"/>
                    </a:moveTo>
                    <a:lnTo>
                      <a:pt x="482255" y="10288"/>
                    </a:lnTo>
                    <a:cubicBezTo>
                      <a:pt x="458444" y="-3429"/>
                      <a:pt x="429119" y="-3429"/>
                      <a:pt x="405308" y="10288"/>
                    </a:cubicBezTo>
                    <a:lnTo>
                      <a:pt x="38405" y="222200"/>
                    </a:lnTo>
                    <a:cubicBezTo>
                      <a:pt x="14662" y="235944"/>
                      <a:pt x="27" y="261291"/>
                      <a:pt x="0" y="288723"/>
                    </a:cubicBezTo>
                    <a:lnTo>
                      <a:pt x="0" y="712410"/>
                    </a:lnTo>
                    <a:cubicBezTo>
                      <a:pt x="41" y="739883"/>
                      <a:pt x="14662" y="765258"/>
                      <a:pt x="38405" y="779070"/>
                    </a:cubicBezTo>
                    <a:lnTo>
                      <a:pt x="405308" y="990845"/>
                    </a:lnTo>
                    <a:cubicBezTo>
                      <a:pt x="429119" y="1004561"/>
                      <a:pt x="458444" y="1004561"/>
                      <a:pt x="482255" y="990845"/>
                    </a:cubicBezTo>
                    <a:lnTo>
                      <a:pt x="849158" y="779070"/>
                    </a:lnTo>
                    <a:cubicBezTo>
                      <a:pt x="872941" y="765299"/>
                      <a:pt x="887590" y="739897"/>
                      <a:pt x="887562" y="712410"/>
                    </a:cubicBezTo>
                    <a:lnTo>
                      <a:pt x="887562" y="288723"/>
                    </a:lnTo>
                    <a:cubicBezTo>
                      <a:pt x="887590" y="261277"/>
                      <a:pt x="872941" y="235903"/>
                      <a:pt x="849158" y="2222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702" name="Google Shape;702;p37"/>
              <p:cNvSpPr/>
              <p:nvPr/>
            </p:nvSpPr>
            <p:spPr>
              <a:xfrm>
                <a:off x="1620141" y="1304595"/>
                <a:ext cx="699516" cy="781812"/>
              </a:xfrm>
              <a:custGeom>
                <a:rect b="b" l="l" r="r" t="t"/>
                <a:pathLst>
                  <a:path extrusionOk="0" h="781812" w="699516">
                    <a:moveTo>
                      <a:pt x="704593" y="563798"/>
                    </a:moveTo>
                    <a:lnTo>
                      <a:pt x="704593" y="229814"/>
                    </a:lnTo>
                    <a:cubicBezTo>
                      <a:pt x="704757" y="207210"/>
                      <a:pt x="692769" y="186252"/>
                      <a:pt x="673183" y="174950"/>
                    </a:cubicBezTo>
                    <a:lnTo>
                      <a:pt x="383501" y="8437"/>
                    </a:lnTo>
                    <a:cubicBezTo>
                      <a:pt x="364066" y="-2812"/>
                      <a:pt x="340104" y="-2812"/>
                      <a:pt x="320682" y="8437"/>
                    </a:cubicBezTo>
                    <a:lnTo>
                      <a:pt x="31411" y="175361"/>
                    </a:lnTo>
                    <a:cubicBezTo>
                      <a:pt x="11825" y="186663"/>
                      <a:pt x="-163" y="207621"/>
                      <a:pt x="2" y="230225"/>
                    </a:cubicBezTo>
                    <a:lnTo>
                      <a:pt x="2" y="564210"/>
                    </a:lnTo>
                    <a:cubicBezTo>
                      <a:pt x="-163" y="586814"/>
                      <a:pt x="11825" y="607772"/>
                      <a:pt x="31411" y="619074"/>
                    </a:cubicBezTo>
                    <a:lnTo>
                      <a:pt x="320545" y="785175"/>
                    </a:lnTo>
                    <a:cubicBezTo>
                      <a:pt x="339980" y="796422"/>
                      <a:pt x="363928" y="796422"/>
                      <a:pt x="383364" y="785175"/>
                    </a:cubicBezTo>
                    <a:lnTo>
                      <a:pt x="672497" y="618251"/>
                    </a:lnTo>
                    <a:cubicBezTo>
                      <a:pt x="692207" y="607196"/>
                      <a:pt x="704469" y="586402"/>
                      <a:pt x="704593" y="56379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703" name="Google Shape;703;p37"/>
              <p:cNvSpPr/>
              <p:nvPr/>
            </p:nvSpPr>
            <p:spPr>
              <a:xfrm>
                <a:off x="1797902" y="1547028"/>
                <a:ext cx="342900" cy="164592"/>
              </a:xfrm>
              <a:custGeom>
                <a:rect b="b" l="l" r="r" t="t"/>
                <a:pathLst>
                  <a:path extrusionOk="0" h="164592" w="342900">
                    <a:moveTo>
                      <a:pt x="0" y="155951"/>
                    </a:moveTo>
                    <a:cubicBezTo>
                      <a:pt x="0" y="155951"/>
                      <a:pt x="10973" y="176113"/>
                      <a:pt x="34701" y="155951"/>
                    </a:cubicBezTo>
                    <a:lnTo>
                      <a:pt x="177211" y="35524"/>
                    </a:lnTo>
                    <a:lnTo>
                      <a:pt x="310668" y="155265"/>
                    </a:lnTo>
                    <a:cubicBezTo>
                      <a:pt x="338100" y="175153"/>
                      <a:pt x="348524" y="155265"/>
                      <a:pt x="348524" y="155265"/>
                    </a:cubicBezTo>
                    <a:lnTo>
                      <a:pt x="177211" y="0"/>
                    </a:lnTo>
                    <a:close/>
                  </a:path>
                </a:pathLst>
              </a:custGeom>
              <a:solidFill>
                <a:srgbClr val="EBB3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grpSp>
            <p:nvGrpSpPr>
              <p:cNvPr id="704" name="Google Shape;704;p37"/>
              <p:cNvGrpSpPr/>
              <p:nvPr/>
            </p:nvGrpSpPr>
            <p:grpSpPr>
              <a:xfrm>
                <a:off x="1844653" y="1582278"/>
                <a:ext cx="253767" cy="269382"/>
                <a:chOff x="2064528" y="1582278"/>
                <a:chExt cx="253767" cy="269382"/>
              </a:xfrm>
            </p:grpSpPr>
            <p:sp>
              <p:nvSpPr>
                <p:cNvPr id="705" name="Google Shape;705;p37"/>
                <p:cNvSpPr/>
                <p:nvPr/>
              </p:nvSpPr>
              <p:spPr>
                <a:xfrm>
                  <a:off x="2064528" y="1604772"/>
                  <a:ext cx="246888" cy="246888"/>
                </a:xfrm>
                <a:custGeom>
                  <a:rect b="b" l="l" r="r" t="t"/>
                  <a:pathLst>
                    <a:path extrusionOk="0" h="246888" w="246888">
                      <a:moveTo>
                        <a:pt x="21" y="243185"/>
                      </a:moveTo>
                      <a:cubicBezTo>
                        <a:pt x="-281" y="247190"/>
                        <a:pt x="2709" y="250674"/>
                        <a:pt x="6714" y="250989"/>
                      </a:cubicBezTo>
                      <a:cubicBezTo>
                        <a:pt x="6961" y="251003"/>
                        <a:pt x="7194" y="251003"/>
                        <a:pt x="7428" y="251003"/>
                      </a:cubicBezTo>
                      <a:lnTo>
                        <a:pt x="96033" y="251003"/>
                      </a:lnTo>
                      <a:lnTo>
                        <a:pt x="96033" y="178994"/>
                      </a:lnTo>
                      <a:cubicBezTo>
                        <a:pt x="96033" y="178994"/>
                        <a:pt x="94799" y="167061"/>
                        <a:pt x="106320" y="167061"/>
                      </a:cubicBezTo>
                      <a:lnTo>
                        <a:pt x="142805" y="167061"/>
                      </a:lnTo>
                      <a:cubicBezTo>
                        <a:pt x="149045" y="166293"/>
                        <a:pt x="154724" y="170737"/>
                        <a:pt x="155492" y="176964"/>
                      </a:cubicBezTo>
                      <a:cubicBezTo>
                        <a:pt x="155574" y="177636"/>
                        <a:pt x="155602" y="178322"/>
                        <a:pt x="155560" y="178994"/>
                      </a:cubicBezTo>
                      <a:lnTo>
                        <a:pt x="155560" y="250728"/>
                      </a:lnTo>
                      <a:lnTo>
                        <a:pt x="241560" y="250728"/>
                      </a:lnTo>
                      <a:cubicBezTo>
                        <a:pt x="246552" y="250825"/>
                        <a:pt x="250681" y="246833"/>
                        <a:pt x="250777" y="241841"/>
                      </a:cubicBezTo>
                      <a:cubicBezTo>
                        <a:pt x="250777" y="241552"/>
                        <a:pt x="250777" y="241278"/>
                        <a:pt x="250749" y="240990"/>
                      </a:cubicBezTo>
                      <a:lnTo>
                        <a:pt x="250749" y="108219"/>
                      </a:lnTo>
                      <a:lnTo>
                        <a:pt x="129363" y="0"/>
                      </a:lnTo>
                      <a:lnTo>
                        <a:pt x="21" y="108219"/>
                      </a:lnTo>
                      <a:lnTo>
                        <a:pt x="21" y="243185"/>
                      </a:lnTo>
                      <a:close/>
                    </a:path>
                  </a:pathLst>
                </a:custGeom>
                <a:solidFill>
                  <a:srgbClr val="EBB3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706" name="Google Shape;706;p37"/>
                <p:cNvSpPr/>
                <p:nvPr/>
              </p:nvSpPr>
              <p:spPr>
                <a:xfrm>
                  <a:off x="2290863" y="1582278"/>
                  <a:ext cx="27432" cy="68580"/>
                </a:xfrm>
                <a:custGeom>
                  <a:rect b="b" l="l" r="r" t="t"/>
                  <a:pathLst>
                    <a:path extrusionOk="0" h="68580" w="27432">
                      <a:moveTo>
                        <a:pt x="34290" y="0"/>
                      </a:moveTo>
                      <a:lnTo>
                        <a:pt x="0" y="0"/>
                      </a:lnTo>
                      <a:lnTo>
                        <a:pt x="0" y="41148"/>
                      </a:lnTo>
                      <a:lnTo>
                        <a:pt x="34153" y="70089"/>
                      </a:lnTo>
                      <a:close/>
                    </a:path>
                  </a:pathLst>
                </a:custGeom>
                <a:solidFill>
                  <a:srgbClr val="EBB3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  <p:sp>
            <p:nvSpPr>
              <p:cNvPr id="707" name="Google Shape;707;p37"/>
              <p:cNvSpPr/>
              <p:nvPr/>
            </p:nvSpPr>
            <p:spPr>
              <a:xfrm>
                <a:off x="3999390" y="4352188"/>
                <a:ext cx="13716" cy="41148"/>
              </a:xfrm>
              <a:custGeom>
                <a:rect b="b" l="l" r="r" t="t"/>
                <a:pathLst>
                  <a:path extrusionOk="0" h="41148" w="13716">
                    <a:moveTo>
                      <a:pt x="13030" y="0"/>
                    </a:moveTo>
                    <a:cubicBezTo>
                      <a:pt x="20602" y="0"/>
                      <a:pt x="26746" y="6145"/>
                      <a:pt x="26746" y="13716"/>
                    </a:cubicBezTo>
                    <a:lnTo>
                      <a:pt x="26746" y="40462"/>
                    </a:lnTo>
                    <a:cubicBezTo>
                      <a:pt x="25059" y="47842"/>
                      <a:pt x="17708" y="52478"/>
                      <a:pt x="10328" y="50790"/>
                    </a:cubicBezTo>
                    <a:cubicBezTo>
                      <a:pt x="5185" y="49611"/>
                      <a:pt x="1166" y="45606"/>
                      <a:pt x="0" y="40462"/>
                    </a:cubicBezTo>
                    <a:lnTo>
                      <a:pt x="0" y="13716"/>
                    </a:lnTo>
                    <a:cubicBezTo>
                      <a:pt x="-14" y="6406"/>
                      <a:pt x="5719" y="370"/>
                      <a:pt x="13030" y="0"/>
                    </a:cubicBezTo>
                    <a:close/>
                  </a:path>
                </a:pathLst>
              </a:custGeom>
              <a:solidFill>
                <a:srgbClr val="E6A5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708" name="Google Shape;708;p37"/>
              <p:cNvSpPr/>
              <p:nvPr/>
            </p:nvSpPr>
            <p:spPr>
              <a:xfrm>
                <a:off x="3999051" y="4431878"/>
                <a:ext cx="27432" cy="822960"/>
              </a:xfrm>
              <a:custGeom>
                <a:rect b="b" l="l" r="r" t="t"/>
                <a:pathLst>
                  <a:path extrusionOk="0" h="822960" w="27432">
                    <a:moveTo>
                      <a:pt x="13370" y="0"/>
                    </a:moveTo>
                    <a:cubicBezTo>
                      <a:pt x="20941" y="0"/>
                      <a:pt x="27086" y="6145"/>
                      <a:pt x="27086" y="13716"/>
                    </a:cubicBezTo>
                    <a:lnTo>
                      <a:pt x="27086" y="66660"/>
                    </a:lnTo>
                    <a:cubicBezTo>
                      <a:pt x="25398" y="74039"/>
                      <a:pt x="18047" y="78675"/>
                      <a:pt x="10667" y="76988"/>
                    </a:cubicBezTo>
                    <a:cubicBezTo>
                      <a:pt x="5524" y="75808"/>
                      <a:pt x="1505" y="71803"/>
                      <a:pt x="339" y="66660"/>
                    </a:cubicBezTo>
                    <a:lnTo>
                      <a:pt x="339" y="13716"/>
                    </a:lnTo>
                    <a:cubicBezTo>
                      <a:pt x="326" y="6406"/>
                      <a:pt x="6059" y="370"/>
                      <a:pt x="13370" y="0"/>
                    </a:cubicBezTo>
                    <a:close/>
                    <a:moveTo>
                      <a:pt x="13370" y="105751"/>
                    </a:moveTo>
                    <a:cubicBezTo>
                      <a:pt x="20941" y="105751"/>
                      <a:pt x="27086" y="111895"/>
                      <a:pt x="27086" y="119467"/>
                    </a:cubicBezTo>
                    <a:lnTo>
                      <a:pt x="27086" y="172273"/>
                    </a:lnTo>
                    <a:cubicBezTo>
                      <a:pt x="28773" y="179652"/>
                      <a:pt x="24150" y="187004"/>
                      <a:pt x="16757" y="188691"/>
                    </a:cubicBezTo>
                    <a:cubicBezTo>
                      <a:pt x="9378" y="190378"/>
                      <a:pt x="2027" y="185756"/>
                      <a:pt x="339" y="178363"/>
                    </a:cubicBezTo>
                    <a:cubicBezTo>
                      <a:pt x="-113" y="176360"/>
                      <a:pt x="-113" y="174275"/>
                      <a:pt x="339" y="172273"/>
                    </a:cubicBezTo>
                    <a:lnTo>
                      <a:pt x="339" y="119192"/>
                    </a:lnTo>
                    <a:cubicBezTo>
                      <a:pt x="477" y="111977"/>
                      <a:pt x="6169" y="106107"/>
                      <a:pt x="13370" y="105751"/>
                    </a:cubicBezTo>
                    <a:close/>
                    <a:moveTo>
                      <a:pt x="13370" y="211638"/>
                    </a:moveTo>
                    <a:cubicBezTo>
                      <a:pt x="20941" y="211638"/>
                      <a:pt x="27086" y="217783"/>
                      <a:pt x="27086" y="225354"/>
                    </a:cubicBezTo>
                    <a:lnTo>
                      <a:pt x="27086" y="278298"/>
                    </a:lnTo>
                    <a:cubicBezTo>
                      <a:pt x="25398" y="285677"/>
                      <a:pt x="18047" y="290313"/>
                      <a:pt x="10667" y="288626"/>
                    </a:cubicBezTo>
                    <a:cubicBezTo>
                      <a:pt x="5524" y="287446"/>
                      <a:pt x="1505" y="283441"/>
                      <a:pt x="339" y="278298"/>
                    </a:cubicBezTo>
                    <a:lnTo>
                      <a:pt x="339" y="225354"/>
                    </a:lnTo>
                    <a:cubicBezTo>
                      <a:pt x="326" y="218043"/>
                      <a:pt x="6059" y="212008"/>
                      <a:pt x="13370" y="211638"/>
                    </a:cubicBezTo>
                    <a:close/>
                    <a:moveTo>
                      <a:pt x="13370" y="317388"/>
                    </a:moveTo>
                    <a:cubicBezTo>
                      <a:pt x="20941" y="317388"/>
                      <a:pt x="27086" y="323533"/>
                      <a:pt x="27086" y="331104"/>
                    </a:cubicBezTo>
                    <a:lnTo>
                      <a:pt x="27086" y="384048"/>
                    </a:lnTo>
                    <a:cubicBezTo>
                      <a:pt x="25398" y="391427"/>
                      <a:pt x="18047" y="396063"/>
                      <a:pt x="10667" y="394376"/>
                    </a:cubicBezTo>
                    <a:cubicBezTo>
                      <a:pt x="5524" y="393197"/>
                      <a:pt x="1505" y="389192"/>
                      <a:pt x="339" y="384048"/>
                    </a:cubicBezTo>
                    <a:lnTo>
                      <a:pt x="339" y="331104"/>
                    </a:lnTo>
                    <a:cubicBezTo>
                      <a:pt x="326" y="323794"/>
                      <a:pt x="6059" y="317759"/>
                      <a:pt x="13370" y="317388"/>
                    </a:cubicBezTo>
                    <a:close/>
                    <a:moveTo>
                      <a:pt x="13370" y="423139"/>
                    </a:moveTo>
                    <a:cubicBezTo>
                      <a:pt x="20941" y="423139"/>
                      <a:pt x="27086" y="429283"/>
                      <a:pt x="27086" y="436855"/>
                    </a:cubicBezTo>
                    <a:lnTo>
                      <a:pt x="27086" y="489661"/>
                    </a:lnTo>
                    <a:cubicBezTo>
                      <a:pt x="28773" y="497041"/>
                      <a:pt x="24150" y="504392"/>
                      <a:pt x="16757" y="506079"/>
                    </a:cubicBezTo>
                    <a:cubicBezTo>
                      <a:pt x="9378" y="507767"/>
                      <a:pt x="2027" y="503144"/>
                      <a:pt x="339" y="495751"/>
                    </a:cubicBezTo>
                    <a:cubicBezTo>
                      <a:pt x="-113" y="493749"/>
                      <a:pt x="-113" y="491664"/>
                      <a:pt x="339" y="489661"/>
                    </a:cubicBezTo>
                    <a:lnTo>
                      <a:pt x="339" y="436855"/>
                    </a:lnTo>
                    <a:cubicBezTo>
                      <a:pt x="326" y="429544"/>
                      <a:pt x="6059" y="423509"/>
                      <a:pt x="13370" y="423139"/>
                    </a:cubicBezTo>
                    <a:close/>
                    <a:moveTo>
                      <a:pt x="13370" y="529026"/>
                    </a:moveTo>
                    <a:cubicBezTo>
                      <a:pt x="20941" y="529026"/>
                      <a:pt x="27086" y="535171"/>
                      <a:pt x="27086" y="542742"/>
                    </a:cubicBezTo>
                    <a:lnTo>
                      <a:pt x="27086" y="595686"/>
                    </a:lnTo>
                    <a:cubicBezTo>
                      <a:pt x="25398" y="603065"/>
                      <a:pt x="18047" y="607701"/>
                      <a:pt x="10667" y="606014"/>
                    </a:cubicBezTo>
                    <a:cubicBezTo>
                      <a:pt x="5524" y="604835"/>
                      <a:pt x="1505" y="600830"/>
                      <a:pt x="339" y="595686"/>
                    </a:cubicBezTo>
                    <a:lnTo>
                      <a:pt x="339" y="542742"/>
                    </a:lnTo>
                    <a:cubicBezTo>
                      <a:pt x="326" y="535432"/>
                      <a:pt x="6059" y="529397"/>
                      <a:pt x="13370" y="529026"/>
                    </a:cubicBezTo>
                    <a:close/>
                    <a:moveTo>
                      <a:pt x="13370" y="634776"/>
                    </a:moveTo>
                    <a:cubicBezTo>
                      <a:pt x="20941" y="634776"/>
                      <a:pt x="27086" y="640921"/>
                      <a:pt x="27086" y="648492"/>
                    </a:cubicBezTo>
                    <a:lnTo>
                      <a:pt x="27086" y="701436"/>
                    </a:lnTo>
                    <a:cubicBezTo>
                      <a:pt x="25398" y="708816"/>
                      <a:pt x="18047" y="713452"/>
                      <a:pt x="10667" y="711764"/>
                    </a:cubicBezTo>
                    <a:cubicBezTo>
                      <a:pt x="5524" y="710585"/>
                      <a:pt x="1505" y="706580"/>
                      <a:pt x="339" y="701436"/>
                    </a:cubicBezTo>
                    <a:lnTo>
                      <a:pt x="339" y="648630"/>
                    </a:lnTo>
                    <a:cubicBezTo>
                      <a:pt x="326" y="641319"/>
                      <a:pt x="6059" y="635284"/>
                      <a:pt x="13370" y="634914"/>
                    </a:cubicBezTo>
                    <a:close/>
                    <a:moveTo>
                      <a:pt x="13370" y="740527"/>
                    </a:moveTo>
                    <a:cubicBezTo>
                      <a:pt x="20941" y="740527"/>
                      <a:pt x="27086" y="746672"/>
                      <a:pt x="27086" y="754243"/>
                    </a:cubicBezTo>
                    <a:lnTo>
                      <a:pt x="27086" y="807049"/>
                    </a:lnTo>
                    <a:cubicBezTo>
                      <a:pt x="28773" y="814429"/>
                      <a:pt x="24150" y="821780"/>
                      <a:pt x="16757" y="823468"/>
                    </a:cubicBezTo>
                    <a:cubicBezTo>
                      <a:pt x="9378" y="825155"/>
                      <a:pt x="2027" y="820532"/>
                      <a:pt x="339" y="813139"/>
                    </a:cubicBezTo>
                    <a:cubicBezTo>
                      <a:pt x="-113" y="811137"/>
                      <a:pt x="-113" y="809052"/>
                      <a:pt x="339" y="807049"/>
                    </a:cubicBezTo>
                    <a:lnTo>
                      <a:pt x="339" y="754243"/>
                    </a:lnTo>
                    <a:cubicBezTo>
                      <a:pt x="326" y="746932"/>
                      <a:pt x="6059" y="740897"/>
                      <a:pt x="13370" y="7405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709" name="Google Shape;709;p37"/>
              <p:cNvSpPr/>
              <p:nvPr/>
            </p:nvSpPr>
            <p:spPr>
              <a:xfrm>
                <a:off x="3947955" y="4261388"/>
                <a:ext cx="123444" cy="123444"/>
              </a:xfrm>
              <a:custGeom>
                <a:rect b="b" l="l" r="r" t="t"/>
                <a:pathLst>
                  <a:path extrusionOk="0" h="123444" w="123444">
                    <a:moveTo>
                      <a:pt x="0" y="64740"/>
                    </a:moveTo>
                    <a:cubicBezTo>
                      <a:pt x="-82" y="29064"/>
                      <a:pt x="28790" y="83"/>
                      <a:pt x="64466" y="0"/>
                    </a:cubicBezTo>
                    <a:cubicBezTo>
                      <a:pt x="100141" y="-69"/>
                      <a:pt x="129123" y="28790"/>
                      <a:pt x="129205" y="64465"/>
                    </a:cubicBezTo>
                    <a:cubicBezTo>
                      <a:pt x="129287" y="100141"/>
                      <a:pt x="100415" y="129123"/>
                      <a:pt x="64740" y="129205"/>
                    </a:cubicBezTo>
                    <a:cubicBezTo>
                      <a:pt x="64644" y="129205"/>
                      <a:pt x="64561" y="129205"/>
                      <a:pt x="64466" y="129205"/>
                    </a:cubicBezTo>
                    <a:cubicBezTo>
                      <a:pt x="28859" y="129205"/>
                      <a:pt x="0" y="100347"/>
                      <a:pt x="0" y="6474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pic>
            <p:nvPicPr>
              <p:cNvPr id="710" name="Google Shape;710;p3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380525" y="5131704"/>
                <a:ext cx="1303020" cy="1412748"/>
              </a:xfrm>
              <a:custGeom>
                <a:rect b="b" l="l" r="r" t="t"/>
                <a:pathLst>
                  <a:path extrusionOk="0" h="1412748" w="1303020">
                    <a:moveTo>
                      <a:pt x="0" y="0"/>
                    </a:moveTo>
                    <a:lnTo>
                      <a:pt x="1313444" y="0"/>
                    </a:lnTo>
                    <a:lnTo>
                      <a:pt x="1313444" y="1415491"/>
                    </a:lnTo>
                    <a:lnTo>
                      <a:pt x="0" y="1415491"/>
                    </a:lnTo>
                    <a:close/>
                  </a:path>
                </a:pathLst>
              </a:custGeom>
              <a:noFill/>
              <a:ln>
                <a:noFill/>
              </a:ln>
            </p:spPr>
          </p:pic>
          <p:sp>
            <p:nvSpPr>
              <p:cNvPr id="711" name="Google Shape;711;p37"/>
              <p:cNvSpPr/>
              <p:nvPr/>
            </p:nvSpPr>
            <p:spPr>
              <a:xfrm>
                <a:off x="3560478" y="5297805"/>
                <a:ext cx="877824" cy="987552"/>
              </a:xfrm>
              <a:custGeom>
                <a:rect b="b" l="l" r="r" t="t"/>
                <a:pathLst>
                  <a:path extrusionOk="0" h="987552" w="877824">
                    <a:moveTo>
                      <a:pt x="849295" y="221651"/>
                    </a:moveTo>
                    <a:lnTo>
                      <a:pt x="482255" y="10287"/>
                    </a:lnTo>
                    <a:cubicBezTo>
                      <a:pt x="458485" y="-3429"/>
                      <a:pt x="429215" y="-3429"/>
                      <a:pt x="405445" y="10287"/>
                    </a:cubicBezTo>
                    <a:lnTo>
                      <a:pt x="38542" y="222199"/>
                    </a:lnTo>
                    <a:cubicBezTo>
                      <a:pt x="14704" y="235861"/>
                      <a:pt x="0" y="261249"/>
                      <a:pt x="0" y="288722"/>
                    </a:cubicBezTo>
                    <a:lnTo>
                      <a:pt x="0" y="712409"/>
                    </a:lnTo>
                    <a:cubicBezTo>
                      <a:pt x="0" y="739882"/>
                      <a:pt x="14704" y="765271"/>
                      <a:pt x="38542" y="778932"/>
                    </a:cubicBezTo>
                    <a:lnTo>
                      <a:pt x="405445" y="990844"/>
                    </a:lnTo>
                    <a:cubicBezTo>
                      <a:pt x="429215" y="1004560"/>
                      <a:pt x="458485" y="1004560"/>
                      <a:pt x="482255" y="990844"/>
                    </a:cubicBezTo>
                    <a:lnTo>
                      <a:pt x="849295" y="778383"/>
                    </a:lnTo>
                    <a:cubicBezTo>
                      <a:pt x="873037" y="764639"/>
                      <a:pt x="887672" y="739292"/>
                      <a:pt x="887700" y="711860"/>
                    </a:cubicBezTo>
                    <a:lnTo>
                      <a:pt x="887700" y="288173"/>
                    </a:lnTo>
                    <a:cubicBezTo>
                      <a:pt x="887672" y="260741"/>
                      <a:pt x="873037" y="235394"/>
                      <a:pt x="849295" y="22165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712" name="Google Shape;712;p37"/>
              <p:cNvSpPr/>
              <p:nvPr/>
            </p:nvSpPr>
            <p:spPr>
              <a:xfrm>
                <a:off x="3652238" y="5400606"/>
                <a:ext cx="699516" cy="781812"/>
              </a:xfrm>
              <a:custGeom>
                <a:rect b="b" l="l" r="r" t="t"/>
                <a:pathLst>
                  <a:path extrusionOk="0" h="781812" w="699516">
                    <a:moveTo>
                      <a:pt x="704180" y="564208"/>
                    </a:moveTo>
                    <a:lnTo>
                      <a:pt x="704180" y="230223"/>
                    </a:lnTo>
                    <a:cubicBezTo>
                      <a:pt x="704345" y="207619"/>
                      <a:pt x="692357" y="186661"/>
                      <a:pt x="672770" y="175359"/>
                    </a:cubicBezTo>
                    <a:lnTo>
                      <a:pt x="383500" y="8435"/>
                    </a:lnTo>
                    <a:cubicBezTo>
                      <a:pt x="364065" y="-2812"/>
                      <a:pt x="340103" y="-2812"/>
                      <a:pt x="320681" y="8435"/>
                    </a:cubicBezTo>
                    <a:lnTo>
                      <a:pt x="31411" y="175359"/>
                    </a:lnTo>
                    <a:cubicBezTo>
                      <a:pt x="11879" y="186702"/>
                      <a:pt x="-109" y="207633"/>
                      <a:pt x="1" y="230223"/>
                    </a:cubicBezTo>
                    <a:lnTo>
                      <a:pt x="1" y="564208"/>
                    </a:lnTo>
                    <a:cubicBezTo>
                      <a:pt x="-109" y="586798"/>
                      <a:pt x="11879" y="607729"/>
                      <a:pt x="31411" y="619072"/>
                    </a:cubicBezTo>
                    <a:lnTo>
                      <a:pt x="320681" y="785310"/>
                    </a:lnTo>
                    <a:cubicBezTo>
                      <a:pt x="340116" y="796557"/>
                      <a:pt x="364078" y="796557"/>
                      <a:pt x="383500" y="785310"/>
                    </a:cubicBezTo>
                    <a:lnTo>
                      <a:pt x="672770" y="618386"/>
                    </a:lnTo>
                    <a:cubicBezTo>
                      <a:pt x="692138" y="607208"/>
                      <a:pt x="704098" y="586565"/>
                      <a:pt x="704180" y="5642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713" name="Google Shape;713;p37"/>
              <p:cNvSpPr/>
              <p:nvPr/>
            </p:nvSpPr>
            <p:spPr>
              <a:xfrm>
                <a:off x="3895835" y="5619171"/>
                <a:ext cx="205740" cy="356616"/>
              </a:xfrm>
              <a:custGeom>
                <a:rect b="b" l="l" r="r" t="t"/>
                <a:pathLst>
                  <a:path extrusionOk="0" h="356616" w="205740">
                    <a:moveTo>
                      <a:pt x="130165" y="314920"/>
                    </a:moveTo>
                    <a:lnTo>
                      <a:pt x="130165" y="357576"/>
                    </a:lnTo>
                    <a:lnTo>
                      <a:pt x="92857" y="357576"/>
                    </a:lnTo>
                    <a:lnTo>
                      <a:pt x="92857" y="316428"/>
                    </a:lnTo>
                    <a:cubicBezTo>
                      <a:pt x="59637" y="315304"/>
                      <a:pt x="27432" y="304742"/>
                      <a:pt x="0" y="285979"/>
                    </a:cubicBezTo>
                    <a:lnTo>
                      <a:pt x="20437" y="239482"/>
                    </a:lnTo>
                    <a:cubicBezTo>
                      <a:pt x="41710" y="254898"/>
                      <a:pt x="66715" y="264362"/>
                      <a:pt x="92857" y="266914"/>
                    </a:cubicBezTo>
                    <a:lnTo>
                      <a:pt x="92857" y="203271"/>
                    </a:lnTo>
                    <a:cubicBezTo>
                      <a:pt x="51709" y="193122"/>
                      <a:pt x="5212" y="178994"/>
                      <a:pt x="5212" y="124542"/>
                    </a:cubicBezTo>
                    <a:cubicBezTo>
                      <a:pt x="5212" y="84079"/>
                      <a:pt x="33879" y="49515"/>
                      <a:pt x="92857" y="42246"/>
                    </a:cubicBezTo>
                    <a:lnTo>
                      <a:pt x="92857" y="0"/>
                    </a:lnTo>
                    <a:lnTo>
                      <a:pt x="130165" y="0"/>
                    </a:lnTo>
                    <a:lnTo>
                      <a:pt x="130165" y="41148"/>
                    </a:lnTo>
                    <a:cubicBezTo>
                      <a:pt x="156911" y="42684"/>
                      <a:pt x="182903" y="50681"/>
                      <a:pt x="205877" y="64465"/>
                    </a:cubicBezTo>
                    <a:lnTo>
                      <a:pt x="187224" y="111237"/>
                    </a:lnTo>
                    <a:cubicBezTo>
                      <a:pt x="169736" y="100881"/>
                      <a:pt x="150327" y="94161"/>
                      <a:pt x="130165" y="91486"/>
                    </a:cubicBezTo>
                    <a:lnTo>
                      <a:pt x="130165" y="156225"/>
                    </a:lnTo>
                    <a:cubicBezTo>
                      <a:pt x="171313" y="166101"/>
                      <a:pt x="217124" y="180228"/>
                      <a:pt x="217124" y="233858"/>
                    </a:cubicBezTo>
                    <a:cubicBezTo>
                      <a:pt x="217124" y="273497"/>
                      <a:pt x="188732" y="307787"/>
                      <a:pt x="130165" y="314920"/>
                    </a:cubicBezTo>
                    <a:close/>
                    <a:moveTo>
                      <a:pt x="92857" y="146624"/>
                    </a:moveTo>
                    <a:lnTo>
                      <a:pt x="92857" y="92583"/>
                    </a:lnTo>
                    <a:cubicBezTo>
                      <a:pt x="73106" y="97110"/>
                      <a:pt x="65425" y="108219"/>
                      <a:pt x="65425" y="120838"/>
                    </a:cubicBezTo>
                    <a:cubicBezTo>
                      <a:pt x="65425" y="133457"/>
                      <a:pt x="76398" y="141549"/>
                      <a:pt x="92857" y="146624"/>
                    </a:cubicBezTo>
                    <a:close/>
                    <a:moveTo>
                      <a:pt x="157048" y="238384"/>
                    </a:moveTo>
                    <a:cubicBezTo>
                      <a:pt x="157048" y="224668"/>
                      <a:pt x="146213" y="217810"/>
                      <a:pt x="129616" y="212187"/>
                    </a:cubicBezTo>
                    <a:lnTo>
                      <a:pt x="129616" y="264993"/>
                    </a:lnTo>
                    <a:cubicBezTo>
                      <a:pt x="148819" y="260604"/>
                      <a:pt x="157048" y="251277"/>
                      <a:pt x="157048" y="23838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714" name="Google Shape;714;p37"/>
              <p:cNvSpPr/>
              <p:nvPr/>
            </p:nvSpPr>
            <p:spPr>
              <a:xfrm>
                <a:off x="8146249" y="4431878"/>
                <a:ext cx="27432" cy="822960"/>
              </a:xfrm>
              <a:custGeom>
                <a:rect b="b" l="l" r="r" t="t"/>
                <a:pathLst>
                  <a:path extrusionOk="0" h="822960" w="27432">
                    <a:moveTo>
                      <a:pt x="13370" y="0"/>
                    </a:moveTo>
                    <a:cubicBezTo>
                      <a:pt x="20941" y="0"/>
                      <a:pt x="27086" y="6145"/>
                      <a:pt x="27086" y="13716"/>
                    </a:cubicBezTo>
                    <a:lnTo>
                      <a:pt x="27086" y="66660"/>
                    </a:lnTo>
                    <a:cubicBezTo>
                      <a:pt x="25398" y="74039"/>
                      <a:pt x="18047" y="78675"/>
                      <a:pt x="10667" y="76988"/>
                    </a:cubicBezTo>
                    <a:cubicBezTo>
                      <a:pt x="5524" y="75808"/>
                      <a:pt x="1505" y="71803"/>
                      <a:pt x="339" y="66660"/>
                    </a:cubicBezTo>
                    <a:lnTo>
                      <a:pt x="339" y="13716"/>
                    </a:lnTo>
                    <a:cubicBezTo>
                      <a:pt x="326" y="6406"/>
                      <a:pt x="6059" y="370"/>
                      <a:pt x="13370" y="0"/>
                    </a:cubicBezTo>
                    <a:close/>
                    <a:moveTo>
                      <a:pt x="13370" y="105751"/>
                    </a:moveTo>
                    <a:cubicBezTo>
                      <a:pt x="20941" y="105751"/>
                      <a:pt x="27086" y="111895"/>
                      <a:pt x="27086" y="119467"/>
                    </a:cubicBezTo>
                    <a:lnTo>
                      <a:pt x="27086" y="172273"/>
                    </a:lnTo>
                    <a:cubicBezTo>
                      <a:pt x="28773" y="179652"/>
                      <a:pt x="24150" y="187004"/>
                      <a:pt x="16757" y="188691"/>
                    </a:cubicBezTo>
                    <a:cubicBezTo>
                      <a:pt x="9378" y="190378"/>
                      <a:pt x="2027" y="185756"/>
                      <a:pt x="339" y="178363"/>
                    </a:cubicBezTo>
                    <a:cubicBezTo>
                      <a:pt x="-113" y="176360"/>
                      <a:pt x="-113" y="174275"/>
                      <a:pt x="339" y="172273"/>
                    </a:cubicBezTo>
                    <a:lnTo>
                      <a:pt x="339" y="119192"/>
                    </a:lnTo>
                    <a:cubicBezTo>
                      <a:pt x="477" y="111977"/>
                      <a:pt x="6169" y="106107"/>
                      <a:pt x="13370" y="105751"/>
                    </a:cubicBezTo>
                    <a:close/>
                    <a:moveTo>
                      <a:pt x="13370" y="211638"/>
                    </a:moveTo>
                    <a:cubicBezTo>
                      <a:pt x="20941" y="211638"/>
                      <a:pt x="27086" y="217783"/>
                      <a:pt x="27086" y="225354"/>
                    </a:cubicBezTo>
                    <a:lnTo>
                      <a:pt x="27086" y="278298"/>
                    </a:lnTo>
                    <a:cubicBezTo>
                      <a:pt x="25398" y="285677"/>
                      <a:pt x="18047" y="290313"/>
                      <a:pt x="10667" y="288626"/>
                    </a:cubicBezTo>
                    <a:cubicBezTo>
                      <a:pt x="5524" y="287446"/>
                      <a:pt x="1505" y="283441"/>
                      <a:pt x="339" y="278298"/>
                    </a:cubicBezTo>
                    <a:lnTo>
                      <a:pt x="339" y="225354"/>
                    </a:lnTo>
                    <a:cubicBezTo>
                      <a:pt x="326" y="218043"/>
                      <a:pt x="6059" y="212008"/>
                      <a:pt x="13370" y="211638"/>
                    </a:cubicBezTo>
                    <a:close/>
                    <a:moveTo>
                      <a:pt x="13370" y="317388"/>
                    </a:moveTo>
                    <a:cubicBezTo>
                      <a:pt x="20941" y="317388"/>
                      <a:pt x="27086" y="323533"/>
                      <a:pt x="27086" y="331104"/>
                    </a:cubicBezTo>
                    <a:lnTo>
                      <a:pt x="27086" y="384048"/>
                    </a:lnTo>
                    <a:cubicBezTo>
                      <a:pt x="25398" y="391427"/>
                      <a:pt x="18047" y="396063"/>
                      <a:pt x="10667" y="394376"/>
                    </a:cubicBezTo>
                    <a:cubicBezTo>
                      <a:pt x="5524" y="393197"/>
                      <a:pt x="1505" y="389192"/>
                      <a:pt x="339" y="384048"/>
                    </a:cubicBezTo>
                    <a:lnTo>
                      <a:pt x="339" y="331104"/>
                    </a:lnTo>
                    <a:cubicBezTo>
                      <a:pt x="326" y="323794"/>
                      <a:pt x="6059" y="317759"/>
                      <a:pt x="13370" y="317388"/>
                    </a:cubicBezTo>
                    <a:close/>
                    <a:moveTo>
                      <a:pt x="13370" y="423139"/>
                    </a:moveTo>
                    <a:cubicBezTo>
                      <a:pt x="20941" y="423139"/>
                      <a:pt x="27086" y="429283"/>
                      <a:pt x="27086" y="436855"/>
                    </a:cubicBezTo>
                    <a:lnTo>
                      <a:pt x="27086" y="489661"/>
                    </a:lnTo>
                    <a:cubicBezTo>
                      <a:pt x="28773" y="497041"/>
                      <a:pt x="24150" y="504392"/>
                      <a:pt x="16757" y="506079"/>
                    </a:cubicBezTo>
                    <a:cubicBezTo>
                      <a:pt x="9378" y="507767"/>
                      <a:pt x="2027" y="503144"/>
                      <a:pt x="339" y="495751"/>
                    </a:cubicBezTo>
                    <a:cubicBezTo>
                      <a:pt x="-113" y="493749"/>
                      <a:pt x="-113" y="491664"/>
                      <a:pt x="339" y="489661"/>
                    </a:cubicBezTo>
                    <a:lnTo>
                      <a:pt x="339" y="436855"/>
                    </a:lnTo>
                    <a:cubicBezTo>
                      <a:pt x="326" y="429544"/>
                      <a:pt x="6059" y="423509"/>
                      <a:pt x="13370" y="423139"/>
                    </a:cubicBezTo>
                    <a:close/>
                    <a:moveTo>
                      <a:pt x="13370" y="529026"/>
                    </a:moveTo>
                    <a:cubicBezTo>
                      <a:pt x="20941" y="529026"/>
                      <a:pt x="27086" y="535171"/>
                      <a:pt x="27086" y="542742"/>
                    </a:cubicBezTo>
                    <a:lnTo>
                      <a:pt x="27086" y="595686"/>
                    </a:lnTo>
                    <a:cubicBezTo>
                      <a:pt x="25398" y="603065"/>
                      <a:pt x="18047" y="607701"/>
                      <a:pt x="10667" y="606014"/>
                    </a:cubicBezTo>
                    <a:cubicBezTo>
                      <a:pt x="5524" y="604835"/>
                      <a:pt x="1505" y="600830"/>
                      <a:pt x="339" y="595686"/>
                    </a:cubicBezTo>
                    <a:lnTo>
                      <a:pt x="339" y="542742"/>
                    </a:lnTo>
                    <a:cubicBezTo>
                      <a:pt x="326" y="535432"/>
                      <a:pt x="6059" y="529397"/>
                      <a:pt x="13370" y="529026"/>
                    </a:cubicBezTo>
                    <a:close/>
                    <a:moveTo>
                      <a:pt x="13370" y="634776"/>
                    </a:moveTo>
                    <a:cubicBezTo>
                      <a:pt x="20941" y="634776"/>
                      <a:pt x="27086" y="640921"/>
                      <a:pt x="27086" y="648492"/>
                    </a:cubicBezTo>
                    <a:lnTo>
                      <a:pt x="27086" y="701436"/>
                    </a:lnTo>
                    <a:cubicBezTo>
                      <a:pt x="25398" y="708816"/>
                      <a:pt x="18047" y="713452"/>
                      <a:pt x="10667" y="711764"/>
                    </a:cubicBezTo>
                    <a:cubicBezTo>
                      <a:pt x="5524" y="710585"/>
                      <a:pt x="1505" y="706580"/>
                      <a:pt x="339" y="701436"/>
                    </a:cubicBezTo>
                    <a:lnTo>
                      <a:pt x="339" y="648630"/>
                    </a:lnTo>
                    <a:cubicBezTo>
                      <a:pt x="326" y="641319"/>
                      <a:pt x="6059" y="635284"/>
                      <a:pt x="13370" y="634914"/>
                    </a:cubicBezTo>
                    <a:close/>
                    <a:moveTo>
                      <a:pt x="13370" y="740527"/>
                    </a:moveTo>
                    <a:cubicBezTo>
                      <a:pt x="20941" y="740527"/>
                      <a:pt x="27086" y="746672"/>
                      <a:pt x="27086" y="754243"/>
                    </a:cubicBezTo>
                    <a:lnTo>
                      <a:pt x="27086" y="807049"/>
                    </a:lnTo>
                    <a:cubicBezTo>
                      <a:pt x="28773" y="814429"/>
                      <a:pt x="24150" y="821780"/>
                      <a:pt x="16757" y="823468"/>
                    </a:cubicBezTo>
                    <a:cubicBezTo>
                      <a:pt x="9378" y="825155"/>
                      <a:pt x="2027" y="820532"/>
                      <a:pt x="339" y="813139"/>
                    </a:cubicBezTo>
                    <a:cubicBezTo>
                      <a:pt x="-113" y="811137"/>
                      <a:pt x="-113" y="809052"/>
                      <a:pt x="339" y="807049"/>
                    </a:cubicBezTo>
                    <a:lnTo>
                      <a:pt x="339" y="754243"/>
                    </a:lnTo>
                    <a:cubicBezTo>
                      <a:pt x="326" y="746932"/>
                      <a:pt x="6059" y="740897"/>
                      <a:pt x="13370" y="74052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pic>
            <p:nvPicPr>
              <p:cNvPr id="715" name="Google Shape;715;p3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421712" y="1033363"/>
                <a:ext cx="1303020" cy="1412748"/>
              </a:xfrm>
              <a:custGeom>
                <a:rect b="b" l="l" r="r" t="t"/>
                <a:pathLst>
                  <a:path extrusionOk="0" h="1412748" w="1303020">
                    <a:moveTo>
                      <a:pt x="0" y="0"/>
                    </a:moveTo>
                    <a:lnTo>
                      <a:pt x="1313444" y="0"/>
                    </a:lnTo>
                    <a:lnTo>
                      <a:pt x="1313444" y="1418783"/>
                    </a:lnTo>
                    <a:lnTo>
                      <a:pt x="0" y="1418783"/>
                    </a:lnTo>
                    <a:close/>
                  </a:path>
                </a:pathLst>
              </a:custGeom>
              <a:noFill/>
              <a:ln>
                <a:noFill/>
              </a:ln>
            </p:spPr>
          </p:pic>
          <p:sp>
            <p:nvSpPr>
              <p:cNvPr id="716" name="Google Shape;716;p37"/>
              <p:cNvSpPr/>
              <p:nvPr/>
            </p:nvSpPr>
            <p:spPr>
              <a:xfrm>
                <a:off x="6031114" y="3183660"/>
                <a:ext cx="13716" cy="41148"/>
              </a:xfrm>
              <a:custGeom>
                <a:rect b="b" l="l" r="r" t="t"/>
                <a:pathLst>
                  <a:path extrusionOk="0" h="41148" w="13716">
                    <a:moveTo>
                      <a:pt x="13716" y="51533"/>
                    </a:moveTo>
                    <a:cubicBezTo>
                      <a:pt x="6145" y="51533"/>
                      <a:pt x="0" y="45388"/>
                      <a:pt x="0" y="37817"/>
                    </a:cubicBezTo>
                    <a:lnTo>
                      <a:pt x="0" y="10385"/>
                    </a:lnTo>
                    <a:cubicBezTo>
                      <a:pt x="1838" y="3033"/>
                      <a:pt x="9285" y="-1424"/>
                      <a:pt x="16637" y="414"/>
                    </a:cubicBezTo>
                    <a:cubicBezTo>
                      <a:pt x="21548" y="1648"/>
                      <a:pt x="25374" y="5475"/>
                      <a:pt x="26609" y="10385"/>
                    </a:cubicBezTo>
                    <a:lnTo>
                      <a:pt x="26609" y="37817"/>
                    </a:lnTo>
                    <a:cubicBezTo>
                      <a:pt x="26622" y="45087"/>
                      <a:pt x="20972" y="51094"/>
                      <a:pt x="13716" y="51533"/>
                    </a:cubicBezTo>
                    <a:close/>
                  </a:path>
                </a:pathLst>
              </a:custGeom>
              <a:solidFill>
                <a:srgbClr val="E16E6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717" name="Google Shape;717;p37"/>
              <p:cNvSpPr/>
              <p:nvPr/>
            </p:nvSpPr>
            <p:spPr>
              <a:xfrm>
                <a:off x="6030701" y="2337931"/>
                <a:ext cx="27432" cy="809244"/>
              </a:xfrm>
              <a:custGeom>
                <a:rect b="b" l="l" r="r" t="t"/>
                <a:pathLst>
                  <a:path extrusionOk="0" h="809244" w="27432">
                    <a:moveTo>
                      <a:pt x="14130" y="817709"/>
                    </a:moveTo>
                    <a:cubicBezTo>
                      <a:pt x="6558" y="817709"/>
                      <a:pt x="414" y="811564"/>
                      <a:pt x="414" y="803993"/>
                    </a:cubicBezTo>
                    <a:lnTo>
                      <a:pt x="414" y="751049"/>
                    </a:lnTo>
                    <a:cubicBezTo>
                      <a:pt x="2251" y="743697"/>
                      <a:pt x="9699" y="739240"/>
                      <a:pt x="17051" y="741078"/>
                    </a:cubicBezTo>
                    <a:cubicBezTo>
                      <a:pt x="21961" y="742312"/>
                      <a:pt x="25788" y="746139"/>
                      <a:pt x="27022" y="751049"/>
                    </a:cubicBezTo>
                    <a:lnTo>
                      <a:pt x="27022" y="803993"/>
                    </a:lnTo>
                    <a:cubicBezTo>
                      <a:pt x="27036" y="811263"/>
                      <a:pt x="21385" y="817270"/>
                      <a:pt x="14130" y="817709"/>
                    </a:cubicBezTo>
                    <a:close/>
                    <a:moveTo>
                      <a:pt x="14130" y="711959"/>
                    </a:moveTo>
                    <a:cubicBezTo>
                      <a:pt x="6558" y="711959"/>
                      <a:pt x="414" y="705814"/>
                      <a:pt x="414" y="698243"/>
                    </a:cubicBezTo>
                    <a:lnTo>
                      <a:pt x="414" y="645436"/>
                    </a:lnTo>
                    <a:cubicBezTo>
                      <a:pt x="-1424" y="638084"/>
                      <a:pt x="3033" y="630636"/>
                      <a:pt x="10385" y="628798"/>
                    </a:cubicBezTo>
                    <a:cubicBezTo>
                      <a:pt x="17737" y="626961"/>
                      <a:pt x="25185" y="631418"/>
                      <a:pt x="27022" y="638770"/>
                    </a:cubicBezTo>
                    <a:cubicBezTo>
                      <a:pt x="27571" y="640951"/>
                      <a:pt x="27571" y="643242"/>
                      <a:pt x="27022" y="645436"/>
                    </a:cubicBezTo>
                    <a:lnTo>
                      <a:pt x="27022" y="698243"/>
                    </a:lnTo>
                    <a:cubicBezTo>
                      <a:pt x="27036" y="705512"/>
                      <a:pt x="21385" y="711520"/>
                      <a:pt x="14130" y="711959"/>
                    </a:cubicBezTo>
                    <a:close/>
                    <a:moveTo>
                      <a:pt x="14130" y="606071"/>
                    </a:moveTo>
                    <a:cubicBezTo>
                      <a:pt x="6558" y="606071"/>
                      <a:pt x="414" y="599926"/>
                      <a:pt x="414" y="592355"/>
                    </a:cubicBezTo>
                    <a:lnTo>
                      <a:pt x="414" y="539411"/>
                    </a:lnTo>
                    <a:cubicBezTo>
                      <a:pt x="2251" y="532060"/>
                      <a:pt x="9699" y="527602"/>
                      <a:pt x="17051" y="529440"/>
                    </a:cubicBezTo>
                    <a:cubicBezTo>
                      <a:pt x="21961" y="530674"/>
                      <a:pt x="25788" y="534501"/>
                      <a:pt x="27022" y="539411"/>
                    </a:cubicBezTo>
                    <a:lnTo>
                      <a:pt x="27022" y="592355"/>
                    </a:lnTo>
                    <a:cubicBezTo>
                      <a:pt x="27036" y="599625"/>
                      <a:pt x="21385" y="605632"/>
                      <a:pt x="14130" y="606071"/>
                    </a:cubicBezTo>
                    <a:close/>
                    <a:moveTo>
                      <a:pt x="14130" y="500321"/>
                    </a:moveTo>
                    <a:cubicBezTo>
                      <a:pt x="6558" y="500321"/>
                      <a:pt x="414" y="494176"/>
                      <a:pt x="414" y="486605"/>
                    </a:cubicBezTo>
                    <a:lnTo>
                      <a:pt x="414" y="434073"/>
                    </a:lnTo>
                    <a:cubicBezTo>
                      <a:pt x="2251" y="426721"/>
                      <a:pt x="9699" y="422263"/>
                      <a:pt x="17051" y="424101"/>
                    </a:cubicBezTo>
                    <a:cubicBezTo>
                      <a:pt x="21961" y="425335"/>
                      <a:pt x="25788" y="429162"/>
                      <a:pt x="27022" y="434073"/>
                    </a:cubicBezTo>
                    <a:lnTo>
                      <a:pt x="27022" y="487565"/>
                    </a:lnTo>
                    <a:cubicBezTo>
                      <a:pt x="26556" y="494450"/>
                      <a:pt x="21029" y="499923"/>
                      <a:pt x="14130" y="500321"/>
                    </a:cubicBezTo>
                    <a:close/>
                    <a:moveTo>
                      <a:pt x="14130" y="394570"/>
                    </a:moveTo>
                    <a:cubicBezTo>
                      <a:pt x="6558" y="394570"/>
                      <a:pt x="414" y="388426"/>
                      <a:pt x="414" y="380854"/>
                    </a:cubicBezTo>
                    <a:lnTo>
                      <a:pt x="414" y="328048"/>
                    </a:lnTo>
                    <a:cubicBezTo>
                      <a:pt x="-1424" y="320696"/>
                      <a:pt x="3033" y="313248"/>
                      <a:pt x="10385" y="311410"/>
                    </a:cubicBezTo>
                    <a:cubicBezTo>
                      <a:pt x="17737" y="309572"/>
                      <a:pt x="25185" y="314030"/>
                      <a:pt x="27022" y="321382"/>
                    </a:cubicBezTo>
                    <a:cubicBezTo>
                      <a:pt x="27571" y="323563"/>
                      <a:pt x="27571" y="325853"/>
                      <a:pt x="27022" y="328048"/>
                    </a:cubicBezTo>
                    <a:lnTo>
                      <a:pt x="27022" y="380854"/>
                    </a:lnTo>
                    <a:cubicBezTo>
                      <a:pt x="27036" y="388124"/>
                      <a:pt x="21385" y="394132"/>
                      <a:pt x="14130" y="394570"/>
                    </a:cubicBezTo>
                    <a:close/>
                    <a:moveTo>
                      <a:pt x="14130" y="288683"/>
                    </a:moveTo>
                    <a:cubicBezTo>
                      <a:pt x="6558" y="288683"/>
                      <a:pt x="414" y="282538"/>
                      <a:pt x="414" y="274967"/>
                    </a:cubicBezTo>
                    <a:lnTo>
                      <a:pt x="414" y="222023"/>
                    </a:lnTo>
                    <a:cubicBezTo>
                      <a:pt x="2251" y="214671"/>
                      <a:pt x="9699" y="210214"/>
                      <a:pt x="17051" y="212051"/>
                    </a:cubicBezTo>
                    <a:cubicBezTo>
                      <a:pt x="21961" y="213286"/>
                      <a:pt x="25788" y="217113"/>
                      <a:pt x="27022" y="222023"/>
                    </a:cubicBezTo>
                    <a:lnTo>
                      <a:pt x="27022" y="274967"/>
                    </a:lnTo>
                    <a:cubicBezTo>
                      <a:pt x="27036" y="282236"/>
                      <a:pt x="21385" y="288244"/>
                      <a:pt x="14130" y="288683"/>
                    </a:cubicBezTo>
                    <a:close/>
                    <a:moveTo>
                      <a:pt x="14130" y="182932"/>
                    </a:moveTo>
                    <a:cubicBezTo>
                      <a:pt x="6558" y="182932"/>
                      <a:pt x="414" y="176788"/>
                      <a:pt x="414" y="169216"/>
                    </a:cubicBezTo>
                    <a:lnTo>
                      <a:pt x="414" y="117233"/>
                    </a:lnTo>
                    <a:cubicBezTo>
                      <a:pt x="-1424" y="109881"/>
                      <a:pt x="3033" y="102433"/>
                      <a:pt x="10385" y="100595"/>
                    </a:cubicBezTo>
                    <a:cubicBezTo>
                      <a:pt x="17737" y="98757"/>
                      <a:pt x="25185" y="103215"/>
                      <a:pt x="27022" y="110567"/>
                    </a:cubicBezTo>
                    <a:cubicBezTo>
                      <a:pt x="27571" y="112748"/>
                      <a:pt x="27571" y="115038"/>
                      <a:pt x="27022" y="117233"/>
                    </a:cubicBezTo>
                    <a:lnTo>
                      <a:pt x="27022" y="170177"/>
                    </a:lnTo>
                    <a:cubicBezTo>
                      <a:pt x="26556" y="177062"/>
                      <a:pt x="21029" y="182535"/>
                      <a:pt x="14130" y="182932"/>
                    </a:cubicBezTo>
                    <a:close/>
                    <a:moveTo>
                      <a:pt x="14130" y="77045"/>
                    </a:moveTo>
                    <a:cubicBezTo>
                      <a:pt x="6558" y="77045"/>
                      <a:pt x="414" y="70900"/>
                      <a:pt x="414" y="63329"/>
                    </a:cubicBezTo>
                    <a:lnTo>
                      <a:pt x="414" y="10385"/>
                    </a:lnTo>
                    <a:cubicBezTo>
                      <a:pt x="2251" y="3033"/>
                      <a:pt x="9699" y="-1424"/>
                      <a:pt x="17051" y="414"/>
                    </a:cubicBezTo>
                    <a:cubicBezTo>
                      <a:pt x="21961" y="1648"/>
                      <a:pt x="25788" y="5475"/>
                      <a:pt x="27022" y="10385"/>
                    </a:cubicBezTo>
                    <a:lnTo>
                      <a:pt x="27022" y="63329"/>
                    </a:lnTo>
                    <a:cubicBezTo>
                      <a:pt x="27036" y="70599"/>
                      <a:pt x="21385" y="76606"/>
                      <a:pt x="14130" y="7704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13700">
                <a:solidFill>
                  <a:schemeClr val="accent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718" name="Google Shape;718;p37"/>
              <p:cNvSpPr/>
              <p:nvPr/>
            </p:nvSpPr>
            <p:spPr>
              <a:xfrm>
                <a:off x="5980091" y="3197474"/>
                <a:ext cx="123444" cy="123444"/>
              </a:xfrm>
              <a:custGeom>
                <a:rect b="b" l="l" r="r" t="t"/>
                <a:pathLst>
                  <a:path extrusionOk="0" h="123444" w="123444">
                    <a:moveTo>
                      <a:pt x="129205" y="64465"/>
                    </a:moveTo>
                    <a:cubicBezTo>
                      <a:pt x="129287" y="100141"/>
                      <a:pt x="100415" y="129122"/>
                      <a:pt x="64740" y="129205"/>
                    </a:cubicBezTo>
                    <a:cubicBezTo>
                      <a:pt x="29064" y="129287"/>
                      <a:pt x="82" y="100415"/>
                      <a:pt x="0" y="64740"/>
                    </a:cubicBezTo>
                    <a:cubicBezTo>
                      <a:pt x="-82" y="29064"/>
                      <a:pt x="28790" y="82"/>
                      <a:pt x="64465" y="0"/>
                    </a:cubicBezTo>
                    <a:cubicBezTo>
                      <a:pt x="64561" y="0"/>
                      <a:pt x="64643" y="0"/>
                      <a:pt x="64740" y="0"/>
                    </a:cubicBezTo>
                    <a:cubicBezTo>
                      <a:pt x="100346" y="0"/>
                      <a:pt x="129205" y="28859"/>
                      <a:pt x="129205" y="644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719" name="Google Shape;719;p37"/>
              <p:cNvSpPr/>
              <p:nvPr/>
            </p:nvSpPr>
            <p:spPr>
              <a:xfrm>
                <a:off x="5600980" y="1200833"/>
                <a:ext cx="877824" cy="987552"/>
              </a:xfrm>
              <a:custGeom>
                <a:rect b="b" l="l" r="r" t="t"/>
                <a:pathLst>
                  <a:path extrusionOk="0" h="987552" w="877824">
                    <a:moveTo>
                      <a:pt x="849158" y="222202"/>
                    </a:moveTo>
                    <a:lnTo>
                      <a:pt x="482255" y="10290"/>
                    </a:lnTo>
                    <a:cubicBezTo>
                      <a:pt x="458485" y="-3430"/>
                      <a:pt x="429215" y="-3430"/>
                      <a:pt x="405445" y="10290"/>
                    </a:cubicBezTo>
                    <a:lnTo>
                      <a:pt x="38405" y="222202"/>
                    </a:lnTo>
                    <a:cubicBezTo>
                      <a:pt x="14662" y="235946"/>
                      <a:pt x="28" y="261293"/>
                      <a:pt x="0" y="288725"/>
                    </a:cubicBezTo>
                    <a:lnTo>
                      <a:pt x="0" y="712412"/>
                    </a:lnTo>
                    <a:cubicBezTo>
                      <a:pt x="41" y="739885"/>
                      <a:pt x="14662" y="765260"/>
                      <a:pt x="38405" y="779072"/>
                    </a:cubicBezTo>
                    <a:lnTo>
                      <a:pt x="405445" y="990847"/>
                    </a:lnTo>
                    <a:cubicBezTo>
                      <a:pt x="429215" y="1004563"/>
                      <a:pt x="458485" y="1004563"/>
                      <a:pt x="482255" y="990847"/>
                    </a:cubicBezTo>
                    <a:lnTo>
                      <a:pt x="849158" y="779072"/>
                    </a:lnTo>
                    <a:cubicBezTo>
                      <a:pt x="872982" y="765315"/>
                      <a:pt x="887659" y="739913"/>
                      <a:pt x="887700" y="712412"/>
                    </a:cubicBezTo>
                    <a:lnTo>
                      <a:pt x="887700" y="288725"/>
                    </a:lnTo>
                    <a:cubicBezTo>
                      <a:pt x="887700" y="261252"/>
                      <a:pt x="872996" y="235863"/>
                      <a:pt x="849158" y="22220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720" name="Google Shape;720;p37"/>
              <p:cNvSpPr/>
              <p:nvPr/>
            </p:nvSpPr>
            <p:spPr>
              <a:xfrm>
                <a:off x="5692602" y="1304595"/>
                <a:ext cx="699516" cy="781812"/>
              </a:xfrm>
              <a:custGeom>
                <a:rect b="b" l="l" r="r" t="t"/>
                <a:pathLst>
                  <a:path extrusionOk="0" h="781812" w="699516">
                    <a:moveTo>
                      <a:pt x="704318" y="563798"/>
                    </a:moveTo>
                    <a:lnTo>
                      <a:pt x="704318" y="229814"/>
                    </a:lnTo>
                    <a:cubicBezTo>
                      <a:pt x="704428" y="207223"/>
                      <a:pt x="692440" y="186293"/>
                      <a:pt x="672909" y="174950"/>
                    </a:cubicBezTo>
                    <a:lnTo>
                      <a:pt x="383638" y="8437"/>
                    </a:lnTo>
                    <a:cubicBezTo>
                      <a:pt x="364203" y="-2812"/>
                      <a:pt x="340241" y="-2812"/>
                      <a:pt x="320819" y="8437"/>
                    </a:cubicBezTo>
                    <a:lnTo>
                      <a:pt x="31411" y="175361"/>
                    </a:lnTo>
                    <a:cubicBezTo>
                      <a:pt x="11825" y="186663"/>
                      <a:pt x="-163" y="207621"/>
                      <a:pt x="2" y="230225"/>
                    </a:cubicBezTo>
                    <a:lnTo>
                      <a:pt x="2" y="564210"/>
                    </a:lnTo>
                    <a:cubicBezTo>
                      <a:pt x="-163" y="586814"/>
                      <a:pt x="11825" y="607772"/>
                      <a:pt x="31411" y="619074"/>
                    </a:cubicBezTo>
                    <a:lnTo>
                      <a:pt x="320682" y="785997"/>
                    </a:lnTo>
                    <a:cubicBezTo>
                      <a:pt x="340117" y="797245"/>
                      <a:pt x="364079" y="797245"/>
                      <a:pt x="383501" y="785997"/>
                    </a:cubicBezTo>
                    <a:lnTo>
                      <a:pt x="672772" y="619074"/>
                    </a:lnTo>
                    <a:cubicBezTo>
                      <a:pt x="692495" y="607689"/>
                      <a:pt x="704552" y="586567"/>
                      <a:pt x="704318" y="56379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grpSp>
            <p:nvGrpSpPr>
              <p:cNvPr id="721" name="Google Shape;721;p37"/>
              <p:cNvGrpSpPr/>
              <p:nvPr/>
            </p:nvGrpSpPr>
            <p:grpSpPr>
              <a:xfrm>
                <a:off x="5860642" y="1470777"/>
                <a:ext cx="367525" cy="434924"/>
                <a:chOff x="5917161" y="1470777"/>
                <a:chExt cx="367525" cy="434924"/>
              </a:xfrm>
            </p:grpSpPr>
            <p:sp>
              <p:nvSpPr>
                <p:cNvPr id="722" name="Google Shape;722;p37"/>
                <p:cNvSpPr/>
                <p:nvPr/>
              </p:nvSpPr>
              <p:spPr>
                <a:xfrm>
                  <a:off x="5988325" y="1565264"/>
                  <a:ext cx="219456" cy="260604"/>
                </a:xfrm>
                <a:custGeom>
                  <a:rect b="b" l="l" r="r" t="t"/>
                  <a:pathLst>
                    <a:path extrusionOk="0" h="260604" w="219456">
                      <a:moveTo>
                        <a:pt x="189148" y="196556"/>
                      </a:moveTo>
                      <a:cubicBezTo>
                        <a:pt x="235288" y="154516"/>
                        <a:pt x="238608" y="83029"/>
                        <a:pt x="196555" y="36888"/>
                      </a:cubicBezTo>
                      <a:cubicBezTo>
                        <a:pt x="154515" y="-9239"/>
                        <a:pt x="83027" y="-12558"/>
                        <a:pt x="36900" y="29481"/>
                      </a:cubicBezTo>
                      <a:cubicBezTo>
                        <a:pt x="-9240" y="71535"/>
                        <a:pt x="-12560" y="143009"/>
                        <a:pt x="29480" y="189149"/>
                      </a:cubicBezTo>
                      <a:cubicBezTo>
                        <a:pt x="32251" y="192181"/>
                        <a:pt x="35186" y="195075"/>
                        <a:pt x="38272" y="197790"/>
                      </a:cubicBezTo>
                      <a:cubicBezTo>
                        <a:pt x="56240" y="215758"/>
                        <a:pt x="54594" y="254163"/>
                        <a:pt x="54182" y="254575"/>
                      </a:cubicBezTo>
                      <a:cubicBezTo>
                        <a:pt x="54073" y="256522"/>
                        <a:pt x="54827" y="258429"/>
                        <a:pt x="56240" y="259787"/>
                      </a:cubicBezTo>
                      <a:cubicBezTo>
                        <a:pt x="57584" y="261048"/>
                        <a:pt x="59340" y="261789"/>
                        <a:pt x="61177" y="261844"/>
                      </a:cubicBezTo>
                      <a:lnTo>
                        <a:pt x="165145" y="261844"/>
                      </a:lnTo>
                      <a:cubicBezTo>
                        <a:pt x="166997" y="261858"/>
                        <a:pt x="168779" y="261117"/>
                        <a:pt x="170082" y="259787"/>
                      </a:cubicBezTo>
                      <a:cubicBezTo>
                        <a:pt x="171303" y="258319"/>
                        <a:pt x="171975" y="256481"/>
                        <a:pt x="172003" y="254575"/>
                      </a:cubicBezTo>
                      <a:cubicBezTo>
                        <a:pt x="172003" y="254575"/>
                        <a:pt x="170082" y="215758"/>
                        <a:pt x="187913" y="197790"/>
                      </a:cubicBezTo>
                      <a:close/>
                    </a:path>
                  </a:pathLst>
                </a:custGeom>
                <a:solidFill>
                  <a:srgbClr val="9B2F2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723" name="Google Shape;723;p37"/>
                <p:cNvSpPr/>
                <p:nvPr/>
              </p:nvSpPr>
              <p:spPr>
                <a:xfrm>
                  <a:off x="6040339" y="1834652"/>
                  <a:ext cx="109728" cy="27432"/>
                </a:xfrm>
                <a:custGeom>
                  <a:rect b="b" l="l" r="r" t="t"/>
                  <a:pathLst>
                    <a:path extrusionOk="0" h="27432" w="109728">
                      <a:moveTo>
                        <a:pt x="123281" y="17008"/>
                      </a:moveTo>
                      <a:cubicBezTo>
                        <a:pt x="123199" y="7599"/>
                        <a:pt x="115545" y="0"/>
                        <a:pt x="106136" y="0"/>
                      </a:cubicBezTo>
                      <a:lnTo>
                        <a:pt x="15611" y="0"/>
                      </a:lnTo>
                      <a:cubicBezTo>
                        <a:pt x="6174" y="851"/>
                        <a:pt x="-780" y="9176"/>
                        <a:pt x="70" y="18613"/>
                      </a:cubicBezTo>
                      <a:cubicBezTo>
                        <a:pt x="811" y="26870"/>
                        <a:pt x="7354" y="33412"/>
                        <a:pt x="15611" y="34153"/>
                      </a:cubicBezTo>
                      <a:lnTo>
                        <a:pt x="105725" y="34153"/>
                      </a:lnTo>
                      <a:cubicBezTo>
                        <a:pt x="115257" y="34153"/>
                        <a:pt x="123062" y="26541"/>
                        <a:pt x="123281" y="17008"/>
                      </a:cubicBezTo>
                      <a:close/>
                    </a:path>
                  </a:pathLst>
                </a:custGeom>
                <a:solidFill>
                  <a:srgbClr val="9B2F2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724" name="Google Shape;724;p37"/>
                <p:cNvSpPr/>
                <p:nvPr/>
              </p:nvSpPr>
              <p:spPr>
                <a:xfrm>
                  <a:off x="6050051" y="1878269"/>
                  <a:ext cx="96012" cy="27432"/>
                </a:xfrm>
                <a:custGeom>
                  <a:rect b="b" l="l" r="r" t="t"/>
                  <a:pathLst>
                    <a:path extrusionOk="0" h="27432" w="96012">
                      <a:moveTo>
                        <a:pt x="80787" y="0"/>
                      </a:moveTo>
                      <a:lnTo>
                        <a:pt x="17145" y="0"/>
                      </a:lnTo>
                      <a:cubicBezTo>
                        <a:pt x="7681" y="0"/>
                        <a:pt x="0" y="7681"/>
                        <a:pt x="0" y="17145"/>
                      </a:cubicBezTo>
                      <a:cubicBezTo>
                        <a:pt x="0" y="26609"/>
                        <a:pt x="7681" y="34290"/>
                        <a:pt x="17145" y="34290"/>
                      </a:cubicBezTo>
                      <a:lnTo>
                        <a:pt x="80787" y="34290"/>
                      </a:lnTo>
                      <a:cubicBezTo>
                        <a:pt x="90197" y="34221"/>
                        <a:pt x="97795" y="26554"/>
                        <a:pt x="97795" y="17145"/>
                      </a:cubicBezTo>
                      <a:cubicBezTo>
                        <a:pt x="97878" y="7750"/>
                        <a:pt x="90320" y="82"/>
                        <a:pt x="80924" y="0"/>
                      </a:cubicBezTo>
                      <a:cubicBezTo>
                        <a:pt x="80883" y="0"/>
                        <a:pt x="80828" y="0"/>
                        <a:pt x="80787" y="0"/>
                      </a:cubicBezTo>
                      <a:close/>
                    </a:path>
                  </a:pathLst>
                </a:custGeom>
                <a:solidFill>
                  <a:srgbClr val="9B2F2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725" name="Google Shape;725;p37"/>
                <p:cNvSpPr/>
                <p:nvPr/>
              </p:nvSpPr>
              <p:spPr>
                <a:xfrm>
                  <a:off x="6094491" y="1470777"/>
                  <a:ext cx="13716" cy="54864"/>
                </a:xfrm>
                <a:custGeom>
                  <a:rect b="b" l="l" r="r" t="t"/>
                  <a:pathLst>
                    <a:path extrusionOk="0" h="54864" w="13716">
                      <a:moveTo>
                        <a:pt x="13716" y="52934"/>
                      </a:moveTo>
                      <a:lnTo>
                        <a:pt x="13716" y="5613"/>
                      </a:lnTo>
                      <a:cubicBezTo>
                        <a:pt x="12961" y="1828"/>
                        <a:pt x="9272" y="-627"/>
                        <a:pt x="5486" y="141"/>
                      </a:cubicBezTo>
                      <a:cubicBezTo>
                        <a:pt x="2716" y="689"/>
                        <a:pt x="562" y="2843"/>
                        <a:pt x="0" y="5613"/>
                      </a:cubicBezTo>
                      <a:lnTo>
                        <a:pt x="0" y="52934"/>
                      </a:lnTo>
                      <a:cubicBezTo>
                        <a:pt x="68" y="56719"/>
                        <a:pt x="3086" y="59778"/>
                        <a:pt x="6858" y="59929"/>
                      </a:cubicBezTo>
                      <a:cubicBezTo>
                        <a:pt x="10671" y="59860"/>
                        <a:pt x="13716" y="56747"/>
                        <a:pt x="13716" y="52934"/>
                      </a:cubicBezTo>
                      <a:close/>
                    </a:path>
                  </a:pathLst>
                </a:custGeom>
                <a:solidFill>
                  <a:srgbClr val="9B2F2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726" name="Google Shape;726;p37"/>
                <p:cNvSpPr/>
                <p:nvPr/>
              </p:nvSpPr>
              <p:spPr>
                <a:xfrm>
                  <a:off x="6179802" y="1503331"/>
                  <a:ext cx="27432" cy="41148"/>
                </a:xfrm>
                <a:custGeom>
                  <a:rect b="b" l="l" r="r" t="t"/>
                  <a:pathLst>
                    <a:path extrusionOk="0" h="41148" w="27432">
                      <a:moveTo>
                        <a:pt x="36899" y="1314"/>
                      </a:moveTo>
                      <a:cubicBezTo>
                        <a:pt x="33909" y="-894"/>
                        <a:pt x="29698" y="-250"/>
                        <a:pt x="27503" y="2727"/>
                      </a:cubicBezTo>
                      <a:cubicBezTo>
                        <a:pt x="27476" y="2768"/>
                        <a:pt x="27462" y="2795"/>
                        <a:pt x="27434" y="2823"/>
                      </a:cubicBezTo>
                      <a:lnTo>
                        <a:pt x="1374" y="42050"/>
                      </a:lnTo>
                      <a:cubicBezTo>
                        <a:pt x="-903" y="45082"/>
                        <a:pt x="-286" y="49375"/>
                        <a:pt x="2746" y="51652"/>
                      </a:cubicBezTo>
                      <a:cubicBezTo>
                        <a:pt x="3898" y="52516"/>
                        <a:pt x="5283" y="52996"/>
                        <a:pt x="6724" y="53023"/>
                      </a:cubicBezTo>
                      <a:cubicBezTo>
                        <a:pt x="9055" y="53023"/>
                        <a:pt x="11209" y="51761"/>
                        <a:pt x="12347" y="49731"/>
                      </a:cubicBezTo>
                      <a:lnTo>
                        <a:pt x="38545" y="10641"/>
                      </a:lnTo>
                      <a:cubicBezTo>
                        <a:pt x="40698" y="7802"/>
                        <a:pt x="40149" y="3769"/>
                        <a:pt x="37324" y="1602"/>
                      </a:cubicBezTo>
                      <a:cubicBezTo>
                        <a:pt x="37187" y="1506"/>
                        <a:pt x="37036" y="1410"/>
                        <a:pt x="36899" y="1314"/>
                      </a:cubicBezTo>
                      <a:close/>
                    </a:path>
                  </a:pathLst>
                </a:custGeom>
                <a:solidFill>
                  <a:srgbClr val="9B2F2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727" name="Google Shape;727;p37"/>
                <p:cNvSpPr/>
                <p:nvPr/>
              </p:nvSpPr>
              <p:spPr>
                <a:xfrm>
                  <a:off x="5985953" y="1501035"/>
                  <a:ext cx="27432" cy="41148"/>
                </a:xfrm>
                <a:custGeom>
                  <a:rect b="b" l="l" r="r" t="t"/>
                  <a:pathLst>
                    <a:path extrusionOk="0" h="41148" w="27432">
                      <a:moveTo>
                        <a:pt x="32551" y="53674"/>
                      </a:moveTo>
                      <a:cubicBezTo>
                        <a:pt x="33882" y="53646"/>
                        <a:pt x="35171" y="53221"/>
                        <a:pt x="36254" y="52439"/>
                      </a:cubicBezTo>
                      <a:cubicBezTo>
                        <a:pt x="39409" y="50245"/>
                        <a:pt x="40301" y="45979"/>
                        <a:pt x="38312" y="42701"/>
                      </a:cubicBezTo>
                      <a:lnTo>
                        <a:pt x="12938" y="3199"/>
                      </a:lnTo>
                      <a:cubicBezTo>
                        <a:pt x="10812" y="-52"/>
                        <a:pt x="6463" y="-984"/>
                        <a:pt x="3199" y="1141"/>
                      </a:cubicBezTo>
                      <a:cubicBezTo>
                        <a:pt x="-52" y="3268"/>
                        <a:pt x="-984" y="7629"/>
                        <a:pt x="1142" y="10880"/>
                      </a:cubicBezTo>
                      <a:lnTo>
                        <a:pt x="26379" y="50382"/>
                      </a:lnTo>
                      <a:cubicBezTo>
                        <a:pt x="27682" y="52522"/>
                        <a:pt x="30041" y="53784"/>
                        <a:pt x="32551" y="53674"/>
                      </a:cubicBezTo>
                      <a:close/>
                    </a:path>
                  </a:pathLst>
                </a:custGeom>
                <a:solidFill>
                  <a:srgbClr val="9B2F2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728" name="Google Shape;728;p37"/>
                <p:cNvSpPr/>
                <p:nvPr/>
              </p:nvSpPr>
              <p:spPr>
                <a:xfrm>
                  <a:off x="5917161" y="1574101"/>
                  <a:ext cx="54864" cy="27432"/>
                </a:xfrm>
                <a:custGeom>
                  <a:rect b="b" l="l" r="r" t="t"/>
                  <a:pathLst>
                    <a:path extrusionOk="0" h="27432" w="54864">
                      <a:moveTo>
                        <a:pt x="4234" y="13663"/>
                      </a:moveTo>
                      <a:lnTo>
                        <a:pt x="45382" y="36157"/>
                      </a:lnTo>
                      <a:cubicBezTo>
                        <a:pt x="46425" y="36336"/>
                        <a:pt x="47495" y="36336"/>
                        <a:pt x="48537" y="36157"/>
                      </a:cubicBezTo>
                      <a:cubicBezTo>
                        <a:pt x="51102" y="36253"/>
                        <a:pt x="53502" y="34868"/>
                        <a:pt x="54709" y="32591"/>
                      </a:cubicBezTo>
                      <a:cubicBezTo>
                        <a:pt x="56369" y="29162"/>
                        <a:pt x="55121" y="25047"/>
                        <a:pt x="51828" y="23127"/>
                      </a:cubicBezTo>
                      <a:lnTo>
                        <a:pt x="10680" y="770"/>
                      </a:lnTo>
                      <a:cubicBezTo>
                        <a:pt x="7306" y="-958"/>
                        <a:pt x="3164" y="317"/>
                        <a:pt x="1354" y="3650"/>
                      </a:cubicBezTo>
                      <a:cubicBezTo>
                        <a:pt x="-827" y="6462"/>
                        <a:pt x="-320" y="10508"/>
                        <a:pt x="2492" y="12703"/>
                      </a:cubicBezTo>
                      <a:cubicBezTo>
                        <a:pt x="3013" y="13101"/>
                        <a:pt x="3603" y="13430"/>
                        <a:pt x="4234" y="13663"/>
                      </a:cubicBezTo>
                      <a:close/>
                    </a:path>
                  </a:pathLst>
                </a:custGeom>
                <a:solidFill>
                  <a:srgbClr val="9B2F2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729" name="Google Shape;729;p37"/>
                <p:cNvSpPr/>
                <p:nvPr/>
              </p:nvSpPr>
              <p:spPr>
                <a:xfrm>
                  <a:off x="6229822" y="1575441"/>
                  <a:ext cx="54864" cy="27432"/>
                </a:xfrm>
                <a:custGeom>
                  <a:rect b="b" l="l" r="r" t="t"/>
                  <a:pathLst>
                    <a:path extrusionOk="0" h="27432" w="54864">
                      <a:moveTo>
                        <a:pt x="6767" y="35504"/>
                      </a:moveTo>
                      <a:cubicBezTo>
                        <a:pt x="7851" y="35737"/>
                        <a:pt x="8975" y="35737"/>
                        <a:pt x="10059" y="35504"/>
                      </a:cubicBezTo>
                      <a:lnTo>
                        <a:pt x="51207" y="13009"/>
                      </a:lnTo>
                      <a:cubicBezTo>
                        <a:pt x="54581" y="11226"/>
                        <a:pt x="55870" y="7057"/>
                        <a:pt x="54087" y="3682"/>
                      </a:cubicBezTo>
                      <a:cubicBezTo>
                        <a:pt x="52304" y="308"/>
                        <a:pt x="48134" y="-981"/>
                        <a:pt x="44760" y="802"/>
                      </a:cubicBezTo>
                      <a:lnTo>
                        <a:pt x="3612" y="23159"/>
                      </a:lnTo>
                      <a:cubicBezTo>
                        <a:pt x="320" y="25079"/>
                        <a:pt x="-928" y="29194"/>
                        <a:pt x="732" y="32623"/>
                      </a:cubicBezTo>
                      <a:cubicBezTo>
                        <a:pt x="2049" y="34639"/>
                        <a:pt x="4380" y="35737"/>
                        <a:pt x="6767" y="35504"/>
                      </a:cubicBezTo>
                      <a:close/>
                    </a:path>
                  </a:pathLst>
                </a:custGeom>
                <a:solidFill>
                  <a:srgbClr val="9B2F2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  <p:pic>
            <p:nvPicPr>
              <p:cNvPr id="730" name="Google Shape;730;p3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7533293" y="5131704"/>
                <a:ext cx="1303020" cy="1412748"/>
              </a:xfrm>
              <a:custGeom>
                <a:rect b="b" l="l" r="r" t="t"/>
                <a:pathLst>
                  <a:path extrusionOk="0" h="1412748" w="1303020">
                    <a:moveTo>
                      <a:pt x="0" y="0"/>
                    </a:moveTo>
                    <a:lnTo>
                      <a:pt x="1310152" y="0"/>
                    </a:lnTo>
                    <a:lnTo>
                      <a:pt x="1310152" y="1415491"/>
                    </a:lnTo>
                    <a:lnTo>
                      <a:pt x="0" y="1415491"/>
                    </a:lnTo>
                    <a:close/>
                  </a:path>
                </a:pathLst>
              </a:custGeom>
              <a:noFill/>
              <a:ln>
                <a:noFill/>
              </a:ln>
            </p:spPr>
          </p:pic>
          <p:sp>
            <p:nvSpPr>
              <p:cNvPr id="731" name="Google Shape;731;p37"/>
              <p:cNvSpPr/>
              <p:nvPr/>
            </p:nvSpPr>
            <p:spPr>
              <a:xfrm>
                <a:off x="8142283" y="4352188"/>
                <a:ext cx="27432" cy="41148"/>
              </a:xfrm>
              <a:custGeom>
                <a:rect b="b" l="l" r="r" t="t"/>
                <a:pathLst>
                  <a:path extrusionOk="0" h="41148" w="27432">
                    <a:moveTo>
                      <a:pt x="13716" y="0"/>
                    </a:moveTo>
                    <a:cubicBezTo>
                      <a:pt x="21287" y="0"/>
                      <a:pt x="27432" y="6145"/>
                      <a:pt x="27432" y="13716"/>
                    </a:cubicBezTo>
                    <a:lnTo>
                      <a:pt x="27432" y="40462"/>
                    </a:lnTo>
                    <a:cubicBezTo>
                      <a:pt x="27432" y="48034"/>
                      <a:pt x="21287" y="54178"/>
                      <a:pt x="13716" y="54178"/>
                    </a:cubicBezTo>
                    <a:cubicBezTo>
                      <a:pt x="6145" y="54178"/>
                      <a:pt x="0" y="48034"/>
                      <a:pt x="0" y="40462"/>
                    </a:cubicBezTo>
                    <a:lnTo>
                      <a:pt x="0" y="13716"/>
                    </a:lnTo>
                    <a:cubicBezTo>
                      <a:pt x="0" y="6145"/>
                      <a:pt x="6145" y="0"/>
                      <a:pt x="13716" y="0"/>
                    </a:cubicBezTo>
                    <a:close/>
                  </a:path>
                </a:pathLst>
              </a:custGeom>
              <a:solidFill>
                <a:srgbClr val="7D307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732" name="Google Shape;732;p37"/>
              <p:cNvSpPr/>
              <p:nvPr/>
            </p:nvSpPr>
            <p:spPr>
              <a:xfrm>
                <a:off x="8091223" y="4274088"/>
                <a:ext cx="123444" cy="123444"/>
              </a:xfrm>
              <a:custGeom>
                <a:rect b="b" l="l" r="r" t="t"/>
                <a:pathLst>
                  <a:path extrusionOk="0" h="123444" w="123444">
                    <a:moveTo>
                      <a:pt x="0" y="64740"/>
                    </a:moveTo>
                    <a:cubicBezTo>
                      <a:pt x="-82" y="29064"/>
                      <a:pt x="28790" y="83"/>
                      <a:pt x="64465" y="0"/>
                    </a:cubicBezTo>
                    <a:cubicBezTo>
                      <a:pt x="100141" y="-82"/>
                      <a:pt x="129123" y="28790"/>
                      <a:pt x="129205" y="64466"/>
                    </a:cubicBezTo>
                    <a:cubicBezTo>
                      <a:pt x="129287" y="100141"/>
                      <a:pt x="100415" y="129123"/>
                      <a:pt x="64740" y="129205"/>
                    </a:cubicBezTo>
                    <a:cubicBezTo>
                      <a:pt x="64698" y="129205"/>
                      <a:pt x="64643" y="129205"/>
                      <a:pt x="64602" y="129205"/>
                    </a:cubicBezTo>
                    <a:cubicBezTo>
                      <a:pt x="28982" y="129205"/>
                      <a:pt x="82" y="100360"/>
                      <a:pt x="0" y="6474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733" name="Google Shape;733;p37"/>
              <p:cNvSpPr/>
              <p:nvPr/>
            </p:nvSpPr>
            <p:spPr>
              <a:xfrm>
                <a:off x="7712149" y="5297805"/>
                <a:ext cx="877824" cy="987552"/>
              </a:xfrm>
              <a:custGeom>
                <a:rect b="b" l="l" r="r" t="t"/>
                <a:pathLst>
                  <a:path extrusionOk="0" h="987552" w="877824">
                    <a:moveTo>
                      <a:pt x="849295" y="222062"/>
                    </a:moveTo>
                    <a:lnTo>
                      <a:pt x="482255" y="10287"/>
                    </a:lnTo>
                    <a:cubicBezTo>
                      <a:pt x="458444" y="-3429"/>
                      <a:pt x="429119" y="-3429"/>
                      <a:pt x="405308" y="10287"/>
                    </a:cubicBezTo>
                    <a:lnTo>
                      <a:pt x="38405" y="222199"/>
                    </a:lnTo>
                    <a:cubicBezTo>
                      <a:pt x="14662" y="235943"/>
                      <a:pt x="28" y="261290"/>
                      <a:pt x="0" y="288722"/>
                    </a:cubicBezTo>
                    <a:lnTo>
                      <a:pt x="0" y="712546"/>
                    </a:lnTo>
                    <a:cubicBezTo>
                      <a:pt x="28" y="739978"/>
                      <a:pt x="14662" y="765325"/>
                      <a:pt x="38405" y="779069"/>
                    </a:cubicBezTo>
                    <a:lnTo>
                      <a:pt x="405308" y="990844"/>
                    </a:lnTo>
                    <a:cubicBezTo>
                      <a:pt x="429078" y="1004697"/>
                      <a:pt x="458485" y="1004697"/>
                      <a:pt x="482255" y="990844"/>
                    </a:cubicBezTo>
                    <a:lnTo>
                      <a:pt x="849295" y="778383"/>
                    </a:lnTo>
                    <a:cubicBezTo>
                      <a:pt x="873038" y="764639"/>
                      <a:pt x="887672" y="739292"/>
                      <a:pt x="887700" y="711860"/>
                    </a:cubicBezTo>
                    <a:lnTo>
                      <a:pt x="887700" y="288036"/>
                    </a:lnTo>
                    <a:cubicBezTo>
                      <a:pt x="887480" y="260796"/>
                      <a:pt x="872873" y="235709"/>
                      <a:pt x="849295" y="22206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734" name="Google Shape;734;p37"/>
              <p:cNvSpPr/>
              <p:nvPr/>
            </p:nvSpPr>
            <p:spPr>
              <a:xfrm>
                <a:off x="7803907" y="5400881"/>
                <a:ext cx="699516" cy="781812"/>
              </a:xfrm>
              <a:custGeom>
                <a:rect b="b" l="l" r="r" t="t"/>
                <a:pathLst>
                  <a:path extrusionOk="0" h="781812" w="699516">
                    <a:moveTo>
                      <a:pt x="704044" y="564345"/>
                    </a:moveTo>
                    <a:lnTo>
                      <a:pt x="704044" y="230360"/>
                    </a:lnTo>
                    <a:cubicBezTo>
                      <a:pt x="704237" y="207743"/>
                      <a:pt x="692235" y="186784"/>
                      <a:pt x="672635" y="175496"/>
                    </a:cubicBezTo>
                    <a:lnTo>
                      <a:pt x="383502" y="8435"/>
                    </a:lnTo>
                    <a:cubicBezTo>
                      <a:pt x="364025" y="-2812"/>
                      <a:pt x="340022" y="-2812"/>
                      <a:pt x="320546" y="8435"/>
                    </a:cubicBezTo>
                    <a:lnTo>
                      <a:pt x="31412" y="176045"/>
                    </a:lnTo>
                    <a:cubicBezTo>
                      <a:pt x="11812" y="187333"/>
                      <a:pt x="-189" y="208291"/>
                      <a:pt x="2" y="230909"/>
                    </a:cubicBezTo>
                    <a:lnTo>
                      <a:pt x="2" y="564894"/>
                    </a:lnTo>
                    <a:cubicBezTo>
                      <a:pt x="-162" y="587497"/>
                      <a:pt x="11825" y="608456"/>
                      <a:pt x="31412" y="619758"/>
                    </a:cubicBezTo>
                    <a:lnTo>
                      <a:pt x="320546" y="786818"/>
                    </a:lnTo>
                    <a:cubicBezTo>
                      <a:pt x="340063" y="797928"/>
                      <a:pt x="363984" y="797928"/>
                      <a:pt x="383502" y="786818"/>
                    </a:cubicBezTo>
                    <a:lnTo>
                      <a:pt x="672635" y="619758"/>
                    </a:lnTo>
                    <a:cubicBezTo>
                      <a:pt x="692386" y="608359"/>
                      <a:pt x="704415" y="587155"/>
                      <a:pt x="704044" y="56434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grpSp>
            <p:nvGrpSpPr>
              <p:cNvPr id="735" name="Google Shape;735;p37"/>
              <p:cNvGrpSpPr/>
              <p:nvPr/>
            </p:nvGrpSpPr>
            <p:grpSpPr>
              <a:xfrm>
                <a:off x="7969736" y="5665240"/>
                <a:ext cx="365531" cy="260621"/>
                <a:chOff x="8026255" y="5665240"/>
                <a:chExt cx="365531" cy="260621"/>
              </a:xfrm>
            </p:grpSpPr>
            <p:sp>
              <p:nvSpPr>
                <p:cNvPr id="736" name="Google Shape;736;p37"/>
                <p:cNvSpPr/>
                <p:nvPr/>
              </p:nvSpPr>
              <p:spPr>
                <a:xfrm>
                  <a:off x="8269165" y="5697587"/>
                  <a:ext cx="82296" cy="109728"/>
                </a:xfrm>
                <a:custGeom>
                  <a:rect b="b" l="l" r="r" t="t"/>
                  <a:pathLst>
                    <a:path extrusionOk="0" h="109728" w="82296">
                      <a:moveTo>
                        <a:pt x="75438" y="11972"/>
                      </a:moveTo>
                      <a:cubicBezTo>
                        <a:pt x="66152" y="3332"/>
                        <a:pt x="53643" y="-948"/>
                        <a:pt x="41011" y="177"/>
                      </a:cubicBezTo>
                      <a:cubicBezTo>
                        <a:pt x="32329" y="-153"/>
                        <a:pt x="23687" y="1535"/>
                        <a:pt x="15773" y="5114"/>
                      </a:cubicBezTo>
                      <a:cubicBezTo>
                        <a:pt x="17378" y="14167"/>
                        <a:pt x="18160" y="23357"/>
                        <a:pt x="18105" y="32546"/>
                      </a:cubicBezTo>
                      <a:cubicBezTo>
                        <a:pt x="18201" y="50254"/>
                        <a:pt x="12564" y="67522"/>
                        <a:pt x="2057" y="81787"/>
                      </a:cubicBezTo>
                      <a:lnTo>
                        <a:pt x="0" y="84119"/>
                      </a:lnTo>
                      <a:cubicBezTo>
                        <a:pt x="6680" y="101236"/>
                        <a:pt x="22796" y="112840"/>
                        <a:pt x="41148" y="113745"/>
                      </a:cubicBezTo>
                      <a:cubicBezTo>
                        <a:pt x="54946" y="113389"/>
                        <a:pt x="67743" y="106448"/>
                        <a:pt x="75575" y="95091"/>
                      </a:cubicBezTo>
                      <a:cubicBezTo>
                        <a:pt x="92322" y="69772"/>
                        <a:pt x="92322" y="36881"/>
                        <a:pt x="75575" y="1156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737" name="Google Shape;737;p37"/>
                <p:cNvSpPr/>
                <p:nvPr/>
              </p:nvSpPr>
              <p:spPr>
                <a:xfrm>
                  <a:off x="8295774" y="5816133"/>
                  <a:ext cx="96012" cy="109728"/>
                </a:xfrm>
                <a:custGeom>
                  <a:rect b="b" l="l" r="r" t="t"/>
                  <a:pathLst>
                    <a:path extrusionOk="0" h="109728" w="96012">
                      <a:moveTo>
                        <a:pt x="102733" y="80376"/>
                      </a:moveTo>
                      <a:cubicBezTo>
                        <a:pt x="101910" y="28666"/>
                        <a:pt x="95463" y="11796"/>
                        <a:pt x="48692" y="1783"/>
                      </a:cubicBezTo>
                      <a:lnTo>
                        <a:pt x="39914" y="0"/>
                      </a:lnTo>
                      <a:cubicBezTo>
                        <a:pt x="36265" y="4046"/>
                        <a:pt x="31492" y="6913"/>
                        <a:pt x="26198" y="8230"/>
                      </a:cubicBezTo>
                      <a:cubicBezTo>
                        <a:pt x="36347" y="24003"/>
                        <a:pt x="38405" y="45674"/>
                        <a:pt x="38953" y="75575"/>
                      </a:cubicBezTo>
                      <a:lnTo>
                        <a:pt x="38953" y="75575"/>
                      </a:lnTo>
                      <a:lnTo>
                        <a:pt x="38953" y="79004"/>
                      </a:lnTo>
                      <a:cubicBezTo>
                        <a:pt x="39022" y="79319"/>
                        <a:pt x="39022" y="79648"/>
                        <a:pt x="38953" y="79964"/>
                      </a:cubicBezTo>
                      <a:lnTo>
                        <a:pt x="38953" y="84902"/>
                      </a:lnTo>
                      <a:cubicBezTo>
                        <a:pt x="38899" y="86329"/>
                        <a:pt x="38569" y="87714"/>
                        <a:pt x="37993" y="89017"/>
                      </a:cubicBezTo>
                      <a:cubicBezTo>
                        <a:pt x="37033" y="90937"/>
                        <a:pt x="29078" y="104790"/>
                        <a:pt x="0" y="114391"/>
                      </a:cubicBezTo>
                      <a:cubicBezTo>
                        <a:pt x="4526" y="114391"/>
                        <a:pt x="9189" y="114391"/>
                        <a:pt x="14402" y="114391"/>
                      </a:cubicBezTo>
                      <a:cubicBezTo>
                        <a:pt x="25909" y="114460"/>
                        <a:pt x="37417" y="113733"/>
                        <a:pt x="48829" y="112197"/>
                      </a:cubicBezTo>
                      <a:cubicBezTo>
                        <a:pt x="94092" y="105888"/>
                        <a:pt x="103007" y="88056"/>
                        <a:pt x="103007" y="88056"/>
                      </a:cubicBezTo>
                      <a:lnTo>
                        <a:pt x="103007" y="83805"/>
                      </a:lnTo>
                      <a:cubicBezTo>
                        <a:pt x="103007" y="83805"/>
                        <a:pt x="102733" y="83942"/>
                        <a:pt x="102733" y="80376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738" name="Google Shape;738;p37"/>
                <p:cNvSpPr/>
                <p:nvPr/>
              </p:nvSpPr>
              <p:spPr>
                <a:xfrm>
                  <a:off x="8026255" y="5816133"/>
                  <a:ext cx="96012" cy="109728"/>
                </a:xfrm>
                <a:custGeom>
                  <a:rect b="b" l="l" r="r" t="t"/>
                  <a:pathLst>
                    <a:path extrusionOk="0" h="109728" w="96012">
                      <a:moveTo>
                        <a:pt x="64877" y="88879"/>
                      </a:moveTo>
                      <a:cubicBezTo>
                        <a:pt x="64287" y="87631"/>
                        <a:pt x="63958" y="86273"/>
                        <a:pt x="63917" y="84902"/>
                      </a:cubicBezTo>
                      <a:lnTo>
                        <a:pt x="63917" y="78318"/>
                      </a:lnTo>
                      <a:cubicBezTo>
                        <a:pt x="63917" y="78318"/>
                        <a:pt x="63917" y="77495"/>
                        <a:pt x="63917" y="77084"/>
                      </a:cubicBezTo>
                      <a:cubicBezTo>
                        <a:pt x="63917" y="76672"/>
                        <a:pt x="63917" y="75301"/>
                        <a:pt x="63917" y="73518"/>
                      </a:cubicBezTo>
                      <a:cubicBezTo>
                        <a:pt x="63917" y="43754"/>
                        <a:pt x="67209" y="23043"/>
                        <a:pt x="76536" y="8230"/>
                      </a:cubicBezTo>
                      <a:cubicBezTo>
                        <a:pt x="71241" y="6913"/>
                        <a:pt x="66468" y="4046"/>
                        <a:pt x="62820" y="0"/>
                      </a:cubicBezTo>
                      <a:cubicBezTo>
                        <a:pt x="8641" y="9738"/>
                        <a:pt x="960" y="25237"/>
                        <a:pt x="0" y="78592"/>
                      </a:cubicBezTo>
                      <a:cubicBezTo>
                        <a:pt x="69" y="79964"/>
                        <a:pt x="69" y="81336"/>
                        <a:pt x="0" y="82707"/>
                      </a:cubicBezTo>
                      <a:lnTo>
                        <a:pt x="0" y="88468"/>
                      </a:lnTo>
                      <a:cubicBezTo>
                        <a:pt x="0" y="88468"/>
                        <a:pt x="13030" y="114803"/>
                        <a:pt x="88606" y="114803"/>
                      </a:cubicBezTo>
                      <a:cubicBezTo>
                        <a:pt x="93681" y="114803"/>
                        <a:pt x="98344" y="114803"/>
                        <a:pt x="102322" y="114803"/>
                      </a:cubicBezTo>
                      <a:cubicBezTo>
                        <a:pt x="73929" y="104790"/>
                        <a:pt x="66111" y="91211"/>
                        <a:pt x="64877" y="8887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739" name="Google Shape;739;p37"/>
                <p:cNvSpPr/>
                <p:nvPr/>
              </p:nvSpPr>
              <p:spPr>
                <a:xfrm>
                  <a:off x="8159026" y="5665240"/>
                  <a:ext cx="96012" cy="123444"/>
                </a:xfrm>
                <a:custGeom>
                  <a:rect b="b" l="l" r="r" t="t"/>
                  <a:pathLst>
                    <a:path extrusionOk="0" h="123444" w="96012">
                      <a:moveTo>
                        <a:pt x="92720" y="13869"/>
                      </a:moveTo>
                      <a:cubicBezTo>
                        <a:pt x="82132" y="4008"/>
                        <a:pt x="67908" y="-958"/>
                        <a:pt x="53492" y="153"/>
                      </a:cubicBezTo>
                      <a:cubicBezTo>
                        <a:pt x="7818" y="153"/>
                        <a:pt x="0" y="29232"/>
                        <a:pt x="0" y="65030"/>
                      </a:cubicBezTo>
                      <a:cubicBezTo>
                        <a:pt x="0" y="100829"/>
                        <a:pt x="24003" y="129907"/>
                        <a:pt x="53492" y="129907"/>
                      </a:cubicBezTo>
                      <a:cubicBezTo>
                        <a:pt x="69101" y="129577"/>
                        <a:pt x="83640" y="121897"/>
                        <a:pt x="92720" y="109196"/>
                      </a:cubicBezTo>
                      <a:cubicBezTo>
                        <a:pt x="111676" y="80351"/>
                        <a:pt x="111676" y="42989"/>
                        <a:pt x="92720" y="1414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740" name="Google Shape;740;p37"/>
                <p:cNvSpPr/>
                <p:nvPr/>
              </p:nvSpPr>
              <p:spPr>
                <a:xfrm>
                  <a:off x="8111705" y="5800359"/>
                  <a:ext cx="192024" cy="123444"/>
                </a:xfrm>
                <a:custGeom>
                  <a:rect b="b" l="l" r="r" t="t"/>
                  <a:pathLst>
                    <a:path extrusionOk="0" h="123444" w="192024">
                      <a:moveTo>
                        <a:pt x="201488" y="91485"/>
                      </a:moveTo>
                      <a:cubicBezTo>
                        <a:pt x="200528" y="32507"/>
                        <a:pt x="193258" y="13441"/>
                        <a:pt x="140040" y="2057"/>
                      </a:cubicBezTo>
                      <a:lnTo>
                        <a:pt x="130028" y="0"/>
                      </a:lnTo>
                      <a:cubicBezTo>
                        <a:pt x="113390" y="14991"/>
                        <a:pt x="88098" y="14991"/>
                        <a:pt x="71460" y="0"/>
                      </a:cubicBezTo>
                      <a:cubicBezTo>
                        <a:pt x="9876" y="11110"/>
                        <a:pt x="1234" y="28666"/>
                        <a:pt x="0" y="89428"/>
                      </a:cubicBezTo>
                      <a:cubicBezTo>
                        <a:pt x="0" y="94366"/>
                        <a:pt x="0" y="94640"/>
                        <a:pt x="0" y="94092"/>
                      </a:cubicBezTo>
                      <a:lnTo>
                        <a:pt x="0" y="100675"/>
                      </a:lnTo>
                      <a:cubicBezTo>
                        <a:pt x="0" y="100675"/>
                        <a:pt x="14814" y="130576"/>
                        <a:pt x="100950" y="130576"/>
                      </a:cubicBezTo>
                      <a:cubicBezTo>
                        <a:pt x="114062" y="130645"/>
                        <a:pt x="127175" y="129808"/>
                        <a:pt x="140178" y="128107"/>
                      </a:cubicBezTo>
                      <a:cubicBezTo>
                        <a:pt x="191613" y="120838"/>
                        <a:pt x="201762" y="100675"/>
                        <a:pt x="201762" y="100675"/>
                      </a:cubicBezTo>
                      <a:lnTo>
                        <a:pt x="201762" y="95737"/>
                      </a:lnTo>
                      <a:cubicBezTo>
                        <a:pt x="201762" y="95737"/>
                        <a:pt x="201625" y="95463"/>
                        <a:pt x="201488" y="9148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741" name="Google Shape;741;p37"/>
                <p:cNvSpPr/>
                <p:nvPr/>
              </p:nvSpPr>
              <p:spPr>
                <a:xfrm>
                  <a:off x="8068089" y="5697871"/>
                  <a:ext cx="82296" cy="109728"/>
                </a:xfrm>
                <a:custGeom>
                  <a:rect b="b" l="l" r="r" t="t"/>
                  <a:pathLst>
                    <a:path extrusionOk="0" h="109728" w="82296">
                      <a:moveTo>
                        <a:pt x="69814" y="32674"/>
                      </a:moveTo>
                      <a:cubicBezTo>
                        <a:pt x="69705" y="23471"/>
                        <a:pt x="70487" y="14294"/>
                        <a:pt x="72146" y="5242"/>
                      </a:cubicBezTo>
                      <a:cubicBezTo>
                        <a:pt x="64273" y="1525"/>
                        <a:pt x="55618" y="-258"/>
                        <a:pt x="46908" y="30"/>
                      </a:cubicBezTo>
                      <a:cubicBezTo>
                        <a:pt x="6858" y="30"/>
                        <a:pt x="0" y="25542"/>
                        <a:pt x="0" y="56951"/>
                      </a:cubicBezTo>
                      <a:cubicBezTo>
                        <a:pt x="0" y="88361"/>
                        <a:pt x="20985" y="114010"/>
                        <a:pt x="46908" y="114010"/>
                      </a:cubicBezTo>
                      <a:cubicBezTo>
                        <a:pt x="60735" y="113599"/>
                        <a:pt x="73545" y="106686"/>
                        <a:pt x="81473" y="95356"/>
                      </a:cubicBezTo>
                      <a:cubicBezTo>
                        <a:pt x="83997" y="92010"/>
                        <a:pt x="86123" y="88375"/>
                        <a:pt x="87782" y="84520"/>
                      </a:cubicBezTo>
                      <a:cubicBezTo>
                        <a:pt x="75918" y="69872"/>
                        <a:pt x="69554" y="51520"/>
                        <a:pt x="69814" y="3267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  <p:sp>
            <p:nvSpPr>
              <p:cNvPr id="742" name="Google Shape;742;p37"/>
              <p:cNvSpPr/>
              <p:nvPr/>
            </p:nvSpPr>
            <p:spPr>
              <a:xfrm>
                <a:off x="10134847" y="3180329"/>
                <a:ext cx="27432" cy="54864"/>
              </a:xfrm>
              <a:custGeom>
                <a:rect b="b" l="l" r="r" t="t"/>
                <a:pathLst>
                  <a:path extrusionOk="0" h="54864" w="27432">
                    <a:moveTo>
                      <a:pt x="13716" y="54864"/>
                    </a:moveTo>
                    <a:cubicBezTo>
                      <a:pt x="6145" y="54864"/>
                      <a:pt x="0" y="48719"/>
                      <a:pt x="0" y="41148"/>
                    </a:cubicBezTo>
                    <a:lnTo>
                      <a:pt x="0" y="13716"/>
                    </a:lnTo>
                    <a:cubicBezTo>
                      <a:pt x="0" y="6145"/>
                      <a:pt x="6145" y="0"/>
                      <a:pt x="13716" y="0"/>
                    </a:cubicBezTo>
                    <a:cubicBezTo>
                      <a:pt x="21287" y="0"/>
                      <a:pt x="27432" y="6145"/>
                      <a:pt x="27432" y="13716"/>
                    </a:cubicBezTo>
                    <a:lnTo>
                      <a:pt x="27432" y="41148"/>
                    </a:lnTo>
                    <a:cubicBezTo>
                      <a:pt x="27432" y="48719"/>
                      <a:pt x="21287" y="54864"/>
                      <a:pt x="13716" y="54864"/>
                    </a:cubicBezTo>
                    <a:close/>
                  </a:path>
                </a:pathLst>
              </a:custGeom>
              <a:solidFill>
                <a:srgbClr val="98C24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743" name="Google Shape;743;p37"/>
              <p:cNvSpPr/>
              <p:nvPr/>
            </p:nvSpPr>
            <p:spPr>
              <a:xfrm>
                <a:off x="10134847" y="2334600"/>
                <a:ext cx="27432" cy="809244"/>
              </a:xfrm>
              <a:custGeom>
                <a:rect b="b" l="l" r="r" t="t"/>
                <a:pathLst>
                  <a:path extrusionOk="0" h="809244" w="27432">
                    <a:moveTo>
                      <a:pt x="13716" y="821040"/>
                    </a:moveTo>
                    <a:cubicBezTo>
                      <a:pt x="6145" y="821040"/>
                      <a:pt x="0" y="814895"/>
                      <a:pt x="0" y="807324"/>
                    </a:cubicBezTo>
                    <a:lnTo>
                      <a:pt x="0" y="754380"/>
                    </a:lnTo>
                    <a:cubicBezTo>
                      <a:pt x="0" y="746809"/>
                      <a:pt x="6145" y="740664"/>
                      <a:pt x="13716" y="740664"/>
                    </a:cubicBezTo>
                    <a:cubicBezTo>
                      <a:pt x="21287" y="740664"/>
                      <a:pt x="27432" y="746809"/>
                      <a:pt x="27432" y="754380"/>
                    </a:cubicBezTo>
                    <a:lnTo>
                      <a:pt x="27432" y="807324"/>
                    </a:lnTo>
                    <a:cubicBezTo>
                      <a:pt x="27432" y="814895"/>
                      <a:pt x="21287" y="821040"/>
                      <a:pt x="13716" y="821040"/>
                    </a:cubicBezTo>
                    <a:close/>
                    <a:moveTo>
                      <a:pt x="13716" y="715289"/>
                    </a:moveTo>
                    <a:cubicBezTo>
                      <a:pt x="6145" y="715289"/>
                      <a:pt x="0" y="709145"/>
                      <a:pt x="0" y="701573"/>
                    </a:cubicBezTo>
                    <a:lnTo>
                      <a:pt x="0" y="648767"/>
                    </a:lnTo>
                    <a:cubicBezTo>
                      <a:pt x="0" y="641195"/>
                      <a:pt x="6145" y="635051"/>
                      <a:pt x="13716" y="635051"/>
                    </a:cubicBezTo>
                    <a:cubicBezTo>
                      <a:pt x="21287" y="635051"/>
                      <a:pt x="27432" y="641195"/>
                      <a:pt x="27432" y="648767"/>
                    </a:cubicBezTo>
                    <a:lnTo>
                      <a:pt x="27432" y="701573"/>
                    </a:lnTo>
                    <a:cubicBezTo>
                      <a:pt x="27432" y="709145"/>
                      <a:pt x="21287" y="715289"/>
                      <a:pt x="13716" y="715289"/>
                    </a:cubicBezTo>
                    <a:close/>
                    <a:moveTo>
                      <a:pt x="13716" y="609402"/>
                    </a:moveTo>
                    <a:cubicBezTo>
                      <a:pt x="6145" y="609402"/>
                      <a:pt x="0" y="603257"/>
                      <a:pt x="0" y="595686"/>
                    </a:cubicBezTo>
                    <a:lnTo>
                      <a:pt x="0" y="542742"/>
                    </a:lnTo>
                    <a:cubicBezTo>
                      <a:pt x="0" y="535171"/>
                      <a:pt x="6145" y="529026"/>
                      <a:pt x="13716" y="529026"/>
                    </a:cubicBezTo>
                    <a:cubicBezTo>
                      <a:pt x="21287" y="529026"/>
                      <a:pt x="27432" y="535171"/>
                      <a:pt x="27432" y="542742"/>
                    </a:cubicBezTo>
                    <a:lnTo>
                      <a:pt x="27432" y="595686"/>
                    </a:lnTo>
                    <a:cubicBezTo>
                      <a:pt x="27432" y="603257"/>
                      <a:pt x="21287" y="609402"/>
                      <a:pt x="13716" y="609402"/>
                    </a:cubicBezTo>
                    <a:close/>
                    <a:moveTo>
                      <a:pt x="13716" y="503651"/>
                    </a:moveTo>
                    <a:cubicBezTo>
                      <a:pt x="6145" y="503651"/>
                      <a:pt x="0" y="497507"/>
                      <a:pt x="0" y="489935"/>
                    </a:cubicBezTo>
                    <a:lnTo>
                      <a:pt x="0" y="437403"/>
                    </a:lnTo>
                    <a:cubicBezTo>
                      <a:pt x="0" y="429832"/>
                      <a:pt x="6145" y="423687"/>
                      <a:pt x="13716" y="423687"/>
                    </a:cubicBezTo>
                    <a:cubicBezTo>
                      <a:pt x="21287" y="423687"/>
                      <a:pt x="27432" y="429832"/>
                      <a:pt x="27432" y="437403"/>
                    </a:cubicBezTo>
                    <a:lnTo>
                      <a:pt x="27432" y="490896"/>
                    </a:lnTo>
                    <a:cubicBezTo>
                      <a:pt x="26925" y="498096"/>
                      <a:pt x="20931" y="503665"/>
                      <a:pt x="13716" y="503651"/>
                    </a:cubicBezTo>
                    <a:close/>
                    <a:moveTo>
                      <a:pt x="13716" y="397901"/>
                    </a:moveTo>
                    <a:cubicBezTo>
                      <a:pt x="6145" y="397901"/>
                      <a:pt x="0" y="391756"/>
                      <a:pt x="0" y="384185"/>
                    </a:cubicBezTo>
                    <a:lnTo>
                      <a:pt x="0" y="331378"/>
                    </a:lnTo>
                    <a:cubicBezTo>
                      <a:pt x="0" y="323807"/>
                      <a:pt x="6145" y="317662"/>
                      <a:pt x="13716" y="317662"/>
                    </a:cubicBezTo>
                    <a:cubicBezTo>
                      <a:pt x="21287" y="317662"/>
                      <a:pt x="27432" y="323807"/>
                      <a:pt x="27432" y="331378"/>
                    </a:cubicBezTo>
                    <a:lnTo>
                      <a:pt x="27432" y="384185"/>
                    </a:lnTo>
                    <a:cubicBezTo>
                      <a:pt x="27432" y="391756"/>
                      <a:pt x="21287" y="397901"/>
                      <a:pt x="13716" y="397901"/>
                    </a:cubicBezTo>
                    <a:close/>
                    <a:moveTo>
                      <a:pt x="13716" y="292014"/>
                    </a:moveTo>
                    <a:cubicBezTo>
                      <a:pt x="6145" y="292014"/>
                      <a:pt x="0" y="285869"/>
                      <a:pt x="0" y="278298"/>
                    </a:cubicBezTo>
                    <a:lnTo>
                      <a:pt x="0" y="225354"/>
                    </a:lnTo>
                    <a:cubicBezTo>
                      <a:pt x="0" y="217783"/>
                      <a:pt x="6145" y="211638"/>
                      <a:pt x="13716" y="211638"/>
                    </a:cubicBezTo>
                    <a:cubicBezTo>
                      <a:pt x="21287" y="211638"/>
                      <a:pt x="27432" y="217783"/>
                      <a:pt x="27432" y="225354"/>
                    </a:cubicBezTo>
                    <a:lnTo>
                      <a:pt x="27432" y="278298"/>
                    </a:lnTo>
                    <a:cubicBezTo>
                      <a:pt x="27432" y="285869"/>
                      <a:pt x="21287" y="292014"/>
                      <a:pt x="13716" y="292014"/>
                    </a:cubicBezTo>
                    <a:close/>
                    <a:moveTo>
                      <a:pt x="13716" y="186263"/>
                    </a:moveTo>
                    <a:cubicBezTo>
                      <a:pt x="6145" y="186263"/>
                      <a:pt x="0" y="180118"/>
                      <a:pt x="0" y="172547"/>
                    </a:cubicBezTo>
                    <a:lnTo>
                      <a:pt x="0" y="120564"/>
                    </a:lnTo>
                    <a:cubicBezTo>
                      <a:pt x="0" y="112992"/>
                      <a:pt x="6145" y="106848"/>
                      <a:pt x="13716" y="106848"/>
                    </a:cubicBezTo>
                    <a:cubicBezTo>
                      <a:pt x="21287" y="106848"/>
                      <a:pt x="27432" y="112992"/>
                      <a:pt x="27432" y="120564"/>
                    </a:cubicBezTo>
                    <a:lnTo>
                      <a:pt x="27432" y="173507"/>
                    </a:lnTo>
                    <a:cubicBezTo>
                      <a:pt x="26925" y="180708"/>
                      <a:pt x="20931" y="186277"/>
                      <a:pt x="13716" y="186263"/>
                    </a:cubicBezTo>
                    <a:close/>
                    <a:moveTo>
                      <a:pt x="13716" y="80376"/>
                    </a:moveTo>
                    <a:cubicBezTo>
                      <a:pt x="6145" y="80376"/>
                      <a:pt x="0" y="74231"/>
                      <a:pt x="0" y="66660"/>
                    </a:cubicBezTo>
                    <a:lnTo>
                      <a:pt x="0" y="13716"/>
                    </a:lnTo>
                    <a:cubicBezTo>
                      <a:pt x="0" y="6145"/>
                      <a:pt x="6145" y="0"/>
                      <a:pt x="13716" y="0"/>
                    </a:cubicBezTo>
                    <a:cubicBezTo>
                      <a:pt x="21287" y="0"/>
                      <a:pt x="27432" y="6145"/>
                      <a:pt x="27432" y="13716"/>
                    </a:cubicBezTo>
                    <a:lnTo>
                      <a:pt x="27432" y="66660"/>
                    </a:lnTo>
                    <a:cubicBezTo>
                      <a:pt x="27432" y="74231"/>
                      <a:pt x="21287" y="80376"/>
                      <a:pt x="13716" y="8037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744" name="Google Shape;744;p37"/>
              <p:cNvSpPr/>
              <p:nvPr/>
            </p:nvSpPr>
            <p:spPr>
              <a:xfrm>
                <a:off x="10083961" y="3197474"/>
                <a:ext cx="123444" cy="123444"/>
              </a:xfrm>
              <a:custGeom>
                <a:rect b="b" l="l" r="r" t="t"/>
                <a:pathLst>
                  <a:path extrusionOk="0" h="123444" w="123444">
                    <a:moveTo>
                      <a:pt x="129205" y="64465"/>
                    </a:moveTo>
                    <a:cubicBezTo>
                      <a:pt x="129273" y="100141"/>
                      <a:pt x="100415" y="129122"/>
                      <a:pt x="64739" y="129205"/>
                    </a:cubicBezTo>
                    <a:cubicBezTo>
                      <a:pt x="29064" y="129287"/>
                      <a:pt x="82" y="100415"/>
                      <a:pt x="0" y="64740"/>
                    </a:cubicBezTo>
                    <a:cubicBezTo>
                      <a:pt x="-69" y="29064"/>
                      <a:pt x="28790" y="82"/>
                      <a:pt x="64465" y="0"/>
                    </a:cubicBezTo>
                    <a:cubicBezTo>
                      <a:pt x="64507" y="0"/>
                      <a:pt x="64561" y="0"/>
                      <a:pt x="64602" y="0"/>
                    </a:cubicBezTo>
                    <a:cubicBezTo>
                      <a:pt x="100223" y="0"/>
                      <a:pt x="129136" y="28845"/>
                      <a:pt x="129205" y="6446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pic>
            <p:nvPicPr>
              <p:cNvPr id="745" name="Google Shape;745;p37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9526406" y="1033363"/>
                <a:ext cx="1303020" cy="1412748"/>
              </a:xfrm>
              <a:custGeom>
                <a:rect b="b" l="l" r="r" t="t"/>
                <a:pathLst>
                  <a:path extrusionOk="0" h="1412748" w="1303020">
                    <a:moveTo>
                      <a:pt x="0" y="0"/>
                    </a:moveTo>
                    <a:lnTo>
                      <a:pt x="1310152" y="0"/>
                    </a:lnTo>
                    <a:lnTo>
                      <a:pt x="1310152" y="1418783"/>
                    </a:lnTo>
                    <a:lnTo>
                      <a:pt x="0" y="1418783"/>
                    </a:lnTo>
                    <a:close/>
                  </a:path>
                </a:pathLst>
              </a:custGeom>
              <a:noFill/>
              <a:ln>
                <a:noFill/>
              </a:ln>
            </p:spPr>
          </p:pic>
          <p:sp>
            <p:nvSpPr>
              <p:cNvPr id="746" name="Google Shape;746;p37"/>
              <p:cNvSpPr/>
              <p:nvPr/>
            </p:nvSpPr>
            <p:spPr>
              <a:xfrm>
                <a:off x="9704714" y="1200833"/>
                <a:ext cx="877824" cy="987552"/>
              </a:xfrm>
              <a:custGeom>
                <a:rect b="b" l="l" r="r" t="t"/>
                <a:pathLst>
                  <a:path extrusionOk="0" h="987552" w="877824">
                    <a:moveTo>
                      <a:pt x="848746" y="222202"/>
                    </a:moveTo>
                    <a:lnTo>
                      <a:pt x="482255" y="10290"/>
                    </a:lnTo>
                    <a:cubicBezTo>
                      <a:pt x="458485" y="-3430"/>
                      <a:pt x="429215" y="-3430"/>
                      <a:pt x="405445" y="10290"/>
                    </a:cubicBezTo>
                    <a:lnTo>
                      <a:pt x="38542" y="222202"/>
                    </a:lnTo>
                    <a:cubicBezTo>
                      <a:pt x="14704" y="235863"/>
                      <a:pt x="0" y="261252"/>
                      <a:pt x="0" y="288725"/>
                    </a:cubicBezTo>
                    <a:lnTo>
                      <a:pt x="0" y="712412"/>
                    </a:lnTo>
                    <a:cubicBezTo>
                      <a:pt x="28" y="739913"/>
                      <a:pt x="14717" y="765315"/>
                      <a:pt x="38542" y="779072"/>
                    </a:cubicBezTo>
                    <a:lnTo>
                      <a:pt x="405445" y="990847"/>
                    </a:lnTo>
                    <a:cubicBezTo>
                      <a:pt x="429215" y="1004563"/>
                      <a:pt x="458485" y="1004563"/>
                      <a:pt x="482255" y="990847"/>
                    </a:cubicBezTo>
                    <a:lnTo>
                      <a:pt x="848746" y="779072"/>
                    </a:lnTo>
                    <a:cubicBezTo>
                      <a:pt x="872489" y="765260"/>
                      <a:pt x="887110" y="739885"/>
                      <a:pt x="887151" y="712412"/>
                    </a:cubicBezTo>
                    <a:lnTo>
                      <a:pt x="887151" y="288725"/>
                    </a:lnTo>
                    <a:cubicBezTo>
                      <a:pt x="887123" y="261293"/>
                      <a:pt x="872489" y="235946"/>
                      <a:pt x="848746" y="22220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747" name="Google Shape;747;p37"/>
              <p:cNvSpPr/>
              <p:nvPr/>
            </p:nvSpPr>
            <p:spPr>
              <a:xfrm>
                <a:off x="9796473" y="1304595"/>
                <a:ext cx="699516" cy="781812"/>
              </a:xfrm>
              <a:custGeom>
                <a:rect b="b" l="l" r="r" t="t"/>
                <a:pathLst>
                  <a:path extrusionOk="0" h="781812" w="699516">
                    <a:moveTo>
                      <a:pt x="704181" y="563798"/>
                    </a:moveTo>
                    <a:lnTo>
                      <a:pt x="704181" y="229814"/>
                    </a:lnTo>
                    <a:cubicBezTo>
                      <a:pt x="704345" y="207210"/>
                      <a:pt x="692357" y="186252"/>
                      <a:pt x="672770" y="174950"/>
                    </a:cubicBezTo>
                    <a:lnTo>
                      <a:pt x="383500" y="8437"/>
                    </a:lnTo>
                    <a:cubicBezTo>
                      <a:pt x="364078" y="-2812"/>
                      <a:pt x="340116" y="-2812"/>
                      <a:pt x="320681" y="8437"/>
                    </a:cubicBezTo>
                    <a:lnTo>
                      <a:pt x="31410" y="175361"/>
                    </a:lnTo>
                    <a:cubicBezTo>
                      <a:pt x="11879" y="186704"/>
                      <a:pt x="-109" y="207635"/>
                      <a:pt x="1" y="230225"/>
                    </a:cubicBezTo>
                    <a:lnTo>
                      <a:pt x="1" y="564210"/>
                    </a:lnTo>
                    <a:cubicBezTo>
                      <a:pt x="-109" y="586800"/>
                      <a:pt x="11879" y="607731"/>
                      <a:pt x="31410" y="619074"/>
                    </a:cubicBezTo>
                    <a:lnTo>
                      <a:pt x="320681" y="785997"/>
                    </a:lnTo>
                    <a:cubicBezTo>
                      <a:pt x="340116" y="797245"/>
                      <a:pt x="364078" y="797245"/>
                      <a:pt x="383500" y="785997"/>
                    </a:cubicBezTo>
                    <a:lnTo>
                      <a:pt x="672770" y="619074"/>
                    </a:lnTo>
                    <a:cubicBezTo>
                      <a:pt x="692480" y="607703"/>
                      <a:pt x="704495" y="586553"/>
                      <a:pt x="704181" y="56379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748" name="Google Shape;748;p37"/>
              <p:cNvSpPr/>
              <p:nvPr/>
            </p:nvSpPr>
            <p:spPr>
              <a:xfrm>
                <a:off x="9998099" y="1571168"/>
                <a:ext cx="288036" cy="274320"/>
              </a:xfrm>
              <a:custGeom>
                <a:rect b="b" l="l" r="r" t="t"/>
                <a:pathLst>
                  <a:path extrusionOk="0" h="274320" w="288036">
                    <a:moveTo>
                      <a:pt x="254432" y="0"/>
                    </a:moveTo>
                    <a:lnTo>
                      <a:pt x="46497" y="0"/>
                    </a:lnTo>
                    <a:cubicBezTo>
                      <a:pt x="20821" y="0"/>
                      <a:pt x="0" y="20821"/>
                      <a:pt x="0" y="46497"/>
                    </a:cubicBezTo>
                    <a:lnTo>
                      <a:pt x="0" y="174742"/>
                    </a:lnTo>
                    <a:cubicBezTo>
                      <a:pt x="0" y="200446"/>
                      <a:pt x="20793" y="221294"/>
                      <a:pt x="46497" y="221376"/>
                    </a:cubicBezTo>
                    <a:lnTo>
                      <a:pt x="46497" y="281589"/>
                    </a:lnTo>
                    <a:lnTo>
                      <a:pt x="120152" y="221376"/>
                    </a:lnTo>
                    <a:lnTo>
                      <a:pt x="254432" y="221376"/>
                    </a:lnTo>
                    <a:cubicBezTo>
                      <a:pt x="280149" y="221308"/>
                      <a:pt x="300998" y="200459"/>
                      <a:pt x="301066" y="174742"/>
                    </a:cubicBezTo>
                    <a:lnTo>
                      <a:pt x="301066" y="46497"/>
                    </a:lnTo>
                    <a:cubicBezTo>
                      <a:pt x="300998" y="20793"/>
                      <a:pt x="280136" y="0"/>
                      <a:pt x="254432" y="0"/>
                    </a:cubicBezTo>
                    <a:close/>
                    <a:moveTo>
                      <a:pt x="64053" y="141000"/>
                    </a:moveTo>
                    <a:cubicBezTo>
                      <a:pt x="48075" y="141000"/>
                      <a:pt x="35113" y="128039"/>
                      <a:pt x="35113" y="112060"/>
                    </a:cubicBezTo>
                    <a:cubicBezTo>
                      <a:pt x="35113" y="96081"/>
                      <a:pt x="48075" y="83119"/>
                      <a:pt x="64053" y="83119"/>
                    </a:cubicBezTo>
                    <a:cubicBezTo>
                      <a:pt x="80032" y="83119"/>
                      <a:pt x="92994" y="96081"/>
                      <a:pt x="92994" y="112060"/>
                    </a:cubicBezTo>
                    <a:cubicBezTo>
                      <a:pt x="93077" y="127970"/>
                      <a:pt x="80238" y="140918"/>
                      <a:pt x="64328" y="141000"/>
                    </a:cubicBezTo>
                    <a:cubicBezTo>
                      <a:pt x="64232" y="141000"/>
                      <a:pt x="64150" y="141000"/>
                      <a:pt x="64053" y="141000"/>
                    </a:cubicBezTo>
                    <a:close/>
                    <a:moveTo>
                      <a:pt x="150464" y="141000"/>
                    </a:moveTo>
                    <a:cubicBezTo>
                      <a:pt x="134485" y="141000"/>
                      <a:pt x="121524" y="128039"/>
                      <a:pt x="121524" y="112060"/>
                    </a:cubicBezTo>
                    <a:cubicBezTo>
                      <a:pt x="121524" y="96081"/>
                      <a:pt x="134485" y="83119"/>
                      <a:pt x="150464" y="83119"/>
                    </a:cubicBezTo>
                    <a:cubicBezTo>
                      <a:pt x="166444" y="83119"/>
                      <a:pt x="179406" y="96081"/>
                      <a:pt x="179406" y="112060"/>
                    </a:cubicBezTo>
                    <a:cubicBezTo>
                      <a:pt x="179406" y="128039"/>
                      <a:pt x="166444" y="141000"/>
                      <a:pt x="150464" y="141000"/>
                    </a:cubicBezTo>
                    <a:close/>
                    <a:moveTo>
                      <a:pt x="236464" y="141000"/>
                    </a:moveTo>
                    <a:cubicBezTo>
                      <a:pt x="220485" y="141000"/>
                      <a:pt x="207523" y="128039"/>
                      <a:pt x="207523" y="112060"/>
                    </a:cubicBezTo>
                    <a:cubicBezTo>
                      <a:pt x="207523" y="96081"/>
                      <a:pt x="220485" y="83119"/>
                      <a:pt x="236464" y="83119"/>
                    </a:cubicBezTo>
                    <a:cubicBezTo>
                      <a:pt x="252443" y="83119"/>
                      <a:pt x="265404" y="96081"/>
                      <a:pt x="265404" y="112060"/>
                    </a:cubicBezTo>
                    <a:cubicBezTo>
                      <a:pt x="265487" y="127970"/>
                      <a:pt x="252648" y="140918"/>
                      <a:pt x="236738" y="141000"/>
                    </a:cubicBezTo>
                    <a:cubicBezTo>
                      <a:pt x="236642" y="141000"/>
                      <a:pt x="236560" y="141000"/>
                      <a:pt x="236464" y="14100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749" name="Google Shape;749;p37"/>
              <p:cNvSpPr/>
              <p:nvPr/>
            </p:nvSpPr>
            <p:spPr>
              <a:xfrm>
                <a:off x="1966391" y="2337931"/>
                <a:ext cx="27432" cy="809244"/>
              </a:xfrm>
              <a:custGeom>
                <a:rect b="b" l="l" r="r" t="t"/>
                <a:pathLst>
                  <a:path extrusionOk="0" h="809244" w="27432">
                    <a:moveTo>
                      <a:pt x="14130" y="817709"/>
                    </a:moveTo>
                    <a:cubicBezTo>
                      <a:pt x="6558" y="817709"/>
                      <a:pt x="414" y="811564"/>
                      <a:pt x="414" y="803993"/>
                    </a:cubicBezTo>
                    <a:lnTo>
                      <a:pt x="414" y="751049"/>
                    </a:lnTo>
                    <a:cubicBezTo>
                      <a:pt x="2251" y="743697"/>
                      <a:pt x="9699" y="739240"/>
                      <a:pt x="17051" y="741078"/>
                    </a:cubicBezTo>
                    <a:cubicBezTo>
                      <a:pt x="21961" y="742312"/>
                      <a:pt x="25788" y="746139"/>
                      <a:pt x="27022" y="751049"/>
                    </a:cubicBezTo>
                    <a:lnTo>
                      <a:pt x="27022" y="803993"/>
                    </a:lnTo>
                    <a:cubicBezTo>
                      <a:pt x="27036" y="811263"/>
                      <a:pt x="21385" y="817270"/>
                      <a:pt x="14130" y="817709"/>
                    </a:cubicBezTo>
                    <a:close/>
                    <a:moveTo>
                      <a:pt x="14130" y="711959"/>
                    </a:moveTo>
                    <a:cubicBezTo>
                      <a:pt x="6558" y="711959"/>
                      <a:pt x="414" y="705814"/>
                      <a:pt x="414" y="698243"/>
                    </a:cubicBezTo>
                    <a:lnTo>
                      <a:pt x="414" y="645436"/>
                    </a:lnTo>
                    <a:cubicBezTo>
                      <a:pt x="-1424" y="638084"/>
                      <a:pt x="3033" y="630636"/>
                      <a:pt x="10385" y="628798"/>
                    </a:cubicBezTo>
                    <a:cubicBezTo>
                      <a:pt x="17737" y="626961"/>
                      <a:pt x="25185" y="631418"/>
                      <a:pt x="27022" y="638770"/>
                    </a:cubicBezTo>
                    <a:cubicBezTo>
                      <a:pt x="27571" y="640951"/>
                      <a:pt x="27571" y="643242"/>
                      <a:pt x="27022" y="645436"/>
                    </a:cubicBezTo>
                    <a:lnTo>
                      <a:pt x="27022" y="698243"/>
                    </a:lnTo>
                    <a:cubicBezTo>
                      <a:pt x="27036" y="705512"/>
                      <a:pt x="21385" y="711520"/>
                      <a:pt x="14130" y="711959"/>
                    </a:cubicBezTo>
                    <a:close/>
                    <a:moveTo>
                      <a:pt x="14130" y="606071"/>
                    </a:moveTo>
                    <a:cubicBezTo>
                      <a:pt x="6558" y="606071"/>
                      <a:pt x="414" y="599926"/>
                      <a:pt x="414" y="592355"/>
                    </a:cubicBezTo>
                    <a:lnTo>
                      <a:pt x="414" y="539411"/>
                    </a:lnTo>
                    <a:cubicBezTo>
                      <a:pt x="2251" y="532060"/>
                      <a:pt x="9699" y="527602"/>
                      <a:pt x="17051" y="529440"/>
                    </a:cubicBezTo>
                    <a:cubicBezTo>
                      <a:pt x="21961" y="530674"/>
                      <a:pt x="25788" y="534501"/>
                      <a:pt x="27022" y="539411"/>
                    </a:cubicBezTo>
                    <a:lnTo>
                      <a:pt x="27022" y="592355"/>
                    </a:lnTo>
                    <a:cubicBezTo>
                      <a:pt x="27036" y="599625"/>
                      <a:pt x="21385" y="605632"/>
                      <a:pt x="14130" y="606071"/>
                    </a:cubicBezTo>
                    <a:close/>
                    <a:moveTo>
                      <a:pt x="14130" y="500321"/>
                    </a:moveTo>
                    <a:cubicBezTo>
                      <a:pt x="6558" y="500321"/>
                      <a:pt x="414" y="494176"/>
                      <a:pt x="414" y="486605"/>
                    </a:cubicBezTo>
                    <a:lnTo>
                      <a:pt x="414" y="434073"/>
                    </a:lnTo>
                    <a:cubicBezTo>
                      <a:pt x="2251" y="426721"/>
                      <a:pt x="9699" y="422263"/>
                      <a:pt x="17051" y="424101"/>
                    </a:cubicBezTo>
                    <a:cubicBezTo>
                      <a:pt x="21961" y="425335"/>
                      <a:pt x="25788" y="429162"/>
                      <a:pt x="27022" y="434073"/>
                    </a:cubicBezTo>
                    <a:lnTo>
                      <a:pt x="27022" y="487565"/>
                    </a:lnTo>
                    <a:cubicBezTo>
                      <a:pt x="26556" y="494450"/>
                      <a:pt x="21029" y="499923"/>
                      <a:pt x="14130" y="500321"/>
                    </a:cubicBezTo>
                    <a:close/>
                    <a:moveTo>
                      <a:pt x="14130" y="394570"/>
                    </a:moveTo>
                    <a:cubicBezTo>
                      <a:pt x="6558" y="394570"/>
                      <a:pt x="414" y="388426"/>
                      <a:pt x="414" y="380854"/>
                    </a:cubicBezTo>
                    <a:lnTo>
                      <a:pt x="414" y="328048"/>
                    </a:lnTo>
                    <a:cubicBezTo>
                      <a:pt x="-1424" y="320696"/>
                      <a:pt x="3033" y="313248"/>
                      <a:pt x="10385" y="311410"/>
                    </a:cubicBezTo>
                    <a:cubicBezTo>
                      <a:pt x="17737" y="309572"/>
                      <a:pt x="25185" y="314030"/>
                      <a:pt x="27022" y="321382"/>
                    </a:cubicBezTo>
                    <a:cubicBezTo>
                      <a:pt x="27571" y="323563"/>
                      <a:pt x="27571" y="325853"/>
                      <a:pt x="27022" y="328048"/>
                    </a:cubicBezTo>
                    <a:lnTo>
                      <a:pt x="27022" y="380854"/>
                    </a:lnTo>
                    <a:cubicBezTo>
                      <a:pt x="27036" y="388124"/>
                      <a:pt x="21385" y="394132"/>
                      <a:pt x="14130" y="394570"/>
                    </a:cubicBezTo>
                    <a:close/>
                    <a:moveTo>
                      <a:pt x="14130" y="288683"/>
                    </a:moveTo>
                    <a:cubicBezTo>
                      <a:pt x="6558" y="288683"/>
                      <a:pt x="414" y="282538"/>
                      <a:pt x="414" y="274967"/>
                    </a:cubicBezTo>
                    <a:lnTo>
                      <a:pt x="414" y="222023"/>
                    </a:lnTo>
                    <a:cubicBezTo>
                      <a:pt x="2251" y="214671"/>
                      <a:pt x="9699" y="210214"/>
                      <a:pt x="17051" y="212051"/>
                    </a:cubicBezTo>
                    <a:cubicBezTo>
                      <a:pt x="21961" y="213286"/>
                      <a:pt x="25788" y="217113"/>
                      <a:pt x="27022" y="222023"/>
                    </a:cubicBezTo>
                    <a:lnTo>
                      <a:pt x="27022" y="274967"/>
                    </a:lnTo>
                    <a:cubicBezTo>
                      <a:pt x="27036" y="282236"/>
                      <a:pt x="21385" y="288244"/>
                      <a:pt x="14130" y="288683"/>
                    </a:cubicBezTo>
                    <a:close/>
                    <a:moveTo>
                      <a:pt x="14130" y="182932"/>
                    </a:moveTo>
                    <a:cubicBezTo>
                      <a:pt x="6558" y="182932"/>
                      <a:pt x="414" y="176788"/>
                      <a:pt x="414" y="169216"/>
                    </a:cubicBezTo>
                    <a:lnTo>
                      <a:pt x="414" y="117233"/>
                    </a:lnTo>
                    <a:cubicBezTo>
                      <a:pt x="-1424" y="109881"/>
                      <a:pt x="3033" y="102433"/>
                      <a:pt x="10385" y="100595"/>
                    </a:cubicBezTo>
                    <a:cubicBezTo>
                      <a:pt x="17737" y="98757"/>
                      <a:pt x="25185" y="103215"/>
                      <a:pt x="27022" y="110567"/>
                    </a:cubicBezTo>
                    <a:cubicBezTo>
                      <a:pt x="27571" y="112748"/>
                      <a:pt x="27571" y="115038"/>
                      <a:pt x="27022" y="117233"/>
                    </a:cubicBezTo>
                    <a:lnTo>
                      <a:pt x="27022" y="170177"/>
                    </a:lnTo>
                    <a:cubicBezTo>
                      <a:pt x="26556" y="177062"/>
                      <a:pt x="21029" y="182535"/>
                      <a:pt x="14130" y="182932"/>
                    </a:cubicBezTo>
                    <a:close/>
                    <a:moveTo>
                      <a:pt x="14130" y="77045"/>
                    </a:moveTo>
                    <a:cubicBezTo>
                      <a:pt x="6558" y="77045"/>
                      <a:pt x="414" y="70900"/>
                      <a:pt x="414" y="63329"/>
                    </a:cubicBezTo>
                    <a:lnTo>
                      <a:pt x="414" y="10385"/>
                    </a:lnTo>
                    <a:cubicBezTo>
                      <a:pt x="2251" y="3033"/>
                      <a:pt x="9699" y="-1424"/>
                      <a:pt x="17051" y="414"/>
                    </a:cubicBezTo>
                    <a:cubicBezTo>
                      <a:pt x="21961" y="1648"/>
                      <a:pt x="25788" y="5475"/>
                      <a:pt x="27022" y="10385"/>
                    </a:cubicBezTo>
                    <a:lnTo>
                      <a:pt x="27022" y="63329"/>
                    </a:lnTo>
                    <a:cubicBezTo>
                      <a:pt x="27036" y="70599"/>
                      <a:pt x="21385" y="76606"/>
                      <a:pt x="14130" y="77045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13700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750" name="Google Shape;750;p37"/>
              <p:cNvSpPr txBox="1"/>
              <p:nvPr/>
            </p:nvSpPr>
            <p:spPr>
              <a:xfrm>
                <a:off x="1208848" y="3506481"/>
                <a:ext cx="14424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2017</a:t>
                </a:r>
                <a:endParaRPr/>
              </a:p>
            </p:txBody>
          </p:sp>
          <p:sp>
            <p:nvSpPr>
              <p:cNvPr id="751" name="Google Shape;751;p37"/>
              <p:cNvSpPr txBox="1"/>
              <p:nvPr/>
            </p:nvSpPr>
            <p:spPr>
              <a:xfrm>
                <a:off x="3291603" y="3506481"/>
                <a:ext cx="14424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20XX</a:t>
                </a:r>
                <a:endParaRPr/>
              </a:p>
            </p:txBody>
          </p:sp>
          <p:sp>
            <p:nvSpPr>
              <p:cNvPr id="752" name="Google Shape;752;p37"/>
              <p:cNvSpPr txBox="1"/>
              <p:nvPr/>
            </p:nvSpPr>
            <p:spPr>
              <a:xfrm>
                <a:off x="5298588" y="3506481"/>
                <a:ext cx="14424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20XX</a:t>
                </a:r>
                <a:endParaRPr/>
              </a:p>
            </p:txBody>
          </p:sp>
          <p:sp>
            <p:nvSpPr>
              <p:cNvPr id="753" name="Google Shape;753;p37"/>
              <p:cNvSpPr txBox="1"/>
              <p:nvPr/>
            </p:nvSpPr>
            <p:spPr>
              <a:xfrm>
                <a:off x="7381343" y="3506481"/>
                <a:ext cx="14424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20XX</a:t>
                </a:r>
                <a:endParaRPr/>
              </a:p>
            </p:txBody>
          </p:sp>
          <p:sp>
            <p:nvSpPr>
              <p:cNvPr id="754" name="Google Shape;754;p37"/>
              <p:cNvSpPr txBox="1"/>
              <p:nvPr/>
            </p:nvSpPr>
            <p:spPr>
              <a:xfrm>
                <a:off x="9456752" y="3506481"/>
                <a:ext cx="14424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20XX</a:t>
                </a:r>
                <a:endParaRPr/>
              </a:p>
            </p:txBody>
          </p:sp>
          <p:sp>
            <p:nvSpPr>
              <p:cNvPr id="755" name="Google Shape;755;p37"/>
              <p:cNvSpPr/>
              <p:nvPr/>
            </p:nvSpPr>
            <p:spPr>
              <a:xfrm>
                <a:off x="909222" y="3451494"/>
                <a:ext cx="2128102" cy="517916"/>
              </a:xfrm>
              <a:custGeom>
                <a:rect b="b" l="l" r="r" t="t"/>
                <a:pathLst>
                  <a:path extrusionOk="0" h="517916" w="2128102">
                    <a:moveTo>
                      <a:pt x="76493" y="0"/>
                    </a:moveTo>
                    <a:lnTo>
                      <a:pt x="1980228" y="0"/>
                    </a:lnTo>
                    <a:cubicBezTo>
                      <a:pt x="2022583" y="0"/>
                      <a:pt x="2056904" y="25786"/>
                      <a:pt x="2056904" y="57607"/>
                    </a:cubicBezTo>
                    <a:lnTo>
                      <a:pt x="2056904" y="205466"/>
                    </a:lnTo>
                    <a:lnTo>
                      <a:pt x="2128102" y="258958"/>
                    </a:lnTo>
                    <a:lnTo>
                      <a:pt x="2056904" y="312451"/>
                    </a:lnTo>
                    <a:lnTo>
                      <a:pt x="2056904" y="460309"/>
                    </a:lnTo>
                    <a:cubicBezTo>
                      <a:pt x="2056904" y="492130"/>
                      <a:pt x="2022583" y="517916"/>
                      <a:pt x="1980228" y="517916"/>
                    </a:cubicBezTo>
                    <a:lnTo>
                      <a:pt x="76493" y="517916"/>
                    </a:lnTo>
                    <a:cubicBezTo>
                      <a:pt x="34217" y="517847"/>
                      <a:pt x="0" y="492075"/>
                      <a:pt x="0" y="460309"/>
                    </a:cubicBezTo>
                    <a:lnTo>
                      <a:pt x="0" y="371206"/>
                    </a:lnTo>
                    <a:lnTo>
                      <a:pt x="0" y="312451"/>
                    </a:lnTo>
                    <a:lnTo>
                      <a:pt x="0" y="205466"/>
                    </a:lnTo>
                    <a:lnTo>
                      <a:pt x="0" y="104506"/>
                    </a:lnTo>
                    <a:lnTo>
                      <a:pt x="0" y="57607"/>
                    </a:lnTo>
                    <a:cubicBezTo>
                      <a:pt x="0" y="25841"/>
                      <a:pt x="34217" y="82"/>
                      <a:pt x="764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756" name="Google Shape;756;p37"/>
              <p:cNvSpPr txBox="1"/>
              <p:nvPr/>
            </p:nvSpPr>
            <p:spPr>
              <a:xfrm>
                <a:off x="1208848" y="3506481"/>
                <a:ext cx="14424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20XX</a:t>
                </a:r>
                <a:endParaRPr/>
              </a:p>
            </p:txBody>
          </p:sp>
        </p:grpSp>
        <p:sp>
          <p:nvSpPr>
            <p:cNvPr id="757" name="Google Shape;757;p37"/>
            <p:cNvSpPr txBox="1"/>
            <p:nvPr/>
          </p:nvSpPr>
          <p:spPr>
            <a:xfrm>
              <a:off x="5149981" y="4281905"/>
              <a:ext cx="1846500" cy="59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Red is a color of passion, aggression, and importance.</a:t>
              </a:r>
              <a:endParaRPr/>
            </a:p>
          </p:txBody>
        </p:sp>
        <p:sp>
          <p:nvSpPr>
            <p:cNvPr id="758" name="Google Shape;758;p37"/>
            <p:cNvSpPr txBox="1"/>
            <p:nvPr/>
          </p:nvSpPr>
          <p:spPr>
            <a:xfrm>
              <a:off x="955955" y="4281905"/>
              <a:ext cx="1954800" cy="59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595959"/>
                  </a:solidFill>
                  <a:latin typeface="Lora"/>
                  <a:ea typeface="Lora"/>
                  <a:cs typeface="Lora"/>
                  <a:sym typeface="Lora"/>
                </a:rPr>
                <a:t>Yellow is a color of happiness, friendliness, and warning. </a:t>
              </a:r>
              <a:endParaRPr sz="10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759" name="Google Shape;759;p37"/>
            <p:cNvSpPr txBox="1"/>
            <p:nvPr/>
          </p:nvSpPr>
          <p:spPr>
            <a:xfrm>
              <a:off x="3000619" y="2627153"/>
              <a:ext cx="2036400" cy="5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595959"/>
                  </a:solidFill>
                  <a:latin typeface="Lora"/>
                  <a:ea typeface="Lora"/>
                  <a:cs typeface="Lora"/>
                  <a:sym typeface="Lora"/>
                </a:rPr>
                <a:t>Blue is a color of serenity, trustworthiness, and welcome.</a:t>
              </a:r>
              <a:endParaRPr sz="8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760" name="Google Shape;760;p37"/>
            <p:cNvSpPr txBox="1"/>
            <p:nvPr/>
          </p:nvSpPr>
          <p:spPr>
            <a:xfrm>
              <a:off x="9254674" y="4281905"/>
              <a:ext cx="1846500" cy="59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Sky blue is a color of hope and romance. It symbolizes divinity.</a:t>
              </a:r>
              <a:endParaRPr/>
            </a:p>
          </p:txBody>
        </p:sp>
        <p:sp>
          <p:nvSpPr>
            <p:cNvPr id="761" name="Google Shape;761;p37"/>
            <p:cNvSpPr txBox="1"/>
            <p:nvPr/>
          </p:nvSpPr>
          <p:spPr>
            <a:xfrm>
              <a:off x="7128632" y="2627153"/>
              <a:ext cx="1998600" cy="5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Green is a color of nature, stability, and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prosperity.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38"/>
          <p:cNvSpPr/>
          <p:nvPr/>
        </p:nvSpPr>
        <p:spPr>
          <a:xfrm>
            <a:off x="7306067" y="1818518"/>
            <a:ext cx="4206240" cy="588645"/>
          </a:xfrm>
          <a:custGeom>
            <a:rect b="b" l="l" r="r" t="t"/>
            <a:pathLst>
              <a:path extrusionOk="0" h="784860" w="4206240">
                <a:moveTo>
                  <a:pt x="0" y="0"/>
                </a:moveTo>
                <a:lnTo>
                  <a:pt x="3813810" y="0"/>
                </a:lnTo>
                <a:cubicBezTo>
                  <a:pt x="4030543" y="0"/>
                  <a:pt x="4206240" y="175697"/>
                  <a:pt x="4206240" y="392430"/>
                </a:cubicBezTo>
                <a:cubicBezTo>
                  <a:pt x="4206240" y="609163"/>
                  <a:pt x="4030543" y="784860"/>
                  <a:pt x="3813810" y="784860"/>
                </a:cubicBezTo>
                <a:lnTo>
                  <a:pt x="0" y="7848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8"/>
          <p:cNvSpPr/>
          <p:nvPr/>
        </p:nvSpPr>
        <p:spPr>
          <a:xfrm>
            <a:off x="7306067" y="2615042"/>
            <a:ext cx="4206240" cy="588645"/>
          </a:xfrm>
          <a:custGeom>
            <a:rect b="b" l="l" r="r" t="t"/>
            <a:pathLst>
              <a:path extrusionOk="0" h="784860" w="4206240">
                <a:moveTo>
                  <a:pt x="0" y="0"/>
                </a:moveTo>
                <a:lnTo>
                  <a:pt x="3813810" y="0"/>
                </a:lnTo>
                <a:cubicBezTo>
                  <a:pt x="4030543" y="0"/>
                  <a:pt x="4206240" y="175697"/>
                  <a:pt x="4206240" y="392430"/>
                </a:cubicBezTo>
                <a:cubicBezTo>
                  <a:pt x="4206240" y="609163"/>
                  <a:pt x="4030543" y="784860"/>
                  <a:pt x="3813810" y="784860"/>
                </a:cubicBezTo>
                <a:lnTo>
                  <a:pt x="0" y="7848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8"/>
          <p:cNvSpPr/>
          <p:nvPr/>
        </p:nvSpPr>
        <p:spPr>
          <a:xfrm>
            <a:off x="7306067" y="3411566"/>
            <a:ext cx="4206240" cy="588645"/>
          </a:xfrm>
          <a:custGeom>
            <a:rect b="b" l="l" r="r" t="t"/>
            <a:pathLst>
              <a:path extrusionOk="0" h="784860" w="4206240">
                <a:moveTo>
                  <a:pt x="0" y="0"/>
                </a:moveTo>
                <a:lnTo>
                  <a:pt x="3813810" y="0"/>
                </a:lnTo>
                <a:cubicBezTo>
                  <a:pt x="4030543" y="0"/>
                  <a:pt x="4206240" y="175697"/>
                  <a:pt x="4206240" y="392430"/>
                </a:cubicBezTo>
                <a:cubicBezTo>
                  <a:pt x="4206240" y="609163"/>
                  <a:pt x="4030543" y="784860"/>
                  <a:pt x="3813810" y="784860"/>
                </a:cubicBezTo>
                <a:lnTo>
                  <a:pt x="0" y="7848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8"/>
          <p:cNvSpPr/>
          <p:nvPr/>
        </p:nvSpPr>
        <p:spPr>
          <a:xfrm>
            <a:off x="7306067" y="4208090"/>
            <a:ext cx="4206240" cy="588645"/>
          </a:xfrm>
          <a:custGeom>
            <a:rect b="b" l="l" r="r" t="t"/>
            <a:pathLst>
              <a:path extrusionOk="0" h="784860" w="4206240">
                <a:moveTo>
                  <a:pt x="0" y="0"/>
                </a:moveTo>
                <a:lnTo>
                  <a:pt x="3813810" y="0"/>
                </a:lnTo>
                <a:cubicBezTo>
                  <a:pt x="4030543" y="0"/>
                  <a:pt x="4206240" y="175697"/>
                  <a:pt x="4206240" y="392430"/>
                </a:cubicBezTo>
                <a:cubicBezTo>
                  <a:pt x="4206240" y="609163"/>
                  <a:pt x="4030543" y="784860"/>
                  <a:pt x="3813810" y="784860"/>
                </a:cubicBezTo>
                <a:lnTo>
                  <a:pt x="0" y="7848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8"/>
          <p:cNvSpPr/>
          <p:nvPr/>
        </p:nvSpPr>
        <p:spPr>
          <a:xfrm>
            <a:off x="7306067" y="5004614"/>
            <a:ext cx="4206240" cy="588645"/>
          </a:xfrm>
          <a:custGeom>
            <a:rect b="b" l="l" r="r" t="t"/>
            <a:pathLst>
              <a:path extrusionOk="0" h="784860" w="4206240">
                <a:moveTo>
                  <a:pt x="0" y="0"/>
                </a:moveTo>
                <a:lnTo>
                  <a:pt x="3813810" y="0"/>
                </a:lnTo>
                <a:cubicBezTo>
                  <a:pt x="4030543" y="0"/>
                  <a:pt x="4206240" y="175697"/>
                  <a:pt x="4206240" y="392430"/>
                </a:cubicBezTo>
                <a:cubicBezTo>
                  <a:pt x="4206240" y="609163"/>
                  <a:pt x="4030543" y="784860"/>
                  <a:pt x="3813810" y="784860"/>
                </a:cubicBezTo>
                <a:lnTo>
                  <a:pt x="0" y="7848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8"/>
          <p:cNvSpPr/>
          <p:nvPr/>
        </p:nvSpPr>
        <p:spPr>
          <a:xfrm>
            <a:off x="6488123" y="1818518"/>
            <a:ext cx="729300" cy="588600"/>
          </a:xfrm>
          <a:prstGeom prst="roundRect">
            <a:avLst>
              <a:gd fmla="val 1508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8"/>
          <p:cNvSpPr/>
          <p:nvPr/>
        </p:nvSpPr>
        <p:spPr>
          <a:xfrm>
            <a:off x="6488123" y="2615042"/>
            <a:ext cx="729300" cy="588600"/>
          </a:xfrm>
          <a:prstGeom prst="roundRect">
            <a:avLst>
              <a:gd fmla="val 1508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8"/>
          <p:cNvSpPr/>
          <p:nvPr/>
        </p:nvSpPr>
        <p:spPr>
          <a:xfrm>
            <a:off x="6488123" y="3411566"/>
            <a:ext cx="729300" cy="588600"/>
          </a:xfrm>
          <a:prstGeom prst="roundRect">
            <a:avLst>
              <a:gd fmla="val 1508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8"/>
          <p:cNvSpPr/>
          <p:nvPr/>
        </p:nvSpPr>
        <p:spPr>
          <a:xfrm>
            <a:off x="6488123" y="4208090"/>
            <a:ext cx="729300" cy="588600"/>
          </a:xfrm>
          <a:prstGeom prst="roundRect">
            <a:avLst>
              <a:gd fmla="val 1508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8"/>
          <p:cNvSpPr/>
          <p:nvPr/>
        </p:nvSpPr>
        <p:spPr>
          <a:xfrm>
            <a:off x="6488123" y="5004614"/>
            <a:ext cx="729300" cy="588600"/>
          </a:xfrm>
          <a:prstGeom prst="roundRect">
            <a:avLst>
              <a:gd fmla="val 1508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eckmark with solid fill" id="777" name="Google Shape;77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35865" y="1953279"/>
            <a:ext cx="413922" cy="3017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mark with solid fill" id="778" name="Google Shape;77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35865" y="2758050"/>
            <a:ext cx="413922" cy="3017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mark with solid fill" id="779" name="Google Shape;77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35865" y="3536780"/>
            <a:ext cx="413922" cy="3017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mark with solid fill" id="780" name="Google Shape;78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35865" y="4367592"/>
            <a:ext cx="413922" cy="3017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mark with solid fill" id="781" name="Google Shape;78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35865" y="5155003"/>
            <a:ext cx="413922" cy="301762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38"/>
          <p:cNvSpPr txBox="1"/>
          <p:nvPr/>
        </p:nvSpPr>
        <p:spPr>
          <a:xfrm>
            <a:off x="7448821" y="1953279"/>
            <a:ext cx="3449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Bring about change</a:t>
            </a:r>
            <a:endParaRPr/>
          </a:p>
        </p:txBody>
      </p:sp>
      <p:sp>
        <p:nvSpPr>
          <p:cNvPr id="783" name="Google Shape;783;p38"/>
          <p:cNvSpPr txBox="1"/>
          <p:nvPr/>
        </p:nvSpPr>
        <p:spPr>
          <a:xfrm>
            <a:off x="7448821" y="2758050"/>
            <a:ext cx="3449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Acquire knowledge</a:t>
            </a:r>
            <a:endParaRPr/>
          </a:p>
        </p:txBody>
      </p:sp>
      <p:sp>
        <p:nvSpPr>
          <p:cNvPr id="784" name="Google Shape;784;p38"/>
          <p:cNvSpPr txBox="1"/>
          <p:nvPr/>
        </p:nvSpPr>
        <p:spPr>
          <a:xfrm>
            <a:off x="7448821" y="3562821"/>
            <a:ext cx="3449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Acquire skills</a:t>
            </a:r>
            <a:endParaRPr/>
          </a:p>
        </p:txBody>
      </p:sp>
      <p:sp>
        <p:nvSpPr>
          <p:cNvPr id="785" name="Google Shape;785;p38"/>
          <p:cNvSpPr txBox="1"/>
          <p:nvPr/>
        </p:nvSpPr>
        <p:spPr>
          <a:xfrm>
            <a:off x="7448821" y="4367592"/>
            <a:ext cx="3449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Develop confidence</a:t>
            </a:r>
            <a:endParaRPr/>
          </a:p>
        </p:txBody>
      </p:sp>
      <p:sp>
        <p:nvSpPr>
          <p:cNvPr id="786" name="Google Shape;786;p38"/>
          <p:cNvSpPr txBox="1"/>
          <p:nvPr/>
        </p:nvSpPr>
        <p:spPr>
          <a:xfrm>
            <a:off x="7448821" y="5172363"/>
            <a:ext cx="3449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Develop good judgement</a:t>
            </a:r>
            <a:endParaRPr/>
          </a:p>
        </p:txBody>
      </p:sp>
      <p:sp>
        <p:nvSpPr>
          <p:cNvPr id="787" name="Google Shape;787;p38"/>
          <p:cNvSpPr/>
          <p:nvPr/>
        </p:nvSpPr>
        <p:spPr>
          <a:xfrm>
            <a:off x="4538527" y="2306376"/>
            <a:ext cx="15690" cy="35727"/>
          </a:xfrm>
          <a:custGeom>
            <a:rect b="b" l="l" r="r" t="t"/>
            <a:pathLst>
              <a:path extrusionOk="0" h="47636" w="15690">
                <a:moveTo>
                  <a:pt x="9973" y="46836"/>
                </a:moveTo>
                <a:cubicBezTo>
                  <a:pt x="7231" y="46836"/>
                  <a:pt x="4934" y="44755"/>
                  <a:pt x="4668" y="42026"/>
                </a:cubicBezTo>
                <a:cubicBezTo>
                  <a:pt x="3500" y="29816"/>
                  <a:pt x="1837" y="17505"/>
                  <a:pt x="-269" y="5448"/>
                </a:cubicBezTo>
                <a:cubicBezTo>
                  <a:pt x="-777" y="2542"/>
                  <a:pt x="1165" y="-212"/>
                  <a:pt x="4071" y="-720"/>
                </a:cubicBezTo>
                <a:cubicBezTo>
                  <a:pt x="6978" y="-1228"/>
                  <a:pt x="9732" y="714"/>
                  <a:pt x="10239" y="3620"/>
                </a:cubicBezTo>
                <a:cubicBezTo>
                  <a:pt x="12384" y="15944"/>
                  <a:pt x="14047" y="28522"/>
                  <a:pt x="15316" y="40998"/>
                </a:cubicBezTo>
                <a:cubicBezTo>
                  <a:pt x="15595" y="43930"/>
                  <a:pt x="13451" y="46531"/>
                  <a:pt x="10519" y="46811"/>
                </a:cubicBezTo>
                <a:cubicBezTo>
                  <a:pt x="10341" y="46836"/>
                  <a:pt x="10151" y="46836"/>
                  <a:pt x="9973" y="46836"/>
                </a:cubicBezTo>
                <a:close/>
              </a:path>
            </a:pathLst>
          </a:custGeom>
          <a:solidFill>
            <a:srgbClr val="D8E3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38"/>
          <p:cNvSpPr/>
          <p:nvPr/>
        </p:nvSpPr>
        <p:spPr>
          <a:xfrm>
            <a:off x="2401060" y="2321393"/>
            <a:ext cx="2154492" cy="1179678"/>
          </a:xfrm>
          <a:custGeom>
            <a:rect b="b" l="l" r="r" t="t"/>
            <a:pathLst>
              <a:path extrusionOk="0" h="1572904" w="2154492">
                <a:moveTo>
                  <a:pt x="746532" y="1572053"/>
                </a:moveTo>
                <a:cubicBezTo>
                  <a:pt x="743588" y="1572053"/>
                  <a:pt x="741202" y="1569668"/>
                  <a:pt x="741202" y="1566723"/>
                </a:cubicBezTo>
                <a:cubicBezTo>
                  <a:pt x="741202" y="1563778"/>
                  <a:pt x="743588" y="1561393"/>
                  <a:pt x="746532" y="1561393"/>
                </a:cubicBezTo>
                <a:lnTo>
                  <a:pt x="755315" y="1561393"/>
                </a:lnTo>
                <a:cubicBezTo>
                  <a:pt x="776637" y="1561393"/>
                  <a:pt x="798467" y="1560821"/>
                  <a:pt x="820348" y="1559717"/>
                </a:cubicBezTo>
                <a:cubicBezTo>
                  <a:pt x="823280" y="1559425"/>
                  <a:pt x="825882" y="1561570"/>
                  <a:pt x="826173" y="1564502"/>
                </a:cubicBezTo>
                <a:cubicBezTo>
                  <a:pt x="826453" y="1567434"/>
                  <a:pt x="824321" y="1570035"/>
                  <a:pt x="821389" y="1570327"/>
                </a:cubicBezTo>
                <a:cubicBezTo>
                  <a:pt x="821224" y="1570340"/>
                  <a:pt x="821059" y="1570353"/>
                  <a:pt x="820894" y="1570353"/>
                </a:cubicBezTo>
                <a:cubicBezTo>
                  <a:pt x="779214" y="1572561"/>
                  <a:pt x="749375" y="1572053"/>
                  <a:pt x="746532" y="1572053"/>
                </a:cubicBezTo>
                <a:close/>
                <a:moveTo>
                  <a:pt x="672146" y="1569198"/>
                </a:moveTo>
                <a:cubicBezTo>
                  <a:pt x="647156" y="1567434"/>
                  <a:pt x="622229" y="1564819"/>
                  <a:pt x="598089" y="1561443"/>
                </a:cubicBezTo>
                <a:cubicBezTo>
                  <a:pt x="595170" y="1561037"/>
                  <a:pt x="593139" y="1558346"/>
                  <a:pt x="593546" y="1555427"/>
                </a:cubicBezTo>
                <a:cubicBezTo>
                  <a:pt x="593952" y="1552508"/>
                  <a:pt x="596642" y="1550477"/>
                  <a:pt x="599561" y="1550884"/>
                </a:cubicBezTo>
                <a:cubicBezTo>
                  <a:pt x="623473" y="1554234"/>
                  <a:pt x="648146" y="1556823"/>
                  <a:pt x="672907" y="1558575"/>
                </a:cubicBezTo>
                <a:cubicBezTo>
                  <a:pt x="675852" y="1558651"/>
                  <a:pt x="678174" y="1561101"/>
                  <a:pt x="678098" y="1564045"/>
                </a:cubicBezTo>
                <a:cubicBezTo>
                  <a:pt x="678022" y="1566989"/>
                  <a:pt x="675573" y="1569312"/>
                  <a:pt x="672628" y="1569236"/>
                </a:cubicBezTo>
                <a:cubicBezTo>
                  <a:pt x="672463" y="1569223"/>
                  <a:pt x="672311" y="1569211"/>
                  <a:pt x="672146" y="1569198"/>
                </a:cubicBezTo>
                <a:close/>
                <a:moveTo>
                  <a:pt x="524731" y="1548409"/>
                </a:moveTo>
                <a:cubicBezTo>
                  <a:pt x="500286" y="1543103"/>
                  <a:pt x="476020" y="1536808"/>
                  <a:pt x="452590" y="1529726"/>
                </a:cubicBezTo>
                <a:cubicBezTo>
                  <a:pt x="449874" y="1528610"/>
                  <a:pt x="448567" y="1525487"/>
                  <a:pt x="449697" y="1522771"/>
                </a:cubicBezTo>
                <a:cubicBezTo>
                  <a:pt x="450674" y="1520411"/>
                  <a:pt x="453174" y="1519065"/>
                  <a:pt x="455675" y="1519573"/>
                </a:cubicBezTo>
                <a:cubicBezTo>
                  <a:pt x="478837" y="1526579"/>
                  <a:pt x="502837" y="1532798"/>
                  <a:pt x="526990" y="1538052"/>
                </a:cubicBezTo>
                <a:cubicBezTo>
                  <a:pt x="529896" y="1538547"/>
                  <a:pt x="531851" y="1541289"/>
                  <a:pt x="531356" y="1544195"/>
                </a:cubicBezTo>
                <a:cubicBezTo>
                  <a:pt x="530874" y="1547102"/>
                  <a:pt x="528119" y="1549056"/>
                  <a:pt x="525213" y="1548561"/>
                </a:cubicBezTo>
                <a:cubicBezTo>
                  <a:pt x="525048" y="1548536"/>
                  <a:pt x="524895" y="1548497"/>
                  <a:pt x="524731" y="1548459"/>
                </a:cubicBezTo>
                <a:close/>
                <a:moveTo>
                  <a:pt x="382227" y="1504977"/>
                </a:moveTo>
                <a:cubicBezTo>
                  <a:pt x="359166" y="1495674"/>
                  <a:pt x="336346" y="1485229"/>
                  <a:pt x="314402" y="1473946"/>
                </a:cubicBezTo>
                <a:cubicBezTo>
                  <a:pt x="311762" y="1472639"/>
                  <a:pt x="310683" y="1469440"/>
                  <a:pt x="312003" y="1466801"/>
                </a:cubicBezTo>
                <a:cubicBezTo>
                  <a:pt x="313311" y="1464161"/>
                  <a:pt x="316509" y="1463094"/>
                  <a:pt x="319149" y="1464402"/>
                </a:cubicBezTo>
                <a:cubicBezTo>
                  <a:pt x="319187" y="1464414"/>
                  <a:pt x="319238" y="1464440"/>
                  <a:pt x="319276" y="1464465"/>
                </a:cubicBezTo>
                <a:cubicBezTo>
                  <a:pt x="340941" y="1475609"/>
                  <a:pt x="363456" y="1485914"/>
                  <a:pt x="386212" y="1495091"/>
                </a:cubicBezTo>
                <a:cubicBezTo>
                  <a:pt x="388954" y="1496144"/>
                  <a:pt x="390324" y="1499241"/>
                  <a:pt x="389271" y="1501982"/>
                </a:cubicBezTo>
                <a:cubicBezTo>
                  <a:pt x="388205" y="1504723"/>
                  <a:pt x="385121" y="1506094"/>
                  <a:pt x="382379" y="1505041"/>
                </a:cubicBezTo>
                <a:cubicBezTo>
                  <a:pt x="382329" y="1505015"/>
                  <a:pt x="382278" y="1505003"/>
                  <a:pt x="382227" y="1504977"/>
                </a:cubicBezTo>
                <a:close/>
                <a:moveTo>
                  <a:pt x="249750" y="1436721"/>
                </a:moveTo>
                <a:cubicBezTo>
                  <a:pt x="228796" y="1423280"/>
                  <a:pt x="208565" y="1408761"/>
                  <a:pt x="189121" y="1393214"/>
                </a:cubicBezTo>
                <a:cubicBezTo>
                  <a:pt x="186824" y="1391373"/>
                  <a:pt x="186456" y="1388010"/>
                  <a:pt x="188297" y="1385725"/>
                </a:cubicBezTo>
                <a:cubicBezTo>
                  <a:pt x="190150" y="1383428"/>
                  <a:pt x="193500" y="1383060"/>
                  <a:pt x="195797" y="1384900"/>
                </a:cubicBezTo>
                <a:cubicBezTo>
                  <a:pt x="214937" y="1400219"/>
                  <a:pt x="234875" y="1414523"/>
                  <a:pt x="255512" y="1427748"/>
                </a:cubicBezTo>
                <a:cubicBezTo>
                  <a:pt x="257987" y="1429334"/>
                  <a:pt x="258711" y="1432634"/>
                  <a:pt x="257124" y="1435109"/>
                </a:cubicBezTo>
                <a:cubicBezTo>
                  <a:pt x="255525" y="1437597"/>
                  <a:pt x="252225" y="1438308"/>
                  <a:pt x="249750" y="1436721"/>
                </a:cubicBezTo>
                <a:close/>
                <a:moveTo>
                  <a:pt x="133671" y="1343195"/>
                </a:moveTo>
                <a:cubicBezTo>
                  <a:pt x="116169" y="1325401"/>
                  <a:pt x="99924" y="1306401"/>
                  <a:pt x="85049" y="1286361"/>
                </a:cubicBezTo>
                <a:cubicBezTo>
                  <a:pt x="83297" y="1283988"/>
                  <a:pt x="83792" y="1280650"/>
                  <a:pt x="86166" y="1278898"/>
                </a:cubicBezTo>
                <a:cubicBezTo>
                  <a:pt x="88539" y="1277147"/>
                  <a:pt x="91877" y="1277642"/>
                  <a:pt x="93628" y="1280015"/>
                </a:cubicBezTo>
                <a:cubicBezTo>
                  <a:pt x="108199" y="1299662"/>
                  <a:pt x="124127" y="1318281"/>
                  <a:pt x="141286" y="1335720"/>
                </a:cubicBezTo>
                <a:cubicBezTo>
                  <a:pt x="143342" y="1337826"/>
                  <a:pt x="143317" y="1341203"/>
                  <a:pt x="141210" y="1343258"/>
                </a:cubicBezTo>
                <a:cubicBezTo>
                  <a:pt x="139103" y="1345315"/>
                  <a:pt x="135727" y="1345289"/>
                  <a:pt x="133671" y="1343182"/>
                </a:cubicBezTo>
                <a:close/>
                <a:moveTo>
                  <a:pt x="45577" y="1222699"/>
                </a:moveTo>
                <a:cubicBezTo>
                  <a:pt x="34231" y="1200374"/>
                  <a:pt x="24877" y="1177098"/>
                  <a:pt x="17655" y="1153123"/>
                </a:cubicBezTo>
                <a:cubicBezTo>
                  <a:pt x="17084" y="1150229"/>
                  <a:pt x="18975" y="1147437"/>
                  <a:pt x="21856" y="1146866"/>
                </a:cubicBezTo>
                <a:cubicBezTo>
                  <a:pt x="24344" y="1146383"/>
                  <a:pt x="26831" y="1147716"/>
                  <a:pt x="27809" y="1150051"/>
                </a:cubicBezTo>
                <a:cubicBezTo>
                  <a:pt x="34840" y="1173417"/>
                  <a:pt x="43940" y="1196123"/>
                  <a:pt x="54995" y="1217876"/>
                </a:cubicBezTo>
                <a:cubicBezTo>
                  <a:pt x="56276" y="1220529"/>
                  <a:pt x="55185" y="1223715"/>
                  <a:pt x="52532" y="1224996"/>
                </a:cubicBezTo>
                <a:cubicBezTo>
                  <a:pt x="49943" y="1226253"/>
                  <a:pt x="46834" y="1225238"/>
                  <a:pt x="45488" y="1222699"/>
                </a:cubicBezTo>
                <a:close/>
                <a:moveTo>
                  <a:pt x="2590" y="1079713"/>
                </a:moveTo>
                <a:cubicBezTo>
                  <a:pt x="-240" y="1054863"/>
                  <a:pt x="-1027" y="1029809"/>
                  <a:pt x="229" y="1004832"/>
                </a:cubicBezTo>
                <a:cubicBezTo>
                  <a:pt x="369" y="1001887"/>
                  <a:pt x="2869" y="999628"/>
                  <a:pt x="5814" y="999768"/>
                </a:cubicBezTo>
                <a:cubicBezTo>
                  <a:pt x="8758" y="999907"/>
                  <a:pt x="11017" y="1002408"/>
                  <a:pt x="10878" y="1005352"/>
                </a:cubicBezTo>
                <a:cubicBezTo>
                  <a:pt x="9647" y="1029746"/>
                  <a:pt x="10421" y="1054203"/>
                  <a:pt x="13175" y="1078470"/>
                </a:cubicBezTo>
                <a:cubicBezTo>
                  <a:pt x="13543" y="1081389"/>
                  <a:pt x="11487" y="1084054"/>
                  <a:pt x="8568" y="1084435"/>
                </a:cubicBezTo>
                <a:cubicBezTo>
                  <a:pt x="5649" y="1084803"/>
                  <a:pt x="2971" y="1082747"/>
                  <a:pt x="2603" y="1079828"/>
                </a:cubicBezTo>
                <a:cubicBezTo>
                  <a:pt x="2603" y="1079790"/>
                  <a:pt x="2590" y="1079764"/>
                  <a:pt x="2590" y="1079739"/>
                </a:cubicBezTo>
                <a:close/>
                <a:moveTo>
                  <a:pt x="13619" y="936855"/>
                </a:moveTo>
                <a:cubicBezTo>
                  <a:pt x="10738" y="936283"/>
                  <a:pt x="8847" y="933491"/>
                  <a:pt x="9418" y="930597"/>
                </a:cubicBezTo>
                <a:cubicBezTo>
                  <a:pt x="14279" y="906140"/>
                  <a:pt x="20676" y="882013"/>
                  <a:pt x="28570" y="858356"/>
                </a:cubicBezTo>
                <a:cubicBezTo>
                  <a:pt x="29497" y="855551"/>
                  <a:pt x="32530" y="854028"/>
                  <a:pt x="35322" y="854954"/>
                </a:cubicBezTo>
                <a:cubicBezTo>
                  <a:pt x="38127" y="855894"/>
                  <a:pt x="39650" y="858914"/>
                  <a:pt x="38724" y="861719"/>
                </a:cubicBezTo>
                <a:cubicBezTo>
                  <a:pt x="30969" y="884945"/>
                  <a:pt x="24687" y="908641"/>
                  <a:pt x="19914" y="932653"/>
                </a:cubicBezTo>
                <a:cubicBezTo>
                  <a:pt x="19343" y="935547"/>
                  <a:pt x="16551" y="937426"/>
                  <a:pt x="13657" y="936855"/>
                </a:cubicBezTo>
                <a:cubicBezTo>
                  <a:pt x="13645" y="936855"/>
                  <a:pt x="13645" y="936855"/>
                  <a:pt x="13632" y="936855"/>
                </a:cubicBezTo>
                <a:close/>
                <a:moveTo>
                  <a:pt x="58726" y="795976"/>
                </a:moveTo>
                <a:cubicBezTo>
                  <a:pt x="56073" y="794719"/>
                  <a:pt x="54944" y="791546"/>
                  <a:pt x="56188" y="788894"/>
                </a:cubicBezTo>
                <a:cubicBezTo>
                  <a:pt x="66468" y="766150"/>
                  <a:pt x="78411" y="744180"/>
                  <a:pt x="91890" y="723163"/>
                </a:cubicBezTo>
                <a:cubicBezTo>
                  <a:pt x="93235" y="720548"/>
                  <a:pt x="96446" y="719508"/>
                  <a:pt x="99060" y="720840"/>
                </a:cubicBezTo>
                <a:cubicBezTo>
                  <a:pt x="101688" y="722186"/>
                  <a:pt x="102716" y="725397"/>
                  <a:pt x="101383" y="728024"/>
                </a:cubicBezTo>
                <a:cubicBezTo>
                  <a:pt x="101205" y="728354"/>
                  <a:pt x="101002" y="728658"/>
                  <a:pt x="100774" y="728950"/>
                </a:cubicBezTo>
                <a:cubicBezTo>
                  <a:pt x="87612" y="749574"/>
                  <a:pt x="75923" y="771100"/>
                  <a:pt x="65795" y="793374"/>
                </a:cubicBezTo>
                <a:cubicBezTo>
                  <a:pt x="64577" y="796052"/>
                  <a:pt x="61417" y="797232"/>
                  <a:pt x="58739" y="796026"/>
                </a:cubicBezTo>
                <a:close/>
                <a:moveTo>
                  <a:pt x="999112" y="713162"/>
                </a:moveTo>
                <a:cubicBezTo>
                  <a:pt x="992195" y="713162"/>
                  <a:pt x="991992" y="702742"/>
                  <a:pt x="998934" y="702513"/>
                </a:cubicBezTo>
                <a:cubicBezTo>
                  <a:pt x="1023429" y="701688"/>
                  <a:pt x="1047861" y="699467"/>
                  <a:pt x="1072102" y="695863"/>
                </a:cubicBezTo>
                <a:cubicBezTo>
                  <a:pt x="1079121" y="694822"/>
                  <a:pt x="1080644" y="705356"/>
                  <a:pt x="1073689" y="706397"/>
                </a:cubicBezTo>
                <a:cubicBezTo>
                  <a:pt x="1049042" y="710077"/>
                  <a:pt x="1024204" y="712337"/>
                  <a:pt x="999302" y="713162"/>
                </a:cubicBezTo>
                <a:close/>
                <a:moveTo>
                  <a:pt x="925042" y="712311"/>
                </a:moveTo>
                <a:cubicBezTo>
                  <a:pt x="923900" y="712222"/>
                  <a:pt x="893656" y="710966"/>
                  <a:pt x="850592" y="705585"/>
                </a:cubicBezTo>
                <a:cubicBezTo>
                  <a:pt x="843625" y="704722"/>
                  <a:pt x="844894" y="694162"/>
                  <a:pt x="851862" y="695012"/>
                </a:cubicBezTo>
                <a:cubicBezTo>
                  <a:pt x="877080" y="698160"/>
                  <a:pt x="901791" y="700394"/>
                  <a:pt x="925284" y="701663"/>
                </a:cubicBezTo>
                <a:cubicBezTo>
                  <a:pt x="928215" y="701866"/>
                  <a:pt x="930436" y="704404"/>
                  <a:pt x="930246" y="707336"/>
                </a:cubicBezTo>
                <a:cubicBezTo>
                  <a:pt x="930056" y="710116"/>
                  <a:pt x="927771" y="712273"/>
                  <a:pt x="924992" y="712311"/>
                </a:cubicBezTo>
                <a:close/>
                <a:moveTo>
                  <a:pt x="777082" y="694264"/>
                </a:moveTo>
                <a:cubicBezTo>
                  <a:pt x="753779" y="690037"/>
                  <a:pt x="729957" y="685189"/>
                  <a:pt x="704256" y="679439"/>
                </a:cubicBezTo>
                <a:cubicBezTo>
                  <a:pt x="697377" y="677904"/>
                  <a:pt x="699687" y="667509"/>
                  <a:pt x="706579" y="669032"/>
                </a:cubicBezTo>
                <a:cubicBezTo>
                  <a:pt x="732140" y="674756"/>
                  <a:pt x="755836" y="679579"/>
                  <a:pt x="778985" y="683767"/>
                </a:cubicBezTo>
                <a:cubicBezTo>
                  <a:pt x="781879" y="684288"/>
                  <a:pt x="783808" y="687067"/>
                  <a:pt x="783288" y="689961"/>
                </a:cubicBezTo>
                <a:cubicBezTo>
                  <a:pt x="782755" y="692868"/>
                  <a:pt x="779975" y="694784"/>
                  <a:pt x="777082" y="694264"/>
                </a:cubicBezTo>
                <a:close/>
                <a:moveTo>
                  <a:pt x="1140168" y="687029"/>
                </a:moveTo>
                <a:cubicBezTo>
                  <a:pt x="1139356" y="684199"/>
                  <a:pt x="1141006" y="681254"/>
                  <a:pt x="1143837" y="680442"/>
                </a:cubicBezTo>
                <a:cubicBezTo>
                  <a:pt x="1143837" y="680442"/>
                  <a:pt x="1143837" y="680442"/>
                  <a:pt x="1143837" y="680442"/>
                </a:cubicBezTo>
                <a:cubicBezTo>
                  <a:pt x="1167354" y="673779"/>
                  <a:pt x="1190314" y="665288"/>
                  <a:pt x="1212512" y="655059"/>
                </a:cubicBezTo>
                <a:cubicBezTo>
                  <a:pt x="1215177" y="653815"/>
                  <a:pt x="1218350" y="654983"/>
                  <a:pt x="1219594" y="657648"/>
                </a:cubicBezTo>
                <a:cubicBezTo>
                  <a:pt x="1220838" y="660313"/>
                  <a:pt x="1219670" y="663486"/>
                  <a:pt x="1217005" y="664730"/>
                </a:cubicBezTo>
                <a:cubicBezTo>
                  <a:pt x="1194299" y="675175"/>
                  <a:pt x="1170807" y="683844"/>
                  <a:pt x="1146756" y="690646"/>
                </a:cubicBezTo>
                <a:cubicBezTo>
                  <a:pt x="1143963" y="691459"/>
                  <a:pt x="1141032" y="689872"/>
                  <a:pt x="1140181" y="687080"/>
                </a:cubicBezTo>
                <a:close/>
                <a:moveTo>
                  <a:pt x="138595" y="671926"/>
                </a:moveTo>
                <a:cubicBezTo>
                  <a:pt x="136514" y="669845"/>
                  <a:pt x="136514" y="666469"/>
                  <a:pt x="138595" y="664387"/>
                </a:cubicBezTo>
                <a:cubicBezTo>
                  <a:pt x="138595" y="664387"/>
                  <a:pt x="138595" y="664387"/>
                  <a:pt x="138595" y="664387"/>
                </a:cubicBezTo>
                <a:cubicBezTo>
                  <a:pt x="156313" y="646390"/>
                  <a:pt x="176506" y="631008"/>
                  <a:pt x="198551" y="618697"/>
                </a:cubicBezTo>
                <a:cubicBezTo>
                  <a:pt x="201229" y="617491"/>
                  <a:pt x="204390" y="618684"/>
                  <a:pt x="205595" y="621362"/>
                </a:cubicBezTo>
                <a:cubicBezTo>
                  <a:pt x="206687" y="623773"/>
                  <a:pt x="205849" y="626604"/>
                  <a:pt x="203628" y="628038"/>
                </a:cubicBezTo>
                <a:cubicBezTo>
                  <a:pt x="182471" y="639854"/>
                  <a:pt x="163091" y="654614"/>
                  <a:pt x="146084" y="671875"/>
                </a:cubicBezTo>
                <a:cubicBezTo>
                  <a:pt x="144040" y="673931"/>
                  <a:pt x="140715" y="673982"/>
                  <a:pt x="138608" y="671977"/>
                </a:cubicBezTo>
                <a:close/>
                <a:moveTo>
                  <a:pt x="632027" y="662128"/>
                </a:moveTo>
                <a:cubicBezTo>
                  <a:pt x="608039" y="656049"/>
                  <a:pt x="584103" y="649703"/>
                  <a:pt x="560255" y="643243"/>
                </a:cubicBezTo>
                <a:cubicBezTo>
                  <a:pt x="557412" y="642468"/>
                  <a:pt x="555737" y="639537"/>
                  <a:pt x="556498" y="636706"/>
                </a:cubicBezTo>
                <a:cubicBezTo>
                  <a:pt x="557272" y="633863"/>
                  <a:pt x="560204" y="632175"/>
                  <a:pt x="563047" y="632949"/>
                </a:cubicBezTo>
                <a:cubicBezTo>
                  <a:pt x="586832" y="639397"/>
                  <a:pt x="610718" y="645730"/>
                  <a:pt x="634654" y="651797"/>
                </a:cubicBezTo>
                <a:cubicBezTo>
                  <a:pt x="637523" y="652482"/>
                  <a:pt x="639287" y="655350"/>
                  <a:pt x="638601" y="658219"/>
                </a:cubicBezTo>
                <a:cubicBezTo>
                  <a:pt x="637916" y="661087"/>
                  <a:pt x="635048" y="662851"/>
                  <a:pt x="632179" y="662166"/>
                </a:cubicBezTo>
                <a:cubicBezTo>
                  <a:pt x="632129" y="662153"/>
                  <a:pt x="632078" y="662141"/>
                  <a:pt x="632027" y="662128"/>
                </a:cubicBezTo>
                <a:close/>
                <a:moveTo>
                  <a:pt x="1274232" y="625652"/>
                </a:moveTo>
                <a:cubicBezTo>
                  <a:pt x="1272480" y="623291"/>
                  <a:pt x="1272988" y="619966"/>
                  <a:pt x="1275349" y="618214"/>
                </a:cubicBezTo>
                <a:cubicBezTo>
                  <a:pt x="1275349" y="618214"/>
                  <a:pt x="1275361" y="618202"/>
                  <a:pt x="1275361" y="618202"/>
                </a:cubicBezTo>
                <a:cubicBezTo>
                  <a:pt x="1294958" y="603885"/>
                  <a:pt x="1312587" y="587069"/>
                  <a:pt x="1327791" y="568158"/>
                </a:cubicBezTo>
                <a:cubicBezTo>
                  <a:pt x="1329568" y="565810"/>
                  <a:pt x="1332906" y="565353"/>
                  <a:pt x="1335254" y="567130"/>
                </a:cubicBezTo>
                <a:cubicBezTo>
                  <a:pt x="1337602" y="568907"/>
                  <a:pt x="1338072" y="572245"/>
                  <a:pt x="1336295" y="574593"/>
                </a:cubicBezTo>
                <a:cubicBezTo>
                  <a:pt x="1336244" y="574656"/>
                  <a:pt x="1336181" y="574732"/>
                  <a:pt x="1336130" y="574796"/>
                </a:cubicBezTo>
                <a:cubicBezTo>
                  <a:pt x="1320341" y="594455"/>
                  <a:pt x="1302040" y="611945"/>
                  <a:pt x="1281682" y="626832"/>
                </a:cubicBezTo>
                <a:cubicBezTo>
                  <a:pt x="1279321" y="628545"/>
                  <a:pt x="1276034" y="628038"/>
                  <a:pt x="1274296" y="625702"/>
                </a:cubicBezTo>
                <a:close/>
                <a:moveTo>
                  <a:pt x="488775" y="623976"/>
                </a:moveTo>
                <a:cubicBezTo>
                  <a:pt x="460853" y="616767"/>
                  <a:pt x="438007" y="611576"/>
                  <a:pt x="416850" y="607667"/>
                </a:cubicBezTo>
                <a:cubicBezTo>
                  <a:pt x="413957" y="607122"/>
                  <a:pt x="412040" y="604342"/>
                  <a:pt x="412586" y="601448"/>
                </a:cubicBezTo>
                <a:cubicBezTo>
                  <a:pt x="413132" y="598555"/>
                  <a:pt x="415911" y="596638"/>
                  <a:pt x="418805" y="597184"/>
                </a:cubicBezTo>
                <a:cubicBezTo>
                  <a:pt x="440178" y="601144"/>
                  <a:pt x="463226" y="606386"/>
                  <a:pt x="491440" y="613683"/>
                </a:cubicBezTo>
                <a:cubicBezTo>
                  <a:pt x="498179" y="615448"/>
                  <a:pt x="495704" y="625804"/>
                  <a:pt x="488775" y="623976"/>
                </a:cubicBezTo>
                <a:close/>
                <a:moveTo>
                  <a:pt x="265272" y="599354"/>
                </a:moveTo>
                <a:cubicBezTo>
                  <a:pt x="264714" y="596461"/>
                  <a:pt x="266605" y="593668"/>
                  <a:pt x="269486" y="593110"/>
                </a:cubicBezTo>
                <a:cubicBezTo>
                  <a:pt x="292445" y="588630"/>
                  <a:pt x="318146" y="587031"/>
                  <a:pt x="344533" y="588186"/>
                </a:cubicBezTo>
                <a:cubicBezTo>
                  <a:pt x="351526" y="588490"/>
                  <a:pt x="351170" y="599126"/>
                  <a:pt x="344063" y="598834"/>
                </a:cubicBezTo>
                <a:cubicBezTo>
                  <a:pt x="318527" y="597717"/>
                  <a:pt x="293664" y="599253"/>
                  <a:pt x="271529" y="603568"/>
                </a:cubicBezTo>
                <a:cubicBezTo>
                  <a:pt x="268648" y="604139"/>
                  <a:pt x="265856" y="602273"/>
                  <a:pt x="265272" y="599405"/>
                </a:cubicBezTo>
                <a:close/>
                <a:moveTo>
                  <a:pt x="1585765" y="578971"/>
                </a:moveTo>
                <a:cubicBezTo>
                  <a:pt x="1582820" y="579009"/>
                  <a:pt x="1580409" y="576649"/>
                  <a:pt x="1580371" y="573717"/>
                </a:cubicBezTo>
                <a:cubicBezTo>
                  <a:pt x="1580320" y="570772"/>
                  <a:pt x="1582681" y="568348"/>
                  <a:pt x="1585625" y="568310"/>
                </a:cubicBezTo>
                <a:cubicBezTo>
                  <a:pt x="1610374" y="567676"/>
                  <a:pt x="1635123" y="565886"/>
                  <a:pt x="1659009" y="562992"/>
                </a:cubicBezTo>
                <a:cubicBezTo>
                  <a:pt x="1661928" y="562624"/>
                  <a:pt x="1664594" y="564680"/>
                  <a:pt x="1664974" y="567599"/>
                </a:cubicBezTo>
                <a:cubicBezTo>
                  <a:pt x="1665342" y="570519"/>
                  <a:pt x="1663286" y="573197"/>
                  <a:pt x="1660367" y="573565"/>
                </a:cubicBezTo>
                <a:cubicBezTo>
                  <a:pt x="1660329" y="573565"/>
                  <a:pt x="1660304" y="573577"/>
                  <a:pt x="1660278" y="573577"/>
                </a:cubicBezTo>
                <a:cubicBezTo>
                  <a:pt x="1635999" y="576509"/>
                  <a:pt x="1610971" y="578324"/>
                  <a:pt x="1585892" y="578971"/>
                </a:cubicBezTo>
                <a:close/>
                <a:moveTo>
                  <a:pt x="1511708" y="577575"/>
                </a:moveTo>
                <a:lnTo>
                  <a:pt x="1511365" y="577575"/>
                </a:lnTo>
                <a:cubicBezTo>
                  <a:pt x="1486781" y="576039"/>
                  <a:pt x="1461867" y="573412"/>
                  <a:pt x="1437245" y="569757"/>
                </a:cubicBezTo>
                <a:cubicBezTo>
                  <a:pt x="1434339" y="569325"/>
                  <a:pt x="1432321" y="566610"/>
                  <a:pt x="1432752" y="563703"/>
                </a:cubicBezTo>
                <a:cubicBezTo>
                  <a:pt x="1433184" y="560797"/>
                  <a:pt x="1435900" y="558779"/>
                  <a:pt x="1438806" y="559210"/>
                </a:cubicBezTo>
                <a:cubicBezTo>
                  <a:pt x="1463111" y="562815"/>
                  <a:pt x="1487759" y="565416"/>
                  <a:pt x="1512025" y="566940"/>
                </a:cubicBezTo>
                <a:cubicBezTo>
                  <a:pt x="1514957" y="567143"/>
                  <a:pt x="1517178" y="569681"/>
                  <a:pt x="1516975" y="572625"/>
                </a:cubicBezTo>
                <a:cubicBezTo>
                  <a:pt x="1516785" y="575405"/>
                  <a:pt x="1514488" y="577563"/>
                  <a:pt x="1511708" y="577588"/>
                </a:cubicBezTo>
                <a:close/>
                <a:moveTo>
                  <a:pt x="1732647" y="561076"/>
                </a:moveTo>
                <a:cubicBezTo>
                  <a:pt x="1729702" y="561076"/>
                  <a:pt x="1727316" y="558702"/>
                  <a:pt x="1727304" y="555758"/>
                </a:cubicBezTo>
                <a:cubicBezTo>
                  <a:pt x="1727304" y="553258"/>
                  <a:pt x="1729042" y="551087"/>
                  <a:pt x="1731479" y="550542"/>
                </a:cubicBezTo>
                <a:cubicBezTo>
                  <a:pt x="1755378" y="545122"/>
                  <a:pt x="1778947" y="538345"/>
                  <a:pt x="1802071" y="530235"/>
                </a:cubicBezTo>
                <a:cubicBezTo>
                  <a:pt x="1804876" y="529334"/>
                  <a:pt x="1807871" y="530869"/>
                  <a:pt x="1808785" y="533674"/>
                </a:cubicBezTo>
                <a:cubicBezTo>
                  <a:pt x="1809648" y="536365"/>
                  <a:pt x="1808265" y="539271"/>
                  <a:pt x="1805612" y="540287"/>
                </a:cubicBezTo>
                <a:cubicBezTo>
                  <a:pt x="1782107" y="548536"/>
                  <a:pt x="1758145" y="555441"/>
                  <a:pt x="1733840" y="560936"/>
                </a:cubicBezTo>
                <a:cubicBezTo>
                  <a:pt x="1733434" y="561012"/>
                  <a:pt x="1733015" y="561038"/>
                  <a:pt x="1732596" y="561012"/>
                </a:cubicBezTo>
                <a:close/>
                <a:moveTo>
                  <a:pt x="1364039" y="555834"/>
                </a:moveTo>
                <a:cubicBezTo>
                  <a:pt x="1339925" y="550186"/>
                  <a:pt x="1315734" y="543460"/>
                  <a:pt x="1292229" y="535857"/>
                </a:cubicBezTo>
                <a:cubicBezTo>
                  <a:pt x="1289424" y="534943"/>
                  <a:pt x="1287888" y="531935"/>
                  <a:pt x="1288789" y="529131"/>
                </a:cubicBezTo>
                <a:cubicBezTo>
                  <a:pt x="1289703" y="526338"/>
                  <a:pt x="1292711" y="524790"/>
                  <a:pt x="1295516" y="525704"/>
                </a:cubicBezTo>
                <a:cubicBezTo>
                  <a:pt x="1318730" y="533217"/>
                  <a:pt x="1342603" y="539855"/>
                  <a:pt x="1366463" y="545440"/>
                </a:cubicBezTo>
                <a:cubicBezTo>
                  <a:pt x="1369332" y="546112"/>
                  <a:pt x="1371109" y="548981"/>
                  <a:pt x="1370436" y="551849"/>
                </a:cubicBezTo>
                <a:cubicBezTo>
                  <a:pt x="1369776" y="554705"/>
                  <a:pt x="1366908" y="556494"/>
                  <a:pt x="1364039" y="555822"/>
                </a:cubicBezTo>
                <a:close/>
                <a:moveTo>
                  <a:pt x="1366755" y="512504"/>
                </a:moveTo>
                <a:cubicBezTo>
                  <a:pt x="1364014" y="511451"/>
                  <a:pt x="1362630" y="508380"/>
                  <a:pt x="1363671" y="505625"/>
                </a:cubicBezTo>
                <a:cubicBezTo>
                  <a:pt x="1372174" y="482920"/>
                  <a:pt x="1377416" y="459135"/>
                  <a:pt x="1379269" y="434957"/>
                </a:cubicBezTo>
                <a:cubicBezTo>
                  <a:pt x="1379574" y="432026"/>
                  <a:pt x="1382201" y="429906"/>
                  <a:pt x="1385133" y="430211"/>
                </a:cubicBezTo>
                <a:cubicBezTo>
                  <a:pt x="1387963" y="430515"/>
                  <a:pt x="1390057" y="432978"/>
                  <a:pt x="1389892" y="435821"/>
                </a:cubicBezTo>
                <a:cubicBezTo>
                  <a:pt x="1387963" y="461001"/>
                  <a:pt x="1382493" y="485788"/>
                  <a:pt x="1373634" y="509433"/>
                </a:cubicBezTo>
                <a:cubicBezTo>
                  <a:pt x="1372555" y="512174"/>
                  <a:pt x="1369471" y="513520"/>
                  <a:pt x="1366730" y="512454"/>
                </a:cubicBezTo>
                <a:cubicBezTo>
                  <a:pt x="1366717" y="512441"/>
                  <a:pt x="1366717" y="512441"/>
                  <a:pt x="1366704" y="512441"/>
                </a:cubicBezTo>
                <a:close/>
                <a:moveTo>
                  <a:pt x="1871990" y="511578"/>
                </a:moveTo>
                <a:cubicBezTo>
                  <a:pt x="1869058" y="511603"/>
                  <a:pt x="1866660" y="509243"/>
                  <a:pt x="1866634" y="506298"/>
                </a:cubicBezTo>
                <a:cubicBezTo>
                  <a:pt x="1866622" y="504267"/>
                  <a:pt x="1867764" y="502402"/>
                  <a:pt x="1869579" y="501501"/>
                </a:cubicBezTo>
                <a:cubicBezTo>
                  <a:pt x="1891409" y="490446"/>
                  <a:pt x="1912451" y="477919"/>
                  <a:pt x="1932555" y="463984"/>
                </a:cubicBezTo>
                <a:cubicBezTo>
                  <a:pt x="1934992" y="462321"/>
                  <a:pt x="1938305" y="462956"/>
                  <a:pt x="1939967" y="465392"/>
                </a:cubicBezTo>
                <a:cubicBezTo>
                  <a:pt x="1941592" y="467791"/>
                  <a:pt x="1941008" y="471066"/>
                  <a:pt x="1938635" y="472741"/>
                </a:cubicBezTo>
                <a:cubicBezTo>
                  <a:pt x="1918125" y="486956"/>
                  <a:pt x="1896663" y="499736"/>
                  <a:pt x="1874389" y="511007"/>
                </a:cubicBezTo>
                <a:cubicBezTo>
                  <a:pt x="1873627" y="511375"/>
                  <a:pt x="1872790" y="511540"/>
                  <a:pt x="1871939" y="511514"/>
                </a:cubicBezTo>
                <a:close/>
                <a:moveTo>
                  <a:pt x="1222335" y="509953"/>
                </a:moveTo>
                <a:cubicBezTo>
                  <a:pt x="1199338" y="500295"/>
                  <a:pt x="1176645" y="489646"/>
                  <a:pt x="1154904" y="478110"/>
                </a:cubicBezTo>
                <a:cubicBezTo>
                  <a:pt x="1152302" y="476739"/>
                  <a:pt x="1151299" y="473515"/>
                  <a:pt x="1152683" y="470901"/>
                </a:cubicBezTo>
                <a:cubicBezTo>
                  <a:pt x="1154053" y="468299"/>
                  <a:pt x="1157277" y="467309"/>
                  <a:pt x="1159879" y="468680"/>
                </a:cubicBezTo>
                <a:cubicBezTo>
                  <a:pt x="1181354" y="480013"/>
                  <a:pt x="1203754" y="490586"/>
                  <a:pt x="1226460" y="500117"/>
                </a:cubicBezTo>
                <a:cubicBezTo>
                  <a:pt x="1229176" y="501260"/>
                  <a:pt x="1230458" y="504382"/>
                  <a:pt x="1229316" y="507098"/>
                </a:cubicBezTo>
                <a:cubicBezTo>
                  <a:pt x="1228173" y="509814"/>
                  <a:pt x="1225051" y="511096"/>
                  <a:pt x="1222335" y="509953"/>
                </a:cubicBezTo>
                <a:close/>
                <a:moveTo>
                  <a:pt x="1093539" y="441126"/>
                </a:moveTo>
                <a:cubicBezTo>
                  <a:pt x="1092498" y="441126"/>
                  <a:pt x="1091483" y="440821"/>
                  <a:pt x="1090620" y="440250"/>
                </a:cubicBezTo>
                <a:cubicBezTo>
                  <a:pt x="1069780" y="426568"/>
                  <a:pt x="1049752" y="411706"/>
                  <a:pt x="1030613" y="395727"/>
                </a:cubicBezTo>
                <a:cubicBezTo>
                  <a:pt x="1028265" y="393950"/>
                  <a:pt x="1027808" y="390600"/>
                  <a:pt x="1029598" y="388264"/>
                </a:cubicBezTo>
                <a:cubicBezTo>
                  <a:pt x="1031374" y="385916"/>
                  <a:pt x="1034712" y="385459"/>
                  <a:pt x="1037060" y="387236"/>
                </a:cubicBezTo>
                <a:cubicBezTo>
                  <a:pt x="1037200" y="387338"/>
                  <a:pt x="1037327" y="387452"/>
                  <a:pt x="1037454" y="387566"/>
                </a:cubicBezTo>
                <a:cubicBezTo>
                  <a:pt x="1056289" y="403266"/>
                  <a:pt x="1075986" y="417887"/>
                  <a:pt x="1096483" y="431340"/>
                </a:cubicBezTo>
                <a:cubicBezTo>
                  <a:pt x="1098945" y="432952"/>
                  <a:pt x="1099631" y="436265"/>
                  <a:pt x="1098006" y="438727"/>
                </a:cubicBezTo>
                <a:cubicBezTo>
                  <a:pt x="1097016" y="440225"/>
                  <a:pt x="1095341" y="441126"/>
                  <a:pt x="1093539" y="441126"/>
                </a:cubicBezTo>
                <a:close/>
                <a:moveTo>
                  <a:pt x="1993171" y="427254"/>
                </a:moveTo>
                <a:cubicBezTo>
                  <a:pt x="1990227" y="427254"/>
                  <a:pt x="1987841" y="424868"/>
                  <a:pt x="1987841" y="421923"/>
                </a:cubicBezTo>
                <a:cubicBezTo>
                  <a:pt x="1987841" y="420451"/>
                  <a:pt x="1988450" y="419042"/>
                  <a:pt x="1989529" y="418027"/>
                </a:cubicBezTo>
                <a:cubicBezTo>
                  <a:pt x="2007424" y="401375"/>
                  <a:pt x="2024076" y="383429"/>
                  <a:pt x="2039344" y="364340"/>
                </a:cubicBezTo>
                <a:cubicBezTo>
                  <a:pt x="2041108" y="361980"/>
                  <a:pt x="2044446" y="361510"/>
                  <a:pt x="2046807" y="363274"/>
                </a:cubicBezTo>
                <a:cubicBezTo>
                  <a:pt x="2049168" y="365038"/>
                  <a:pt x="2049637" y="368376"/>
                  <a:pt x="2047873" y="370724"/>
                </a:cubicBezTo>
                <a:cubicBezTo>
                  <a:pt x="2047810" y="370813"/>
                  <a:pt x="2047746" y="370902"/>
                  <a:pt x="2047670" y="370991"/>
                </a:cubicBezTo>
                <a:cubicBezTo>
                  <a:pt x="2032072" y="390485"/>
                  <a:pt x="2015077" y="408812"/>
                  <a:pt x="1996801" y="425832"/>
                </a:cubicBezTo>
                <a:cubicBezTo>
                  <a:pt x="1995811" y="426746"/>
                  <a:pt x="1994517" y="427254"/>
                  <a:pt x="1993171" y="427254"/>
                </a:cubicBezTo>
                <a:close/>
                <a:moveTo>
                  <a:pt x="1376629" y="362221"/>
                </a:moveTo>
                <a:cubicBezTo>
                  <a:pt x="1373101" y="338056"/>
                  <a:pt x="1367529" y="314233"/>
                  <a:pt x="1359978" y="291020"/>
                </a:cubicBezTo>
                <a:cubicBezTo>
                  <a:pt x="1359076" y="288215"/>
                  <a:pt x="1360625" y="285207"/>
                  <a:pt x="1363417" y="284319"/>
                </a:cubicBezTo>
                <a:cubicBezTo>
                  <a:pt x="1366222" y="283418"/>
                  <a:pt x="1369230" y="284953"/>
                  <a:pt x="1370131" y="287758"/>
                </a:cubicBezTo>
                <a:cubicBezTo>
                  <a:pt x="1377860" y="311555"/>
                  <a:pt x="1383572" y="335974"/>
                  <a:pt x="1387176" y="360736"/>
                </a:cubicBezTo>
                <a:cubicBezTo>
                  <a:pt x="1387709" y="363630"/>
                  <a:pt x="1385805" y="366409"/>
                  <a:pt x="1382912" y="366955"/>
                </a:cubicBezTo>
                <a:cubicBezTo>
                  <a:pt x="1380018" y="367488"/>
                  <a:pt x="1377226" y="365571"/>
                  <a:pt x="1376693" y="362678"/>
                </a:cubicBezTo>
                <a:cubicBezTo>
                  <a:pt x="1376667" y="362525"/>
                  <a:pt x="1376642" y="362373"/>
                  <a:pt x="1376629" y="362221"/>
                </a:cubicBezTo>
                <a:close/>
                <a:moveTo>
                  <a:pt x="976559" y="343818"/>
                </a:moveTo>
                <a:cubicBezTo>
                  <a:pt x="959729" y="325224"/>
                  <a:pt x="944778" y="305019"/>
                  <a:pt x="931896" y="283506"/>
                </a:cubicBezTo>
                <a:cubicBezTo>
                  <a:pt x="930475" y="280930"/>
                  <a:pt x="931401" y="277681"/>
                  <a:pt x="933978" y="276259"/>
                </a:cubicBezTo>
                <a:cubicBezTo>
                  <a:pt x="936452" y="274889"/>
                  <a:pt x="939562" y="275688"/>
                  <a:pt x="941072" y="278087"/>
                </a:cubicBezTo>
                <a:cubicBezTo>
                  <a:pt x="953599" y="299003"/>
                  <a:pt x="968156" y="318637"/>
                  <a:pt x="984504" y="336710"/>
                </a:cubicBezTo>
                <a:cubicBezTo>
                  <a:pt x="986433" y="338931"/>
                  <a:pt x="986204" y="342295"/>
                  <a:pt x="983983" y="344236"/>
                </a:cubicBezTo>
                <a:cubicBezTo>
                  <a:pt x="981800" y="346128"/>
                  <a:pt x="978513" y="345950"/>
                  <a:pt x="976559" y="343818"/>
                </a:cubicBezTo>
                <a:close/>
                <a:moveTo>
                  <a:pt x="2082585" y="311098"/>
                </a:moveTo>
                <a:cubicBezTo>
                  <a:pt x="2080034" y="309639"/>
                  <a:pt x="2079158" y="306390"/>
                  <a:pt x="2080618" y="303839"/>
                </a:cubicBezTo>
                <a:cubicBezTo>
                  <a:pt x="2080630" y="303839"/>
                  <a:pt x="2080630" y="303826"/>
                  <a:pt x="2080630" y="303826"/>
                </a:cubicBezTo>
                <a:cubicBezTo>
                  <a:pt x="2092878" y="282669"/>
                  <a:pt x="2103488" y="260610"/>
                  <a:pt x="2112360" y="237829"/>
                </a:cubicBezTo>
                <a:cubicBezTo>
                  <a:pt x="2113249" y="235024"/>
                  <a:pt x="2116244" y="233463"/>
                  <a:pt x="2119049" y="234351"/>
                </a:cubicBezTo>
                <a:cubicBezTo>
                  <a:pt x="2121853" y="235239"/>
                  <a:pt x="2123415" y="238235"/>
                  <a:pt x="2122526" y="241040"/>
                </a:cubicBezTo>
                <a:cubicBezTo>
                  <a:pt x="2122463" y="241243"/>
                  <a:pt x="2122387" y="241446"/>
                  <a:pt x="2122298" y="241636"/>
                </a:cubicBezTo>
                <a:cubicBezTo>
                  <a:pt x="2113236" y="264913"/>
                  <a:pt x="2102410" y="287479"/>
                  <a:pt x="2089908" y="309106"/>
                </a:cubicBezTo>
                <a:cubicBezTo>
                  <a:pt x="2088461" y="311657"/>
                  <a:pt x="2085212" y="312558"/>
                  <a:pt x="2082661" y="311111"/>
                </a:cubicBezTo>
                <a:cubicBezTo>
                  <a:pt x="2082649" y="311111"/>
                  <a:pt x="2082649" y="311098"/>
                  <a:pt x="2082636" y="311098"/>
                </a:cubicBezTo>
                <a:close/>
                <a:moveTo>
                  <a:pt x="1332690" y="222916"/>
                </a:moveTo>
                <a:cubicBezTo>
                  <a:pt x="1322105" y="200845"/>
                  <a:pt x="1310074" y="179484"/>
                  <a:pt x="1296696" y="158987"/>
                </a:cubicBezTo>
                <a:cubicBezTo>
                  <a:pt x="1294945" y="156626"/>
                  <a:pt x="1295440" y="153289"/>
                  <a:pt x="1297801" y="151524"/>
                </a:cubicBezTo>
                <a:cubicBezTo>
                  <a:pt x="1300161" y="149773"/>
                  <a:pt x="1303499" y="150268"/>
                  <a:pt x="1305251" y="152629"/>
                </a:cubicBezTo>
                <a:cubicBezTo>
                  <a:pt x="1305378" y="152794"/>
                  <a:pt x="1305479" y="152959"/>
                  <a:pt x="1305581" y="153124"/>
                </a:cubicBezTo>
                <a:cubicBezTo>
                  <a:pt x="1319224" y="174014"/>
                  <a:pt x="1331485" y="195793"/>
                  <a:pt x="1342273" y="218296"/>
                </a:cubicBezTo>
                <a:cubicBezTo>
                  <a:pt x="1343428" y="221012"/>
                  <a:pt x="1342159" y="224134"/>
                  <a:pt x="1339455" y="225289"/>
                </a:cubicBezTo>
                <a:cubicBezTo>
                  <a:pt x="1336917" y="226355"/>
                  <a:pt x="1333985" y="225340"/>
                  <a:pt x="1332678" y="222916"/>
                </a:cubicBezTo>
                <a:close/>
                <a:moveTo>
                  <a:pt x="902629" y="214031"/>
                </a:moveTo>
                <a:cubicBezTo>
                  <a:pt x="896130" y="188572"/>
                  <a:pt x="894468" y="164533"/>
                  <a:pt x="899596" y="138299"/>
                </a:cubicBezTo>
                <a:cubicBezTo>
                  <a:pt x="900154" y="135419"/>
                  <a:pt x="902933" y="133527"/>
                  <a:pt x="905827" y="134086"/>
                </a:cubicBezTo>
                <a:cubicBezTo>
                  <a:pt x="905827" y="134086"/>
                  <a:pt x="905840" y="134086"/>
                  <a:pt x="905840" y="134086"/>
                </a:cubicBezTo>
                <a:cubicBezTo>
                  <a:pt x="918024" y="136459"/>
                  <a:pt x="898136" y="153212"/>
                  <a:pt x="912960" y="211404"/>
                </a:cubicBezTo>
                <a:cubicBezTo>
                  <a:pt x="913645" y="214272"/>
                  <a:pt x="911881" y="217141"/>
                  <a:pt x="909013" y="217826"/>
                </a:cubicBezTo>
                <a:cubicBezTo>
                  <a:pt x="906208" y="218499"/>
                  <a:pt x="903378" y="216811"/>
                  <a:pt x="902629" y="214031"/>
                </a:cubicBezTo>
                <a:close/>
                <a:moveTo>
                  <a:pt x="2137541" y="174052"/>
                </a:moveTo>
                <a:cubicBezTo>
                  <a:pt x="2134672" y="173418"/>
                  <a:pt x="2132845" y="170587"/>
                  <a:pt x="2133467" y="167706"/>
                </a:cubicBezTo>
                <a:cubicBezTo>
                  <a:pt x="2138683" y="143833"/>
                  <a:pt x="2142021" y="119579"/>
                  <a:pt x="2143480" y="95185"/>
                </a:cubicBezTo>
                <a:cubicBezTo>
                  <a:pt x="2143544" y="92241"/>
                  <a:pt x="2145981" y="89906"/>
                  <a:pt x="2148925" y="89969"/>
                </a:cubicBezTo>
                <a:cubicBezTo>
                  <a:pt x="2151870" y="90033"/>
                  <a:pt x="2154205" y="92469"/>
                  <a:pt x="2154142" y="95414"/>
                </a:cubicBezTo>
                <a:cubicBezTo>
                  <a:pt x="2154142" y="95541"/>
                  <a:pt x="2154129" y="95680"/>
                  <a:pt x="2154116" y="95807"/>
                </a:cubicBezTo>
                <a:cubicBezTo>
                  <a:pt x="2152631" y="120759"/>
                  <a:pt x="2149217" y="145559"/>
                  <a:pt x="2143887" y="169978"/>
                </a:cubicBezTo>
                <a:cubicBezTo>
                  <a:pt x="2143265" y="172859"/>
                  <a:pt x="2140447" y="174700"/>
                  <a:pt x="2137566" y="174090"/>
                </a:cubicBezTo>
                <a:close/>
                <a:moveTo>
                  <a:pt x="1251653" y="101265"/>
                </a:moveTo>
                <a:cubicBezTo>
                  <a:pt x="1235179" y="83331"/>
                  <a:pt x="1216840" y="67213"/>
                  <a:pt x="1196939" y="53176"/>
                </a:cubicBezTo>
                <a:cubicBezTo>
                  <a:pt x="1194566" y="51424"/>
                  <a:pt x="1194058" y="48099"/>
                  <a:pt x="1195809" y="45726"/>
                </a:cubicBezTo>
                <a:cubicBezTo>
                  <a:pt x="1197485" y="43441"/>
                  <a:pt x="1200658" y="42870"/>
                  <a:pt x="1203031" y="44431"/>
                </a:cubicBezTo>
                <a:cubicBezTo>
                  <a:pt x="1223554" y="58900"/>
                  <a:pt x="1242477" y="75526"/>
                  <a:pt x="1259471" y="94018"/>
                </a:cubicBezTo>
                <a:cubicBezTo>
                  <a:pt x="1261451" y="96201"/>
                  <a:pt x="1261274" y="99577"/>
                  <a:pt x="1259091" y="101544"/>
                </a:cubicBezTo>
                <a:cubicBezTo>
                  <a:pt x="1256946" y="103486"/>
                  <a:pt x="1253646" y="103359"/>
                  <a:pt x="1251653" y="101265"/>
                </a:cubicBezTo>
                <a:close/>
                <a:moveTo>
                  <a:pt x="931515" y="76465"/>
                </a:moveTo>
                <a:cubicBezTo>
                  <a:pt x="929155" y="74714"/>
                  <a:pt x="928660" y="71388"/>
                  <a:pt x="930411" y="69028"/>
                </a:cubicBezTo>
                <a:cubicBezTo>
                  <a:pt x="930411" y="69015"/>
                  <a:pt x="930424" y="69015"/>
                  <a:pt x="930424" y="69002"/>
                </a:cubicBezTo>
                <a:cubicBezTo>
                  <a:pt x="945743" y="48505"/>
                  <a:pt x="965364" y="31600"/>
                  <a:pt x="987918" y="19504"/>
                </a:cubicBezTo>
                <a:cubicBezTo>
                  <a:pt x="990520" y="18108"/>
                  <a:pt x="993756" y="19073"/>
                  <a:pt x="995165" y="21662"/>
                </a:cubicBezTo>
                <a:cubicBezTo>
                  <a:pt x="996561" y="24264"/>
                  <a:pt x="995596" y="27513"/>
                  <a:pt x="992994" y="28909"/>
                </a:cubicBezTo>
                <a:cubicBezTo>
                  <a:pt x="971825" y="40255"/>
                  <a:pt x="953409" y="56107"/>
                  <a:pt x="939029" y="75335"/>
                </a:cubicBezTo>
                <a:cubicBezTo>
                  <a:pt x="937303" y="77722"/>
                  <a:pt x="933978" y="78255"/>
                  <a:pt x="931592" y="76541"/>
                </a:cubicBezTo>
                <a:cubicBezTo>
                  <a:pt x="931566" y="76529"/>
                  <a:pt x="931553" y="76516"/>
                  <a:pt x="931541" y="76503"/>
                </a:cubicBezTo>
                <a:close/>
                <a:moveTo>
                  <a:pt x="1132515" y="20355"/>
                </a:moveTo>
                <a:cubicBezTo>
                  <a:pt x="1109886" y="12841"/>
                  <a:pt x="1085657" y="8818"/>
                  <a:pt x="1061556" y="10062"/>
                </a:cubicBezTo>
                <a:cubicBezTo>
                  <a:pt x="1054473" y="10430"/>
                  <a:pt x="1053940" y="-219"/>
                  <a:pt x="1060997" y="-574"/>
                </a:cubicBezTo>
                <a:cubicBezTo>
                  <a:pt x="1086381" y="-1843"/>
                  <a:pt x="1111904" y="2282"/>
                  <a:pt x="1135879" y="10227"/>
                </a:cubicBezTo>
                <a:cubicBezTo>
                  <a:pt x="1138684" y="11153"/>
                  <a:pt x="1140207" y="14174"/>
                  <a:pt x="1139280" y="16979"/>
                </a:cubicBezTo>
                <a:cubicBezTo>
                  <a:pt x="1138354" y="19783"/>
                  <a:pt x="1135333" y="21307"/>
                  <a:pt x="1132528" y="20380"/>
                </a:cubicBezTo>
                <a:close/>
              </a:path>
            </a:pathLst>
          </a:custGeom>
          <a:solidFill>
            <a:srgbClr val="D8E3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8"/>
          <p:cNvSpPr/>
          <p:nvPr/>
        </p:nvSpPr>
        <p:spPr>
          <a:xfrm>
            <a:off x="3292269" y="3484075"/>
            <a:ext cx="47642" cy="11288"/>
          </a:xfrm>
          <a:custGeom>
            <a:rect b="b" l="l" r="r" t="t"/>
            <a:pathLst>
              <a:path extrusionOk="0" h="15050" w="47642">
                <a:moveTo>
                  <a:pt x="-321" y="9486"/>
                </a:moveTo>
                <a:cubicBezTo>
                  <a:pt x="-625" y="6555"/>
                  <a:pt x="1481" y="3940"/>
                  <a:pt x="4413" y="3623"/>
                </a:cubicBezTo>
                <a:cubicBezTo>
                  <a:pt x="16775" y="2315"/>
                  <a:pt x="29073" y="856"/>
                  <a:pt x="41296" y="-743"/>
                </a:cubicBezTo>
                <a:cubicBezTo>
                  <a:pt x="48327" y="-1670"/>
                  <a:pt x="49659" y="8903"/>
                  <a:pt x="42692" y="9816"/>
                </a:cubicBezTo>
                <a:cubicBezTo>
                  <a:pt x="30381" y="11441"/>
                  <a:pt x="17993" y="12913"/>
                  <a:pt x="5543" y="14220"/>
                </a:cubicBezTo>
                <a:cubicBezTo>
                  <a:pt x="2611" y="14525"/>
                  <a:pt x="-3" y="12418"/>
                  <a:pt x="-321" y="9486"/>
                </a:cubicBezTo>
                <a:close/>
              </a:path>
            </a:pathLst>
          </a:custGeom>
          <a:solidFill>
            <a:srgbClr val="D8E3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8"/>
          <p:cNvSpPr/>
          <p:nvPr/>
        </p:nvSpPr>
        <p:spPr>
          <a:xfrm>
            <a:off x="4545313" y="2203686"/>
            <a:ext cx="103154" cy="94663"/>
          </a:xfrm>
          <a:custGeom>
            <a:rect b="b" l="l" r="r" t="t"/>
            <a:pathLst>
              <a:path extrusionOk="0" h="126217" w="103154">
                <a:moveTo>
                  <a:pt x="102512" y="74278"/>
                </a:moveTo>
                <a:cubicBezTo>
                  <a:pt x="103070" y="75155"/>
                  <a:pt x="102804" y="76315"/>
                  <a:pt x="101928" y="76870"/>
                </a:cubicBezTo>
                <a:cubicBezTo>
                  <a:pt x="101890" y="76892"/>
                  <a:pt x="101865" y="76912"/>
                  <a:pt x="101827" y="76931"/>
                </a:cubicBezTo>
                <a:lnTo>
                  <a:pt x="3313" y="125236"/>
                </a:lnTo>
                <a:cubicBezTo>
                  <a:pt x="3135" y="125337"/>
                  <a:pt x="2945" y="125388"/>
                  <a:pt x="2742" y="125401"/>
                </a:cubicBezTo>
                <a:cubicBezTo>
                  <a:pt x="1917" y="125490"/>
                  <a:pt x="1104" y="125198"/>
                  <a:pt x="521" y="124614"/>
                </a:cubicBezTo>
                <a:cubicBezTo>
                  <a:pt x="-279" y="123967"/>
                  <a:pt x="-558" y="122875"/>
                  <a:pt x="-190" y="121923"/>
                </a:cubicBezTo>
                <a:lnTo>
                  <a:pt x="61429" y="146"/>
                </a:lnTo>
                <a:cubicBezTo>
                  <a:pt x="61848" y="-570"/>
                  <a:pt x="62672" y="-935"/>
                  <a:pt x="63485" y="-756"/>
                </a:cubicBezTo>
                <a:cubicBezTo>
                  <a:pt x="64411" y="-587"/>
                  <a:pt x="65198" y="5"/>
                  <a:pt x="65630" y="844"/>
                </a:cubicBezTo>
                <a:close/>
              </a:path>
            </a:pathLst>
          </a:custGeom>
          <a:gradFill>
            <a:gsLst>
              <a:gs pos="0">
                <a:srgbClr val="E7ECFF"/>
              </a:gs>
              <a:gs pos="50000">
                <a:srgbClr val="D4E0FF"/>
              </a:gs>
              <a:gs pos="100000">
                <a:srgbClr val="C2D5FF"/>
              </a:gs>
            </a:gsLst>
            <a:lin ang="21122547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8"/>
          <p:cNvSpPr/>
          <p:nvPr/>
        </p:nvSpPr>
        <p:spPr>
          <a:xfrm>
            <a:off x="4468672" y="2088160"/>
            <a:ext cx="523178" cy="250847"/>
          </a:xfrm>
          <a:custGeom>
            <a:rect b="b" l="l" r="r" t="t"/>
            <a:pathLst>
              <a:path extrusionOk="0" h="334463" w="523178">
                <a:moveTo>
                  <a:pt x="522391" y="596"/>
                </a:moveTo>
                <a:cubicBezTo>
                  <a:pt x="522974" y="1339"/>
                  <a:pt x="522974" y="2390"/>
                  <a:pt x="522391" y="3134"/>
                </a:cubicBezTo>
                <a:lnTo>
                  <a:pt x="230479" y="333032"/>
                </a:lnTo>
                <a:cubicBezTo>
                  <a:pt x="230175" y="333349"/>
                  <a:pt x="229781" y="333552"/>
                  <a:pt x="229350" y="333615"/>
                </a:cubicBezTo>
                <a:cubicBezTo>
                  <a:pt x="229045" y="333679"/>
                  <a:pt x="228728" y="333679"/>
                  <a:pt x="228423" y="333615"/>
                </a:cubicBezTo>
                <a:cubicBezTo>
                  <a:pt x="227598" y="333387"/>
                  <a:pt x="226913" y="332829"/>
                  <a:pt x="226519" y="332067"/>
                </a:cubicBezTo>
                <a:lnTo>
                  <a:pt x="111798" y="103640"/>
                </a:lnTo>
                <a:lnTo>
                  <a:pt x="923" y="27248"/>
                </a:lnTo>
                <a:cubicBezTo>
                  <a:pt x="98" y="26729"/>
                  <a:pt x="-397" y="25803"/>
                  <a:pt x="-346" y="24824"/>
                </a:cubicBezTo>
                <a:cubicBezTo>
                  <a:pt x="-219" y="23955"/>
                  <a:pt x="529" y="23311"/>
                  <a:pt x="1405" y="23314"/>
                </a:cubicBezTo>
                <a:lnTo>
                  <a:pt x="519852" y="-801"/>
                </a:lnTo>
                <a:cubicBezTo>
                  <a:pt x="520880" y="-812"/>
                  <a:pt x="521845" y="-283"/>
                  <a:pt x="522391" y="596"/>
                </a:cubicBezTo>
                <a:close/>
              </a:path>
            </a:pathLst>
          </a:custGeom>
          <a:gradFill>
            <a:gsLst>
              <a:gs pos="0">
                <a:srgbClr val="E7ECFF"/>
              </a:gs>
              <a:gs pos="50000">
                <a:srgbClr val="D4E0FF"/>
              </a:gs>
              <a:gs pos="100000">
                <a:srgbClr val="C2D5FF"/>
              </a:gs>
            </a:gsLst>
            <a:lin ang="21122547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8"/>
          <p:cNvSpPr/>
          <p:nvPr/>
        </p:nvSpPr>
        <p:spPr>
          <a:xfrm>
            <a:off x="4545307" y="2113699"/>
            <a:ext cx="326628" cy="184653"/>
          </a:xfrm>
          <a:custGeom>
            <a:rect b="b" l="l" r="r" t="t"/>
            <a:pathLst>
              <a:path extrusionOk="0" h="246204" w="326628">
                <a:moveTo>
                  <a:pt x="325921" y="722"/>
                </a:moveTo>
                <a:cubicBezTo>
                  <a:pt x="326530" y="1549"/>
                  <a:pt x="326340" y="2707"/>
                  <a:pt x="325515" y="3312"/>
                </a:cubicBezTo>
                <a:cubicBezTo>
                  <a:pt x="325439" y="3369"/>
                  <a:pt x="325363" y="3419"/>
                  <a:pt x="325274" y="3464"/>
                </a:cubicBezTo>
                <a:lnTo>
                  <a:pt x="65460" y="123224"/>
                </a:lnTo>
                <a:lnTo>
                  <a:pt x="4121" y="244494"/>
                </a:lnTo>
                <a:cubicBezTo>
                  <a:pt x="3829" y="244989"/>
                  <a:pt x="3321" y="245331"/>
                  <a:pt x="2750" y="245382"/>
                </a:cubicBezTo>
                <a:cubicBezTo>
                  <a:pt x="2242" y="245446"/>
                  <a:pt x="1734" y="245370"/>
                  <a:pt x="1278" y="245141"/>
                </a:cubicBezTo>
                <a:cubicBezTo>
                  <a:pt x="186" y="244659"/>
                  <a:pt x="-461" y="243529"/>
                  <a:pt x="-334" y="242349"/>
                </a:cubicBezTo>
                <a:lnTo>
                  <a:pt x="34619" y="67431"/>
                </a:lnTo>
                <a:cubicBezTo>
                  <a:pt x="34759" y="66778"/>
                  <a:pt x="35241" y="66258"/>
                  <a:pt x="35888" y="66085"/>
                </a:cubicBezTo>
                <a:lnTo>
                  <a:pt x="322913" y="-750"/>
                </a:lnTo>
                <a:cubicBezTo>
                  <a:pt x="324131" y="-986"/>
                  <a:pt x="325363" y="-386"/>
                  <a:pt x="325921" y="722"/>
                </a:cubicBezTo>
                <a:close/>
              </a:path>
            </a:pathLst>
          </a:custGeom>
          <a:solidFill>
            <a:srgbClr val="C2D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8"/>
          <p:cNvSpPr/>
          <p:nvPr/>
        </p:nvSpPr>
        <p:spPr>
          <a:xfrm>
            <a:off x="2122521" y="5238222"/>
            <a:ext cx="2284320" cy="84994"/>
          </a:xfrm>
          <a:custGeom>
            <a:rect b="b" l="l" r="r" t="t"/>
            <a:pathLst>
              <a:path extrusionOk="0" h="113325" w="2284320">
                <a:moveTo>
                  <a:pt x="2283970" y="55817"/>
                </a:moveTo>
                <a:cubicBezTo>
                  <a:pt x="2283970" y="87128"/>
                  <a:pt x="1772554" y="112524"/>
                  <a:pt x="1141810" y="112524"/>
                </a:cubicBezTo>
                <a:cubicBezTo>
                  <a:pt x="511066" y="112524"/>
                  <a:pt x="-350" y="87141"/>
                  <a:pt x="-350" y="55817"/>
                </a:cubicBezTo>
                <a:cubicBezTo>
                  <a:pt x="-350" y="24494"/>
                  <a:pt x="510952" y="-801"/>
                  <a:pt x="1141810" y="-801"/>
                </a:cubicBezTo>
                <a:cubicBezTo>
                  <a:pt x="1772669" y="-801"/>
                  <a:pt x="2283970" y="24494"/>
                  <a:pt x="2283970" y="55817"/>
                </a:cubicBezTo>
                <a:close/>
              </a:path>
            </a:pathLst>
          </a:custGeom>
          <a:solidFill>
            <a:srgbClr val="E7E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8"/>
          <p:cNvSpPr/>
          <p:nvPr/>
        </p:nvSpPr>
        <p:spPr>
          <a:xfrm>
            <a:off x="1881389" y="2691160"/>
            <a:ext cx="2766582" cy="1485568"/>
          </a:xfrm>
          <a:custGeom>
            <a:rect b="b" l="l" r="r" t="t"/>
            <a:pathLst>
              <a:path extrusionOk="0" h="1980757" w="2766582">
                <a:moveTo>
                  <a:pt x="133434" y="1979957"/>
                </a:moveTo>
                <a:cubicBezTo>
                  <a:pt x="59581" y="1979881"/>
                  <a:pt x="-261" y="1920039"/>
                  <a:pt x="-350" y="1846185"/>
                </a:cubicBezTo>
                <a:lnTo>
                  <a:pt x="-350" y="132984"/>
                </a:lnTo>
                <a:cubicBezTo>
                  <a:pt x="-261" y="59130"/>
                  <a:pt x="59581" y="-712"/>
                  <a:pt x="133434" y="-801"/>
                </a:cubicBezTo>
                <a:lnTo>
                  <a:pt x="2632449" y="-801"/>
                </a:lnTo>
                <a:cubicBezTo>
                  <a:pt x="2706302" y="-712"/>
                  <a:pt x="2766144" y="59130"/>
                  <a:pt x="2766233" y="132984"/>
                </a:cubicBezTo>
                <a:lnTo>
                  <a:pt x="2766233" y="1846185"/>
                </a:lnTo>
                <a:cubicBezTo>
                  <a:pt x="2766144" y="1920039"/>
                  <a:pt x="2706290" y="1979868"/>
                  <a:pt x="2632449" y="19799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8"/>
          <p:cNvSpPr/>
          <p:nvPr/>
        </p:nvSpPr>
        <p:spPr>
          <a:xfrm>
            <a:off x="1958784" y="2749216"/>
            <a:ext cx="2611781" cy="1369476"/>
          </a:xfrm>
          <a:custGeom>
            <a:rect b="b" l="l" r="r" t="t"/>
            <a:pathLst>
              <a:path extrusionOk="0" h="1825968" w="2611781">
                <a:moveTo>
                  <a:pt x="2555404" y="0"/>
                </a:moveTo>
                <a:cubicBezTo>
                  <a:pt x="2586540" y="0"/>
                  <a:pt x="2611781" y="0"/>
                  <a:pt x="2611781" y="0"/>
                </a:cubicBezTo>
                <a:lnTo>
                  <a:pt x="2611781" y="1825968"/>
                </a:lnTo>
                <a:cubicBezTo>
                  <a:pt x="2611781" y="1825968"/>
                  <a:pt x="2586540" y="1825968"/>
                  <a:pt x="2555404" y="1825968"/>
                </a:cubicBezTo>
                <a:lnTo>
                  <a:pt x="56377" y="1825968"/>
                </a:lnTo>
                <a:cubicBezTo>
                  <a:pt x="25241" y="1825968"/>
                  <a:pt x="0" y="1825968"/>
                  <a:pt x="0" y="1825968"/>
                </a:cubicBezTo>
                <a:lnTo>
                  <a:pt x="0" y="0"/>
                </a:lnTo>
                <a:cubicBezTo>
                  <a:pt x="0" y="0"/>
                  <a:pt x="25241" y="0"/>
                  <a:pt x="5637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8"/>
          <p:cNvSpPr/>
          <p:nvPr/>
        </p:nvSpPr>
        <p:spPr>
          <a:xfrm>
            <a:off x="1940116" y="3060358"/>
            <a:ext cx="150953" cy="115711"/>
          </a:xfrm>
          <a:custGeom>
            <a:rect b="b" l="l" r="r" t="t"/>
            <a:pathLst>
              <a:path extrusionOk="0" h="154281" w="150953">
                <a:moveTo>
                  <a:pt x="-350" y="103120"/>
                </a:moveTo>
                <a:lnTo>
                  <a:pt x="66003" y="153481"/>
                </a:lnTo>
                <a:cubicBezTo>
                  <a:pt x="66866" y="153011"/>
                  <a:pt x="67602" y="152516"/>
                  <a:pt x="68363" y="152098"/>
                </a:cubicBezTo>
                <a:cubicBezTo>
                  <a:pt x="216451" y="70172"/>
                  <a:pt x="127038" y="-30423"/>
                  <a:pt x="88061" y="7411"/>
                </a:cubicBezTo>
                <a:cubicBezTo>
                  <a:pt x="66713" y="28111"/>
                  <a:pt x="38347" y="68712"/>
                  <a:pt x="38347" y="68712"/>
                </a:cubicBezTo>
                <a:cubicBezTo>
                  <a:pt x="38347" y="68712"/>
                  <a:pt x="43297" y="17691"/>
                  <a:pt x="26595" y="17679"/>
                </a:cubicBezTo>
                <a:cubicBezTo>
                  <a:pt x="3838" y="17679"/>
                  <a:pt x="246" y="85516"/>
                  <a:pt x="-274" y="100264"/>
                </a:cubicBezTo>
                <a:cubicBezTo>
                  <a:pt x="-325" y="102079"/>
                  <a:pt x="-350" y="103120"/>
                  <a:pt x="-350" y="103120"/>
                </a:cubicBezTo>
                <a:close/>
              </a:path>
            </a:pathLst>
          </a:custGeom>
          <a:solidFill>
            <a:srgbClr val="FDCCC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8"/>
          <p:cNvSpPr/>
          <p:nvPr/>
        </p:nvSpPr>
        <p:spPr>
          <a:xfrm>
            <a:off x="3719085" y="3686432"/>
            <a:ext cx="139990" cy="346133"/>
          </a:xfrm>
          <a:custGeom>
            <a:rect b="b" l="l" r="r" t="t"/>
            <a:pathLst>
              <a:path extrusionOk="0" h="461511" w="139990">
                <a:moveTo>
                  <a:pt x="0" y="0"/>
                </a:moveTo>
                <a:lnTo>
                  <a:pt x="139991" y="0"/>
                </a:lnTo>
                <a:lnTo>
                  <a:pt x="139991" y="461512"/>
                </a:lnTo>
                <a:lnTo>
                  <a:pt x="0" y="46151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8"/>
          <p:cNvSpPr/>
          <p:nvPr/>
        </p:nvSpPr>
        <p:spPr>
          <a:xfrm>
            <a:off x="3914589" y="3809510"/>
            <a:ext cx="139990" cy="223054"/>
          </a:xfrm>
          <a:custGeom>
            <a:rect b="b" l="l" r="r" t="t"/>
            <a:pathLst>
              <a:path extrusionOk="0" h="297406" w="139990">
                <a:moveTo>
                  <a:pt x="0" y="0"/>
                </a:moveTo>
                <a:lnTo>
                  <a:pt x="139991" y="0"/>
                </a:lnTo>
                <a:lnTo>
                  <a:pt x="139991" y="297407"/>
                </a:lnTo>
                <a:lnTo>
                  <a:pt x="0" y="297407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8"/>
          <p:cNvSpPr/>
          <p:nvPr/>
        </p:nvSpPr>
        <p:spPr>
          <a:xfrm>
            <a:off x="4110093" y="3834478"/>
            <a:ext cx="139990" cy="198087"/>
          </a:xfrm>
          <a:custGeom>
            <a:rect b="b" l="l" r="r" t="t"/>
            <a:pathLst>
              <a:path extrusionOk="0" h="264116" w="139990">
                <a:moveTo>
                  <a:pt x="0" y="0"/>
                </a:moveTo>
                <a:lnTo>
                  <a:pt x="139991" y="0"/>
                </a:lnTo>
                <a:lnTo>
                  <a:pt x="139991" y="264116"/>
                </a:lnTo>
                <a:lnTo>
                  <a:pt x="0" y="26411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38"/>
          <p:cNvSpPr/>
          <p:nvPr/>
        </p:nvSpPr>
        <p:spPr>
          <a:xfrm>
            <a:off x="4305599" y="3883234"/>
            <a:ext cx="139990" cy="149341"/>
          </a:xfrm>
          <a:custGeom>
            <a:rect b="b" l="l" r="r" t="t"/>
            <a:pathLst>
              <a:path extrusionOk="0" h="199121" w="139990">
                <a:moveTo>
                  <a:pt x="0" y="0"/>
                </a:moveTo>
                <a:lnTo>
                  <a:pt x="139990" y="0"/>
                </a:lnTo>
                <a:lnTo>
                  <a:pt x="139990" y="199122"/>
                </a:lnTo>
                <a:lnTo>
                  <a:pt x="0" y="19912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38"/>
          <p:cNvSpPr/>
          <p:nvPr/>
        </p:nvSpPr>
        <p:spPr>
          <a:xfrm>
            <a:off x="3719087" y="2892389"/>
            <a:ext cx="216471" cy="162353"/>
          </a:xfrm>
          <a:custGeom>
            <a:rect b="b" l="l" r="r" t="t"/>
            <a:pathLst>
              <a:path extrusionOk="0" h="216471" w="216471">
                <a:moveTo>
                  <a:pt x="200340" y="0"/>
                </a:moveTo>
                <a:cubicBezTo>
                  <a:pt x="209249" y="0"/>
                  <a:pt x="216471" y="0"/>
                  <a:pt x="216471" y="0"/>
                </a:cubicBezTo>
                <a:lnTo>
                  <a:pt x="216471" y="216471"/>
                </a:lnTo>
                <a:cubicBezTo>
                  <a:pt x="216471" y="216471"/>
                  <a:pt x="209249" y="216471"/>
                  <a:pt x="200340" y="216471"/>
                </a:cubicBezTo>
                <a:lnTo>
                  <a:pt x="16132" y="216471"/>
                </a:lnTo>
                <a:cubicBezTo>
                  <a:pt x="7223" y="216471"/>
                  <a:pt x="0" y="216471"/>
                  <a:pt x="0" y="216471"/>
                </a:cubicBezTo>
                <a:lnTo>
                  <a:pt x="0" y="0"/>
                </a:lnTo>
                <a:cubicBezTo>
                  <a:pt x="0" y="0"/>
                  <a:pt x="7223" y="0"/>
                  <a:pt x="1613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8"/>
          <p:cNvSpPr/>
          <p:nvPr/>
        </p:nvSpPr>
        <p:spPr>
          <a:xfrm>
            <a:off x="4035809" y="2928009"/>
            <a:ext cx="392633" cy="30517"/>
          </a:xfrm>
          <a:custGeom>
            <a:rect b="b" l="l" r="r" t="t"/>
            <a:pathLst>
              <a:path extrusionOk="0" h="40689" w="392633">
                <a:moveTo>
                  <a:pt x="376502" y="0"/>
                </a:moveTo>
                <a:cubicBezTo>
                  <a:pt x="385411" y="0"/>
                  <a:pt x="392633" y="0"/>
                  <a:pt x="392633" y="0"/>
                </a:cubicBezTo>
                <a:lnTo>
                  <a:pt x="392633" y="40690"/>
                </a:lnTo>
                <a:cubicBezTo>
                  <a:pt x="392633" y="40690"/>
                  <a:pt x="385411" y="40690"/>
                  <a:pt x="376502" y="40690"/>
                </a:cubicBezTo>
                <a:lnTo>
                  <a:pt x="16131" y="40690"/>
                </a:lnTo>
                <a:cubicBezTo>
                  <a:pt x="7222" y="40690"/>
                  <a:pt x="0" y="40690"/>
                  <a:pt x="0" y="40690"/>
                </a:cubicBezTo>
                <a:lnTo>
                  <a:pt x="0" y="0"/>
                </a:lnTo>
                <a:cubicBezTo>
                  <a:pt x="0" y="0"/>
                  <a:pt x="7222" y="0"/>
                  <a:pt x="16131" y="0"/>
                </a:cubicBezTo>
                <a:close/>
              </a:path>
            </a:pathLst>
          </a:custGeom>
          <a:gradFill>
            <a:gsLst>
              <a:gs pos="0">
                <a:srgbClr val="E7ECFF"/>
              </a:gs>
              <a:gs pos="50000">
                <a:srgbClr val="D4E0FF"/>
              </a:gs>
              <a:gs pos="100000">
                <a:srgbClr val="C2D5FF"/>
              </a:gs>
            </a:gsLst>
            <a:lin ang="21122547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8"/>
          <p:cNvSpPr/>
          <p:nvPr/>
        </p:nvSpPr>
        <p:spPr>
          <a:xfrm>
            <a:off x="4035809" y="2988606"/>
            <a:ext cx="270106" cy="30517"/>
          </a:xfrm>
          <a:custGeom>
            <a:rect b="b" l="l" r="r" t="t"/>
            <a:pathLst>
              <a:path extrusionOk="0" h="40689" w="270106">
                <a:moveTo>
                  <a:pt x="253975" y="0"/>
                </a:moveTo>
                <a:cubicBezTo>
                  <a:pt x="262884" y="0"/>
                  <a:pt x="270107" y="0"/>
                  <a:pt x="270107" y="0"/>
                </a:cubicBezTo>
                <a:lnTo>
                  <a:pt x="270107" y="40690"/>
                </a:lnTo>
                <a:cubicBezTo>
                  <a:pt x="270107" y="40690"/>
                  <a:pt x="262884" y="40690"/>
                  <a:pt x="253975" y="40690"/>
                </a:cubicBezTo>
                <a:lnTo>
                  <a:pt x="16131" y="40690"/>
                </a:lnTo>
                <a:cubicBezTo>
                  <a:pt x="7222" y="40690"/>
                  <a:pt x="0" y="40690"/>
                  <a:pt x="0" y="40690"/>
                </a:cubicBezTo>
                <a:lnTo>
                  <a:pt x="0" y="0"/>
                </a:lnTo>
                <a:cubicBezTo>
                  <a:pt x="0" y="0"/>
                  <a:pt x="7222" y="0"/>
                  <a:pt x="16131" y="0"/>
                </a:cubicBezTo>
                <a:close/>
              </a:path>
            </a:pathLst>
          </a:custGeom>
          <a:gradFill>
            <a:gsLst>
              <a:gs pos="0">
                <a:srgbClr val="E7ECFF"/>
              </a:gs>
              <a:gs pos="50000">
                <a:srgbClr val="D4E0FF"/>
              </a:gs>
              <a:gs pos="100000">
                <a:srgbClr val="C2D5FF"/>
              </a:gs>
            </a:gsLst>
            <a:lin ang="21122547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8"/>
          <p:cNvSpPr/>
          <p:nvPr/>
        </p:nvSpPr>
        <p:spPr>
          <a:xfrm>
            <a:off x="3719087" y="3131198"/>
            <a:ext cx="216471" cy="162353"/>
          </a:xfrm>
          <a:custGeom>
            <a:rect b="b" l="l" r="r" t="t"/>
            <a:pathLst>
              <a:path extrusionOk="0" h="216471" w="216471">
                <a:moveTo>
                  <a:pt x="200340" y="0"/>
                </a:moveTo>
                <a:cubicBezTo>
                  <a:pt x="209249" y="0"/>
                  <a:pt x="216471" y="0"/>
                  <a:pt x="216471" y="0"/>
                </a:cubicBezTo>
                <a:lnTo>
                  <a:pt x="216471" y="216471"/>
                </a:lnTo>
                <a:cubicBezTo>
                  <a:pt x="216471" y="216471"/>
                  <a:pt x="209249" y="216471"/>
                  <a:pt x="200340" y="216471"/>
                </a:cubicBezTo>
                <a:lnTo>
                  <a:pt x="16132" y="216471"/>
                </a:lnTo>
                <a:cubicBezTo>
                  <a:pt x="7223" y="216471"/>
                  <a:pt x="0" y="216471"/>
                  <a:pt x="0" y="216471"/>
                </a:cubicBezTo>
                <a:lnTo>
                  <a:pt x="0" y="0"/>
                </a:lnTo>
                <a:cubicBezTo>
                  <a:pt x="0" y="0"/>
                  <a:pt x="7223" y="0"/>
                  <a:pt x="161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8"/>
          <p:cNvSpPr/>
          <p:nvPr/>
        </p:nvSpPr>
        <p:spPr>
          <a:xfrm>
            <a:off x="4035809" y="3166817"/>
            <a:ext cx="392633" cy="30517"/>
          </a:xfrm>
          <a:custGeom>
            <a:rect b="b" l="l" r="r" t="t"/>
            <a:pathLst>
              <a:path extrusionOk="0" h="40689" w="392633">
                <a:moveTo>
                  <a:pt x="376502" y="0"/>
                </a:moveTo>
                <a:cubicBezTo>
                  <a:pt x="385411" y="0"/>
                  <a:pt x="392633" y="0"/>
                  <a:pt x="392633" y="0"/>
                </a:cubicBezTo>
                <a:lnTo>
                  <a:pt x="392633" y="40690"/>
                </a:lnTo>
                <a:cubicBezTo>
                  <a:pt x="392633" y="40690"/>
                  <a:pt x="385411" y="40690"/>
                  <a:pt x="376502" y="40690"/>
                </a:cubicBezTo>
                <a:lnTo>
                  <a:pt x="16131" y="40690"/>
                </a:lnTo>
                <a:cubicBezTo>
                  <a:pt x="7222" y="40690"/>
                  <a:pt x="0" y="40690"/>
                  <a:pt x="0" y="40690"/>
                </a:cubicBezTo>
                <a:lnTo>
                  <a:pt x="0" y="0"/>
                </a:lnTo>
                <a:cubicBezTo>
                  <a:pt x="0" y="0"/>
                  <a:pt x="7222" y="0"/>
                  <a:pt x="16131" y="0"/>
                </a:cubicBezTo>
                <a:close/>
              </a:path>
            </a:pathLst>
          </a:custGeom>
          <a:gradFill>
            <a:gsLst>
              <a:gs pos="0">
                <a:srgbClr val="E7ECFF"/>
              </a:gs>
              <a:gs pos="50000">
                <a:srgbClr val="D4E0FF"/>
              </a:gs>
              <a:gs pos="100000">
                <a:srgbClr val="C2D5FF"/>
              </a:gs>
            </a:gsLst>
            <a:lin ang="21122547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38"/>
          <p:cNvSpPr/>
          <p:nvPr/>
        </p:nvSpPr>
        <p:spPr>
          <a:xfrm>
            <a:off x="4035809" y="3227414"/>
            <a:ext cx="270106" cy="30517"/>
          </a:xfrm>
          <a:custGeom>
            <a:rect b="b" l="l" r="r" t="t"/>
            <a:pathLst>
              <a:path extrusionOk="0" h="40689" w="270106">
                <a:moveTo>
                  <a:pt x="253975" y="0"/>
                </a:moveTo>
                <a:cubicBezTo>
                  <a:pt x="262884" y="0"/>
                  <a:pt x="270107" y="0"/>
                  <a:pt x="270107" y="0"/>
                </a:cubicBezTo>
                <a:lnTo>
                  <a:pt x="270107" y="40690"/>
                </a:lnTo>
                <a:cubicBezTo>
                  <a:pt x="270107" y="40690"/>
                  <a:pt x="262884" y="40690"/>
                  <a:pt x="253975" y="40690"/>
                </a:cubicBezTo>
                <a:lnTo>
                  <a:pt x="16131" y="40690"/>
                </a:lnTo>
                <a:cubicBezTo>
                  <a:pt x="7222" y="40690"/>
                  <a:pt x="0" y="40690"/>
                  <a:pt x="0" y="40690"/>
                </a:cubicBezTo>
                <a:lnTo>
                  <a:pt x="0" y="0"/>
                </a:lnTo>
                <a:cubicBezTo>
                  <a:pt x="0" y="0"/>
                  <a:pt x="7222" y="0"/>
                  <a:pt x="16131" y="0"/>
                </a:cubicBezTo>
                <a:close/>
              </a:path>
            </a:pathLst>
          </a:custGeom>
          <a:gradFill>
            <a:gsLst>
              <a:gs pos="0">
                <a:srgbClr val="E7ECFF"/>
              </a:gs>
              <a:gs pos="50000">
                <a:srgbClr val="D4E0FF"/>
              </a:gs>
              <a:gs pos="100000">
                <a:srgbClr val="C2D5FF"/>
              </a:gs>
            </a:gsLst>
            <a:lin ang="21122547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8"/>
          <p:cNvSpPr/>
          <p:nvPr/>
        </p:nvSpPr>
        <p:spPr>
          <a:xfrm>
            <a:off x="3719087" y="3369997"/>
            <a:ext cx="216471" cy="162353"/>
          </a:xfrm>
          <a:custGeom>
            <a:rect b="b" l="l" r="r" t="t"/>
            <a:pathLst>
              <a:path extrusionOk="0" h="216471" w="216471">
                <a:moveTo>
                  <a:pt x="200340" y="0"/>
                </a:moveTo>
                <a:cubicBezTo>
                  <a:pt x="209249" y="0"/>
                  <a:pt x="216471" y="0"/>
                  <a:pt x="216471" y="0"/>
                </a:cubicBezTo>
                <a:lnTo>
                  <a:pt x="216471" y="216471"/>
                </a:lnTo>
                <a:cubicBezTo>
                  <a:pt x="216471" y="216471"/>
                  <a:pt x="209249" y="216471"/>
                  <a:pt x="200340" y="216471"/>
                </a:cubicBezTo>
                <a:lnTo>
                  <a:pt x="16132" y="216471"/>
                </a:lnTo>
                <a:cubicBezTo>
                  <a:pt x="7223" y="216471"/>
                  <a:pt x="0" y="216471"/>
                  <a:pt x="0" y="216471"/>
                </a:cubicBezTo>
                <a:lnTo>
                  <a:pt x="0" y="0"/>
                </a:lnTo>
                <a:cubicBezTo>
                  <a:pt x="0" y="0"/>
                  <a:pt x="7223" y="0"/>
                  <a:pt x="1613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8"/>
          <p:cNvSpPr/>
          <p:nvPr/>
        </p:nvSpPr>
        <p:spPr>
          <a:xfrm>
            <a:off x="4035809" y="3405616"/>
            <a:ext cx="392633" cy="30517"/>
          </a:xfrm>
          <a:custGeom>
            <a:rect b="b" l="l" r="r" t="t"/>
            <a:pathLst>
              <a:path extrusionOk="0" h="40689" w="392633">
                <a:moveTo>
                  <a:pt x="376502" y="0"/>
                </a:moveTo>
                <a:cubicBezTo>
                  <a:pt x="385411" y="0"/>
                  <a:pt x="392633" y="0"/>
                  <a:pt x="392633" y="0"/>
                </a:cubicBezTo>
                <a:lnTo>
                  <a:pt x="392633" y="40690"/>
                </a:lnTo>
                <a:cubicBezTo>
                  <a:pt x="392633" y="40690"/>
                  <a:pt x="385411" y="40690"/>
                  <a:pt x="376502" y="40690"/>
                </a:cubicBezTo>
                <a:lnTo>
                  <a:pt x="16131" y="40690"/>
                </a:lnTo>
                <a:cubicBezTo>
                  <a:pt x="7222" y="40690"/>
                  <a:pt x="0" y="40690"/>
                  <a:pt x="0" y="40690"/>
                </a:cubicBezTo>
                <a:lnTo>
                  <a:pt x="0" y="0"/>
                </a:lnTo>
                <a:cubicBezTo>
                  <a:pt x="0" y="0"/>
                  <a:pt x="7222" y="0"/>
                  <a:pt x="16131" y="0"/>
                </a:cubicBezTo>
                <a:close/>
              </a:path>
            </a:pathLst>
          </a:custGeom>
          <a:gradFill>
            <a:gsLst>
              <a:gs pos="0">
                <a:srgbClr val="E7ECFF"/>
              </a:gs>
              <a:gs pos="50000">
                <a:srgbClr val="D4E0FF"/>
              </a:gs>
              <a:gs pos="100000">
                <a:srgbClr val="C2D5FF"/>
              </a:gs>
            </a:gsLst>
            <a:lin ang="21122547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8"/>
          <p:cNvSpPr/>
          <p:nvPr/>
        </p:nvSpPr>
        <p:spPr>
          <a:xfrm>
            <a:off x="4035809" y="3466223"/>
            <a:ext cx="270106" cy="30517"/>
          </a:xfrm>
          <a:custGeom>
            <a:rect b="b" l="l" r="r" t="t"/>
            <a:pathLst>
              <a:path extrusionOk="0" h="40689" w="270106">
                <a:moveTo>
                  <a:pt x="253975" y="0"/>
                </a:moveTo>
                <a:cubicBezTo>
                  <a:pt x="262884" y="0"/>
                  <a:pt x="270107" y="0"/>
                  <a:pt x="270107" y="0"/>
                </a:cubicBezTo>
                <a:lnTo>
                  <a:pt x="270107" y="40690"/>
                </a:lnTo>
                <a:cubicBezTo>
                  <a:pt x="270107" y="40690"/>
                  <a:pt x="262884" y="40690"/>
                  <a:pt x="253975" y="40690"/>
                </a:cubicBezTo>
                <a:lnTo>
                  <a:pt x="16131" y="40690"/>
                </a:lnTo>
                <a:cubicBezTo>
                  <a:pt x="7222" y="40690"/>
                  <a:pt x="0" y="40690"/>
                  <a:pt x="0" y="40690"/>
                </a:cubicBezTo>
                <a:lnTo>
                  <a:pt x="0" y="0"/>
                </a:lnTo>
                <a:cubicBezTo>
                  <a:pt x="0" y="0"/>
                  <a:pt x="7222" y="0"/>
                  <a:pt x="16131" y="0"/>
                </a:cubicBezTo>
                <a:close/>
              </a:path>
            </a:pathLst>
          </a:custGeom>
          <a:gradFill>
            <a:gsLst>
              <a:gs pos="0">
                <a:srgbClr val="E7ECFF"/>
              </a:gs>
              <a:gs pos="50000">
                <a:srgbClr val="D4E0FF"/>
              </a:gs>
              <a:gs pos="100000">
                <a:srgbClr val="C2D5FF"/>
              </a:gs>
            </a:gsLst>
            <a:lin ang="21122547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8"/>
          <p:cNvSpPr/>
          <p:nvPr/>
        </p:nvSpPr>
        <p:spPr>
          <a:xfrm>
            <a:off x="3218776" y="4176728"/>
            <a:ext cx="91799" cy="1096161"/>
          </a:xfrm>
          <a:custGeom>
            <a:rect b="b" l="l" r="r" t="t"/>
            <a:pathLst>
              <a:path extrusionOk="0" h="1461548" w="91799">
                <a:moveTo>
                  <a:pt x="0" y="0"/>
                </a:moveTo>
                <a:lnTo>
                  <a:pt x="91800" y="0"/>
                </a:lnTo>
                <a:lnTo>
                  <a:pt x="91800" y="1461549"/>
                </a:lnTo>
                <a:lnTo>
                  <a:pt x="0" y="1461549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38"/>
          <p:cNvSpPr/>
          <p:nvPr/>
        </p:nvSpPr>
        <p:spPr>
          <a:xfrm>
            <a:off x="2857948" y="4507927"/>
            <a:ext cx="819585" cy="62168"/>
          </a:xfrm>
          <a:custGeom>
            <a:rect b="b" l="l" r="r" t="t"/>
            <a:pathLst>
              <a:path extrusionOk="0" h="82890" w="819585">
                <a:moveTo>
                  <a:pt x="0" y="0"/>
                </a:moveTo>
                <a:lnTo>
                  <a:pt x="819585" y="0"/>
                </a:lnTo>
                <a:lnTo>
                  <a:pt x="819585" y="82890"/>
                </a:lnTo>
                <a:lnTo>
                  <a:pt x="0" y="8289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38"/>
          <p:cNvSpPr/>
          <p:nvPr/>
        </p:nvSpPr>
        <p:spPr>
          <a:xfrm>
            <a:off x="2532492" y="4176729"/>
            <a:ext cx="523498" cy="1096171"/>
          </a:xfrm>
          <a:custGeom>
            <a:rect b="b" l="l" r="r" t="t"/>
            <a:pathLst>
              <a:path extrusionOk="0" h="1461561" w="523498">
                <a:moveTo>
                  <a:pt x="523499" y="0"/>
                </a:moveTo>
                <a:lnTo>
                  <a:pt x="91800" y="1461562"/>
                </a:lnTo>
                <a:lnTo>
                  <a:pt x="0" y="1461562"/>
                </a:lnTo>
                <a:lnTo>
                  <a:pt x="431699" y="0"/>
                </a:lnTo>
                <a:lnTo>
                  <a:pt x="523499" y="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8"/>
          <p:cNvSpPr/>
          <p:nvPr/>
        </p:nvSpPr>
        <p:spPr>
          <a:xfrm>
            <a:off x="3473372" y="4176729"/>
            <a:ext cx="523498" cy="1096171"/>
          </a:xfrm>
          <a:custGeom>
            <a:rect b="b" l="l" r="r" t="t"/>
            <a:pathLst>
              <a:path extrusionOk="0" h="1461561" w="523498">
                <a:moveTo>
                  <a:pt x="0" y="0"/>
                </a:moveTo>
                <a:lnTo>
                  <a:pt x="431699" y="1461562"/>
                </a:lnTo>
                <a:lnTo>
                  <a:pt x="523498" y="1461562"/>
                </a:lnTo>
                <a:lnTo>
                  <a:pt x="91800" y="0"/>
                </a:lnTo>
                <a:lnTo>
                  <a:pt x="0" y="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38"/>
          <p:cNvSpPr/>
          <p:nvPr/>
        </p:nvSpPr>
        <p:spPr>
          <a:xfrm>
            <a:off x="4561619" y="5281495"/>
            <a:ext cx="955527" cy="41721"/>
          </a:xfrm>
          <a:custGeom>
            <a:rect b="b" l="l" r="r" t="t"/>
            <a:pathLst>
              <a:path extrusionOk="0" h="55628" w="955527">
                <a:moveTo>
                  <a:pt x="955177" y="27007"/>
                </a:moveTo>
                <a:cubicBezTo>
                  <a:pt x="955177" y="42377"/>
                  <a:pt x="741257" y="54828"/>
                  <a:pt x="477407" y="54828"/>
                </a:cubicBezTo>
                <a:cubicBezTo>
                  <a:pt x="213557" y="54828"/>
                  <a:pt x="-350" y="42377"/>
                  <a:pt x="-350" y="27007"/>
                </a:cubicBezTo>
                <a:cubicBezTo>
                  <a:pt x="-350" y="11637"/>
                  <a:pt x="213519" y="-801"/>
                  <a:pt x="477407" y="-801"/>
                </a:cubicBezTo>
                <a:cubicBezTo>
                  <a:pt x="741295" y="-801"/>
                  <a:pt x="955177" y="11650"/>
                  <a:pt x="955177" y="27007"/>
                </a:cubicBezTo>
                <a:close/>
              </a:path>
            </a:pathLst>
          </a:custGeom>
          <a:solidFill>
            <a:srgbClr val="E7E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8"/>
          <p:cNvSpPr/>
          <p:nvPr/>
        </p:nvSpPr>
        <p:spPr>
          <a:xfrm>
            <a:off x="4910529" y="5145699"/>
            <a:ext cx="128847" cy="109428"/>
          </a:xfrm>
          <a:custGeom>
            <a:rect b="b" l="l" r="r" t="t"/>
            <a:pathLst>
              <a:path extrusionOk="0" h="145904" w="128847">
                <a:moveTo>
                  <a:pt x="126613" y="23505"/>
                </a:moveTo>
                <a:lnTo>
                  <a:pt x="128847" y="145905"/>
                </a:lnTo>
                <a:lnTo>
                  <a:pt x="0" y="134228"/>
                </a:lnTo>
                <a:lnTo>
                  <a:pt x="25967" y="0"/>
                </a:lnTo>
                <a:lnTo>
                  <a:pt x="126613" y="23505"/>
                </a:lnTo>
                <a:close/>
              </a:path>
            </a:pathLst>
          </a:custGeom>
          <a:solidFill>
            <a:srgbClr val="FDCCC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8"/>
          <p:cNvSpPr/>
          <p:nvPr/>
        </p:nvSpPr>
        <p:spPr>
          <a:xfrm>
            <a:off x="4730624" y="5193739"/>
            <a:ext cx="348468" cy="112607"/>
          </a:xfrm>
          <a:custGeom>
            <a:rect b="b" l="l" r="r" t="t"/>
            <a:pathLst>
              <a:path extrusionOk="0" h="150142" w="348468">
                <a:moveTo>
                  <a:pt x="342161" y="103362"/>
                </a:moveTo>
                <a:cubicBezTo>
                  <a:pt x="339762" y="111118"/>
                  <a:pt x="336805" y="117159"/>
                  <a:pt x="333150" y="120928"/>
                </a:cubicBezTo>
                <a:cubicBezTo>
                  <a:pt x="292105" y="162811"/>
                  <a:pt x="228608" y="141108"/>
                  <a:pt x="100446" y="148850"/>
                </a:cubicBezTo>
                <a:cubicBezTo>
                  <a:pt x="21757" y="153520"/>
                  <a:pt x="-911" y="123987"/>
                  <a:pt x="-340" y="98794"/>
                </a:cubicBezTo>
                <a:cubicBezTo>
                  <a:pt x="117" y="82827"/>
                  <a:pt x="9700" y="68473"/>
                  <a:pt x="20411" y="65389"/>
                </a:cubicBezTo>
                <a:cubicBezTo>
                  <a:pt x="33979" y="61391"/>
                  <a:pt x="35578" y="69831"/>
                  <a:pt x="65226" y="66074"/>
                </a:cubicBezTo>
                <a:cubicBezTo>
                  <a:pt x="71839" y="65161"/>
                  <a:pt x="79809" y="63790"/>
                  <a:pt x="89620" y="61505"/>
                </a:cubicBezTo>
                <a:cubicBezTo>
                  <a:pt x="90305" y="61391"/>
                  <a:pt x="90991" y="61162"/>
                  <a:pt x="91562" y="61048"/>
                </a:cubicBezTo>
                <a:cubicBezTo>
                  <a:pt x="94633" y="60261"/>
                  <a:pt x="97489" y="59348"/>
                  <a:pt x="100103" y="58434"/>
                </a:cubicBezTo>
                <a:cubicBezTo>
                  <a:pt x="105040" y="56847"/>
                  <a:pt x="109774" y="54715"/>
                  <a:pt x="114242" y="52088"/>
                </a:cubicBezTo>
                <a:cubicBezTo>
                  <a:pt x="115499" y="51428"/>
                  <a:pt x="116717" y="50704"/>
                  <a:pt x="117897" y="49917"/>
                </a:cubicBezTo>
                <a:cubicBezTo>
                  <a:pt x="119115" y="49105"/>
                  <a:pt x="120296" y="48242"/>
                  <a:pt x="121425" y="47303"/>
                </a:cubicBezTo>
                <a:cubicBezTo>
                  <a:pt x="125614" y="44194"/>
                  <a:pt x="129371" y="40551"/>
                  <a:pt x="132607" y="36464"/>
                </a:cubicBezTo>
                <a:cubicBezTo>
                  <a:pt x="134688" y="33913"/>
                  <a:pt x="136630" y="31248"/>
                  <a:pt x="138420" y="28481"/>
                </a:cubicBezTo>
                <a:cubicBezTo>
                  <a:pt x="145832" y="17541"/>
                  <a:pt x="151112" y="6905"/>
                  <a:pt x="163727" y="1574"/>
                </a:cubicBezTo>
                <a:cubicBezTo>
                  <a:pt x="171596" y="-1725"/>
                  <a:pt x="178551" y="-1383"/>
                  <a:pt x="184593" y="1346"/>
                </a:cubicBezTo>
                <a:cubicBezTo>
                  <a:pt x="199645" y="7502"/>
                  <a:pt x="209557" y="26996"/>
                  <a:pt x="217312" y="35322"/>
                </a:cubicBezTo>
                <a:cubicBezTo>
                  <a:pt x="227465" y="46047"/>
                  <a:pt x="248902" y="56187"/>
                  <a:pt x="274425" y="51974"/>
                </a:cubicBezTo>
                <a:cubicBezTo>
                  <a:pt x="299948" y="47760"/>
                  <a:pt x="290506" y="7159"/>
                  <a:pt x="322768" y="1003"/>
                </a:cubicBezTo>
                <a:cubicBezTo>
                  <a:pt x="323250" y="876"/>
                  <a:pt x="323758" y="800"/>
                  <a:pt x="324253" y="775"/>
                </a:cubicBezTo>
                <a:cubicBezTo>
                  <a:pt x="349573" y="-1408"/>
                  <a:pt x="353330" y="67394"/>
                  <a:pt x="342161" y="103362"/>
                </a:cubicBezTo>
                <a:close/>
              </a:path>
            </a:pathLst>
          </a:custGeom>
          <a:gradFill>
            <a:gsLst>
              <a:gs pos="0">
                <a:srgbClr val="FF8888"/>
              </a:gs>
              <a:gs pos="50000">
                <a:srgbClr val="F86B6B"/>
              </a:gs>
              <a:gs pos="100000">
                <a:srgbClr val="F24E4E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38"/>
          <p:cNvSpPr/>
          <p:nvPr/>
        </p:nvSpPr>
        <p:spPr>
          <a:xfrm>
            <a:off x="4841732" y="5246094"/>
            <a:ext cx="147909" cy="50876"/>
          </a:xfrm>
          <a:custGeom>
            <a:rect b="b" l="l" r="r" t="t"/>
            <a:pathLst>
              <a:path extrusionOk="0" h="67835" w="147909">
                <a:moveTo>
                  <a:pt x="92917" y="4697"/>
                </a:moveTo>
                <a:cubicBezTo>
                  <a:pt x="91254" y="2844"/>
                  <a:pt x="89287" y="1283"/>
                  <a:pt x="87104" y="77"/>
                </a:cubicBezTo>
                <a:cubicBezTo>
                  <a:pt x="84870" y="-1116"/>
                  <a:pt x="82180" y="-1091"/>
                  <a:pt x="79971" y="140"/>
                </a:cubicBezTo>
                <a:cubicBezTo>
                  <a:pt x="77306" y="1879"/>
                  <a:pt x="76671" y="5687"/>
                  <a:pt x="77661" y="8720"/>
                </a:cubicBezTo>
                <a:cubicBezTo>
                  <a:pt x="78651" y="11754"/>
                  <a:pt x="80885" y="14177"/>
                  <a:pt x="83068" y="16500"/>
                </a:cubicBezTo>
                <a:lnTo>
                  <a:pt x="99567" y="34141"/>
                </a:lnTo>
                <a:cubicBezTo>
                  <a:pt x="101090" y="35766"/>
                  <a:pt x="102728" y="37772"/>
                  <a:pt x="102283" y="39967"/>
                </a:cubicBezTo>
                <a:cubicBezTo>
                  <a:pt x="101789" y="42417"/>
                  <a:pt x="98958" y="43585"/>
                  <a:pt x="96483" y="43902"/>
                </a:cubicBezTo>
                <a:cubicBezTo>
                  <a:pt x="88627" y="44929"/>
                  <a:pt x="80771" y="41566"/>
                  <a:pt x="74425" y="36832"/>
                </a:cubicBezTo>
                <a:cubicBezTo>
                  <a:pt x="68079" y="32098"/>
                  <a:pt x="62888" y="26032"/>
                  <a:pt x="57177" y="20549"/>
                </a:cubicBezTo>
                <a:cubicBezTo>
                  <a:pt x="55311" y="18556"/>
                  <a:pt x="53077" y="16944"/>
                  <a:pt x="50615" y="15789"/>
                </a:cubicBezTo>
                <a:cubicBezTo>
                  <a:pt x="48102" y="14635"/>
                  <a:pt x="45183" y="14799"/>
                  <a:pt x="42810" y="16234"/>
                </a:cubicBezTo>
                <a:cubicBezTo>
                  <a:pt x="38837" y="19001"/>
                  <a:pt x="39497" y="25460"/>
                  <a:pt x="42695" y="29078"/>
                </a:cubicBezTo>
                <a:cubicBezTo>
                  <a:pt x="45894" y="32695"/>
                  <a:pt x="50729" y="34358"/>
                  <a:pt x="55146" y="36337"/>
                </a:cubicBezTo>
                <a:cubicBezTo>
                  <a:pt x="58281" y="37733"/>
                  <a:pt x="61797" y="40259"/>
                  <a:pt x="61301" y="43660"/>
                </a:cubicBezTo>
                <a:cubicBezTo>
                  <a:pt x="60857" y="46732"/>
                  <a:pt x="57380" y="48293"/>
                  <a:pt x="54334" y="48902"/>
                </a:cubicBezTo>
                <a:cubicBezTo>
                  <a:pt x="40893" y="51466"/>
                  <a:pt x="27084" y="46795"/>
                  <a:pt x="17959" y="36604"/>
                </a:cubicBezTo>
                <a:cubicBezTo>
                  <a:pt x="15636" y="33939"/>
                  <a:pt x="13606" y="30905"/>
                  <a:pt x="10611" y="28989"/>
                </a:cubicBezTo>
                <a:cubicBezTo>
                  <a:pt x="7615" y="27072"/>
                  <a:pt x="3173" y="26908"/>
                  <a:pt x="952" y="29649"/>
                </a:cubicBezTo>
                <a:cubicBezTo>
                  <a:pt x="-393" y="31565"/>
                  <a:pt x="-723" y="34027"/>
                  <a:pt x="89" y="36223"/>
                </a:cubicBezTo>
                <a:cubicBezTo>
                  <a:pt x="914" y="38381"/>
                  <a:pt x="2082" y="40399"/>
                  <a:pt x="3567" y="42175"/>
                </a:cubicBezTo>
                <a:cubicBezTo>
                  <a:pt x="9316" y="49918"/>
                  <a:pt x="15408" y="57952"/>
                  <a:pt x="24089" y="62190"/>
                </a:cubicBezTo>
                <a:cubicBezTo>
                  <a:pt x="31184" y="65655"/>
                  <a:pt x="39320" y="66214"/>
                  <a:pt x="47201" y="66544"/>
                </a:cubicBezTo>
                <a:cubicBezTo>
                  <a:pt x="70605" y="67521"/>
                  <a:pt x="94046" y="67039"/>
                  <a:pt x="117387" y="65097"/>
                </a:cubicBezTo>
                <a:cubicBezTo>
                  <a:pt x="123314" y="64589"/>
                  <a:pt x="129266" y="63993"/>
                  <a:pt x="135244" y="63320"/>
                </a:cubicBezTo>
                <a:cubicBezTo>
                  <a:pt x="138087" y="62990"/>
                  <a:pt x="140943" y="62711"/>
                  <a:pt x="143773" y="62267"/>
                </a:cubicBezTo>
                <a:cubicBezTo>
                  <a:pt x="147251" y="61708"/>
                  <a:pt x="148634" y="61530"/>
                  <a:pt x="146641" y="58459"/>
                </a:cubicBezTo>
                <a:cubicBezTo>
                  <a:pt x="143583" y="53763"/>
                  <a:pt x="137833" y="49575"/>
                  <a:pt x="133873" y="45666"/>
                </a:cubicBezTo>
                <a:lnTo>
                  <a:pt x="121626" y="33406"/>
                </a:lnTo>
                <a:close/>
              </a:path>
            </a:pathLst>
          </a:custGeom>
          <a:solidFill>
            <a:srgbClr val="F9C5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38"/>
          <p:cNvSpPr/>
          <p:nvPr/>
        </p:nvSpPr>
        <p:spPr>
          <a:xfrm>
            <a:off x="5043975" y="5194864"/>
            <a:ext cx="35079" cy="77007"/>
          </a:xfrm>
          <a:custGeom>
            <a:rect b="b" l="l" r="r" t="t"/>
            <a:pathLst>
              <a:path extrusionOk="0" h="102676" w="35079">
                <a:moveTo>
                  <a:pt x="-342" y="43049"/>
                </a:moveTo>
                <a:cubicBezTo>
                  <a:pt x="0" y="70844"/>
                  <a:pt x="12223" y="94236"/>
                  <a:pt x="28773" y="101876"/>
                </a:cubicBezTo>
                <a:cubicBezTo>
                  <a:pt x="39929" y="65844"/>
                  <a:pt x="36197" y="-2933"/>
                  <a:pt x="10890" y="-750"/>
                </a:cubicBezTo>
                <a:cubicBezTo>
                  <a:pt x="3783" y="10546"/>
                  <a:pt x="-558" y="25954"/>
                  <a:pt x="-342" y="43049"/>
                </a:cubicBezTo>
                <a:close/>
              </a:path>
            </a:pathLst>
          </a:custGeom>
          <a:solidFill>
            <a:srgbClr val="070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8"/>
          <p:cNvSpPr/>
          <p:nvPr/>
        </p:nvSpPr>
        <p:spPr>
          <a:xfrm>
            <a:off x="4735140" y="5279716"/>
            <a:ext cx="333806" cy="26639"/>
          </a:xfrm>
          <a:custGeom>
            <a:rect b="b" l="l" r="r" t="t"/>
            <a:pathLst>
              <a:path extrusionOk="0" h="35519" w="333806">
                <a:moveTo>
                  <a:pt x="333457" y="-801"/>
                </a:moveTo>
                <a:cubicBezTo>
                  <a:pt x="332188" y="1788"/>
                  <a:pt x="330550" y="4174"/>
                  <a:pt x="328596" y="6294"/>
                </a:cubicBezTo>
                <a:cubicBezTo>
                  <a:pt x="287576" y="48114"/>
                  <a:pt x="224142" y="26474"/>
                  <a:pt x="95942" y="34216"/>
                </a:cubicBezTo>
                <a:cubicBezTo>
                  <a:pt x="36938" y="37757"/>
                  <a:pt x="9473" y="22070"/>
                  <a:pt x="-350" y="3324"/>
                </a:cubicBezTo>
                <a:cubicBezTo>
                  <a:pt x="107213" y="18846"/>
                  <a:pt x="218583" y="17057"/>
                  <a:pt x="333457" y="-801"/>
                </a:cubicBezTo>
                <a:close/>
              </a:path>
            </a:pathLst>
          </a:custGeom>
          <a:solidFill>
            <a:srgbClr val="070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38"/>
          <p:cNvSpPr/>
          <p:nvPr/>
        </p:nvSpPr>
        <p:spPr>
          <a:xfrm>
            <a:off x="4730635" y="5242571"/>
            <a:ext cx="65616" cy="28657"/>
          </a:xfrm>
          <a:custGeom>
            <a:rect b="b" l="l" r="r" t="t"/>
            <a:pathLst>
              <a:path extrusionOk="0" h="38210" w="65616">
                <a:moveTo>
                  <a:pt x="-350" y="33698"/>
                </a:moveTo>
                <a:cubicBezTo>
                  <a:pt x="24424" y="43965"/>
                  <a:pt x="52829" y="32200"/>
                  <a:pt x="63096" y="7425"/>
                </a:cubicBezTo>
                <a:cubicBezTo>
                  <a:pt x="63972" y="5306"/>
                  <a:pt x="64695" y="3136"/>
                  <a:pt x="65267" y="915"/>
                </a:cubicBezTo>
                <a:cubicBezTo>
                  <a:pt x="35542" y="4722"/>
                  <a:pt x="33994" y="-3642"/>
                  <a:pt x="20401" y="268"/>
                </a:cubicBezTo>
                <a:cubicBezTo>
                  <a:pt x="9689" y="3390"/>
                  <a:pt x="56" y="17744"/>
                  <a:pt x="-350" y="33698"/>
                </a:cubicBezTo>
                <a:close/>
              </a:path>
            </a:pathLst>
          </a:custGeom>
          <a:solidFill>
            <a:srgbClr val="070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38"/>
          <p:cNvSpPr/>
          <p:nvPr/>
        </p:nvSpPr>
        <p:spPr>
          <a:xfrm>
            <a:off x="4739608" y="3873287"/>
            <a:ext cx="367706" cy="1310295"/>
          </a:xfrm>
          <a:custGeom>
            <a:rect b="b" l="l" r="r" t="t"/>
            <a:pathLst>
              <a:path extrusionOk="0" h="1747060" w="367706">
                <a:moveTo>
                  <a:pt x="-350" y="-801"/>
                </a:moveTo>
                <a:lnTo>
                  <a:pt x="176878" y="1730487"/>
                </a:lnTo>
                <a:cubicBezTo>
                  <a:pt x="176878" y="1751517"/>
                  <a:pt x="314939" y="1751517"/>
                  <a:pt x="314939" y="1730487"/>
                </a:cubicBezTo>
                <a:lnTo>
                  <a:pt x="367357" y="-8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8"/>
          <p:cNvSpPr/>
          <p:nvPr/>
        </p:nvSpPr>
        <p:spPr>
          <a:xfrm>
            <a:off x="5168515" y="5145699"/>
            <a:ext cx="128847" cy="109428"/>
          </a:xfrm>
          <a:custGeom>
            <a:rect b="b" l="l" r="r" t="t"/>
            <a:pathLst>
              <a:path extrusionOk="0" h="145904" w="128847">
                <a:moveTo>
                  <a:pt x="126613" y="23505"/>
                </a:moveTo>
                <a:lnTo>
                  <a:pt x="128847" y="145905"/>
                </a:lnTo>
                <a:lnTo>
                  <a:pt x="0" y="134228"/>
                </a:lnTo>
                <a:lnTo>
                  <a:pt x="25967" y="0"/>
                </a:lnTo>
                <a:lnTo>
                  <a:pt x="126613" y="23505"/>
                </a:lnTo>
                <a:close/>
              </a:path>
            </a:pathLst>
          </a:custGeom>
          <a:solidFill>
            <a:srgbClr val="FDCCC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38"/>
          <p:cNvSpPr/>
          <p:nvPr/>
        </p:nvSpPr>
        <p:spPr>
          <a:xfrm>
            <a:off x="4988636" y="5193682"/>
            <a:ext cx="348365" cy="112664"/>
          </a:xfrm>
          <a:custGeom>
            <a:rect b="b" l="l" r="r" t="t"/>
            <a:pathLst>
              <a:path extrusionOk="0" h="150218" w="348365">
                <a:moveTo>
                  <a:pt x="342047" y="103439"/>
                </a:moveTo>
                <a:cubicBezTo>
                  <a:pt x="339660" y="111194"/>
                  <a:pt x="336691" y="117235"/>
                  <a:pt x="333048" y="121004"/>
                </a:cubicBezTo>
                <a:cubicBezTo>
                  <a:pt x="292117" y="162887"/>
                  <a:pt x="228607" y="141184"/>
                  <a:pt x="100458" y="148926"/>
                </a:cubicBezTo>
                <a:cubicBezTo>
                  <a:pt x="21769" y="153597"/>
                  <a:pt x="-899" y="124063"/>
                  <a:pt x="-340" y="98870"/>
                </a:cubicBezTo>
                <a:cubicBezTo>
                  <a:pt x="3" y="82904"/>
                  <a:pt x="9699" y="68549"/>
                  <a:pt x="20411" y="65465"/>
                </a:cubicBezTo>
                <a:cubicBezTo>
                  <a:pt x="33979" y="61467"/>
                  <a:pt x="35578" y="69907"/>
                  <a:pt x="65226" y="66150"/>
                </a:cubicBezTo>
                <a:cubicBezTo>
                  <a:pt x="71838" y="65237"/>
                  <a:pt x="79821" y="63866"/>
                  <a:pt x="89619" y="61581"/>
                </a:cubicBezTo>
                <a:lnTo>
                  <a:pt x="90889" y="61238"/>
                </a:lnTo>
                <a:cubicBezTo>
                  <a:pt x="93973" y="60452"/>
                  <a:pt x="96816" y="59652"/>
                  <a:pt x="99557" y="58700"/>
                </a:cubicBezTo>
                <a:cubicBezTo>
                  <a:pt x="104469" y="57000"/>
                  <a:pt x="109241" y="54906"/>
                  <a:pt x="113810" y="52430"/>
                </a:cubicBezTo>
                <a:cubicBezTo>
                  <a:pt x="115181" y="51631"/>
                  <a:pt x="116539" y="50717"/>
                  <a:pt x="117795" y="49892"/>
                </a:cubicBezTo>
                <a:cubicBezTo>
                  <a:pt x="118899" y="49194"/>
                  <a:pt x="119966" y="48433"/>
                  <a:pt x="120993" y="47620"/>
                </a:cubicBezTo>
                <a:cubicBezTo>
                  <a:pt x="125106" y="44523"/>
                  <a:pt x="128863" y="40957"/>
                  <a:pt x="132162" y="37010"/>
                </a:cubicBezTo>
                <a:cubicBezTo>
                  <a:pt x="134168" y="34586"/>
                  <a:pt x="136033" y="32048"/>
                  <a:pt x="137747" y="29395"/>
                </a:cubicBezTo>
                <a:cubicBezTo>
                  <a:pt x="145501" y="18112"/>
                  <a:pt x="150743" y="7159"/>
                  <a:pt x="163740" y="1575"/>
                </a:cubicBezTo>
                <a:cubicBezTo>
                  <a:pt x="171608" y="-1725"/>
                  <a:pt x="178564" y="-1383"/>
                  <a:pt x="184605" y="1346"/>
                </a:cubicBezTo>
                <a:cubicBezTo>
                  <a:pt x="199657" y="7502"/>
                  <a:pt x="209582" y="26996"/>
                  <a:pt x="217337" y="35322"/>
                </a:cubicBezTo>
                <a:cubicBezTo>
                  <a:pt x="227490" y="46047"/>
                  <a:pt x="248914" y="56187"/>
                  <a:pt x="274450" y="51974"/>
                </a:cubicBezTo>
                <a:cubicBezTo>
                  <a:pt x="299986" y="47760"/>
                  <a:pt x="290531" y="7159"/>
                  <a:pt x="322793" y="1003"/>
                </a:cubicBezTo>
                <a:cubicBezTo>
                  <a:pt x="323275" y="876"/>
                  <a:pt x="323770" y="800"/>
                  <a:pt x="324278" y="775"/>
                </a:cubicBezTo>
                <a:cubicBezTo>
                  <a:pt x="349458" y="-1332"/>
                  <a:pt x="353228" y="67470"/>
                  <a:pt x="342047" y="103439"/>
                </a:cubicBezTo>
                <a:close/>
              </a:path>
            </a:pathLst>
          </a:custGeom>
          <a:gradFill>
            <a:gsLst>
              <a:gs pos="0">
                <a:srgbClr val="FF8888"/>
              </a:gs>
              <a:gs pos="50000">
                <a:srgbClr val="F86B6B"/>
              </a:gs>
              <a:gs pos="100000">
                <a:srgbClr val="F24E4E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8"/>
          <p:cNvSpPr/>
          <p:nvPr/>
        </p:nvSpPr>
        <p:spPr>
          <a:xfrm>
            <a:off x="5109043" y="5246094"/>
            <a:ext cx="147907" cy="50876"/>
          </a:xfrm>
          <a:custGeom>
            <a:rect b="b" l="l" r="r" t="t"/>
            <a:pathLst>
              <a:path extrusionOk="0" h="67835" w="147907">
                <a:moveTo>
                  <a:pt x="92907" y="4697"/>
                </a:moveTo>
                <a:cubicBezTo>
                  <a:pt x="91245" y="2844"/>
                  <a:pt x="89290" y="1283"/>
                  <a:pt x="87107" y="77"/>
                </a:cubicBezTo>
                <a:cubicBezTo>
                  <a:pt x="84874" y="-1116"/>
                  <a:pt x="82183" y="-1091"/>
                  <a:pt x="79962" y="140"/>
                </a:cubicBezTo>
                <a:cubicBezTo>
                  <a:pt x="77297" y="1879"/>
                  <a:pt x="76662" y="5687"/>
                  <a:pt x="77652" y="8720"/>
                </a:cubicBezTo>
                <a:cubicBezTo>
                  <a:pt x="78642" y="11754"/>
                  <a:pt x="80888" y="14177"/>
                  <a:pt x="83059" y="16500"/>
                </a:cubicBezTo>
                <a:cubicBezTo>
                  <a:pt x="88580" y="22376"/>
                  <a:pt x="94088" y="28253"/>
                  <a:pt x="99558" y="34141"/>
                </a:cubicBezTo>
                <a:cubicBezTo>
                  <a:pt x="101094" y="35766"/>
                  <a:pt x="102731" y="37772"/>
                  <a:pt x="102287" y="39967"/>
                </a:cubicBezTo>
                <a:cubicBezTo>
                  <a:pt x="101792" y="42417"/>
                  <a:pt x="98961" y="43585"/>
                  <a:pt x="96474" y="43902"/>
                </a:cubicBezTo>
                <a:cubicBezTo>
                  <a:pt x="88630" y="44929"/>
                  <a:pt x="80774" y="41566"/>
                  <a:pt x="74428" y="36832"/>
                </a:cubicBezTo>
                <a:cubicBezTo>
                  <a:pt x="68082" y="32098"/>
                  <a:pt x="62891" y="26032"/>
                  <a:pt x="57180" y="20549"/>
                </a:cubicBezTo>
                <a:cubicBezTo>
                  <a:pt x="55302" y="18569"/>
                  <a:pt x="53081" y="16957"/>
                  <a:pt x="50619" y="15789"/>
                </a:cubicBezTo>
                <a:cubicBezTo>
                  <a:pt x="48106" y="14635"/>
                  <a:pt x="45186" y="14799"/>
                  <a:pt x="42813" y="16234"/>
                </a:cubicBezTo>
                <a:cubicBezTo>
                  <a:pt x="38841" y="19001"/>
                  <a:pt x="39488" y="25460"/>
                  <a:pt x="42699" y="29078"/>
                </a:cubicBezTo>
                <a:cubicBezTo>
                  <a:pt x="45910" y="32695"/>
                  <a:pt x="50720" y="34358"/>
                  <a:pt x="55149" y="36337"/>
                </a:cubicBezTo>
                <a:cubicBezTo>
                  <a:pt x="58284" y="37733"/>
                  <a:pt x="61800" y="40259"/>
                  <a:pt x="61305" y="43660"/>
                </a:cubicBezTo>
                <a:cubicBezTo>
                  <a:pt x="60861" y="46732"/>
                  <a:pt x="57383" y="48293"/>
                  <a:pt x="54324" y="48902"/>
                </a:cubicBezTo>
                <a:cubicBezTo>
                  <a:pt x="40884" y="51466"/>
                  <a:pt x="27075" y="46795"/>
                  <a:pt x="17950" y="36604"/>
                </a:cubicBezTo>
                <a:cubicBezTo>
                  <a:pt x="15627" y="33939"/>
                  <a:pt x="13609" y="30905"/>
                  <a:pt x="10614" y="28989"/>
                </a:cubicBezTo>
                <a:cubicBezTo>
                  <a:pt x="7619" y="27072"/>
                  <a:pt x="3176" y="26908"/>
                  <a:pt x="955" y="29649"/>
                </a:cubicBezTo>
                <a:cubicBezTo>
                  <a:pt x="-403" y="31565"/>
                  <a:pt x="-720" y="34027"/>
                  <a:pt x="92" y="36223"/>
                </a:cubicBezTo>
                <a:cubicBezTo>
                  <a:pt x="905" y="38393"/>
                  <a:pt x="2085" y="40399"/>
                  <a:pt x="3570" y="42175"/>
                </a:cubicBezTo>
                <a:cubicBezTo>
                  <a:pt x="9319" y="49918"/>
                  <a:pt x="15412" y="57952"/>
                  <a:pt x="24080" y="62190"/>
                </a:cubicBezTo>
                <a:cubicBezTo>
                  <a:pt x="31187" y="65655"/>
                  <a:pt x="39310" y="66214"/>
                  <a:pt x="47192" y="66544"/>
                </a:cubicBezTo>
                <a:cubicBezTo>
                  <a:pt x="70595" y="67521"/>
                  <a:pt x="94037" y="67039"/>
                  <a:pt x="117390" y="65097"/>
                </a:cubicBezTo>
                <a:cubicBezTo>
                  <a:pt x="123317" y="64589"/>
                  <a:pt x="129257" y="63993"/>
                  <a:pt x="135235" y="63320"/>
                </a:cubicBezTo>
                <a:cubicBezTo>
                  <a:pt x="138078" y="62990"/>
                  <a:pt x="140946" y="62711"/>
                  <a:pt x="143776" y="62267"/>
                </a:cubicBezTo>
                <a:cubicBezTo>
                  <a:pt x="147254" y="61708"/>
                  <a:pt x="148625" y="61530"/>
                  <a:pt x="146645" y="58459"/>
                </a:cubicBezTo>
                <a:cubicBezTo>
                  <a:pt x="143586" y="53763"/>
                  <a:pt x="137760" y="49575"/>
                  <a:pt x="133864" y="45666"/>
                </a:cubicBezTo>
                <a:lnTo>
                  <a:pt x="121629" y="33406"/>
                </a:lnTo>
                <a:close/>
              </a:path>
            </a:pathLst>
          </a:custGeom>
          <a:solidFill>
            <a:srgbClr val="F9C5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38"/>
          <p:cNvSpPr/>
          <p:nvPr/>
        </p:nvSpPr>
        <p:spPr>
          <a:xfrm>
            <a:off x="5301961" y="5194864"/>
            <a:ext cx="35075" cy="77007"/>
          </a:xfrm>
          <a:custGeom>
            <a:rect b="b" l="l" r="r" t="t"/>
            <a:pathLst>
              <a:path extrusionOk="0" h="102676" w="35075">
                <a:moveTo>
                  <a:pt x="-342" y="43049"/>
                </a:moveTo>
                <a:cubicBezTo>
                  <a:pt x="-12" y="70844"/>
                  <a:pt x="12210" y="94236"/>
                  <a:pt x="28773" y="101876"/>
                </a:cubicBezTo>
                <a:cubicBezTo>
                  <a:pt x="39929" y="65844"/>
                  <a:pt x="36185" y="-2933"/>
                  <a:pt x="10890" y="-750"/>
                </a:cubicBezTo>
                <a:cubicBezTo>
                  <a:pt x="3770" y="10546"/>
                  <a:pt x="-558" y="25954"/>
                  <a:pt x="-342" y="43049"/>
                </a:cubicBezTo>
                <a:close/>
              </a:path>
            </a:pathLst>
          </a:custGeom>
          <a:solidFill>
            <a:srgbClr val="070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38"/>
          <p:cNvSpPr/>
          <p:nvPr/>
        </p:nvSpPr>
        <p:spPr>
          <a:xfrm>
            <a:off x="4993125" y="5279716"/>
            <a:ext cx="333794" cy="26639"/>
          </a:xfrm>
          <a:custGeom>
            <a:rect b="b" l="l" r="r" t="t"/>
            <a:pathLst>
              <a:path extrusionOk="0" h="35519" w="333794">
                <a:moveTo>
                  <a:pt x="333444" y="-801"/>
                </a:moveTo>
                <a:cubicBezTo>
                  <a:pt x="332188" y="1788"/>
                  <a:pt x="330550" y="4174"/>
                  <a:pt x="328596" y="6294"/>
                </a:cubicBezTo>
                <a:cubicBezTo>
                  <a:pt x="287576" y="48114"/>
                  <a:pt x="224142" y="26474"/>
                  <a:pt x="95930" y="34216"/>
                </a:cubicBezTo>
                <a:cubicBezTo>
                  <a:pt x="36938" y="37757"/>
                  <a:pt x="9461" y="22070"/>
                  <a:pt x="-350" y="3324"/>
                </a:cubicBezTo>
                <a:cubicBezTo>
                  <a:pt x="107213" y="18846"/>
                  <a:pt x="218571" y="17057"/>
                  <a:pt x="333444" y="-801"/>
                </a:cubicBezTo>
                <a:close/>
              </a:path>
            </a:pathLst>
          </a:custGeom>
          <a:solidFill>
            <a:srgbClr val="070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38"/>
          <p:cNvSpPr/>
          <p:nvPr/>
        </p:nvSpPr>
        <p:spPr>
          <a:xfrm>
            <a:off x="4988621" y="5242571"/>
            <a:ext cx="65603" cy="28657"/>
          </a:xfrm>
          <a:custGeom>
            <a:rect b="b" l="l" r="r" t="t"/>
            <a:pathLst>
              <a:path extrusionOk="0" h="38210" w="65603">
                <a:moveTo>
                  <a:pt x="-350" y="33698"/>
                </a:moveTo>
                <a:cubicBezTo>
                  <a:pt x="24424" y="43965"/>
                  <a:pt x="52816" y="32200"/>
                  <a:pt x="63084" y="7425"/>
                </a:cubicBezTo>
                <a:cubicBezTo>
                  <a:pt x="63959" y="5306"/>
                  <a:pt x="64683" y="3136"/>
                  <a:pt x="65254" y="915"/>
                </a:cubicBezTo>
                <a:cubicBezTo>
                  <a:pt x="35542" y="4722"/>
                  <a:pt x="33994" y="-3642"/>
                  <a:pt x="20388" y="268"/>
                </a:cubicBezTo>
                <a:cubicBezTo>
                  <a:pt x="9740" y="3390"/>
                  <a:pt x="56" y="17744"/>
                  <a:pt x="-350" y="33698"/>
                </a:cubicBezTo>
                <a:close/>
              </a:path>
            </a:pathLst>
          </a:custGeom>
          <a:solidFill>
            <a:srgbClr val="070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8"/>
          <p:cNvSpPr/>
          <p:nvPr/>
        </p:nvSpPr>
        <p:spPr>
          <a:xfrm>
            <a:off x="4997581" y="3873287"/>
            <a:ext cx="367719" cy="1310295"/>
          </a:xfrm>
          <a:custGeom>
            <a:rect b="b" l="l" r="r" t="t"/>
            <a:pathLst>
              <a:path extrusionOk="0" h="1747060" w="367719">
                <a:moveTo>
                  <a:pt x="-350" y="-801"/>
                </a:moveTo>
                <a:lnTo>
                  <a:pt x="176878" y="1730487"/>
                </a:lnTo>
                <a:cubicBezTo>
                  <a:pt x="176878" y="1751517"/>
                  <a:pt x="314939" y="1751517"/>
                  <a:pt x="314939" y="1730487"/>
                </a:cubicBezTo>
                <a:lnTo>
                  <a:pt x="367369" y="-8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38"/>
          <p:cNvSpPr/>
          <p:nvPr/>
        </p:nvSpPr>
        <p:spPr>
          <a:xfrm>
            <a:off x="3999212" y="3629873"/>
            <a:ext cx="243638" cy="146198"/>
          </a:xfrm>
          <a:custGeom>
            <a:rect b="b" l="l" r="r" t="t"/>
            <a:pathLst>
              <a:path extrusionOk="0" h="194931" w="243638">
                <a:moveTo>
                  <a:pt x="243288" y="59051"/>
                </a:moveTo>
                <a:lnTo>
                  <a:pt x="231041" y="175460"/>
                </a:lnTo>
                <a:cubicBezTo>
                  <a:pt x="229772" y="175892"/>
                  <a:pt x="228502" y="176222"/>
                  <a:pt x="227347" y="176552"/>
                </a:cubicBezTo>
                <a:cubicBezTo>
                  <a:pt x="-18810" y="251344"/>
                  <a:pt x="-36642" y="63493"/>
                  <a:pt x="39509" y="59914"/>
                </a:cubicBezTo>
                <a:cubicBezTo>
                  <a:pt x="81239" y="57959"/>
                  <a:pt x="170767" y="65549"/>
                  <a:pt x="170767" y="65549"/>
                </a:cubicBezTo>
                <a:cubicBezTo>
                  <a:pt x="170767" y="65549"/>
                  <a:pt x="113756" y="21546"/>
                  <a:pt x="129798" y="4413"/>
                </a:cubicBezTo>
                <a:cubicBezTo>
                  <a:pt x="151692" y="-18889"/>
                  <a:pt x="224644" y="42679"/>
                  <a:pt x="240217" y="56335"/>
                </a:cubicBezTo>
                <a:close/>
              </a:path>
            </a:pathLst>
          </a:custGeom>
          <a:solidFill>
            <a:srgbClr val="FDCCC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8"/>
          <p:cNvSpPr/>
          <p:nvPr/>
        </p:nvSpPr>
        <p:spPr>
          <a:xfrm>
            <a:off x="4220519" y="3231833"/>
            <a:ext cx="743175" cy="558668"/>
          </a:xfrm>
          <a:custGeom>
            <a:rect b="b" l="l" r="r" t="t"/>
            <a:pathLst>
              <a:path extrusionOk="0" h="744890" w="743175">
                <a:moveTo>
                  <a:pt x="572717" y="707715"/>
                </a:moveTo>
                <a:cubicBezTo>
                  <a:pt x="457095" y="786404"/>
                  <a:pt x="13111" y="712919"/>
                  <a:pt x="13111" y="712919"/>
                </a:cubicBezTo>
                <a:cubicBezTo>
                  <a:pt x="10243" y="712703"/>
                  <a:pt x="7920" y="710583"/>
                  <a:pt x="6004" y="707296"/>
                </a:cubicBezTo>
                <a:cubicBezTo>
                  <a:pt x="-6930" y="684299"/>
                  <a:pt x="1130" y="598870"/>
                  <a:pt x="18937" y="587105"/>
                </a:cubicBezTo>
                <a:cubicBezTo>
                  <a:pt x="20282" y="586039"/>
                  <a:pt x="21982" y="585506"/>
                  <a:pt x="23709" y="585620"/>
                </a:cubicBezTo>
                <a:cubicBezTo>
                  <a:pt x="23709" y="585620"/>
                  <a:pt x="365626" y="594314"/>
                  <a:pt x="445850" y="515358"/>
                </a:cubicBezTo>
                <a:cubicBezTo>
                  <a:pt x="527471" y="435121"/>
                  <a:pt x="503408" y="175218"/>
                  <a:pt x="558515" y="71374"/>
                </a:cubicBezTo>
                <a:cubicBezTo>
                  <a:pt x="571448" y="47259"/>
                  <a:pt x="631963" y="-11123"/>
                  <a:pt x="656661" y="782"/>
                </a:cubicBezTo>
                <a:cubicBezTo>
                  <a:pt x="683695" y="13613"/>
                  <a:pt x="726618" y="82606"/>
                  <a:pt x="738587" y="162628"/>
                </a:cubicBezTo>
                <a:cubicBezTo>
                  <a:pt x="759680" y="303481"/>
                  <a:pt x="701692" y="619862"/>
                  <a:pt x="572717" y="707715"/>
                </a:cubicBezTo>
                <a:close/>
              </a:path>
            </a:pathLst>
          </a:custGeom>
          <a:solidFill>
            <a:srgbClr val="43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38"/>
          <p:cNvSpPr/>
          <p:nvPr/>
        </p:nvSpPr>
        <p:spPr>
          <a:xfrm>
            <a:off x="4727783" y="3191598"/>
            <a:ext cx="681043" cy="749669"/>
          </a:xfrm>
          <a:custGeom>
            <a:rect b="b" l="l" r="r" t="t"/>
            <a:pathLst>
              <a:path extrusionOk="0" h="999559" w="681043">
                <a:moveTo>
                  <a:pt x="639517" y="888039"/>
                </a:moveTo>
                <a:cubicBezTo>
                  <a:pt x="642093" y="906493"/>
                  <a:pt x="629236" y="923538"/>
                  <a:pt x="610783" y="926128"/>
                </a:cubicBezTo>
                <a:cubicBezTo>
                  <a:pt x="610503" y="926166"/>
                  <a:pt x="610212" y="926191"/>
                  <a:pt x="609932" y="926229"/>
                </a:cubicBezTo>
                <a:cubicBezTo>
                  <a:pt x="363496" y="955052"/>
                  <a:pt x="-37984" y="1068491"/>
                  <a:pt x="2490" y="935431"/>
                </a:cubicBezTo>
                <a:cubicBezTo>
                  <a:pt x="87640" y="655539"/>
                  <a:pt x="117" y="261864"/>
                  <a:pt x="76966" y="117483"/>
                </a:cubicBezTo>
                <a:cubicBezTo>
                  <a:pt x="157939" y="-34489"/>
                  <a:pt x="538731" y="-36228"/>
                  <a:pt x="646573" y="90487"/>
                </a:cubicBezTo>
                <a:cubicBezTo>
                  <a:pt x="747549" y="209231"/>
                  <a:pt x="587062" y="513504"/>
                  <a:pt x="639517" y="888039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8"/>
          <p:cNvSpPr/>
          <p:nvPr/>
        </p:nvSpPr>
        <p:spPr>
          <a:xfrm>
            <a:off x="4835363" y="2851342"/>
            <a:ext cx="315345" cy="437602"/>
          </a:xfrm>
          <a:custGeom>
            <a:rect b="b" l="l" r="r" t="t"/>
            <a:pathLst>
              <a:path extrusionOk="0" h="583469" w="315345">
                <a:moveTo>
                  <a:pt x="112" y="218351"/>
                </a:moveTo>
                <a:cubicBezTo>
                  <a:pt x="4554" y="373191"/>
                  <a:pt x="51273" y="385489"/>
                  <a:pt x="117715" y="385489"/>
                </a:cubicBezTo>
                <a:lnTo>
                  <a:pt x="117715" y="471539"/>
                </a:lnTo>
                <a:lnTo>
                  <a:pt x="157389" y="582669"/>
                </a:lnTo>
                <a:lnTo>
                  <a:pt x="280905" y="458873"/>
                </a:lnTo>
                <a:lnTo>
                  <a:pt x="280905" y="296279"/>
                </a:lnTo>
                <a:cubicBezTo>
                  <a:pt x="289142" y="274817"/>
                  <a:pt x="314996" y="248913"/>
                  <a:pt x="314996" y="218351"/>
                </a:cubicBezTo>
                <a:cubicBezTo>
                  <a:pt x="314996" y="98248"/>
                  <a:pt x="244429" y="801"/>
                  <a:pt x="157617" y="801"/>
                </a:cubicBezTo>
                <a:cubicBezTo>
                  <a:pt x="70564" y="801"/>
                  <a:pt x="-7071" y="-33772"/>
                  <a:pt x="112" y="218351"/>
                </a:cubicBezTo>
                <a:close/>
              </a:path>
            </a:pathLst>
          </a:custGeom>
          <a:solidFill>
            <a:srgbClr val="FDCCC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38"/>
          <p:cNvSpPr/>
          <p:nvPr/>
        </p:nvSpPr>
        <p:spPr>
          <a:xfrm>
            <a:off x="4812225" y="2766708"/>
            <a:ext cx="395200" cy="291003"/>
          </a:xfrm>
          <a:custGeom>
            <a:rect b="b" l="l" r="r" t="t"/>
            <a:pathLst>
              <a:path extrusionOk="0" h="388004" w="395200">
                <a:moveTo>
                  <a:pt x="342156" y="387204"/>
                </a:moveTo>
                <a:lnTo>
                  <a:pt x="265878" y="342262"/>
                </a:lnTo>
                <a:cubicBezTo>
                  <a:pt x="265878" y="342262"/>
                  <a:pt x="219781" y="257227"/>
                  <a:pt x="264710" y="187828"/>
                </a:cubicBezTo>
                <a:cubicBezTo>
                  <a:pt x="264710" y="187828"/>
                  <a:pt x="135597" y="211714"/>
                  <a:pt x="45066" y="171951"/>
                </a:cubicBezTo>
                <a:cubicBezTo>
                  <a:pt x="32082" y="197335"/>
                  <a:pt x="26396" y="229610"/>
                  <a:pt x="23388" y="268409"/>
                </a:cubicBezTo>
                <a:cubicBezTo>
                  <a:pt x="23388" y="268409"/>
                  <a:pt x="-11679" y="221449"/>
                  <a:pt x="9694" y="175517"/>
                </a:cubicBezTo>
                <a:cubicBezTo>
                  <a:pt x="19073" y="155350"/>
                  <a:pt x="39939" y="110916"/>
                  <a:pt x="33212" y="89721"/>
                </a:cubicBezTo>
                <a:cubicBezTo>
                  <a:pt x="25901" y="66647"/>
                  <a:pt x="-58169" y="5435"/>
                  <a:pt x="71287" y="675"/>
                </a:cubicBezTo>
                <a:cubicBezTo>
                  <a:pt x="181909" y="-3386"/>
                  <a:pt x="363199" y="-10836"/>
                  <a:pt x="312431" y="159323"/>
                </a:cubicBezTo>
                <a:cubicBezTo>
                  <a:pt x="312330" y="159310"/>
                  <a:pt x="476143" y="120410"/>
                  <a:pt x="342156" y="38720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38"/>
          <p:cNvSpPr/>
          <p:nvPr/>
        </p:nvSpPr>
        <p:spPr>
          <a:xfrm>
            <a:off x="4975671" y="2981367"/>
            <a:ext cx="199156" cy="27637"/>
          </a:xfrm>
          <a:custGeom>
            <a:rect b="b" l="l" r="r" t="t"/>
            <a:pathLst>
              <a:path extrusionOk="0" h="36849" w="199156">
                <a:moveTo>
                  <a:pt x="196111" y="36049"/>
                </a:moveTo>
                <a:cubicBezTo>
                  <a:pt x="194766" y="36049"/>
                  <a:pt x="193623" y="35034"/>
                  <a:pt x="193471" y="33688"/>
                </a:cubicBezTo>
                <a:cubicBezTo>
                  <a:pt x="193357" y="32711"/>
                  <a:pt x="190362" y="9574"/>
                  <a:pt x="164420" y="5208"/>
                </a:cubicBezTo>
                <a:cubicBezTo>
                  <a:pt x="139036" y="867"/>
                  <a:pt x="127195" y="19562"/>
                  <a:pt x="127068" y="19740"/>
                </a:cubicBezTo>
                <a:cubicBezTo>
                  <a:pt x="126623" y="20489"/>
                  <a:pt x="125824" y="20958"/>
                  <a:pt x="124961" y="21009"/>
                </a:cubicBezTo>
                <a:lnTo>
                  <a:pt x="2460" y="28066"/>
                </a:lnTo>
                <a:cubicBezTo>
                  <a:pt x="1064" y="28218"/>
                  <a:pt x="-180" y="27203"/>
                  <a:pt x="-332" y="25807"/>
                </a:cubicBezTo>
                <a:cubicBezTo>
                  <a:pt x="-345" y="25718"/>
                  <a:pt x="-345" y="25616"/>
                  <a:pt x="-345" y="25527"/>
                </a:cubicBezTo>
                <a:cubicBezTo>
                  <a:pt x="-434" y="24068"/>
                  <a:pt x="683" y="22811"/>
                  <a:pt x="2143" y="22722"/>
                </a:cubicBezTo>
                <a:cubicBezTo>
                  <a:pt x="2168" y="22722"/>
                  <a:pt x="2181" y="22722"/>
                  <a:pt x="2193" y="22722"/>
                </a:cubicBezTo>
                <a:lnTo>
                  <a:pt x="123400" y="15742"/>
                </a:lnTo>
                <a:cubicBezTo>
                  <a:pt x="126763" y="11224"/>
                  <a:pt x="140394" y="-4324"/>
                  <a:pt x="165346" y="-72"/>
                </a:cubicBezTo>
                <a:cubicBezTo>
                  <a:pt x="195312" y="5005"/>
                  <a:pt x="198764" y="32787"/>
                  <a:pt x="198789" y="33066"/>
                </a:cubicBezTo>
                <a:cubicBezTo>
                  <a:pt x="198954" y="34513"/>
                  <a:pt x="197926" y="35820"/>
                  <a:pt x="196479" y="35998"/>
                </a:cubicBezTo>
                <a:cubicBezTo>
                  <a:pt x="196466" y="35998"/>
                  <a:pt x="196454" y="35998"/>
                  <a:pt x="196441" y="35998"/>
                </a:cubicBezTo>
                <a:close/>
              </a:path>
            </a:pathLst>
          </a:custGeom>
          <a:solidFill>
            <a:srgbClr val="4709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8"/>
          <p:cNvSpPr/>
          <p:nvPr/>
        </p:nvSpPr>
        <p:spPr>
          <a:xfrm>
            <a:off x="4845517" y="2955902"/>
            <a:ext cx="50825" cy="12204"/>
          </a:xfrm>
          <a:custGeom>
            <a:rect b="b" l="l" r="r" t="t"/>
            <a:pathLst>
              <a:path extrusionOk="0" h="16272" w="50825">
                <a:moveTo>
                  <a:pt x="48123" y="4638"/>
                </a:moveTo>
                <a:cubicBezTo>
                  <a:pt x="51931" y="7646"/>
                  <a:pt x="51702" y="12495"/>
                  <a:pt x="43046" y="14322"/>
                </a:cubicBezTo>
                <a:cubicBezTo>
                  <a:pt x="20671" y="19031"/>
                  <a:pt x="656" y="7976"/>
                  <a:pt x="-283" y="4461"/>
                </a:cubicBezTo>
                <a:cubicBezTo>
                  <a:pt x="-2238" y="-2939"/>
                  <a:pt x="39366" y="-2215"/>
                  <a:pt x="48123" y="4638"/>
                </a:cubicBezTo>
                <a:close/>
              </a:path>
            </a:pathLst>
          </a:custGeom>
          <a:gradFill>
            <a:gsLst>
              <a:gs pos="0">
                <a:srgbClr val="771E24"/>
              </a:gs>
              <a:gs pos="50000">
                <a:srgbClr val="5F1319"/>
              </a:gs>
              <a:gs pos="100000">
                <a:srgbClr val="47090E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38"/>
          <p:cNvSpPr/>
          <p:nvPr/>
        </p:nvSpPr>
        <p:spPr>
          <a:xfrm>
            <a:off x="4929943" y="2955902"/>
            <a:ext cx="50811" cy="12204"/>
          </a:xfrm>
          <a:custGeom>
            <a:rect b="b" l="l" r="r" t="t"/>
            <a:pathLst>
              <a:path extrusionOk="0" h="16272" w="50811">
                <a:moveTo>
                  <a:pt x="48112" y="4638"/>
                </a:moveTo>
                <a:cubicBezTo>
                  <a:pt x="51920" y="7646"/>
                  <a:pt x="51679" y="12495"/>
                  <a:pt x="43035" y="14322"/>
                </a:cubicBezTo>
                <a:cubicBezTo>
                  <a:pt x="20660" y="19031"/>
                  <a:pt x="645" y="7976"/>
                  <a:pt x="-282" y="4461"/>
                </a:cubicBezTo>
                <a:cubicBezTo>
                  <a:pt x="-2262" y="-2939"/>
                  <a:pt x="39355" y="-2215"/>
                  <a:pt x="48112" y="4638"/>
                </a:cubicBezTo>
                <a:close/>
              </a:path>
            </a:pathLst>
          </a:custGeom>
          <a:gradFill>
            <a:gsLst>
              <a:gs pos="0">
                <a:srgbClr val="771E24"/>
              </a:gs>
              <a:gs pos="50000">
                <a:srgbClr val="5F1319"/>
              </a:gs>
              <a:gs pos="100000">
                <a:srgbClr val="47090E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38"/>
          <p:cNvSpPr/>
          <p:nvPr/>
        </p:nvSpPr>
        <p:spPr>
          <a:xfrm>
            <a:off x="5071595" y="2983919"/>
            <a:ext cx="100568" cy="98967"/>
          </a:xfrm>
          <a:custGeom>
            <a:rect b="b" l="l" r="r" t="t"/>
            <a:pathLst>
              <a:path extrusionOk="0" h="131956" w="100568">
                <a:moveTo>
                  <a:pt x="88294" y="92627"/>
                </a:moveTo>
                <a:cubicBezTo>
                  <a:pt x="70386" y="125715"/>
                  <a:pt x="38631" y="140298"/>
                  <a:pt x="17462" y="125195"/>
                </a:cubicBezTo>
                <a:cubicBezTo>
                  <a:pt x="-3708" y="110091"/>
                  <a:pt x="-6399" y="70937"/>
                  <a:pt x="11496" y="37850"/>
                </a:cubicBezTo>
                <a:cubicBezTo>
                  <a:pt x="29392" y="4762"/>
                  <a:pt x="61147" y="-9999"/>
                  <a:pt x="82393" y="5168"/>
                </a:cubicBezTo>
                <a:cubicBezTo>
                  <a:pt x="103639" y="20335"/>
                  <a:pt x="106253" y="59426"/>
                  <a:pt x="88294" y="92627"/>
                </a:cubicBezTo>
                <a:close/>
              </a:path>
            </a:pathLst>
          </a:custGeom>
          <a:solidFill>
            <a:srgbClr val="FDCCC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38"/>
          <p:cNvSpPr/>
          <p:nvPr/>
        </p:nvSpPr>
        <p:spPr>
          <a:xfrm>
            <a:off x="4882399" y="3007087"/>
            <a:ext cx="33480" cy="52640"/>
          </a:xfrm>
          <a:custGeom>
            <a:rect b="b" l="l" r="r" t="t"/>
            <a:pathLst>
              <a:path extrusionOk="0" h="70187" w="33480">
                <a:moveTo>
                  <a:pt x="1266" y="62613"/>
                </a:moveTo>
                <a:cubicBezTo>
                  <a:pt x="-2960" y="55595"/>
                  <a:pt x="2244" y="46431"/>
                  <a:pt x="3944" y="43423"/>
                </a:cubicBezTo>
                <a:cubicBezTo>
                  <a:pt x="10899" y="30744"/>
                  <a:pt x="16255" y="17253"/>
                  <a:pt x="19923" y="3267"/>
                </a:cubicBezTo>
                <a:cubicBezTo>
                  <a:pt x="20621" y="398"/>
                  <a:pt x="23515" y="-1353"/>
                  <a:pt x="26383" y="-643"/>
                </a:cubicBezTo>
                <a:cubicBezTo>
                  <a:pt x="29239" y="56"/>
                  <a:pt x="30991" y="2937"/>
                  <a:pt x="30293" y="5805"/>
                </a:cubicBezTo>
                <a:cubicBezTo>
                  <a:pt x="26421" y="20768"/>
                  <a:pt x="20685" y="35199"/>
                  <a:pt x="13222" y="48741"/>
                </a:cubicBezTo>
                <a:cubicBezTo>
                  <a:pt x="9554" y="55214"/>
                  <a:pt x="10392" y="57169"/>
                  <a:pt x="10405" y="57181"/>
                </a:cubicBezTo>
                <a:cubicBezTo>
                  <a:pt x="11369" y="58806"/>
                  <a:pt x="17842" y="58895"/>
                  <a:pt x="27716" y="58616"/>
                </a:cubicBezTo>
                <a:cubicBezTo>
                  <a:pt x="34811" y="58324"/>
                  <a:pt x="34988" y="69137"/>
                  <a:pt x="27919" y="69277"/>
                </a:cubicBezTo>
                <a:lnTo>
                  <a:pt x="25229" y="69277"/>
                </a:lnTo>
                <a:cubicBezTo>
                  <a:pt x="16534" y="69530"/>
                  <a:pt x="5683" y="69962"/>
                  <a:pt x="1266" y="62613"/>
                </a:cubicBezTo>
                <a:close/>
              </a:path>
            </a:pathLst>
          </a:custGeom>
          <a:solidFill>
            <a:srgbClr val="F7B4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8"/>
          <p:cNvSpPr/>
          <p:nvPr/>
        </p:nvSpPr>
        <p:spPr>
          <a:xfrm>
            <a:off x="4935163" y="3001703"/>
            <a:ext cx="13300" cy="9975"/>
          </a:xfrm>
          <a:custGeom>
            <a:rect b="b" l="l" r="r" t="t"/>
            <a:pathLst>
              <a:path extrusionOk="0" h="13300" w="13300">
                <a:moveTo>
                  <a:pt x="-350" y="5850"/>
                </a:moveTo>
                <a:cubicBezTo>
                  <a:pt x="-350" y="9518"/>
                  <a:pt x="2633" y="12500"/>
                  <a:pt x="6300" y="12500"/>
                </a:cubicBezTo>
                <a:cubicBezTo>
                  <a:pt x="9969" y="12500"/>
                  <a:pt x="12951" y="9518"/>
                  <a:pt x="12951" y="5850"/>
                </a:cubicBezTo>
                <a:cubicBezTo>
                  <a:pt x="12951" y="2182"/>
                  <a:pt x="9969" y="-801"/>
                  <a:pt x="6300" y="-801"/>
                </a:cubicBezTo>
                <a:cubicBezTo>
                  <a:pt x="2633" y="-788"/>
                  <a:pt x="-337" y="2182"/>
                  <a:pt x="-350" y="5850"/>
                </a:cubicBezTo>
                <a:close/>
              </a:path>
            </a:pathLst>
          </a:custGeom>
          <a:solidFill>
            <a:srgbClr val="4709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38"/>
          <p:cNvSpPr/>
          <p:nvPr/>
        </p:nvSpPr>
        <p:spPr>
          <a:xfrm>
            <a:off x="4854989" y="3001065"/>
            <a:ext cx="13326" cy="9994"/>
          </a:xfrm>
          <a:custGeom>
            <a:rect b="b" l="l" r="r" t="t"/>
            <a:pathLst>
              <a:path extrusionOk="0" h="13326" w="13326">
                <a:moveTo>
                  <a:pt x="-350" y="5850"/>
                </a:moveTo>
                <a:cubicBezTo>
                  <a:pt x="-363" y="9530"/>
                  <a:pt x="2620" y="12513"/>
                  <a:pt x="6301" y="12526"/>
                </a:cubicBezTo>
                <a:cubicBezTo>
                  <a:pt x="9981" y="12538"/>
                  <a:pt x="12964" y="9556"/>
                  <a:pt x="12976" y="5875"/>
                </a:cubicBezTo>
                <a:cubicBezTo>
                  <a:pt x="12989" y="2195"/>
                  <a:pt x="10006" y="-788"/>
                  <a:pt x="6326" y="-801"/>
                </a:cubicBezTo>
                <a:cubicBezTo>
                  <a:pt x="6313" y="-801"/>
                  <a:pt x="6313" y="-801"/>
                  <a:pt x="6301" y="-801"/>
                </a:cubicBezTo>
                <a:cubicBezTo>
                  <a:pt x="2633" y="-788"/>
                  <a:pt x="-337" y="2182"/>
                  <a:pt x="-350" y="5850"/>
                </a:cubicBezTo>
                <a:close/>
              </a:path>
            </a:pathLst>
          </a:custGeom>
          <a:solidFill>
            <a:srgbClr val="4709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38"/>
          <p:cNvSpPr/>
          <p:nvPr/>
        </p:nvSpPr>
        <p:spPr>
          <a:xfrm>
            <a:off x="4872465" y="3076577"/>
            <a:ext cx="69795" cy="20133"/>
          </a:xfrm>
          <a:custGeom>
            <a:rect b="b" l="l" r="r" t="t"/>
            <a:pathLst>
              <a:path extrusionOk="0" h="26844" w="69795">
                <a:moveTo>
                  <a:pt x="36737" y="26044"/>
                </a:moveTo>
                <a:cubicBezTo>
                  <a:pt x="24959" y="26044"/>
                  <a:pt x="12077" y="21526"/>
                  <a:pt x="959" y="8034"/>
                </a:cubicBezTo>
                <a:cubicBezTo>
                  <a:pt x="-970" y="5813"/>
                  <a:pt x="-742" y="2450"/>
                  <a:pt x="1479" y="508"/>
                </a:cubicBezTo>
                <a:cubicBezTo>
                  <a:pt x="3700" y="-1421"/>
                  <a:pt x="7064" y="-1193"/>
                  <a:pt x="8993" y="1028"/>
                </a:cubicBezTo>
                <a:cubicBezTo>
                  <a:pt x="9056" y="1105"/>
                  <a:pt x="9120" y="1181"/>
                  <a:pt x="9183" y="1257"/>
                </a:cubicBezTo>
                <a:cubicBezTo>
                  <a:pt x="31559" y="28392"/>
                  <a:pt x="59747" y="8352"/>
                  <a:pt x="60928" y="7489"/>
                </a:cubicBezTo>
                <a:cubicBezTo>
                  <a:pt x="63301" y="5737"/>
                  <a:pt x="66652" y="6245"/>
                  <a:pt x="68403" y="8618"/>
                </a:cubicBezTo>
                <a:cubicBezTo>
                  <a:pt x="70155" y="10992"/>
                  <a:pt x="69647" y="14342"/>
                  <a:pt x="67273" y="16094"/>
                </a:cubicBezTo>
                <a:cubicBezTo>
                  <a:pt x="58338" y="22427"/>
                  <a:pt x="47690" y="25904"/>
                  <a:pt x="36737" y="26044"/>
                </a:cubicBezTo>
                <a:close/>
              </a:path>
            </a:pathLst>
          </a:custGeom>
          <a:solidFill>
            <a:srgbClr val="F7B4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38"/>
          <p:cNvSpPr/>
          <p:nvPr/>
        </p:nvSpPr>
        <p:spPr>
          <a:xfrm>
            <a:off x="4828299" y="2978277"/>
            <a:ext cx="66708" cy="62539"/>
          </a:xfrm>
          <a:custGeom>
            <a:rect b="b" l="l" r="r" t="t"/>
            <a:pathLst>
              <a:path extrusionOk="0" h="83385" w="66708">
                <a:moveTo>
                  <a:pt x="32991" y="82584"/>
                </a:moveTo>
                <a:cubicBezTo>
                  <a:pt x="14614" y="82584"/>
                  <a:pt x="-350" y="63877"/>
                  <a:pt x="-350" y="40892"/>
                </a:cubicBezTo>
                <a:cubicBezTo>
                  <a:pt x="-350" y="17907"/>
                  <a:pt x="14614" y="-801"/>
                  <a:pt x="32991" y="-801"/>
                </a:cubicBezTo>
                <a:cubicBezTo>
                  <a:pt x="51369" y="-801"/>
                  <a:pt x="66358" y="17907"/>
                  <a:pt x="66358" y="40892"/>
                </a:cubicBezTo>
                <a:cubicBezTo>
                  <a:pt x="66358" y="63877"/>
                  <a:pt x="51394" y="82584"/>
                  <a:pt x="32991" y="82584"/>
                </a:cubicBezTo>
                <a:close/>
                <a:moveTo>
                  <a:pt x="32991" y="4530"/>
                </a:moveTo>
                <a:cubicBezTo>
                  <a:pt x="17546" y="4530"/>
                  <a:pt x="4980" y="20852"/>
                  <a:pt x="4980" y="40892"/>
                </a:cubicBezTo>
                <a:cubicBezTo>
                  <a:pt x="4980" y="60932"/>
                  <a:pt x="17546" y="77254"/>
                  <a:pt x="32991" y="77254"/>
                </a:cubicBezTo>
                <a:cubicBezTo>
                  <a:pt x="48437" y="77254"/>
                  <a:pt x="61028" y="60945"/>
                  <a:pt x="61028" y="40892"/>
                </a:cubicBezTo>
                <a:cubicBezTo>
                  <a:pt x="61028" y="20839"/>
                  <a:pt x="48450" y="4505"/>
                  <a:pt x="32991" y="4505"/>
                </a:cubicBezTo>
                <a:close/>
              </a:path>
            </a:pathLst>
          </a:custGeom>
          <a:solidFill>
            <a:srgbClr val="4709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38"/>
          <p:cNvSpPr/>
          <p:nvPr/>
        </p:nvSpPr>
        <p:spPr>
          <a:xfrm>
            <a:off x="4915631" y="2978277"/>
            <a:ext cx="66708" cy="62539"/>
          </a:xfrm>
          <a:custGeom>
            <a:rect b="b" l="l" r="r" t="t"/>
            <a:pathLst>
              <a:path extrusionOk="0" h="83385" w="66708">
                <a:moveTo>
                  <a:pt x="33004" y="82584"/>
                </a:moveTo>
                <a:cubicBezTo>
                  <a:pt x="14614" y="82584"/>
                  <a:pt x="-350" y="63877"/>
                  <a:pt x="-350" y="40892"/>
                </a:cubicBezTo>
                <a:cubicBezTo>
                  <a:pt x="-350" y="17907"/>
                  <a:pt x="14614" y="-801"/>
                  <a:pt x="33004" y="-801"/>
                </a:cubicBezTo>
                <a:cubicBezTo>
                  <a:pt x="51394" y="-801"/>
                  <a:pt x="66358" y="17907"/>
                  <a:pt x="66358" y="40892"/>
                </a:cubicBezTo>
                <a:cubicBezTo>
                  <a:pt x="66358" y="63877"/>
                  <a:pt x="51394" y="82584"/>
                  <a:pt x="33004" y="82584"/>
                </a:cubicBezTo>
                <a:close/>
                <a:moveTo>
                  <a:pt x="33004" y="4530"/>
                </a:moveTo>
                <a:cubicBezTo>
                  <a:pt x="17558" y="4530"/>
                  <a:pt x="4980" y="20852"/>
                  <a:pt x="4980" y="40892"/>
                </a:cubicBezTo>
                <a:cubicBezTo>
                  <a:pt x="4980" y="60932"/>
                  <a:pt x="17558" y="77254"/>
                  <a:pt x="33004" y="77254"/>
                </a:cubicBezTo>
                <a:cubicBezTo>
                  <a:pt x="48450" y="77254"/>
                  <a:pt x="61027" y="60945"/>
                  <a:pt x="61027" y="40892"/>
                </a:cubicBezTo>
                <a:cubicBezTo>
                  <a:pt x="61027" y="20839"/>
                  <a:pt x="48463" y="4505"/>
                  <a:pt x="33004" y="4505"/>
                </a:cubicBezTo>
                <a:close/>
              </a:path>
            </a:pathLst>
          </a:custGeom>
          <a:solidFill>
            <a:srgbClr val="4709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38"/>
          <p:cNvSpPr/>
          <p:nvPr/>
        </p:nvSpPr>
        <p:spPr>
          <a:xfrm>
            <a:off x="4887635" y="2994486"/>
            <a:ext cx="35425" cy="6722"/>
          </a:xfrm>
          <a:custGeom>
            <a:rect b="b" l="l" r="r" t="t"/>
            <a:pathLst>
              <a:path extrusionOk="0" h="8963" w="35425">
                <a:moveTo>
                  <a:pt x="92" y="6843"/>
                </a:moveTo>
                <a:cubicBezTo>
                  <a:pt x="-3602" y="1145"/>
                  <a:pt x="16591" y="-4960"/>
                  <a:pt x="33433" y="3036"/>
                </a:cubicBezTo>
                <a:cubicBezTo>
                  <a:pt x="34791" y="3607"/>
                  <a:pt x="35438" y="5168"/>
                  <a:pt x="34867" y="6526"/>
                </a:cubicBezTo>
                <a:cubicBezTo>
                  <a:pt x="34296" y="7884"/>
                  <a:pt x="32735" y="8519"/>
                  <a:pt x="31377" y="7960"/>
                </a:cubicBezTo>
                <a:cubicBezTo>
                  <a:pt x="31313" y="7922"/>
                  <a:pt x="31238" y="7897"/>
                  <a:pt x="31174" y="7859"/>
                </a:cubicBezTo>
                <a:cubicBezTo>
                  <a:pt x="31022" y="7782"/>
                  <a:pt x="15005" y="459"/>
                  <a:pt x="3772" y="7694"/>
                </a:cubicBezTo>
                <a:cubicBezTo>
                  <a:pt x="2529" y="8481"/>
                  <a:pt x="879" y="8100"/>
                  <a:pt x="92" y="6856"/>
                </a:cubicBezTo>
                <a:cubicBezTo>
                  <a:pt x="92" y="6856"/>
                  <a:pt x="92" y="6843"/>
                  <a:pt x="92" y="6843"/>
                </a:cubicBezTo>
                <a:close/>
              </a:path>
            </a:pathLst>
          </a:custGeom>
          <a:solidFill>
            <a:srgbClr val="4709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38"/>
          <p:cNvSpPr/>
          <p:nvPr/>
        </p:nvSpPr>
        <p:spPr>
          <a:xfrm>
            <a:off x="4953427" y="3121165"/>
            <a:ext cx="83321" cy="39808"/>
          </a:xfrm>
          <a:custGeom>
            <a:rect b="b" l="l" r="r" t="t"/>
            <a:pathLst>
              <a:path extrusionOk="0" h="53077" w="83321">
                <a:moveTo>
                  <a:pt x="-350" y="25090"/>
                </a:moveTo>
                <a:cubicBezTo>
                  <a:pt x="-350" y="25090"/>
                  <a:pt x="46952" y="22628"/>
                  <a:pt x="82972" y="-801"/>
                </a:cubicBezTo>
                <a:cubicBezTo>
                  <a:pt x="82972" y="-801"/>
                  <a:pt x="63287" y="43925"/>
                  <a:pt x="-350" y="52276"/>
                </a:cubicBezTo>
                <a:close/>
              </a:path>
            </a:pathLst>
          </a:custGeom>
          <a:solidFill>
            <a:srgbClr val="F7B4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38"/>
          <p:cNvSpPr/>
          <p:nvPr/>
        </p:nvSpPr>
        <p:spPr>
          <a:xfrm>
            <a:off x="5186244" y="3979288"/>
            <a:ext cx="131385" cy="66299"/>
          </a:xfrm>
          <a:custGeom>
            <a:rect b="b" l="l" r="r" t="t"/>
            <a:pathLst>
              <a:path extrusionOk="0" h="88398" w="131385">
                <a:moveTo>
                  <a:pt x="131035" y="87598"/>
                </a:moveTo>
                <a:cubicBezTo>
                  <a:pt x="130845" y="69766"/>
                  <a:pt x="129576" y="51972"/>
                  <a:pt x="127228" y="34292"/>
                </a:cubicBezTo>
                <a:cubicBezTo>
                  <a:pt x="127101" y="33023"/>
                  <a:pt x="126974" y="31843"/>
                  <a:pt x="126758" y="30485"/>
                </a:cubicBezTo>
                <a:lnTo>
                  <a:pt x="13966" y="-801"/>
                </a:lnTo>
                <a:cubicBezTo>
                  <a:pt x="13966" y="-801"/>
                  <a:pt x="12824" y="100"/>
                  <a:pt x="10793" y="1738"/>
                </a:cubicBezTo>
                <a:cubicBezTo>
                  <a:pt x="8255" y="3807"/>
                  <a:pt x="4359" y="7056"/>
                  <a:pt x="-350" y="11181"/>
                </a:cubicBezTo>
                <a:close/>
              </a:path>
            </a:pathLst>
          </a:custGeom>
          <a:solidFill>
            <a:srgbClr val="FDCCC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38"/>
          <p:cNvSpPr/>
          <p:nvPr/>
        </p:nvSpPr>
        <p:spPr>
          <a:xfrm>
            <a:off x="5198519" y="3224454"/>
            <a:ext cx="264940" cy="784684"/>
          </a:xfrm>
          <a:custGeom>
            <a:rect b="b" l="l" r="r" t="t"/>
            <a:pathLst>
              <a:path extrusionOk="0" h="1046245" w="264940">
                <a:moveTo>
                  <a:pt x="105879" y="-801"/>
                </a:moveTo>
                <a:cubicBezTo>
                  <a:pt x="133928" y="-686"/>
                  <a:pt x="172321" y="35803"/>
                  <a:pt x="188718" y="81696"/>
                </a:cubicBezTo>
                <a:cubicBezTo>
                  <a:pt x="229637" y="196240"/>
                  <a:pt x="276292" y="477490"/>
                  <a:pt x="261937" y="598252"/>
                </a:cubicBezTo>
                <a:cubicBezTo>
                  <a:pt x="248434" y="711793"/>
                  <a:pt x="121655" y="1036119"/>
                  <a:pt x="121655" y="1036119"/>
                </a:cubicBezTo>
                <a:cubicBezTo>
                  <a:pt x="113367" y="1062531"/>
                  <a:pt x="-8233" y="1027134"/>
                  <a:pt x="55" y="1000709"/>
                </a:cubicBezTo>
                <a:cubicBezTo>
                  <a:pt x="55" y="1000709"/>
                  <a:pt x="87349" y="688986"/>
                  <a:pt x="89748" y="579836"/>
                </a:cubicBezTo>
                <a:cubicBezTo>
                  <a:pt x="92210" y="467578"/>
                  <a:pt x="-1202" y="246943"/>
                  <a:pt x="18433" y="136385"/>
                </a:cubicBezTo>
                <a:cubicBezTo>
                  <a:pt x="25603" y="95974"/>
                  <a:pt x="64834" y="-965"/>
                  <a:pt x="105879" y="-801"/>
                </a:cubicBezTo>
                <a:close/>
              </a:path>
            </a:pathLst>
          </a:custGeom>
          <a:solidFill>
            <a:srgbClr val="43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38"/>
          <p:cNvSpPr/>
          <p:nvPr/>
        </p:nvSpPr>
        <p:spPr>
          <a:xfrm>
            <a:off x="5350717" y="2549920"/>
            <a:ext cx="786446" cy="447272"/>
          </a:xfrm>
          <a:custGeom>
            <a:rect b="b" l="l" r="r" t="t"/>
            <a:pathLst>
              <a:path extrusionOk="0" h="596363" w="786446">
                <a:moveTo>
                  <a:pt x="786097" y="34977"/>
                </a:moveTo>
                <a:lnTo>
                  <a:pt x="786097" y="450786"/>
                </a:lnTo>
                <a:cubicBezTo>
                  <a:pt x="786097" y="470547"/>
                  <a:pt x="770080" y="486564"/>
                  <a:pt x="750319" y="486564"/>
                </a:cubicBezTo>
                <a:lnTo>
                  <a:pt x="130959" y="486564"/>
                </a:lnTo>
                <a:lnTo>
                  <a:pt x="29184" y="590383"/>
                </a:lnTo>
                <a:cubicBezTo>
                  <a:pt x="22533" y="597186"/>
                  <a:pt x="11631" y="597300"/>
                  <a:pt x="4828" y="590650"/>
                </a:cubicBezTo>
                <a:cubicBezTo>
                  <a:pt x="1516" y="587401"/>
                  <a:pt x="-350" y="582958"/>
                  <a:pt x="-350" y="578326"/>
                </a:cubicBezTo>
                <a:lnTo>
                  <a:pt x="-350" y="34977"/>
                </a:lnTo>
                <a:cubicBezTo>
                  <a:pt x="-350" y="15216"/>
                  <a:pt x="15667" y="-801"/>
                  <a:pt x="35428" y="-801"/>
                </a:cubicBezTo>
                <a:lnTo>
                  <a:pt x="750280" y="-801"/>
                </a:lnTo>
                <a:cubicBezTo>
                  <a:pt x="770042" y="-826"/>
                  <a:pt x="786072" y="15178"/>
                  <a:pt x="786097" y="34939"/>
                </a:cubicBezTo>
                <a:cubicBezTo>
                  <a:pt x="786097" y="34952"/>
                  <a:pt x="786097" y="34965"/>
                  <a:pt x="786097" y="34977"/>
                </a:cubicBezTo>
                <a:close/>
              </a:path>
            </a:pathLst>
          </a:custGeom>
          <a:gradFill>
            <a:gsLst>
              <a:gs pos="0">
                <a:srgbClr val="E7ECFF"/>
              </a:gs>
              <a:gs pos="50000">
                <a:srgbClr val="D4E0FF"/>
              </a:gs>
              <a:gs pos="100000">
                <a:srgbClr val="C2D5FF"/>
              </a:gs>
            </a:gsLst>
            <a:lin ang="21122547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38"/>
          <p:cNvSpPr/>
          <p:nvPr/>
        </p:nvSpPr>
        <p:spPr>
          <a:xfrm>
            <a:off x="5500404" y="2632762"/>
            <a:ext cx="508217" cy="30469"/>
          </a:xfrm>
          <a:custGeom>
            <a:rect b="b" l="l" r="r" t="t"/>
            <a:pathLst>
              <a:path extrusionOk="0" h="40626" w="508217">
                <a:moveTo>
                  <a:pt x="0" y="0"/>
                </a:moveTo>
                <a:lnTo>
                  <a:pt x="508218" y="0"/>
                </a:lnTo>
                <a:lnTo>
                  <a:pt x="508218" y="40626"/>
                </a:lnTo>
                <a:lnTo>
                  <a:pt x="0" y="4062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38"/>
          <p:cNvSpPr/>
          <p:nvPr/>
        </p:nvSpPr>
        <p:spPr>
          <a:xfrm>
            <a:off x="5438976" y="2706238"/>
            <a:ext cx="631074" cy="30469"/>
          </a:xfrm>
          <a:custGeom>
            <a:rect b="b" l="l" r="r" t="t"/>
            <a:pathLst>
              <a:path extrusionOk="0" h="40626" w="631074">
                <a:moveTo>
                  <a:pt x="0" y="0"/>
                </a:moveTo>
                <a:lnTo>
                  <a:pt x="631074" y="0"/>
                </a:lnTo>
                <a:lnTo>
                  <a:pt x="631074" y="40626"/>
                </a:lnTo>
                <a:lnTo>
                  <a:pt x="0" y="4062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38"/>
          <p:cNvSpPr/>
          <p:nvPr/>
        </p:nvSpPr>
        <p:spPr>
          <a:xfrm>
            <a:off x="5438976" y="2779723"/>
            <a:ext cx="342170" cy="30469"/>
          </a:xfrm>
          <a:custGeom>
            <a:rect b="b" l="l" r="r" t="t"/>
            <a:pathLst>
              <a:path extrusionOk="0" h="40626" w="342170">
                <a:moveTo>
                  <a:pt x="0" y="0"/>
                </a:moveTo>
                <a:lnTo>
                  <a:pt x="342171" y="0"/>
                </a:lnTo>
                <a:lnTo>
                  <a:pt x="342171" y="40626"/>
                </a:lnTo>
                <a:lnTo>
                  <a:pt x="0" y="4062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38"/>
          <p:cNvSpPr/>
          <p:nvPr/>
        </p:nvSpPr>
        <p:spPr>
          <a:xfrm>
            <a:off x="2625916" y="3451088"/>
            <a:ext cx="1269" cy="952"/>
          </a:xfrm>
          <a:custGeom>
            <a:rect b="b" l="l" r="r" t="t"/>
            <a:pathLst>
              <a:path extrusionOk="0" h="1269" w="1269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97B7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38"/>
          <p:cNvSpPr/>
          <p:nvPr/>
        </p:nvSpPr>
        <p:spPr>
          <a:xfrm>
            <a:off x="2625916" y="3451088"/>
            <a:ext cx="1269" cy="952"/>
          </a:xfrm>
          <a:custGeom>
            <a:rect b="b" l="l" r="r" t="t"/>
            <a:pathLst>
              <a:path extrusionOk="0" h="1269" w="1269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97B7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38"/>
          <p:cNvSpPr/>
          <p:nvPr/>
        </p:nvSpPr>
        <p:spPr>
          <a:xfrm>
            <a:off x="2195411" y="2893093"/>
            <a:ext cx="1097967" cy="823475"/>
          </a:xfrm>
          <a:custGeom>
            <a:rect b="b" l="l" r="r" t="t"/>
            <a:pathLst>
              <a:path extrusionOk="0" h="1097967" w="1097967">
                <a:moveTo>
                  <a:pt x="1097967" y="548984"/>
                </a:moveTo>
                <a:cubicBezTo>
                  <a:pt x="1097967" y="852179"/>
                  <a:pt x="852179" y="1097967"/>
                  <a:pt x="548984" y="1097967"/>
                </a:cubicBezTo>
                <a:cubicBezTo>
                  <a:pt x="245788" y="1097967"/>
                  <a:pt x="0" y="852179"/>
                  <a:pt x="0" y="548984"/>
                </a:cubicBezTo>
                <a:cubicBezTo>
                  <a:pt x="0" y="245788"/>
                  <a:pt x="245788" y="0"/>
                  <a:pt x="548984" y="0"/>
                </a:cubicBezTo>
                <a:cubicBezTo>
                  <a:pt x="852179" y="0"/>
                  <a:pt x="1097967" y="245788"/>
                  <a:pt x="1097967" y="548984"/>
                </a:cubicBezTo>
                <a:close/>
              </a:path>
            </a:pathLst>
          </a:custGeom>
          <a:gradFill>
            <a:gsLst>
              <a:gs pos="0">
                <a:srgbClr val="E7ECFF"/>
              </a:gs>
              <a:gs pos="50000">
                <a:srgbClr val="D4E0FF"/>
              </a:gs>
              <a:gs pos="100000">
                <a:srgbClr val="C2D5FF"/>
              </a:gs>
            </a:gsLst>
            <a:lin ang="5338477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38"/>
          <p:cNvSpPr/>
          <p:nvPr/>
        </p:nvSpPr>
        <p:spPr>
          <a:xfrm>
            <a:off x="2303455" y="2974127"/>
            <a:ext cx="881876" cy="661407"/>
          </a:xfrm>
          <a:custGeom>
            <a:rect b="b" l="l" r="r" t="t"/>
            <a:pathLst>
              <a:path extrusionOk="0" h="881876" w="881876">
                <a:moveTo>
                  <a:pt x="881877" y="440938"/>
                </a:moveTo>
                <a:cubicBezTo>
                  <a:pt x="881877" y="684462"/>
                  <a:pt x="684462" y="881877"/>
                  <a:pt x="440938" y="881877"/>
                </a:cubicBezTo>
                <a:cubicBezTo>
                  <a:pt x="197415" y="881877"/>
                  <a:pt x="0" y="684462"/>
                  <a:pt x="0" y="440938"/>
                </a:cubicBezTo>
                <a:cubicBezTo>
                  <a:pt x="0" y="197415"/>
                  <a:pt x="197415" y="0"/>
                  <a:pt x="440938" y="0"/>
                </a:cubicBezTo>
                <a:cubicBezTo>
                  <a:pt x="684462" y="0"/>
                  <a:pt x="881877" y="197415"/>
                  <a:pt x="881877" y="440938"/>
                </a:cubicBezTo>
                <a:close/>
              </a:path>
            </a:pathLst>
          </a:custGeom>
          <a:solidFill>
            <a:srgbClr val="ADC8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38"/>
          <p:cNvSpPr/>
          <p:nvPr/>
        </p:nvSpPr>
        <p:spPr>
          <a:xfrm>
            <a:off x="2411489" y="3055152"/>
            <a:ext cx="665811" cy="499358"/>
          </a:xfrm>
          <a:custGeom>
            <a:rect b="b" l="l" r="r" t="t"/>
            <a:pathLst>
              <a:path extrusionOk="0" h="665811" w="665811">
                <a:moveTo>
                  <a:pt x="665812" y="332906"/>
                </a:moveTo>
                <a:cubicBezTo>
                  <a:pt x="665812" y="516765"/>
                  <a:pt x="516765" y="665812"/>
                  <a:pt x="332906" y="665812"/>
                </a:cubicBezTo>
                <a:cubicBezTo>
                  <a:pt x="149047" y="665812"/>
                  <a:pt x="0" y="516765"/>
                  <a:pt x="0" y="332906"/>
                </a:cubicBezTo>
                <a:cubicBezTo>
                  <a:pt x="0" y="149047"/>
                  <a:pt x="149047" y="0"/>
                  <a:pt x="332906" y="0"/>
                </a:cubicBezTo>
                <a:cubicBezTo>
                  <a:pt x="516764" y="0"/>
                  <a:pt x="665812" y="149047"/>
                  <a:pt x="665812" y="332906"/>
                </a:cubicBezTo>
                <a:close/>
              </a:path>
            </a:pathLst>
          </a:custGeom>
          <a:gradFill>
            <a:gsLst>
              <a:gs pos="0">
                <a:srgbClr val="E7ECFF"/>
              </a:gs>
              <a:gs pos="50000">
                <a:srgbClr val="D4E0FF"/>
              </a:gs>
              <a:gs pos="100000">
                <a:srgbClr val="C2D5FF"/>
              </a:gs>
            </a:gsLst>
            <a:lin ang="533882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38"/>
          <p:cNvSpPr/>
          <p:nvPr/>
        </p:nvSpPr>
        <p:spPr>
          <a:xfrm rot="-2210249">
            <a:off x="2545773" y="3106037"/>
            <a:ext cx="397576" cy="397576"/>
          </a:xfrm>
          <a:custGeom>
            <a:rect b="b" l="l" r="r" t="t"/>
            <a:pathLst>
              <a:path extrusionOk="0" h="449746" w="449746">
                <a:moveTo>
                  <a:pt x="449397" y="224073"/>
                </a:moveTo>
                <a:cubicBezTo>
                  <a:pt x="449397" y="348267"/>
                  <a:pt x="348717" y="448946"/>
                  <a:pt x="224523" y="448946"/>
                </a:cubicBezTo>
                <a:cubicBezTo>
                  <a:pt x="100329" y="448946"/>
                  <a:pt x="-350" y="348267"/>
                  <a:pt x="-350" y="224073"/>
                </a:cubicBezTo>
                <a:cubicBezTo>
                  <a:pt x="-350" y="99879"/>
                  <a:pt x="100329" y="-801"/>
                  <a:pt x="224523" y="-801"/>
                </a:cubicBezTo>
                <a:cubicBezTo>
                  <a:pt x="348717" y="-801"/>
                  <a:pt x="449397" y="99879"/>
                  <a:pt x="449397" y="224073"/>
                </a:cubicBezTo>
                <a:close/>
              </a:path>
            </a:pathLst>
          </a:custGeom>
          <a:solidFill>
            <a:srgbClr val="ADC8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38"/>
          <p:cNvSpPr/>
          <p:nvPr/>
        </p:nvSpPr>
        <p:spPr>
          <a:xfrm rot="-2210249">
            <a:off x="2628310" y="3188647"/>
            <a:ext cx="232357" cy="232357"/>
          </a:xfrm>
          <a:custGeom>
            <a:rect b="b" l="l" r="r" t="t"/>
            <a:pathLst>
              <a:path extrusionOk="0" h="262847" w="262847">
                <a:moveTo>
                  <a:pt x="262497" y="130623"/>
                </a:moveTo>
                <a:cubicBezTo>
                  <a:pt x="262497" y="203206"/>
                  <a:pt x="203657" y="262047"/>
                  <a:pt x="131074" y="262047"/>
                </a:cubicBezTo>
                <a:cubicBezTo>
                  <a:pt x="58490" y="262047"/>
                  <a:pt x="-350" y="203206"/>
                  <a:pt x="-350" y="130623"/>
                </a:cubicBezTo>
                <a:cubicBezTo>
                  <a:pt x="-350" y="58040"/>
                  <a:pt x="58490" y="-801"/>
                  <a:pt x="131074" y="-801"/>
                </a:cubicBezTo>
                <a:cubicBezTo>
                  <a:pt x="203657" y="-801"/>
                  <a:pt x="262497" y="58040"/>
                  <a:pt x="262497" y="130623"/>
                </a:cubicBezTo>
                <a:close/>
              </a:path>
            </a:pathLst>
          </a:custGeom>
          <a:gradFill>
            <a:gsLst>
              <a:gs pos="0">
                <a:srgbClr val="E7ECFF"/>
              </a:gs>
              <a:gs pos="50000">
                <a:srgbClr val="D4E0FF"/>
              </a:gs>
              <a:gs pos="100000">
                <a:srgbClr val="C2D5FF"/>
              </a:gs>
            </a:gsLst>
            <a:lin ang="8038483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38"/>
          <p:cNvSpPr/>
          <p:nvPr/>
        </p:nvSpPr>
        <p:spPr>
          <a:xfrm>
            <a:off x="2783916" y="2881604"/>
            <a:ext cx="527433" cy="394898"/>
          </a:xfrm>
          <a:custGeom>
            <a:rect b="b" l="l" r="r" t="t"/>
            <a:pathLst>
              <a:path extrusionOk="0" h="526531" w="527433">
                <a:moveTo>
                  <a:pt x="14151" y="526532"/>
                </a:moveTo>
                <a:lnTo>
                  <a:pt x="527433" y="14380"/>
                </a:lnTo>
                <a:lnTo>
                  <a:pt x="513091" y="0"/>
                </a:lnTo>
                <a:lnTo>
                  <a:pt x="0" y="511949"/>
                </a:lnTo>
                <a:lnTo>
                  <a:pt x="14151" y="526532"/>
                </a:lnTo>
                <a:close/>
              </a:path>
            </a:pathLst>
          </a:custGeom>
          <a:gradFill>
            <a:gsLst>
              <a:gs pos="0">
                <a:srgbClr val="78A7FF"/>
              </a:gs>
              <a:gs pos="50000">
                <a:srgbClr val="5A90F9"/>
              </a:gs>
              <a:gs pos="100000">
                <a:srgbClr val="3D79F3"/>
              </a:gs>
            </a:gsLst>
            <a:lin ang="18629493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38"/>
          <p:cNvSpPr/>
          <p:nvPr/>
        </p:nvSpPr>
        <p:spPr>
          <a:xfrm>
            <a:off x="2722584" y="3247928"/>
            <a:ext cx="98221" cy="72933"/>
          </a:xfrm>
          <a:custGeom>
            <a:rect b="b" l="l" r="r" t="t"/>
            <a:pathLst>
              <a:path extrusionOk="0" h="97244" w="98221">
                <a:moveTo>
                  <a:pt x="96152" y="59065"/>
                </a:moveTo>
                <a:lnTo>
                  <a:pt x="40131" y="1076"/>
                </a:lnTo>
                <a:cubicBezTo>
                  <a:pt x="37808" y="-1348"/>
                  <a:pt x="33950" y="-1437"/>
                  <a:pt x="31513" y="886"/>
                </a:cubicBezTo>
                <a:cubicBezTo>
                  <a:pt x="30828" y="1558"/>
                  <a:pt x="30294" y="2371"/>
                  <a:pt x="29977" y="3284"/>
                </a:cubicBezTo>
                <a:lnTo>
                  <a:pt x="-1" y="88320"/>
                </a:lnTo>
                <a:cubicBezTo>
                  <a:pt x="-1118" y="91492"/>
                  <a:pt x="532" y="94970"/>
                  <a:pt x="3705" y="96099"/>
                </a:cubicBezTo>
                <a:cubicBezTo>
                  <a:pt x="4974" y="96544"/>
                  <a:pt x="6345" y="96556"/>
                  <a:pt x="7614" y="96150"/>
                </a:cubicBezTo>
                <a:lnTo>
                  <a:pt x="93614" y="69129"/>
                </a:lnTo>
                <a:cubicBezTo>
                  <a:pt x="96825" y="68114"/>
                  <a:pt x="98602" y="64675"/>
                  <a:pt x="97586" y="61463"/>
                </a:cubicBezTo>
                <a:cubicBezTo>
                  <a:pt x="97294" y="60562"/>
                  <a:pt x="96812" y="59738"/>
                  <a:pt x="96152" y="59065"/>
                </a:cubicBezTo>
                <a:close/>
              </a:path>
            </a:pathLst>
          </a:custGeom>
          <a:gradFill>
            <a:gsLst>
              <a:gs pos="0">
                <a:srgbClr val="5C5CA0"/>
              </a:gs>
              <a:gs pos="50000">
                <a:srgbClr val="4F4F94"/>
              </a:gs>
              <a:gs pos="100000">
                <a:srgbClr val="434389"/>
              </a:gs>
            </a:gsLst>
            <a:lin ang="1858274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38"/>
          <p:cNvSpPr/>
          <p:nvPr/>
        </p:nvSpPr>
        <p:spPr>
          <a:xfrm>
            <a:off x="3233001" y="2834142"/>
            <a:ext cx="142047" cy="106210"/>
          </a:xfrm>
          <a:custGeom>
            <a:rect b="b" l="l" r="r" t="t"/>
            <a:pathLst>
              <a:path extrusionOk="0" h="141613" w="142047">
                <a:moveTo>
                  <a:pt x="68569" y="135384"/>
                </a:moveTo>
                <a:lnTo>
                  <a:pt x="139643" y="64525"/>
                </a:lnTo>
                <a:cubicBezTo>
                  <a:pt x="142372" y="61809"/>
                  <a:pt x="142385" y="57393"/>
                  <a:pt x="139669" y="54676"/>
                </a:cubicBezTo>
                <a:cubicBezTo>
                  <a:pt x="138247" y="53255"/>
                  <a:pt x="136292" y="52506"/>
                  <a:pt x="134287" y="52633"/>
                </a:cubicBezTo>
                <a:lnTo>
                  <a:pt x="93115" y="55171"/>
                </a:lnTo>
                <a:cubicBezTo>
                  <a:pt x="89269" y="55400"/>
                  <a:pt x="85957" y="52468"/>
                  <a:pt x="85729" y="48622"/>
                </a:cubicBezTo>
                <a:cubicBezTo>
                  <a:pt x="85716" y="48343"/>
                  <a:pt x="85716" y="48064"/>
                  <a:pt x="85729" y="47785"/>
                </a:cubicBezTo>
                <a:lnTo>
                  <a:pt x="88267" y="6600"/>
                </a:lnTo>
                <a:cubicBezTo>
                  <a:pt x="88495" y="2754"/>
                  <a:pt x="85563" y="-558"/>
                  <a:pt x="81718" y="-787"/>
                </a:cubicBezTo>
                <a:cubicBezTo>
                  <a:pt x="79738" y="-914"/>
                  <a:pt x="77783" y="-177"/>
                  <a:pt x="76375" y="1231"/>
                </a:cubicBezTo>
                <a:cubicBezTo>
                  <a:pt x="-1959" y="79400"/>
                  <a:pt x="3562" y="72864"/>
                  <a:pt x="3321" y="76595"/>
                </a:cubicBezTo>
                <a:lnTo>
                  <a:pt x="-335" y="133391"/>
                </a:lnTo>
                <a:cubicBezTo>
                  <a:pt x="-588" y="137237"/>
                  <a:pt x="2318" y="140549"/>
                  <a:pt x="6163" y="140803"/>
                </a:cubicBezTo>
                <a:cubicBezTo>
                  <a:pt x="6455" y="140816"/>
                  <a:pt x="6735" y="140816"/>
                  <a:pt x="7027" y="140803"/>
                </a:cubicBezTo>
                <a:lnTo>
                  <a:pt x="64064" y="137478"/>
                </a:lnTo>
                <a:cubicBezTo>
                  <a:pt x="65777" y="137364"/>
                  <a:pt x="67376" y="136615"/>
                  <a:pt x="68569" y="135384"/>
                </a:cubicBezTo>
                <a:close/>
              </a:path>
            </a:pathLst>
          </a:custGeom>
          <a:gradFill>
            <a:gsLst>
              <a:gs pos="0">
                <a:srgbClr val="5C5CA0"/>
              </a:gs>
              <a:gs pos="50000">
                <a:srgbClr val="4F4F94"/>
              </a:gs>
              <a:gs pos="100000">
                <a:srgbClr val="434389"/>
              </a:gs>
            </a:gsLst>
            <a:lin ang="18565208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38"/>
          <p:cNvSpPr/>
          <p:nvPr/>
        </p:nvSpPr>
        <p:spPr>
          <a:xfrm>
            <a:off x="2086781" y="3875790"/>
            <a:ext cx="169930" cy="127447"/>
          </a:xfrm>
          <a:custGeom>
            <a:rect b="b" l="l" r="r" t="t"/>
            <a:pathLst>
              <a:path extrusionOk="0" h="169930" w="169930">
                <a:moveTo>
                  <a:pt x="150652" y="0"/>
                </a:moveTo>
                <a:cubicBezTo>
                  <a:pt x="161299" y="0"/>
                  <a:pt x="169930" y="0"/>
                  <a:pt x="169930" y="0"/>
                </a:cubicBezTo>
                <a:lnTo>
                  <a:pt x="169930" y="169930"/>
                </a:lnTo>
                <a:cubicBezTo>
                  <a:pt x="169930" y="169930"/>
                  <a:pt x="161299" y="169930"/>
                  <a:pt x="150652" y="169930"/>
                </a:cubicBezTo>
                <a:lnTo>
                  <a:pt x="19279" y="169930"/>
                </a:lnTo>
                <a:cubicBezTo>
                  <a:pt x="8631" y="169930"/>
                  <a:pt x="0" y="169930"/>
                  <a:pt x="0" y="169930"/>
                </a:cubicBezTo>
                <a:lnTo>
                  <a:pt x="0" y="0"/>
                </a:lnTo>
                <a:cubicBezTo>
                  <a:pt x="0" y="0"/>
                  <a:pt x="8631" y="0"/>
                  <a:pt x="19279" y="0"/>
                </a:cubicBezTo>
                <a:close/>
              </a:path>
            </a:pathLst>
          </a:custGeom>
          <a:gradFill>
            <a:gsLst>
              <a:gs pos="0">
                <a:srgbClr val="E7ECFF"/>
              </a:gs>
              <a:gs pos="50000">
                <a:srgbClr val="D4E0FF"/>
              </a:gs>
              <a:gs pos="100000">
                <a:srgbClr val="C2D5FF"/>
              </a:gs>
            </a:gsLst>
            <a:lin ang="1207267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38"/>
          <p:cNvSpPr/>
          <p:nvPr/>
        </p:nvSpPr>
        <p:spPr>
          <a:xfrm>
            <a:off x="2331163" y="3902043"/>
            <a:ext cx="337056" cy="21446"/>
          </a:xfrm>
          <a:custGeom>
            <a:rect b="b" l="l" r="r" t="t"/>
            <a:pathLst>
              <a:path extrusionOk="0" h="28594" w="337056">
                <a:moveTo>
                  <a:pt x="0" y="0"/>
                </a:moveTo>
                <a:lnTo>
                  <a:pt x="337056" y="0"/>
                </a:lnTo>
                <a:lnTo>
                  <a:pt x="337056" y="28595"/>
                </a:lnTo>
                <a:lnTo>
                  <a:pt x="0" y="28595"/>
                </a:lnTo>
                <a:close/>
              </a:path>
            </a:pathLst>
          </a:custGeom>
          <a:gradFill>
            <a:gsLst>
              <a:gs pos="0">
                <a:srgbClr val="E7ECFF"/>
              </a:gs>
              <a:gs pos="50000">
                <a:srgbClr val="D4E0FF"/>
              </a:gs>
              <a:gs pos="100000">
                <a:srgbClr val="C2D5FF"/>
              </a:gs>
            </a:gsLst>
            <a:lin ang="1207267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38"/>
          <p:cNvSpPr/>
          <p:nvPr/>
        </p:nvSpPr>
        <p:spPr>
          <a:xfrm>
            <a:off x="2331161" y="3955539"/>
            <a:ext cx="234518" cy="21446"/>
          </a:xfrm>
          <a:custGeom>
            <a:rect b="b" l="l" r="r" t="t"/>
            <a:pathLst>
              <a:path extrusionOk="0" h="28594" w="234518">
                <a:moveTo>
                  <a:pt x="0" y="0"/>
                </a:moveTo>
                <a:lnTo>
                  <a:pt x="234519" y="0"/>
                </a:lnTo>
                <a:lnTo>
                  <a:pt x="234519" y="28595"/>
                </a:lnTo>
                <a:lnTo>
                  <a:pt x="0" y="28595"/>
                </a:lnTo>
                <a:close/>
              </a:path>
            </a:pathLst>
          </a:custGeom>
          <a:gradFill>
            <a:gsLst>
              <a:gs pos="0">
                <a:srgbClr val="E7ECFF"/>
              </a:gs>
              <a:gs pos="50000">
                <a:srgbClr val="D4E0FF"/>
              </a:gs>
              <a:gs pos="100000">
                <a:srgbClr val="C2D5FF"/>
              </a:gs>
            </a:gsLst>
            <a:lin ang="1207267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38"/>
          <p:cNvSpPr/>
          <p:nvPr/>
        </p:nvSpPr>
        <p:spPr>
          <a:xfrm>
            <a:off x="2805619" y="3875790"/>
            <a:ext cx="169930" cy="127447"/>
          </a:xfrm>
          <a:custGeom>
            <a:rect b="b" l="l" r="r" t="t"/>
            <a:pathLst>
              <a:path extrusionOk="0" h="169930" w="169930">
                <a:moveTo>
                  <a:pt x="150652" y="0"/>
                </a:moveTo>
                <a:cubicBezTo>
                  <a:pt x="161299" y="0"/>
                  <a:pt x="169930" y="0"/>
                  <a:pt x="169930" y="0"/>
                </a:cubicBezTo>
                <a:lnTo>
                  <a:pt x="169930" y="169930"/>
                </a:lnTo>
                <a:cubicBezTo>
                  <a:pt x="169930" y="169930"/>
                  <a:pt x="161299" y="169930"/>
                  <a:pt x="150652" y="169930"/>
                </a:cubicBezTo>
                <a:lnTo>
                  <a:pt x="19279" y="169930"/>
                </a:lnTo>
                <a:cubicBezTo>
                  <a:pt x="8631" y="169930"/>
                  <a:pt x="0" y="169930"/>
                  <a:pt x="0" y="169930"/>
                </a:cubicBezTo>
                <a:lnTo>
                  <a:pt x="0" y="0"/>
                </a:lnTo>
                <a:cubicBezTo>
                  <a:pt x="0" y="0"/>
                  <a:pt x="8631" y="0"/>
                  <a:pt x="19279" y="0"/>
                </a:cubicBezTo>
                <a:close/>
              </a:path>
            </a:pathLst>
          </a:custGeom>
          <a:solidFill>
            <a:srgbClr val="ADC8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38"/>
          <p:cNvSpPr/>
          <p:nvPr/>
        </p:nvSpPr>
        <p:spPr>
          <a:xfrm>
            <a:off x="3049987" y="3902043"/>
            <a:ext cx="337056" cy="21446"/>
          </a:xfrm>
          <a:custGeom>
            <a:rect b="b" l="l" r="r" t="t"/>
            <a:pathLst>
              <a:path extrusionOk="0" h="28594" w="337056">
                <a:moveTo>
                  <a:pt x="0" y="0"/>
                </a:moveTo>
                <a:lnTo>
                  <a:pt x="337056" y="0"/>
                </a:lnTo>
                <a:lnTo>
                  <a:pt x="337056" y="28595"/>
                </a:lnTo>
                <a:lnTo>
                  <a:pt x="0" y="28595"/>
                </a:lnTo>
                <a:close/>
              </a:path>
            </a:pathLst>
          </a:custGeom>
          <a:solidFill>
            <a:srgbClr val="ADC8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8"/>
          <p:cNvSpPr/>
          <p:nvPr/>
        </p:nvSpPr>
        <p:spPr>
          <a:xfrm>
            <a:off x="3049987" y="3955539"/>
            <a:ext cx="234518" cy="21446"/>
          </a:xfrm>
          <a:custGeom>
            <a:rect b="b" l="l" r="r" t="t"/>
            <a:pathLst>
              <a:path extrusionOk="0" h="28594" w="234518">
                <a:moveTo>
                  <a:pt x="0" y="0"/>
                </a:moveTo>
                <a:lnTo>
                  <a:pt x="234519" y="0"/>
                </a:lnTo>
                <a:lnTo>
                  <a:pt x="234519" y="28595"/>
                </a:lnTo>
                <a:lnTo>
                  <a:pt x="0" y="28595"/>
                </a:lnTo>
                <a:close/>
              </a:path>
            </a:pathLst>
          </a:custGeom>
          <a:solidFill>
            <a:srgbClr val="ADC8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8"/>
          <p:cNvSpPr/>
          <p:nvPr/>
        </p:nvSpPr>
        <p:spPr>
          <a:xfrm>
            <a:off x="2560491" y="2123770"/>
            <a:ext cx="173027" cy="128047"/>
          </a:xfrm>
          <a:custGeom>
            <a:rect b="b" l="l" r="r" t="t"/>
            <a:pathLst>
              <a:path extrusionOk="0" h="170730" w="173027">
                <a:moveTo>
                  <a:pt x="167309" y="169929"/>
                </a:moveTo>
                <a:cubicBezTo>
                  <a:pt x="164364" y="169929"/>
                  <a:pt x="161978" y="167543"/>
                  <a:pt x="161978" y="164599"/>
                </a:cubicBezTo>
                <a:lnTo>
                  <a:pt x="161978" y="103234"/>
                </a:lnTo>
                <a:cubicBezTo>
                  <a:pt x="161927" y="51689"/>
                  <a:pt x="120146" y="9916"/>
                  <a:pt x="68604" y="9860"/>
                </a:cubicBezTo>
                <a:lnTo>
                  <a:pt x="4980" y="9860"/>
                </a:lnTo>
                <a:cubicBezTo>
                  <a:pt x="2036" y="9860"/>
                  <a:pt x="-350" y="7474"/>
                  <a:pt x="-350" y="4530"/>
                </a:cubicBezTo>
                <a:cubicBezTo>
                  <a:pt x="-350" y="1585"/>
                  <a:pt x="2036" y="-801"/>
                  <a:pt x="4980" y="-801"/>
                </a:cubicBezTo>
                <a:lnTo>
                  <a:pt x="68604" y="-801"/>
                </a:lnTo>
                <a:cubicBezTo>
                  <a:pt x="126060" y="-759"/>
                  <a:pt x="172639" y="45811"/>
                  <a:pt x="172677" y="103272"/>
                </a:cubicBezTo>
                <a:lnTo>
                  <a:pt x="172677" y="164637"/>
                </a:lnTo>
                <a:cubicBezTo>
                  <a:pt x="172652" y="167580"/>
                  <a:pt x="170253" y="169950"/>
                  <a:pt x="167309" y="169929"/>
                </a:cubicBezTo>
                <a:cubicBezTo>
                  <a:pt x="167309" y="169929"/>
                  <a:pt x="167309" y="169929"/>
                  <a:pt x="167309" y="169929"/>
                </a:cubicBezTo>
                <a:close/>
              </a:path>
            </a:pathLst>
          </a:custGeom>
          <a:solidFill>
            <a:srgbClr val="B7B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8"/>
          <p:cNvSpPr/>
          <p:nvPr/>
        </p:nvSpPr>
        <p:spPr>
          <a:xfrm>
            <a:off x="2561632" y="2725599"/>
            <a:ext cx="170729" cy="129742"/>
          </a:xfrm>
          <a:custGeom>
            <a:rect b="b" l="l" r="r" t="t"/>
            <a:pathLst>
              <a:path extrusionOk="0" h="172989" w="170729">
                <a:moveTo>
                  <a:pt x="66320" y="172189"/>
                </a:moveTo>
                <a:lnTo>
                  <a:pt x="4980" y="172189"/>
                </a:lnTo>
                <a:cubicBezTo>
                  <a:pt x="2036" y="172189"/>
                  <a:pt x="-350" y="169802"/>
                  <a:pt x="-350" y="166858"/>
                </a:cubicBezTo>
                <a:cubicBezTo>
                  <a:pt x="-350" y="163913"/>
                  <a:pt x="2036" y="161527"/>
                  <a:pt x="4980" y="161527"/>
                </a:cubicBezTo>
                <a:lnTo>
                  <a:pt x="66345" y="161527"/>
                </a:lnTo>
                <a:cubicBezTo>
                  <a:pt x="117887" y="161464"/>
                  <a:pt x="159655" y="119695"/>
                  <a:pt x="159719" y="68154"/>
                </a:cubicBezTo>
                <a:lnTo>
                  <a:pt x="159719" y="4530"/>
                </a:lnTo>
                <a:cubicBezTo>
                  <a:pt x="159719" y="1585"/>
                  <a:pt x="162105" y="-801"/>
                  <a:pt x="165049" y="-801"/>
                </a:cubicBezTo>
                <a:cubicBezTo>
                  <a:pt x="167994" y="-801"/>
                  <a:pt x="170380" y="1585"/>
                  <a:pt x="170380" y="4530"/>
                </a:cubicBezTo>
                <a:lnTo>
                  <a:pt x="170380" y="68154"/>
                </a:lnTo>
                <a:cubicBezTo>
                  <a:pt x="170304" y="125597"/>
                  <a:pt x="123763" y="172138"/>
                  <a:pt x="66320" y="172189"/>
                </a:cubicBezTo>
                <a:close/>
              </a:path>
            </a:pathLst>
          </a:custGeom>
          <a:solidFill>
            <a:srgbClr val="B7B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38"/>
          <p:cNvSpPr/>
          <p:nvPr/>
        </p:nvSpPr>
        <p:spPr>
          <a:xfrm>
            <a:off x="1485597" y="2123741"/>
            <a:ext cx="173027" cy="128076"/>
          </a:xfrm>
          <a:custGeom>
            <a:rect b="b" l="l" r="r" t="t"/>
            <a:pathLst>
              <a:path extrusionOk="0" h="170768" w="173027">
                <a:moveTo>
                  <a:pt x="4981" y="169967"/>
                </a:moveTo>
                <a:cubicBezTo>
                  <a:pt x="2036" y="169967"/>
                  <a:pt x="-350" y="167581"/>
                  <a:pt x="-350" y="164637"/>
                </a:cubicBezTo>
                <a:lnTo>
                  <a:pt x="-350" y="103272"/>
                </a:lnTo>
                <a:cubicBezTo>
                  <a:pt x="-308" y="45811"/>
                  <a:pt x="46267" y="-759"/>
                  <a:pt x="103723" y="-801"/>
                </a:cubicBezTo>
                <a:lnTo>
                  <a:pt x="167347" y="-801"/>
                </a:lnTo>
                <a:cubicBezTo>
                  <a:pt x="170291" y="-801"/>
                  <a:pt x="172677" y="1585"/>
                  <a:pt x="172677" y="4530"/>
                </a:cubicBezTo>
                <a:cubicBezTo>
                  <a:pt x="172677" y="7474"/>
                  <a:pt x="170291" y="9860"/>
                  <a:pt x="167347" y="9860"/>
                </a:cubicBezTo>
                <a:lnTo>
                  <a:pt x="103748" y="9860"/>
                </a:lnTo>
                <a:cubicBezTo>
                  <a:pt x="52207" y="9916"/>
                  <a:pt x="10430" y="51689"/>
                  <a:pt x="10375" y="103234"/>
                </a:cubicBezTo>
                <a:lnTo>
                  <a:pt x="10375" y="164599"/>
                </a:lnTo>
                <a:cubicBezTo>
                  <a:pt x="10396" y="167542"/>
                  <a:pt x="8027" y="169946"/>
                  <a:pt x="5082" y="169967"/>
                </a:cubicBezTo>
                <a:cubicBezTo>
                  <a:pt x="5049" y="169967"/>
                  <a:pt x="5015" y="169967"/>
                  <a:pt x="4981" y="169967"/>
                </a:cubicBezTo>
                <a:close/>
              </a:path>
            </a:pathLst>
          </a:custGeom>
          <a:solidFill>
            <a:srgbClr val="B7B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8"/>
          <p:cNvSpPr/>
          <p:nvPr/>
        </p:nvSpPr>
        <p:spPr>
          <a:xfrm>
            <a:off x="1486688" y="2725571"/>
            <a:ext cx="170729" cy="129770"/>
          </a:xfrm>
          <a:custGeom>
            <a:rect b="b" l="l" r="r" t="t"/>
            <a:pathLst>
              <a:path extrusionOk="0" h="173027" w="170729">
                <a:moveTo>
                  <a:pt x="165087" y="172227"/>
                </a:moveTo>
                <a:lnTo>
                  <a:pt x="103723" y="172227"/>
                </a:lnTo>
                <a:cubicBezTo>
                  <a:pt x="46267" y="172176"/>
                  <a:pt x="-301" y="125610"/>
                  <a:pt x="-350" y="68154"/>
                </a:cubicBezTo>
                <a:lnTo>
                  <a:pt x="-350" y="4530"/>
                </a:lnTo>
                <a:cubicBezTo>
                  <a:pt x="-350" y="1585"/>
                  <a:pt x="2036" y="-801"/>
                  <a:pt x="4980" y="-801"/>
                </a:cubicBezTo>
                <a:cubicBezTo>
                  <a:pt x="7925" y="-801"/>
                  <a:pt x="10311" y="1585"/>
                  <a:pt x="10311" y="4530"/>
                </a:cubicBezTo>
                <a:lnTo>
                  <a:pt x="10311" y="68154"/>
                </a:lnTo>
                <a:cubicBezTo>
                  <a:pt x="10375" y="119695"/>
                  <a:pt x="52143" y="161464"/>
                  <a:pt x="103685" y="161527"/>
                </a:cubicBezTo>
                <a:lnTo>
                  <a:pt x="165049" y="161527"/>
                </a:lnTo>
                <a:cubicBezTo>
                  <a:pt x="167994" y="161527"/>
                  <a:pt x="170380" y="163913"/>
                  <a:pt x="170380" y="166858"/>
                </a:cubicBezTo>
                <a:cubicBezTo>
                  <a:pt x="170380" y="169802"/>
                  <a:pt x="167994" y="172189"/>
                  <a:pt x="165049" y="172189"/>
                </a:cubicBezTo>
                <a:close/>
              </a:path>
            </a:pathLst>
          </a:custGeom>
          <a:solidFill>
            <a:srgbClr val="B7B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38"/>
          <p:cNvSpPr/>
          <p:nvPr/>
        </p:nvSpPr>
        <p:spPr>
          <a:xfrm>
            <a:off x="1541300" y="2165549"/>
            <a:ext cx="1136461" cy="648014"/>
          </a:xfrm>
          <a:custGeom>
            <a:rect b="b" l="l" r="r" t="t"/>
            <a:pathLst>
              <a:path extrusionOk="0" h="864019" w="1136461">
                <a:moveTo>
                  <a:pt x="1088131" y="0"/>
                </a:moveTo>
                <a:cubicBezTo>
                  <a:pt x="1114823" y="0"/>
                  <a:pt x="1136461" y="0"/>
                  <a:pt x="1136461" y="0"/>
                </a:cubicBezTo>
                <a:lnTo>
                  <a:pt x="1136461" y="864019"/>
                </a:lnTo>
                <a:cubicBezTo>
                  <a:pt x="1136461" y="864019"/>
                  <a:pt x="1114823" y="864019"/>
                  <a:pt x="1088131" y="864019"/>
                </a:cubicBezTo>
                <a:lnTo>
                  <a:pt x="48330" y="864019"/>
                </a:lnTo>
                <a:cubicBezTo>
                  <a:pt x="21638" y="864019"/>
                  <a:pt x="0" y="864019"/>
                  <a:pt x="0" y="864019"/>
                </a:cubicBezTo>
                <a:lnTo>
                  <a:pt x="0" y="0"/>
                </a:lnTo>
                <a:cubicBezTo>
                  <a:pt x="0" y="0"/>
                  <a:pt x="21638" y="0"/>
                  <a:pt x="48330" y="0"/>
                </a:cubicBezTo>
                <a:close/>
              </a:path>
            </a:pathLst>
          </a:custGeom>
          <a:gradFill>
            <a:gsLst>
              <a:gs pos="0">
                <a:srgbClr val="E7ECFF"/>
              </a:gs>
              <a:gs pos="50000">
                <a:srgbClr val="D4E0FF"/>
              </a:gs>
              <a:gs pos="100000">
                <a:srgbClr val="C2D5FF"/>
              </a:gs>
            </a:gsLst>
            <a:lin ang="171302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38"/>
          <p:cNvSpPr/>
          <p:nvPr/>
        </p:nvSpPr>
        <p:spPr>
          <a:xfrm>
            <a:off x="1959913" y="2272862"/>
            <a:ext cx="362818" cy="434252"/>
          </a:xfrm>
          <a:custGeom>
            <a:rect b="b" l="l" r="r" t="t"/>
            <a:pathLst>
              <a:path extrusionOk="0" h="579003" w="362818">
                <a:moveTo>
                  <a:pt x="295040" y="3847"/>
                </a:moveTo>
                <a:cubicBezTo>
                  <a:pt x="288821" y="-2350"/>
                  <a:pt x="278756" y="-2350"/>
                  <a:pt x="272537" y="3847"/>
                </a:cubicBezTo>
                <a:lnTo>
                  <a:pt x="209446" y="66938"/>
                </a:lnTo>
                <a:cubicBezTo>
                  <a:pt x="203215" y="73132"/>
                  <a:pt x="203177" y="83197"/>
                  <a:pt x="209370" y="89428"/>
                </a:cubicBezTo>
                <a:cubicBezTo>
                  <a:pt x="215564" y="95660"/>
                  <a:pt x="225628" y="95698"/>
                  <a:pt x="231860" y="89504"/>
                </a:cubicBezTo>
                <a:cubicBezTo>
                  <a:pt x="231885" y="89479"/>
                  <a:pt x="231911" y="89454"/>
                  <a:pt x="231936" y="89428"/>
                </a:cubicBezTo>
                <a:lnTo>
                  <a:pt x="267905" y="53460"/>
                </a:lnTo>
                <a:lnTo>
                  <a:pt x="267905" y="214760"/>
                </a:lnTo>
                <a:cubicBezTo>
                  <a:pt x="267867" y="245207"/>
                  <a:pt x="243194" y="269867"/>
                  <a:pt x="212746" y="269906"/>
                </a:cubicBezTo>
                <a:lnTo>
                  <a:pt x="86628" y="269906"/>
                </a:lnTo>
                <a:cubicBezTo>
                  <a:pt x="38627" y="269956"/>
                  <a:pt x="-260" y="308857"/>
                  <a:pt x="-311" y="356857"/>
                </a:cubicBezTo>
                <a:lnTo>
                  <a:pt x="-311" y="561195"/>
                </a:lnTo>
                <a:cubicBezTo>
                  <a:pt x="-920" y="569952"/>
                  <a:pt x="5692" y="577555"/>
                  <a:pt x="14449" y="578164"/>
                </a:cubicBezTo>
                <a:cubicBezTo>
                  <a:pt x="23220" y="578773"/>
                  <a:pt x="30809" y="572161"/>
                  <a:pt x="31418" y="563391"/>
                </a:cubicBezTo>
                <a:cubicBezTo>
                  <a:pt x="31469" y="562667"/>
                  <a:pt x="31469" y="561931"/>
                  <a:pt x="31418" y="561195"/>
                </a:cubicBezTo>
                <a:lnTo>
                  <a:pt x="31418" y="356857"/>
                </a:lnTo>
                <a:cubicBezTo>
                  <a:pt x="31457" y="326409"/>
                  <a:pt x="56117" y="301736"/>
                  <a:pt x="86564" y="301698"/>
                </a:cubicBezTo>
                <a:lnTo>
                  <a:pt x="212683" y="301698"/>
                </a:lnTo>
                <a:cubicBezTo>
                  <a:pt x="260683" y="301648"/>
                  <a:pt x="299583" y="262760"/>
                  <a:pt x="299634" y="214760"/>
                </a:cubicBezTo>
                <a:lnTo>
                  <a:pt x="299634" y="53485"/>
                </a:lnTo>
                <a:lnTo>
                  <a:pt x="335590" y="89492"/>
                </a:lnTo>
                <a:cubicBezTo>
                  <a:pt x="341949" y="95558"/>
                  <a:pt x="352013" y="95317"/>
                  <a:pt x="358080" y="88959"/>
                </a:cubicBezTo>
                <a:cubicBezTo>
                  <a:pt x="363931" y="82816"/>
                  <a:pt x="363931" y="73157"/>
                  <a:pt x="358080" y="6701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38"/>
          <p:cNvSpPr/>
          <p:nvPr/>
        </p:nvSpPr>
        <p:spPr>
          <a:xfrm>
            <a:off x="1959991" y="2330615"/>
            <a:ext cx="117500" cy="88125"/>
          </a:xfrm>
          <a:custGeom>
            <a:rect b="b" l="l" r="r" t="t"/>
            <a:pathLst>
              <a:path extrusionOk="0" h="117500" w="117500">
                <a:moveTo>
                  <a:pt x="58337" y="116700"/>
                </a:moveTo>
                <a:cubicBezTo>
                  <a:pt x="90790" y="116738"/>
                  <a:pt x="117113" y="90466"/>
                  <a:pt x="117151" y="58013"/>
                </a:cubicBezTo>
                <a:cubicBezTo>
                  <a:pt x="117189" y="25560"/>
                  <a:pt x="90917" y="-763"/>
                  <a:pt x="58464" y="-801"/>
                </a:cubicBezTo>
                <a:cubicBezTo>
                  <a:pt x="26011" y="-839"/>
                  <a:pt x="-312" y="25433"/>
                  <a:pt x="-350" y="57886"/>
                </a:cubicBezTo>
                <a:cubicBezTo>
                  <a:pt x="-350" y="57886"/>
                  <a:pt x="-350" y="57899"/>
                  <a:pt x="-350" y="57899"/>
                </a:cubicBezTo>
                <a:cubicBezTo>
                  <a:pt x="-337" y="90326"/>
                  <a:pt x="25909" y="116624"/>
                  <a:pt x="58337" y="116700"/>
                </a:cubicBezTo>
                <a:close/>
                <a:moveTo>
                  <a:pt x="58337" y="31018"/>
                </a:moveTo>
                <a:cubicBezTo>
                  <a:pt x="73212" y="30992"/>
                  <a:pt x="85307" y="43037"/>
                  <a:pt x="85332" y="57912"/>
                </a:cubicBezTo>
                <a:cubicBezTo>
                  <a:pt x="85358" y="72799"/>
                  <a:pt x="73313" y="84882"/>
                  <a:pt x="58438" y="84907"/>
                </a:cubicBezTo>
                <a:cubicBezTo>
                  <a:pt x="43551" y="84932"/>
                  <a:pt x="31468" y="72888"/>
                  <a:pt x="31443" y="58013"/>
                </a:cubicBezTo>
                <a:cubicBezTo>
                  <a:pt x="31443" y="57975"/>
                  <a:pt x="31443" y="57937"/>
                  <a:pt x="31443" y="57899"/>
                </a:cubicBezTo>
                <a:cubicBezTo>
                  <a:pt x="31430" y="43037"/>
                  <a:pt x="43462" y="30979"/>
                  <a:pt x="58324" y="30967"/>
                </a:cubicBezTo>
                <a:cubicBezTo>
                  <a:pt x="58324" y="30967"/>
                  <a:pt x="58337" y="30967"/>
                  <a:pt x="58337" y="3096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38"/>
          <p:cNvSpPr/>
          <p:nvPr/>
        </p:nvSpPr>
        <p:spPr>
          <a:xfrm>
            <a:off x="2170864" y="2570728"/>
            <a:ext cx="117500" cy="88125"/>
          </a:xfrm>
          <a:custGeom>
            <a:rect b="b" l="l" r="r" t="t"/>
            <a:pathLst>
              <a:path extrusionOk="0" h="117500" w="117500">
                <a:moveTo>
                  <a:pt x="58464" y="-801"/>
                </a:moveTo>
                <a:cubicBezTo>
                  <a:pt x="26011" y="-839"/>
                  <a:pt x="-312" y="25433"/>
                  <a:pt x="-350" y="57886"/>
                </a:cubicBezTo>
                <a:cubicBezTo>
                  <a:pt x="-388" y="90339"/>
                  <a:pt x="25884" y="116662"/>
                  <a:pt x="58337" y="116700"/>
                </a:cubicBezTo>
                <a:cubicBezTo>
                  <a:pt x="90790" y="116738"/>
                  <a:pt x="117113" y="90466"/>
                  <a:pt x="117151" y="58013"/>
                </a:cubicBezTo>
                <a:cubicBezTo>
                  <a:pt x="117151" y="57975"/>
                  <a:pt x="117151" y="57924"/>
                  <a:pt x="117151" y="57886"/>
                </a:cubicBezTo>
                <a:cubicBezTo>
                  <a:pt x="117113" y="25497"/>
                  <a:pt x="90853" y="-763"/>
                  <a:pt x="58464" y="-801"/>
                </a:cubicBezTo>
                <a:close/>
                <a:moveTo>
                  <a:pt x="58464" y="84894"/>
                </a:moveTo>
                <a:cubicBezTo>
                  <a:pt x="43589" y="84920"/>
                  <a:pt x="31494" y="72875"/>
                  <a:pt x="31468" y="58000"/>
                </a:cubicBezTo>
                <a:cubicBezTo>
                  <a:pt x="31443" y="43113"/>
                  <a:pt x="43487" y="31030"/>
                  <a:pt x="58362" y="31005"/>
                </a:cubicBezTo>
                <a:cubicBezTo>
                  <a:pt x="73237" y="30979"/>
                  <a:pt x="85320" y="43011"/>
                  <a:pt x="85358" y="57886"/>
                </a:cubicBezTo>
                <a:cubicBezTo>
                  <a:pt x="85383" y="72761"/>
                  <a:pt x="73339" y="84856"/>
                  <a:pt x="58464" y="8489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8"/>
          <p:cNvSpPr/>
          <p:nvPr/>
        </p:nvSpPr>
        <p:spPr>
          <a:xfrm>
            <a:off x="2394040" y="2408446"/>
            <a:ext cx="93202" cy="69906"/>
          </a:xfrm>
          <a:custGeom>
            <a:rect b="b" l="l" r="r" t="t"/>
            <a:pathLst>
              <a:path extrusionOk="0" h="93208" w="93202">
                <a:moveTo>
                  <a:pt x="68728" y="45797"/>
                </a:moveTo>
                <a:lnTo>
                  <a:pt x="88464" y="26074"/>
                </a:lnTo>
                <a:cubicBezTo>
                  <a:pt x="94518" y="19715"/>
                  <a:pt x="94277" y="9651"/>
                  <a:pt x="87918" y="3597"/>
                </a:cubicBezTo>
                <a:cubicBezTo>
                  <a:pt x="81775" y="-2267"/>
                  <a:pt x="72117" y="-2254"/>
                  <a:pt x="65974" y="3597"/>
                </a:cubicBezTo>
                <a:lnTo>
                  <a:pt x="46251" y="23320"/>
                </a:lnTo>
                <a:lnTo>
                  <a:pt x="26528" y="3597"/>
                </a:lnTo>
                <a:cubicBezTo>
                  <a:pt x="20170" y="-2470"/>
                  <a:pt x="10105" y="-2229"/>
                  <a:pt x="4038" y="4130"/>
                </a:cubicBezTo>
                <a:cubicBezTo>
                  <a:pt x="-1813" y="10273"/>
                  <a:pt x="-1813" y="19931"/>
                  <a:pt x="4038" y="26074"/>
                </a:cubicBezTo>
                <a:lnTo>
                  <a:pt x="23774" y="45797"/>
                </a:lnTo>
                <a:lnTo>
                  <a:pt x="4038" y="65533"/>
                </a:lnTo>
                <a:cubicBezTo>
                  <a:pt x="-2016" y="71891"/>
                  <a:pt x="-1775" y="81956"/>
                  <a:pt x="4584" y="88010"/>
                </a:cubicBezTo>
                <a:cubicBezTo>
                  <a:pt x="10727" y="93874"/>
                  <a:pt x="20385" y="93861"/>
                  <a:pt x="26528" y="88010"/>
                </a:cubicBezTo>
                <a:lnTo>
                  <a:pt x="46251" y="68287"/>
                </a:lnTo>
                <a:lnTo>
                  <a:pt x="65974" y="88010"/>
                </a:lnTo>
                <a:cubicBezTo>
                  <a:pt x="72333" y="94076"/>
                  <a:pt x="82397" y="93835"/>
                  <a:pt x="88464" y="87477"/>
                </a:cubicBezTo>
                <a:cubicBezTo>
                  <a:pt x="94315" y="81334"/>
                  <a:pt x="94315" y="71676"/>
                  <a:pt x="88464" y="6553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38"/>
          <p:cNvSpPr/>
          <p:nvPr/>
        </p:nvSpPr>
        <p:spPr>
          <a:xfrm>
            <a:off x="1785355" y="2477420"/>
            <a:ext cx="94001" cy="70508"/>
          </a:xfrm>
          <a:custGeom>
            <a:rect b="b" l="l" r="r" t="t"/>
            <a:pathLst>
              <a:path extrusionOk="0" h="94011" w="94001">
                <a:moveTo>
                  <a:pt x="88997" y="4130"/>
                </a:moveTo>
                <a:cubicBezTo>
                  <a:pt x="82791" y="-2076"/>
                  <a:pt x="72726" y="-2076"/>
                  <a:pt x="66520" y="4130"/>
                </a:cubicBezTo>
                <a:cubicBezTo>
                  <a:pt x="66520" y="4130"/>
                  <a:pt x="66520" y="4130"/>
                  <a:pt x="66520" y="4130"/>
                </a:cubicBezTo>
                <a:lnTo>
                  <a:pt x="46797" y="23866"/>
                </a:lnTo>
                <a:lnTo>
                  <a:pt x="27061" y="4130"/>
                </a:lnTo>
                <a:cubicBezTo>
                  <a:pt x="20994" y="-2229"/>
                  <a:pt x="10930" y="-2470"/>
                  <a:pt x="4571" y="3597"/>
                </a:cubicBezTo>
                <a:cubicBezTo>
                  <a:pt x="-1775" y="9663"/>
                  <a:pt x="-2016" y="19728"/>
                  <a:pt x="4038" y="26087"/>
                </a:cubicBezTo>
                <a:cubicBezTo>
                  <a:pt x="4216" y="26264"/>
                  <a:pt x="4406" y="26442"/>
                  <a:pt x="4584" y="26620"/>
                </a:cubicBezTo>
                <a:lnTo>
                  <a:pt x="24307" y="46343"/>
                </a:lnTo>
                <a:lnTo>
                  <a:pt x="4584" y="66078"/>
                </a:lnTo>
                <a:cubicBezTo>
                  <a:pt x="-1623" y="72285"/>
                  <a:pt x="-1623" y="82349"/>
                  <a:pt x="4584" y="88556"/>
                </a:cubicBezTo>
                <a:cubicBezTo>
                  <a:pt x="10790" y="94762"/>
                  <a:pt x="20855" y="94762"/>
                  <a:pt x="27061" y="88556"/>
                </a:cubicBezTo>
                <a:lnTo>
                  <a:pt x="46797" y="68820"/>
                </a:lnTo>
                <a:lnTo>
                  <a:pt x="66520" y="88556"/>
                </a:lnTo>
                <a:cubicBezTo>
                  <a:pt x="72726" y="94762"/>
                  <a:pt x="82791" y="94762"/>
                  <a:pt x="88997" y="88556"/>
                </a:cubicBezTo>
                <a:cubicBezTo>
                  <a:pt x="95203" y="82349"/>
                  <a:pt x="95203" y="72285"/>
                  <a:pt x="88997" y="66078"/>
                </a:cubicBezTo>
                <a:lnTo>
                  <a:pt x="69248" y="46343"/>
                </a:lnTo>
                <a:lnTo>
                  <a:pt x="88971" y="26620"/>
                </a:lnTo>
                <a:cubicBezTo>
                  <a:pt x="95190" y="20426"/>
                  <a:pt x="95203" y="10361"/>
                  <a:pt x="89009" y="4143"/>
                </a:cubicBezTo>
                <a:cubicBezTo>
                  <a:pt x="89009" y="4143"/>
                  <a:pt x="88997" y="4130"/>
                  <a:pt x="88997" y="413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8"/>
          <p:cNvSpPr/>
          <p:nvPr/>
        </p:nvSpPr>
        <p:spPr>
          <a:xfrm>
            <a:off x="1731871" y="2273509"/>
            <a:ext cx="93200" cy="69904"/>
          </a:xfrm>
          <a:custGeom>
            <a:rect b="b" l="l" r="r" t="t"/>
            <a:pathLst>
              <a:path extrusionOk="0" h="93205" w="93200">
                <a:moveTo>
                  <a:pt x="65923" y="88007"/>
                </a:moveTo>
                <a:cubicBezTo>
                  <a:pt x="72282" y="94074"/>
                  <a:pt x="82347" y="93833"/>
                  <a:pt x="88413" y="87474"/>
                </a:cubicBezTo>
                <a:cubicBezTo>
                  <a:pt x="94264" y="81331"/>
                  <a:pt x="94264" y="71673"/>
                  <a:pt x="88413" y="65530"/>
                </a:cubicBezTo>
                <a:lnTo>
                  <a:pt x="68678" y="45794"/>
                </a:lnTo>
                <a:lnTo>
                  <a:pt x="88464" y="26071"/>
                </a:lnTo>
                <a:cubicBezTo>
                  <a:pt x="94518" y="19713"/>
                  <a:pt x="94277" y="9648"/>
                  <a:pt x="87918" y="3588"/>
                </a:cubicBezTo>
                <a:cubicBezTo>
                  <a:pt x="81775" y="-2266"/>
                  <a:pt x="72117" y="-2263"/>
                  <a:pt x="65974" y="3594"/>
                </a:cubicBezTo>
                <a:lnTo>
                  <a:pt x="46251" y="23317"/>
                </a:lnTo>
                <a:lnTo>
                  <a:pt x="26528" y="3594"/>
                </a:lnTo>
                <a:cubicBezTo>
                  <a:pt x="20169" y="-2468"/>
                  <a:pt x="10105" y="-2229"/>
                  <a:pt x="4038" y="4127"/>
                </a:cubicBezTo>
                <a:cubicBezTo>
                  <a:pt x="-1813" y="10270"/>
                  <a:pt x="-1813" y="19928"/>
                  <a:pt x="4038" y="26071"/>
                </a:cubicBezTo>
                <a:lnTo>
                  <a:pt x="23774" y="45794"/>
                </a:lnTo>
                <a:lnTo>
                  <a:pt x="4038" y="65530"/>
                </a:lnTo>
                <a:cubicBezTo>
                  <a:pt x="-2016" y="71888"/>
                  <a:pt x="-1775" y="81953"/>
                  <a:pt x="4584" y="88007"/>
                </a:cubicBezTo>
                <a:cubicBezTo>
                  <a:pt x="10727" y="93871"/>
                  <a:pt x="20385" y="93858"/>
                  <a:pt x="26528" y="88007"/>
                </a:cubicBezTo>
                <a:lnTo>
                  <a:pt x="46251" y="6828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8"/>
          <p:cNvSpPr/>
          <p:nvPr/>
        </p:nvSpPr>
        <p:spPr>
          <a:xfrm>
            <a:off x="679693" y="5261782"/>
            <a:ext cx="1394828" cy="61434"/>
          </a:xfrm>
          <a:custGeom>
            <a:rect b="b" l="l" r="r" t="t"/>
            <a:pathLst>
              <a:path extrusionOk="0" h="81912" w="1394828">
                <a:moveTo>
                  <a:pt x="1394828" y="40956"/>
                </a:moveTo>
                <a:cubicBezTo>
                  <a:pt x="1394828" y="63576"/>
                  <a:pt x="1082585" y="81913"/>
                  <a:pt x="697414" y="81913"/>
                </a:cubicBezTo>
                <a:cubicBezTo>
                  <a:pt x="312243" y="81913"/>
                  <a:pt x="0" y="63576"/>
                  <a:pt x="0" y="40956"/>
                </a:cubicBezTo>
                <a:cubicBezTo>
                  <a:pt x="0" y="18337"/>
                  <a:pt x="312243" y="0"/>
                  <a:pt x="697414" y="0"/>
                </a:cubicBezTo>
                <a:cubicBezTo>
                  <a:pt x="1082585" y="0"/>
                  <a:pt x="1394828" y="18337"/>
                  <a:pt x="1394828" y="40956"/>
                </a:cubicBezTo>
                <a:close/>
              </a:path>
            </a:pathLst>
          </a:custGeom>
          <a:solidFill>
            <a:srgbClr val="E7E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38"/>
          <p:cNvSpPr/>
          <p:nvPr/>
        </p:nvSpPr>
        <p:spPr>
          <a:xfrm>
            <a:off x="1432165" y="5127100"/>
            <a:ext cx="138695" cy="100994"/>
          </a:xfrm>
          <a:custGeom>
            <a:rect b="b" l="l" r="r" t="t"/>
            <a:pathLst>
              <a:path extrusionOk="0" h="134659" w="138695">
                <a:moveTo>
                  <a:pt x="119169" y="2042"/>
                </a:moveTo>
                <a:lnTo>
                  <a:pt x="119384" y="3311"/>
                </a:lnTo>
                <a:cubicBezTo>
                  <a:pt x="116681" y="24050"/>
                  <a:pt x="127698" y="67570"/>
                  <a:pt x="138346" y="110455"/>
                </a:cubicBezTo>
                <a:lnTo>
                  <a:pt x="13167" y="133859"/>
                </a:lnTo>
                <a:cubicBezTo>
                  <a:pt x="13878" y="83727"/>
                  <a:pt x="10451" y="37757"/>
                  <a:pt x="-350" y="-801"/>
                </a:cubicBezTo>
                <a:close/>
              </a:path>
            </a:pathLst>
          </a:custGeom>
          <a:solidFill>
            <a:srgbClr val="FDCCC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38"/>
          <p:cNvSpPr/>
          <p:nvPr/>
        </p:nvSpPr>
        <p:spPr>
          <a:xfrm>
            <a:off x="1410561" y="5155007"/>
            <a:ext cx="410290" cy="151292"/>
          </a:xfrm>
          <a:custGeom>
            <a:rect b="b" l="l" r="r" t="t"/>
            <a:pathLst>
              <a:path extrusionOk="0" h="201722" w="410290">
                <a:moveTo>
                  <a:pt x="409773" y="142021"/>
                </a:moveTo>
                <a:lnTo>
                  <a:pt x="409773" y="142390"/>
                </a:lnTo>
                <a:cubicBezTo>
                  <a:pt x="411194" y="156820"/>
                  <a:pt x="403452" y="170616"/>
                  <a:pt x="390380" y="176911"/>
                </a:cubicBezTo>
                <a:cubicBezTo>
                  <a:pt x="364996" y="189210"/>
                  <a:pt x="315930" y="205976"/>
                  <a:pt x="249996" y="195949"/>
                </a:cubicBezTo>
                <a:cubicBezTo>
                  <a:pt x="151406" y="180782"/>
                  <a:pt x="60558" y="195720"/>
                  <a:pt x="24501" y="200797"/>
                </a:cubicBezTo>
                <a:cubicBezTo>
                  <a:pt x="11809" y="202599"/>
                  <a:pt x="4092" y="184654"/>
                  <a:pt x="1046" y="159828"/>
                </a:cubicBezTo>
                <a:cubicBezTo>
                  <a:pt x="907" y="158736"/>
                  <a:pt x="767" y="157645"/>
                  <a:pt x="716" y="156554"/>
                </a:cubicBezTo>
                <a:cubicBezTo>
                  <a:pt x="-3421" y="116524"/>
                  <a:pt x="4524" y="61187"/>
                  <a:pt x="23803" y="41921"/>
                </a:cubicBezTo>
                <a:cubicBezTo>
                  <a:pt x="24979" y="40728"/>
                  <a:pt x="26252" y="39637"/>
                  <a:pt x="27610" y="38660"/>
                </a:cubicBezTo>
                <a:cubicBezTo>
                  <a:pt x="29160" y="37517"/>
                  <a:pt x="30871" y="36616"/>
                  <a:pt x="32687" y="35982"/>
                </a:cubicBezTo>
                <a:cubicBezTo>
                  <a:pt x="59340" y="26640"/>
                  <a:pt x="113585" y="91622"/>
                  <a:pt x="144121" y="54715"/>
                </a:cubicBezTo>
                <a:cubicBezTo>
                  <a:pt x="147522" y="50742"/>
                  <a:pt x="146114" y="43394"/>
                  <a:pt x="144121" y="34700"/>
                </a:cubicBezTo>
                <a:cubicBezTo>
                  <a:pt x="143220" y="30816"/>
                  <a:pt x="142230" y="26564"/>
                  <a:pt x="141405" y="22300"/>
                </a:cubicBezTo>
                <a:cubicBezTo>
                  <a:pt x="140808" y="17985"/>
                  <a:pt x="141430" y="13593"/>
                  <a:pt x="143194" y="9608"/>
                </a:cubicBezTo>
                <a:cubicBezTo>
                  <a:pt x="147434" y="-1066"/>
                  <a:pt x="161166" y="-4112"/>
                  <a:pt x="170025" y="3199"/>
                </a:cubicBezTo>
                <a:cubicBezTo>
                  <a:pt x="177069" y="9024"/>
                  <a:pt x="187045" y="16957"/>
                  <a:pt x="200638" y="27123"/>
                </a:cubicBezTo>
                <a:cubicBezTo>
                  <a:pt x="203087" y="28938"/>
                  <a:pt x="205460" y="31121"/>
                  <a:pt x="207935" y="33304"/>
                </a:cubicBezTo>
                <a:cubicBezTo>
                  <a:pt x="209636" y="34700"/>
                  <a:pt x="211337" y="36185"/>
                  <a:pt x="213139" y="37657"/>
                </a:cubicBezTo>
                <a:cubicBezTo>
                  <a:pt x="219117" y="42899"/>
                  <a:pt x="225399" y="47785"/>
                  <a:pt x="231936" y="52316"/>
                </a:cubicBezTo>
                <a:cubicBezTo>
                  <a:pt x="234575" y="54220"/>
                  <a:pt x="237203" y="55933"/>
                  <a:pt x="239741" y="57659"/>
                </a:cubicBezTo>
                <a:cubicBezTo>
                  <a:pt x="246493" y="61847"/>
                  <a:pt x="253055" y="65591"/>
                  <a:pt x="259680" y="68891"/>
                </a:cubicBezTo>
                <a:cubicBezTo>
                  <a:pt x="262472" y="70326"/>
                  <a:pt x="265277" y="71671"/>
                  <a:pt x="268158" y="72915"/>
                </a:cubicBezTo>
                <a:cubicBezTo>
                  <a:pt x="325271" y="98133"/>
                  <a:pt x="374020" y="89414"/>
                  <a:pt x="392119" y="104746"/>
                </a:cubicBezTo>
                <a:cubicBezTo>
                  <a:pt x="403541" y="114315"/>
                  <a:pt x="408009" y="128860"/>
                  <a:pt x="409633" y="141387"/>
                </a:cubicBezTo>
                <a:cubicBezTo>
                  <a:pt x="409735" y="141590"/>
                  <a:pt x="409773" y="141806"/>
                  <a:pt x="409773" y="142021"/>
                </a:cubicBezTo>
                <a:close/>
              </a:path>
            </a:pathLst>
          </a:custGeom>
          <a:gradFill>
            <a:gsLst>
              <a:gs pos="0">
                <a:srgbClr val="78A7FF"/>
              </a:gs>
              <a:gs pos="50000">
                <a:srgbClr val="5A90F9"/>
              </a:gs>
              <a:gs pos="100000">
                <a:srgbClr val="3D79F3"/>
              </a:gs>
            </a:gsLst>
            <a:lin ang="21456696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38"/>
          <p:cNvSpPr/>
          <p:nvPr/>
        </p:nvSpPr>
        <p:spPr>
          <a:xfrm>
            <a:off x="1411653" y="5257666"/>
            <a:ext cx="409170" cy="48648"/>
          </a:xfrm>
          <a:custGeom>
            <a:rect b="b" l="l" r="r" t="t"/>
            <a:pathLst>
              <a:path extrusionOk="0" h="64864" w="409170">
                <a:moveTo>
                  <a:pt x="389326" y="40059"/>
                </a:moveTo>
                <a:cubicBezTo>
                  <a:pt x="363943" y="52293"/>
                  <a:pt x="314825" y="69047"/>
                  <a:pt x="248942" y="59033"/>
                </a:cubicBezTo>
                <a:cubicBezTo>
                  <a:pt x="150314" y="43866"/>
                  <a:pt x="59505" y="58817"/>
                  <a:pt x="23371" y="63945"/>
                </a:cubicBezTo>
                <a:cubicBezTo>
                  <a:pt x="10679" y="65709"/>
                  <a:pt x="2963" y="47712"/>
                  <a:pt x="-58" y="22963"/>
                </a:cubicBezTo>
                <a:cubicBezTo>
                  <a:pt x="-172" y="21871"/>
                  <a:pt x="-299" y="20793"/>
                  <a:pt x="-350" y="19650"/>
                </a:cubicBezTo>
                <a:cubicBezTo>
                  <a:pt x="57157" y="-8272"/>
                  <a:pt x="147230" y="-7561"/>
                  <a:pt x="219218" y="21529"/>
                </a:cubicBezTo>
                <a:cubicBezTo>
                  <a:pt x="298022" y="53258"/>
                  <a:pt x="385481" y="30413"/>
                  <a:pt x="408440" y="5156"/>
                </a:cubicBezTo>
                <a:cubicBezTo>
                  <a:pt x="408516" y="5093"/>
                  <a:pt x="408567" y="5156"/>
                  <a:pt x="408630" y="5156"/>
                </a:cubicBezTo>
                <a:cubicBezTo>
                  <a:pt x="408694" y="5156"/>
                  <a:pt x="408630" y="5156"/>
                  <a:pt x="408630" y="5156"/>
                </a:cubicBezTo>
                <a:cubicBezTo>
                  <a:pt x="408630" y="5156"/>
                  <a:pt x="408630" y="5359"/>
                  <a:pt x="408630" y="5423"/>
                </a:cubicBezTo>
                <a:cubicBezTo>
                  <a:pt x="410154" y="19891"/>
                  <a:pt x="402424" y="33751"/>
                  <a:pt x="389326" y="40059"/>
                </a:cubicBezTo>
                <a:close/>
              </a:path>
            </a:pathLst>
          </a:custGeom>
          <a:solidFill>
            <a:srgbClr val="070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8"/>
          <p:cNvSpPr/>
          <p:nvPr/>
        </p:nvSpPr>
        <p:spPr>
          <a:xfrm>
            <a:off x="1438597" y="5181624"/>
            <a:ext cx="119678" cy="31624"/>
          </a:xfrm>
          <a:custGeom>
            <a:rect b="b" l="l" r="r" t="t"/>
            <a:pathLst>
              <a:path extrusionOk="0" h="42165" w="119678">
                <a:moveTo>
                  <a:pt x="119245" y="13604"/>
                </a:moveTo>
                <a:cubicBezTo>
                  <a:pt x="118864" y="21930"/>
                  <a:pt x="115183" y="30218"/>
                  <a:pt x="108546" y="35333"/>
                </a:cubicBezTo>
                <a:cubicBezTo>
                  <a:pt x="103710" y="38798"/>
                  <a:pt x="97986" y="40841"/>
                  <a:pt x="92046" y="41234"/>
                </a:cubicBezTo>
                <a:cubicBezTo>
                  <a:pt x="86094" y="41615"/>
                  <a:pt x="80103" y="41158"/>
                  <a:pt x="74278" y="39877"/>
                </a:cubicBezTo>
                <a:cubicBezTo>
                  <a:pt x="66904" y="38544"/>
                  <a:pt x="59652" y="36653"/>
                  <a:pt x="52575" y="34203"/>
                </a:cubicBezTo>
                <a:cubicBezTo>
                  <a:pt x="33451" y="27641"/>
                  <a:pt x="15817" y="17349"/>
                  <a:pt x="691" y="3933"/>
                </a:cubicBezTo>
                <a:cubicBezTo>
                  <a:pt x="363" y="3654"/>
                  <a:pt x="15" y="3388"/>
                  <a:pt x="-350" y="3159"/>
                </a:cubicBezTo>
                <a:cubicBezTo>
                  <a:pt x="1200" y="2017"/>
                  <a:pt x="2910" y="1116"/>
                  <a:pt x="4727" y="481"/>
                </a:cubicBezTo>
                <a:cubicBezTo>
                  <a:pt x="31379" y="-8860"/>
                  <a:pt x="85624" y="56122"/>
                  <a:pt x="116161" y="19214"/>
                </a:cubicBezTo>
                <a:cubicBezTo>
                  <a:pt x="119562" y="15242"/>
                  <a:pt x="118153" y="7893"/>
                  <a:pt x="116161" y="-801"/>
                </a:cubicBezTo>
                <a:cubicBezTo>
                  <a:pt x="118572" y="3591"/>
                  <a:pt x="119651" y="8604"/>
                  <a:pt x="119245" y="13604"/>
                </a:cubicBezTo>
                <a:close/>
              </a:path>
            </a:pathLst>
          </a:custGeom>
          <a:solidFill>
            <a:srgbClr val="070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38"/>
          <p:cNvSpPr/>
          <p:nvPr/>
        </p:nvSpPr>
        <p:spPr>
          <a:xfrm>
            <a:off x="1193583" y="3127973"/>
            <a:ext cx="823632" cy="300164"/>
          </a:xfrm>
          <a:custGeom>
            <a:rect b="b" l="l" r="r" t="t"/>
            <a:pathLst>
              <a:path extrusionOk="0" h="400219" w="823632">
                <a:moveTo>
                  <a:pt x="822954" y="64585"/>
                </a:moveTo>
                <a:cubicBezTo>
                  <a:pt x="822954" y="64585"/>
                  <a:pt x="669992" y="350556"/>
                  <a:pt x="557861" y="389571"/>
                </a:cubicBezTo>
                <a:cubicBezTo>
                  <a:pt x="419723" y="437546"/>
                  <a:pt x="151863" y="300576"/>
                  <a:pt x="59555" y="187264"/>
                </a:cubicBezTo>
                <a:cubicBezTo>
                  <a:pt x="34502" y="156575"/>
                  <a:pt x="-350" y="41879"/>
                  <a:pt x="-350" y="41879"/>
                </a:cubicBezTo>
                <a:cubicBezTo>
                  <a:pt x="-350" y="41879"/>
                  <a:pt x="81182" y="5847"/>
                  <a:pt x="112848" y="9579"/>
                </a:cubicBezTo>
                <a:cubicBezTo>
                  <a:pt x="234359" y="23755"/>
                  <a:pt x="407298" y="243108"/>
                  <a:pt x="527591" y="221049"/>
                </a:cubicBezTo>
                <a:cubicBezTo>
                  <a:pt x="592319" y="209221"/>
                  <a:pt x="739810" y="-118"/>
                  <a:pt x="739810" y="-118"/>
                </a:cubicBezTo>
                <a:cubicBezTo>
                  <a:pt x="746054" y="-8114"/>
                  <a:pt x="829135" y="56589"/>
                  <a:pt x="822954" y="64585"/>
                </a:cubicBezTo>
                <a:close/>
              </a:path>
            </a:pathLst>
          </a:custGeom>
          <a:solidFill>
            <a:srgbClr val="FFC0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38"/>
          <p:cNvSpPr/>
          <p:nvPr/>
        </p:nvSpPr>
        <p:spPr>
          <a:xfrm>
            <a:off x="1043363" y="3781202"/>
            <a:ext cx="518206" cy="1367210"/>
          </a:xfrm>
          <a:custGeom>
            <a:rect b="b" l="l" r="r" t="t"/>
            <a:pathLst>
              <a:path extrusionOk="0" h="1822947" w="518206">
                <a:moveTo>
                  <a:pt x="517856" y="1807780"/>
                </a:moveTo>
                <a:lnTo>
                  <a:pt x="397842" y="-801"/>
                </a:lnTo>
                <a:lnTo>
                  <a:pt x="-350" y="1484"/>
                </a:lnTo>
                <a:cubicBezTo>
                  <a:pt x="53793" y="377262"/>
                  <a:pt x="219967" y="1122093"/>
                  <a:pt x="379300" y="1810420"/>
                </a:cubicBezTo>
                <a:cubicBezTo>
                  <a:pt x="379630" y="1827668"/>
                  <a:pt x="518186" y="1825130"/>
                  <a:pt x="517856" y="18077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38"/>
          <p:cNvSpPr/>
          <p:nvPr/>
        </p:nvSpPr>
        <p:spPr>
          <a:xfrm>
            <a:off x="922613" y="5096002"/>
            <a:ext cx="130420" cy="102746"/>
          </a:xfrm>
          <a:custGeom>
            <a:rect b="b" l="l" r="r" t="t"/>
            <a:pathLst>
              <a:path extrusionOk="0" h="136995" w="130420">
                <a:moveTo>
                  <a:pt x="130071" y="26157"/>
                </a:moveTo>
                <a:lnTo>
                  <a:pt x="130071" y="27426"/>
                </a:lnTo>
                <a:cubicBezTo>
                  <a:pt x="123230" y="47187"/>
                  <a:pt x="125223" y="92027"/>
                  <a:pt x="126974" y="136194"/>
                </a:cubicBezTo>
                <a:lnTo>
                  <a:pt x="-350" y="133808"/>
                </a:lnTo>
                <a:cubicBezTo>
                  <a:pt x="10476" y="84843"/>
                  <a:pt x="16416" y="39128"/>
                  <a:pt x="13611" y="-801"/>
                </a:cubicBezTo>
                <a:close/>
              </a:path>
            </a:pathLst>
          </a:custGeom>
          <a:solidFill>
            <a:srgbClr val="FDCCC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38"/>
          <p:cNvSpPr/>
          <p:nvPr/>
        </p:nvSpPr>
        <p:spPr>
          <a:xfrm>
            <a:off x="876288" y="5143940"/>
            <a:ext cx="404626" cy="170727"/>
          </a:xfrm>
          <a:custGeom>
            <a:rect b="b" l="l" r="r" t="t"/>
            <a:pathLst>
              <a:path extrusionOk="0" h="227636" w="404626">
                <a:moveTo>
                  <a:pt x="403998" y="190145"/>
                </a:moveTo>
                <a:lnTo>
                  <a:pt x="403998" y="190234"/>
                </a:lnTo>
                <a:lnTo>
                  <a:pt x="403998" y="190501"/>
                </a:lnTo>
                <a:cubicBezTo>
                  <a:pt x="402472" y="204944"/>
                  <a:pt x="392082" y="216887"/>
                  <a:pt x="377992" y="220403"/>
                </a:cubicBezTo>
                <a:cubicBezTo>
                  <a:pt x="350680" y="227319"/>
                  <a:pt x="299214" y="233805"/>
                  <a:pt x="236669" y="210642"/>
                </a:cubicBezTo>
                <a:cubicBezTo>
                  <a:pt x="143181" y="175867"/>
                  <a:pt x="51191" y="172123"/>
                  <a:pt x="14842" y="169800"/>
                </a:cubicBezTo>
                <a:cubicBezTo>
                  <a:pt x="2023" y="169001"/>
                  <a:pt x="-1873" y="149874"/>
                  <a:pt x="158" y="124947"/>
                </a:cubicBezTo>
                <a:cubicBezTo>
                  <a:pt x="246" y="123843"/>
                  <a:pt x="335" y="122751"/>
                  <a:pt x="500" y="121673"/>
                </a:cubicBezTo>
                <a:cubicBezTo>
                  <a:pt x="4549" y="81630"/>
                  <a:pt x="23498" y="29023"/>
                  <a:pt x="46292" y="14072"/>
                </a:cubicBezTo>
                <a:cubicBezTo>
                  <a:pt x="47680" y="13145"/>
                  <a:pt x="49140" y="12333"/>
                  <a:pt x="50658" y="11635"/>
                </a:cubicBezTo>
                <a:cubicBezTo>
                  <a:pt x="52414" y="10835"/>
                  <a:pt x="54279" y="10302"/>
                  <a:pt x="56192" y="10048"/>
                </a:cubicBezTo>
                <a:cubicBezTo>
                  <a:pt x="84190" y="6241"/>
                  <a:pt x="124182" y="80907"/>
                  <a:pt x="161534" y="50929"/>
                </a:cubicBezTo>
                <a:cubicBezTo>
                  <a:pt x="165659" y="47718"/>
                  <a:pt x="165773" y="40242"/>
                  <a:pt x="165557" y="31333"/>
                </a:cubicBezTo>
                <a:cubicBezTo>
                  <a:pt x="165481" y="27335"/>
                  <a:pt x="165354" y="22969"/>
                  <a:pt x="165418" y="18641"/>
                </a:cubicBezTo>
                <a:cubicBezTo>
                  <a:pt x="165704" y="14300"/>
                  <a:pt x="167194" y="10125"/>
                  <a:pt x="169720" y="6584"/>
                </a:cubicBezTo>
                <a:cubicBezTo>
                  <a:pt x="176066" y="-3011"/>
                  <a:pt x="190103" y="-3214"/>
                  <a:pt x="197299" y="5733"/>
                </a:cubicBezTo>
                <a:cubicBezTo>
                  <a:pt x="203023" y="12866"/>
                  <a:pt x="211184" y="22651"/>
                  <a:pt x="222442" y="35356"/>
                </a:cubicBezTo>
                <a:cubicBezTo>
                  <a:pt x="224485" y="37628"/>
                  <a:pt x="226364" y="40255"/>
                  <a:pt x="228343" y="42882"/>
                </a:cubicBezTo>
                <a:cubicBezTo>
                  <a:pt x="229727" y="44595"/>
                  <a:pt x="231098" y="46385"/>
                  <a:pt x="232557" y="48200"/>
                </a:cubicBezTo>
                <a:cubicBezTo>
                  <a:pt x="237355" y="54546"/>
                  <a:pt x="242513" y="60600"/>
                  <a:pt x="248003" y="66349"/>
                </a:cubicBezTo>
                <a:cubicBezTo>
                  <a:pt x="250199" y="68748"/>
                  <a:pt x="252432" y="70956"/>
                  <a:pt x="254565" y="73165"/>
                </a:cubicBezTo>
                <a:cubicBezTo>
                  <a:pt x="260339" y="78635"/>
                  <a:pt x="265987" y="83635"/>
                  <a:pt x="271826" y="88192"/>
                </a:cubicBezTo>
                <a:cubicBezTo>
                  <a:pt x="274275" y="90159"/>
                  <a:pt x="276737" y="91999"/>
                  <a:pt x="279314" y="93852"/>
                </a:cubicBezTo>
                <a:cubicBezTo>
                  <a:pt x="330081" y="130088"/>
                  <a:pt x="379655" y="131420"/>
                  <a:pt x="394276" y="150089"/>
                </a:cubicBezTo>
                <a:cubicBezTo>
                  <a:pt x="403554" y="161779"/>
                  <a:pt x="404975" y="176895"/>
                  <a:pt x="404023" y="189510"/>
                </a:cubicBezTo>
                <a:cubicBezTo>
                  <a:pt x="404058" y="189726"/>
                  <a:pt x="404050" y="189942"/>
                  <a:pt x="403998" y="190145"/>
                </a:cubicBezTo>
                <a:close/>
              </a:path>
            </a:pathLst>
          </a:custGeom>
          <a:gradFill>
            <a:gsLst>
              <a:gs pos="0">
                <a:srgbClr val="78A7FF"/>
              </a:gs>
              <a:gs pos="50000">
                <a:srgbClr val="5A90F9"/>
              </a:gs>
              <a:gs pos="100000">
                <a:srgbClr val="3D79F3"/>
              </a:gs>
            </a:gsLst>
            <a:lin ang="556227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38"/>
          <p:cNvSpPr/>
          <p:nvPr/>
        </p:nvSpPr>
        <p:spPr>
          <a:xfrm>
            <a:off x="876240" y="5231684"/>
            <a:ext cx="404369" cy="82964"/>
          </a:xfrm>
          <a:custGeom>
            <a:rect b="b" l="l" r="r" t="t"/>
            <a:pathLst>
              <a:path extrusionOk="0" h="110618" w="404369">
                <a:moveTo>
                  <a:pt x="378041" y="103435"/>
                </a:moveTo>
                <a:cubicBezTo>
                  <a:pt x="350741" y="110289"/>
                  <a:pt x="299212" y="116774"/>
                  <a:pt x="236718" y="93637"/>
                </a:cubicBezTo>
                <a:cubicBezTo>
                  <a:pt x="143204" y="58837"/>
                  <a:pt x="51227" y="55131"/>
                  <a:pt x="14814" y="52846"/>
                </a:cubicBezTo>
                <a:cubicBezTo>
                  <a:pt x="2123" y="52009"/>
                  <a:pt x="-1888" y="32831"/>
                  <a:pt x="155" y="7980"/>
                </a:cubicBezTo>
                <a:cubicBezTo>
                  <a:pt x="257" y="6889"/>
                  <a:pt x="358" y="5798"/>
                  <a:pt x="549" y="4668"/>
                </a:cubicBezTo>
                <a:cubicBezTo>
                  <a:pt x="62497" y="-11019"/>
                  <a:pt x="150566" y="7854"/>
                  <a:pt x="215192" y="50891"/>
                </a:cubicBezTo>
                <a:cubicBezTo>
                  <a:pt x="285936" y="97965"/>
                  <a:pt x="376200" y="93155"/>
                  <a:pt x="403818" y="73115"/>
                </a:cubicBezTo>
                <a:cubicBezTo>
                  <a:pt x="403880" y="73076"/>
                  <a:pt x="403956" y="73102"/>
                  <a:pt x="403989" y="73166"/>
                </a:cubicBezTo>
                <a:cubicBezTo>
                  <a:pt x="403992" y="73166"/>
                  <a:pt x="403994" y="73178"/>
                  <a:pt x="403996" y="73178"/>
                </a:cubicBezTo>
                <a:cubicBezTo>
                  <a:pt x="403996" y="73254"/>
                  <a:pt x="403996" y="73178"/>
                  <a:pt x="403996" y="73178"/>
                </a:cubicBezTo>
                <a:cubicBezTo>
                  <a:pt x="404027" y="73267"/>
                  <a:pt x="404027" y="73356"/>
                  <a:pt x="403996" y="73445"/>
                </a:cubicBezTo>
                <a:cubicBezTo>
                  <a:pt x="402545" y="87913"/>
                  <a:pt x="392158" y="99920"/>
                  <a:pt x="378041" y="103435"/>
                </a:cubicBezTo>
                <a:close/>
              </a:path>
            </a:pathLst>
          </a:custGeom>
          <a:solidFill>
            <a:srgbClr val="070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38"/>
          <p:cNvSpPr/>
          <p:nvPr/>
        </p:nvSpPr>
        <p:spPr>
          <a:xfrm>
            <a:off x="927271" y="5151970"/>
            <a:ext cx="116088" cy="43519"/>
          </a:xfrm>
          <a:custGeom>
            <a:rect b="b" l="l" r="r" t="t"/>
            <a:pathLst>
              <a:path extrusionOk="0" h="58026" w="116088">
                <a:moveTo>
                  <a:pt x="114752" y="35360"/>
                </a:moveTo>
                <a:cubicBezTo>
                  <a:pt x="112696" y="43445"/>
                  <a:pt x="107416" y="50806"/>
                  <a:pt x="99877" y="54486"/>
                </a:cubicBezTo>
                <a:cubicBezTo>
                  <a:pt x="94413" y="56911"/>
                  <a:pt x="88381" y="57748"/>
                  <a:pt x="82464" y="56911"/>
                </a:cubicBezTo>
                <a:cubicBezTo>
                  <a:pt x="76547" y="56073"/>
                  <a:pt x="70776" y="54423"/>
                  <a:pt x="65317" y="51986"/>
                </a:cubicBezTo>
                <a:cubicBezTo>
                  <a:pt x="58370" y="49194"/>
                  <a:pt x="51650" y="45869"/>
                  <a:pt x="45214" y="42036"/>
                </a:cubicBezTo>
                <a:cubicBezTo>
                  <a:pt x="27804" y="31743"/>
                  <a:pt x="12611" y="18112"/>
                  <a:pt x="513" y="1904"/>
                </a:cubicBezTo>
                <a:cubicBezTo>
                  <a:pt x="248" y="1562"/>
                  <a:pt x="-40" y="1232"/>
                  <a:pt x="-350" y="927"/>
                </a:cubicBezTo>
                <a:cubicBezTo>
                  <a:pt x="1405" y="128"/>
                  <a:pt x="3271" y="-406"/>
                  <a:pt x="5184" y="-659"/>
                </a:cubicBezTo>
                <a:cubicBezTo>
                  <a:pt x="33182" y="-4467"/>
                  <a:pt x="73174" y="70199"/>
                  <a:pt x="110526" y="40221"/>
                </a:cubicBezTo>
                <a:cubicBezTo>
                  <a:pt x="114650" y="37010"/>
                  <a:pt x="114765" y="29534"/>
                  <a:pt x="114549" y="20625"/>
                </a:cubicBezTo>
                <a:cubicBezTo>
                  <a:pt x="116063" y="25410"/>
                  <a:pt x="116134" y="30537"/>
                  <a:pt x="114752" y="35360"/>
                </a:cubicBezTo>
                <a:close/>
              </a:path>
            </a:pathLst>
          </a:custGeom>
          <a:solidFill>
            <a:srgbClr val="070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38"/>
          <p:cNvSpPr/>
          <p:nvPr/>
        </p:nvSpPr>
        <p:spPr>
          <a:xfrm>
            <a:off x="905489" y="3720642"/>
            <a:ext cx="435675" cy="1409517"/>
          </a:xfrm>
          <a:custGeom>
            <a:rect b="b" l="l" r="r" t="t"/>
            <a:pathLst>
              <a:path extrusionOk="0" h="1879356" w="435675">
                <a:moveTo>
                  <a:pt x="154608" y="1872940"/>
                </a:moveTo>
                <a:lnTo>
                  <a:pt x="435325" y="83993"/>
                </a:lnTo>
                <a:lnTo>
                  <a:pt x="12283" y="-801"/>
                </a:lnTo>
                <a:cubicBezTo>
                  <a:pt x="-10664" y="378151"/>
                  <a:pt x="1494" y="1141194"/>
                  <a:pt x="18375" y="1847531"/>
                </a:cubicBezTo>
                <a:cubicBezTo>
                  <a:pt x="15202" y="1864525"/>
                  <a:pt x="151448" y="1889934"/>
                  <a:pt x="154608" y="187294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38"/>
          <p:cNvSpPr/>
          <p:nvPr/>
        </p:nvSpPr>
        <p:spPr>
          <a:xfrm>
            <a:off x="904756" y="3117055"/>
            <a:ext cx="548133" cy="725819"/>
          </a:xfrm>
          <a:custGeom>
            <a:rect b="b" l="l" r="r" t="t"/>
            <a:pathLst>
              <a:path extrusionOk="0" h="967759" w="548133">
                <a:moveTo>
                  <a:pt x="534064" y="908208"/>
                </a:moveTo>
                <a:cubicBezTo>
                  <a:pt x="526170" y="980678"/>
                  <a:pt x="46826" y="988674"/>
                  <a:pt x="13789" y="917790"/>
                </a:cubicBezTo>
                <a:cubicBezTo>
                  <a:pt x="-35353" y="812373"/>
                  <a:pt x="60267" y="445808"/>
                  <a:pt x="49174" y="326112"/>
                </a:cubicBezTo>
                <a:cubicBezTo>
                  <a:pt x="38081" y="206415"/>
                  <a:pt x="-14145" y="106315"/>
                  <a:pt x="37130" y="54939"/>
                </a:cubicBezTo>
                <a:cubicBezTo>
                  <a:pt x="107049" y="-15196"/>
                  <a:pt x="349119" y="-15945"/>
                  <a:pt x="434180" y="34797"/>
                </a:cubicBezTo>
                <a:cubicBezTo>
                  <a:pt x="471176" y="56855"/>
                  <a:pt x="506878" y="144581"/>
                  <a:pt x="515623" y="186794"/>
                </a:cubicBezTo>
                <a:cubicBezTo>
                  <a:pt x="552290" y="363413"/>
                  <a:pt x="556402" y="702817"/>
                  <a:pt x="534064" y="90820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38"/>
          <p:cNvSpPr/>
          <p:nvPr/>
        </p:nvSpPr>
        <p:spPr>
          <a:xfrm>
            <a:off x="1084425" y="2829970"/>
            <a:ext cx="266964" cy="378682"/>
          </a:xfrm>
          <a:custGeom>
            <a:rect b="b" l="l" r="r" t="t"/>
            <a:pathLst>
              <a:path extrusionOk="0" h="504909" w="266964">
                <a:moveTo>
                  <a:pt x="230231" y="238127"/>
                </a:moveTo>
                <a:cubicBezTo>
                  <a:pt x="231031" y="252494"/>
                  <a:pt x="235663" y="300025"/>
                  <a:pt x="225700" y="313009"/>
                </a:cubicBezTo>
                <a:cubicBezTo>
                  <a:pt x="219354" y="321017"/>
                  <a:pt x="202855" y="324939"/>
                  <a:pt x="182383" y="324038"/>
                </a:cubicBezTo>
                <a:lnTo>
                  <a:pt x="182383" y="393234"/>
                </a:lnTo>
                <a:lnTo>
                  <a:pt x="162241" y="504109"/>
                </a:lnTo>
                <a:lnTo>
                  <a:pt x="36402" y="383372"/>
                </a:lnTo>
                <a:lnTo>
                  <a:pt x="36402" y="239790"/>
                </a:lnTo>
                <a:cubicBezTo>
                  <a:pt x="14826" y="219559"/>
                  <a:pt x="-16129" y="182436"/>
                  <a:pt x="9077" y="153143"/>
                </a:cubicBezTo>
                <a:cubicBezTo>
                  <a:pt x="27492" y="131719"/>
                  <a:pt x="51048" y="159794"/>
                  <a:pt x="53764" y="163106"/>
                </a:cubicBezTo>
                <a:cubicBezTo>
                  <a:pt x="52254" y="156760"/>
                  <a:pt x="21908" y="29969"/>
                  <a:pt x="122300" y="4167"/>
                </a:cubicBezTo>
                <a:cubicBezTo>
                  <a:pt x="225396" y="-22105"/>
                  <a:pt x="230180" y="64389"/>
                  <a:pt x="230180" y="64389"/>
                </a:cubicBezTo>
                <a:lnTo>
                  <a:pt x="236374" y="152242"/>
                </a:lnTo>
                <a:cubicBezTo>
                  <a:pt x="236374" y="152242"/>
                  <a:pt x="264296" y="202565"/>
                  <a:pt x="266568" y="221577"/>
                </a:cubicBezTo>
                <a:cubicBezTo>
                  <a:pt x="268129" y="234256"/>
                  <a:pt x="230231" y="238127"/>
                  <a:pt x="230231" y="238127"/>
                </a:cubicBezTo>
                <a:close/>
              </a:path>
            </a:pathLst>
          </a:custGeom>
          <a:solidFill>
            <a:srgbClr val="FDCCC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38"/>
          <p:cNvSpPr/>
          <p:nvPr/>
        </p:nvSpPr>
        <p:spPr>
          <a:xfrm>
            <a:off x="1001939" y="2749947"/>
            <a:ext cx="397020" cy="264482"/>
          </a:xfrm>
          <a:custGeom>
            <a:rect b="b" l="l" r="r" t="t"/>
            <a:pathLst>
              <a:path extrusionOk="0" h="352643" w="397020">
                <a:moveTo>
                  <a:pt x="251073" y="175326"/>
                </a:moveTo>
                <a:cubicBezTo>
                  <a:pt x="287765" y="185378"/>
                  <a:pt x="390682" y="197917"/>
                  <a:pt x="396343" y="130016"/>
                </a:cubicBezTo>
                <a:cubicBezTo>
                  <a:pt x="405227" y="24141"/>
                  <a:pt x="230601" y="57191"/>
                  <a:pt x="230601" y="57191"/>
                </a:cubicBezTo>
                <a:cubicBezTo>
                  <a:pt x="186179" y="-39623"/>
                  <a:pt x="23547" y="-9683"/>
                  <a:pt x="44031" y="105914"/>
                </a:cubicBezTo>
                <a:cubicBezTo>
                  <a:pt x="44031" y="105914"/>
                  <a:pt x="-6215" y="76063"/>
                  <a:pt x="219" y="186012"/>
                </a:cubicBezTo>
                <a:cubicBezTo>
                  <a:pt x="6654" y="295961"/>
                  <a:pt x="118849" y="351843"/>
                  <a:pt x="118849" y="351843"/>
                </a:cubicBezTo>
                <a:cubicBezTo>
                  <a:pt x="124370" y="351843"/>
                  <a:pt x="98543" y="252466"/>
                  <a:pt x="143319" y="252847"/>
                </a:cubicBezTo>
                <a:cubicBezTo>
                  <a:pt x="153866" y="252949"/>
                  <a:pt x="173285" y="282508"/>
                  <a:pt x="173285" y="282508"/>
                </a:cubicBezTo>
                <a:cubicBezTo>
                  <a:pt x="176242" y="260729"/>
                  <a:pt x="177574" y="240371"/>
                  <a:pt x="173285" y="224989"/>
                </a:cubicBezTo>
                <a:cubicBezTo>
                  <a:pt x="173285" y="224989"/>
                  <a:pt x="212946" y="222273"/>
                  <a:pt x="186306" y="180796"/>
                </a:cubicBezTo>
                <a:cubicBezTo>
                  <a:pt x="159666" y="139319"/>
                  <a:pt x="235424" y="171036"/>
                  <a:pt x="251073" y="17532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38"/>
          <p:cNvSpPr/>
          <p:nvPr/>
        </p:nvSpPr>
        <p:spPr>
          <a:xfrm>
            <a:off x="1104108" y="2913630"/>
            <a:ext cx="70995" cy="71741"/>
          </a:xfrm>
          <a:custGeom>
            <a:rect b="b" l="l" r="r" t="t"/>
            <a:pathLst>
              <a:path extrusionOk="0" h="95655" w="70995">
                <a:moveTo>
                  <a:pt x="67943" y="37497"/>
                </a:moveTo>
                <a:cubicBezTo>
                  <a:pt x="75431" y="63414"/>
                  <a:pt x="66826" y="88670"/>
                  <a:pt x="48715" y="93899"/>
                </a:cubicBezTo>
                <a:cubicBezTo>
                  <a:pt x="30604" y="99128"/>
                  <a:pt x="9853" y="82363"/>
                  <a:pt x="2352" y="56446"/>
                </a:cubicBezTo>
                <a:cubicBezTo>
                  <a:pt x="-5149" y="30529"/>
                  <a:pt x="3507" y="5399"/>
                  <a:pt x="21631" y="158"/>
                </a:cubicBezTo>
                <a:cubicBezTo>
                  <a:pt x="39755" y="-5084"/>
                  <a:pt x="60493" y="11707"/>
                  <a:pt x="67943" y="37497"/>
                </a:cubicBezTo>
                <a:close/>
              </a:path>
            </a:pathLst>
          </a:custGeom>
          <a:solidFill>
            <a:srgbClr val="FDCCC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38"/>
          <p:cNvSpPr/>
          <p:nvPr/>
        </p:nvSpPr>
        <p:spPr>
          <a:xfrm>
            <a:off x="1182313" y="3047422"/>
            <a:ext cx="84844" cy="55209"/>
          </a:xfrm>
          <a:custGeom>
            <a:rect b="b" l="l" r="r" t="t"/>
            <a:pathLst>
              <a:path extrusionOk="0" h="73612" w="84844">
                <a:moveTo>
                  <a:pt x="84495" y="34064"/>
                </a:moveTo>
                <a:cubicBezTo>
                  <a:pt x="84495" y="34064"/>
                  <a:pt x="47828" y="35016"/>
                  <a:pt x="-350" y="-801"/>
                </a:cubicBezTo>
                <a:cubicBezTo>
                  <a:pt x="-350" y="-801"/>
                  <a:pt x="15134" y="48393"/>
                  <a:pt x="84495" y="72812"/>
                </a:cubicBezTo>
                <a:close/>
              </a:path>
            </a:pathLst>
          </a:custGeom>
          <a:solidFill>
            <a:srgbClr val="F7B4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38"/>
          <p:cNvSpPr/>
          <p:nvPr/>
        </p:nvSpPr>
        <p:spPr>
          <a:xfrm>
            <a:off x="1283544" y="2920041"/>
            <a:ext cx="15509" cy="11632"/>
          </a:xfrm>
          <a:custGeom>
            <a:rect b="b" l="l" r="r" t="t"/>
            <a:pathLst>
              <a:path extrusionOk="0" h="15509" w="15509">
                <a:moveTo>
                  <a:pt x="15159" y="6941"/>
                </a:moveTo>
                <a:cubicBezTo>
                  <a:pt x="15166" y="11218"/>
                  <a:pt x="11700" y="14696"/>
                  <a:pt x="7417" y="14709"/>
                </a:cubicBezTo>
                <a:cubicBezTo>
                  <a:pt x="3135" y="14721"/>
                  <a:pt x="-342" y="11244"/>
                  <a:pt x="-350" y="6967"/>
                </a:cubicBezTo>
                <a:cubicBezTo>
                  <a:pt x="-356" y="2690"/>
                  <a:pt x="3110" y="-788"/>
                  <a:pt x="7392" y="-801"/>
                </a:cubicBezTo>
                <a:cubicBezTo>
                  <a:pt x="7401" y="-801"/>
                  <a:pt x="7408" y="-801"/>
                  <a:pt x="7417" y="-801"/>
                </a:cubicBezTo>
                <a:cubicBezTo>
                  <a:pt x="11679" y="-763"/>
                  <a:pt x="15125" y="2677"/>
                  <a:pt x="15159" y="6941"/>
                </a:cubicBezTo>
                <a:close/>
              </a:path>
            </a:pathLst>
          </a:custGeom>
          <a:solidFill>
            <a:srgbClr val="4709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38"/>
          <p:cNvSpPr/>
          <p:nvPr/>
        </p:nvSpPr>
        <p:spPr>
          <a:xfrm>
            <a:off x="1244871" y="2897444"/>
            <a:ext cx="54229" cy="23648"/>
          </a:xfrm>
          <a:custGeom>
            <a:rect b="b" l="l" r="r" t="t"/>
            <a:pathLst>
              <a:path extrusionOk="0" h="31531" w="54229">
                <a:moveTo>
                  <a:pt x="222" y="19848"/>
                </a:moveTo>
                <a:cubicBezTo>
                  <a:pt x="-2672" y="28606"/>
                  <a:pt x="5984" y="33581"/>
                  <a:pt x="13459" y="28986"/>
                </a:cubicBezTo>
                <a:cubicBezTo>
                  <a:pt x="17267" y="26689"/>
                  <a:pt x="19704" y="22844"/>
                  <a:pt x="22344" y="19303"/>
                </a:cubicBezTo>
                <a:cubicBezTo>
                  <a:pt x="33119" y="4720"/>
                  <a:pt x="39351" y="13274"/>
                  <a:pt x="48501" y="10418"/>
                </a:cubicBezTo>
                <a:cubicBezTo>
                  <a:pt x="52093" y="9289"/>
                  <a:pt x="55748" y="4923"/>
                  <a:pt x="52804" y="1255"/>
                </a:cubicBezTo>
                <a:cubicBezTo>
                  <a:pt x="50900" y="-1106"/>
                  <a:pt x="46661" y="-192"/>
                  <a:pt x="43920" y="-484"/>
                </a:cubicBezTo>
                <a:cubicBezTo>
                  <a:pt x="34858" y="-1525"/>
                  <a:pt x="25688" y="11"/>
                  <a:pt x="17457" y="3946"/>
                </a:cubicBezTo>
                <a:cubicBezTo>
                  <a:pt x="11213" y="6941"/>
                  <a:pt x="2341" y="13426"/>
                  <a:pt x="222" y="19848"/>
                </a:cubicBezTo>
                <a:close/>
              </a:path>
            </a:pathLst>
          </a:custGeom>
          <a:gradFill>
            <a:gsLst>
              <a:gs pos="0">
                <a:srgbClr val="771E24"/>
              </a:gs>
              <a:gs pos="50000">
                <a:srgbClr val="5F1319"/>
              </a:gs>
              <a:gs pos="100000">
                <a:srgbClr val="47090E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38"/>
          <p:cNvSpPr/>
          <p:nvPr/>
        </p:nvSpPr>
        <p:spPr>
          <a:xfrm>
            <a:off x="1273805" y="3024215"/>
            <a:ext cx="43015" cy="12533"/>
          </a:xfrm>
          <a:custGeom>
            <a:rect b="b" l="l" r="r" t="t"/>
            <a:pathLst>
              <a:path extrusionOk="0" h="16711" w="43015">
                <a:moveTo>
                  <a:pt x="42666" y="15521"/>
                </a:moveTo>
                <a:cubicBezTo>
                  <a:pt x="26687" y="17120"/>
                  <a:pt x="10124" y="13516"/>
                  <a:pt x="2966" y="9924"/>
                </a:cubicBezTo>
                <a:cubicBezTo>
                  <a:pt x="174" y="8642"/>
                  <a:pt x="-1094" y="5368"/>
                  <a:pt x="97" y="2537"/>
                </a:cubicBezTo>
                <a:cubicBezTo>
                  <a:pt x="1425" y="-293"/>
                  <a:pt x="4760" y="-1562"/>
                  <a:pt x="7636" y="-331"/>
                </a:cubicBezTo>
                <a:cubicBezTo>
                  <a:pt x="18672" y="3972"/>
                  <a:pt x="30589" y="5533"/>
                  <a:pt x="42361" y="4200"/>
                </a:cubicBezTo>
                <a:cubicBezTo>
                  <a:pt x="42666" y="7817"/>
                  <a:pt x="42666" y="11587"/>
                  <a:pt x="42666" y="15521"/>
                </a:cubicBezTo>
                <a:close/>
              </a:path>
            </a:pathLst>
          </a:custGeom>
          <a:solidFill>
            <a:srgbClr val="F7B4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38"/>
          <p:cNvSpPr/>
          <p:nvPr/>
        </p:nvSpPr>
        <p:spPr>
          <a:xfrm>
            <a:off x="1437731" y="3375241"/>
            <a:ext cx="374658" cy="351314"/>
          </a:xfrm>
          <a:custGeom>
            <a:rect b="b" l="l" r="r" t="t"/>
            <a:pathLst>
              <a:path extrusionOk="0" h="468418" w="374658">
                <a:moveTo>
                  <a:pt x="374037" y="68904"/>
                </a:moveTo>
                <a:lnTo>
                  <a:pt x="327598" y="438692"/>
                </a:lnTo>
                <a:cubicBezTo>
                  <a:pt x="325351" y="456765"/>
                  <a:pt x="308877" y="469609"/>
                  <a:pt x="290792" y="467363"/>
                </a:cubicBezTo>
                <a:lnTo>
                  <a:pt x="28630" y="434859"/>
                </a:lnTo>
                <a:cubicBezTo>
                  <a:pt x="10541" y="432638"/>
                  <a:pt x="-2322" y="416177"/>
                  <a:pt x="-101" y="398078"/>
                </a:cubicBezTo>
                <a:cubicBezTo>
                  <a:pt x="-93" y="398028"/>
                  <a:pt x="-87" y="397964"/>
                  <a:pt x="-79" y="397913"/>
                </a:cubicBezTo>
                <a:lnTo>
                  <a:pt x="46360" y="28125"/>
                </a:lnTo>
                <a:cubicBezTo>
                  <a:pt x="48612" y="10052"/>
                  <a:pt x="65087" y="-2792"/>
                  <a:pt x="83166" y="-546"/>
                </a:cubicBezTo>
                <a:lnTo>
                  <a:pt x="345303" y="31958"/>
                </a:lnTo>
                <a:cubicBezTo>
                  <a:pt x="363389" y="34166"/>
                  <a:pt x="376271" y="50615"/>
                  <a:pt x="374062" y="68714"/>
                </a:cubicBezTo>
                <a:cubicBezTo>
                  <a:pt x="374050" y="68777"/>
                  <a:pt x="374050" y="68840"/>
                  <a:pt x="374037" y="68904"/>
                </a:cubicBezTo>
                <a:close/>
              </a:path>
            </a:pathLst>
          </a:custGeom>
          <a:gradFill>
            <a:gsLst>
              <a:gs pos="0">
                <a:srgbClr val="5C5CA0"/>
              </a:gs>
              <a:gs pos="50000">
                <a:srgbClr val="4F4F94"/>
              </a:gs>
              <a:gs pos="100000">
                <a:srgbClr val="434389"/>
              </a:gs>
            </a:gsLst>
            <a:lin ang="21055168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38"/>
          <p:cNvSpPr/>
          <p:nvPr/>
        </p:nvSpPr>
        <p:spPr>
          <a:xfrm>
            <a:off x="1384493" y="3513495"/>
            <a:ext cx="147447" cy="104521"/>
          </a:xfrm>
          <a:custGeom>
            <a:rect b="b" l="l" r="r" t="t"/>
            <a:pathLst>
              <a:path extrusionOk="0" h="139361" w="147447">
                <a:moveTo>
                  <a:pt x="75839" y="33058"/>
                </a:moveTo>
                <a:lnTo>
                  <a:pt x="80091" y="-778"/>
                </a:lnTo>
                <a:cubicBezTo>
                  <a:pt x="80091" y="-778"/>
                  <a:pt x="50278" y="-2504"/>
                  <a:pt x="4409" y="24174"/>
                </a:cubicBezTo>
                <a:cubicBezTo>
                  <a:pt x="3513" y="24681"/>
                  <a:pt x="2664" y="25265"/>
                  <a:pt x="1871" y="25925"/>
                </a:cubicBezTo>
                <a:lnTo>
                  <a:pt x="-350" y="115542"/>
                </a:lnTo>
                <a:cubicBezTo>
                  <a:pt x="602" y="115999"/>
                  <a:pt x="1490" y="116329"/>
                  <a:pt x="2353" y="116735"/>
                </a:cubicBezTo>
                <a:cubicBezTo>
                  <a:pt x="167029" y="194485"/>
                  <a:pt x="171345" y="39772"/>
                  <a:pt x="113013" y="36447"/>
                </a:cubicBezTo>
                <a:cubicBezTo>
                  <a:pt x="103507" y="35888"/>
                  <a:pt x="75839" y="33058"/>
                  <a:pt x="75839" y="33058"/>
                </a:cubicBezTo>
                <a:close/>
              </a:path>
            </a:pathLst>
          </a:custGeom>
          <a:solidFill>
            <a:srgbClr val="FDCCC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38"/>
          <p:cNvSpPr/>
          <p:nvPr/>
        </p:nvSpPr>
        <p:spPr>
          <a:xfrm>
            <a:off x="848540" y="3151850"/>
            <a:ext cx="553989" cy="464916"/>
          </a:xfrm>
          <a:custGeom>
            <a:rect b="b" l="l" r="r" t="t"/>
            <a:pathLst>
              <a:path extrusionOk="0" h="619888" w="553989">
                <a:moveTo>
                  <a:pt x="541988" y="617511"/>
                </a:moveTo>
                <a:cubicBezTo>
                  <a:pt x="541988" y="617511"/>
                  <a:pt x="145154" y="636472"/>
                  <a:pt x="56464" y="542896"/>
                </a:cubicBezTo>
                <a:cubicBezTo>
                  <a:pt x="-21235" y="460818"/>
                  <a:pt x="-8975" y="210866"/>
                  <a:pt x="32273" y="108417"/>
                </a:cubicBezTo>
                <a:cubicBezTo>
                  <a:pt x="44965" y="77196"/>
                  <a:pt x="76618" y="6198"/>
                  <a:pt x="109693" y="-199"/>
                </a:cubicBezTo>
                <a:cubicBezTo>
                  <a:pt x="146322" y="-7357"/>
                  <a:pt x="204095" y="51025"/>
                  <a:pt x="217903" y="85509"/>
                </a:cubicBezTo>
                <a:cubicBezTo>
                  <a:pt x="250306" y="166406"/>
                  <a:pt x="144570" y="363929"/>
                  <a:pt x="197114" y="433416"/>
                </a:cubicBezTo>
                <a:cubicBezTo>
                  <a:pt x="250623" y="504198"/>
                  <a:pt x="538739" y="498335"/>
                  <a:pt x="538739" y="498335"/>
                </a:cubicBezTo>
                <a:cubicBezTo>
                  <a:pt x="556381" y="497776"/>
                  <a:pt x="559465" y="616965"/>
                  <a:pt x="541988" y="617511"/>
                </a:cubicBezTo>
                <a:close/>
              </a:path>
            </a:pathLst>
          </a:custGeom>
          <a:solidFill>
            <a:srgbClr val="FFC0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38"/>
          <p:cNvSpPr txBox="1"/>
          <p:nvPr/>
        </p:nvSpPr>
        <p:spPr>
          <a:xfrm>
            <a:off x="0" y="542638"/>
            <a:ext cx="1219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Training Objectives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39"/>
          <p:cNvSpPr/>
          <p:nvPr/>
        </p:nvSpPr>
        <p:spPr>
          <a:xfrm>
            <a:off x="0" y="2439688"/>
            <a:ext cx="12172974" cy="1230482"/>
          </a:xfrm>
          <a:custGeom>
            <a:rect b="b" l="l" r="r" t="t"/>
            <a:pathLst>
              <a:path extrusionOk="0" h="1230482" w="9135440">
                <a:moveTo>
                  <a:pt x="0" y="122293"/>
                </a:moveTo>
                <a:lnTo>
                  <a:pt x="1128410" y="122293"/>
                </a:lnTo>
                <a:lnTo>
                  <a:pt x="2236599" y="1230483"/>
                </a:lnTo>
                <a:lnTo>
                  <a:pt x="3369638" y="97445"/>
                </a:lnTo>
                <a:lnTo>
                  <a:pt x="4492810" y="1220616"/>
                </a:lnTo>
                <a:lnTo>
                  <a:pt x="5680538" y="32888"/>
                </a:lnTo>
                <a:lnTo>
                  <a:pt x="6849632" y="1201980"/>
                </a:lnTo>
                <a:lnTo>
                  <a:pt x="8051612" y="0"/>
                </a:lnTo>
                <a:lnTo>
                  <a:pt x="9135440" y="0"/>
                </a:lnTo>
              </a:path>
            </a:pathLst>
          </a:custGeom>
          <a:noFill/>
          <a:ln cap="flat" cmpd="sng" w="2070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39"/>
          <p:cNvSpPr/>
          <p:nvPr/>
        </p:nvSpPr>
        <p:spPr>
          <a:xfrm rot="2213652">
            <a:off x="2543299" y="3110404"/>
            <a:ext cx="973975" cy="973975"/>
          </a:xfrm>
          <a:custGeom>
            <a:rect b="b" l="l" r="r" t="t"/>
            <a:pathLst>
              <a:path extrusionOk="0" h="826453" w="826453">
                <a:moveTo>
                  <a:pt x="625717" y="0"/>
                </a:moveTo>
                <a:cubicBezTo>
                  <a:pt x="736580" y="0"/>
                  <a:pt x="826453" y="0"/>
                  <a:pt x="826453" y="0"/>
                </a:cubicBezTo>
                <a:lnTo>
                  <a:pt x="826453" y="826453"/>
                </a:lnTo>
                <a:cubicBezTo>
                  <a:pt x="826453" y="826453"/>
                  <a:pt x="736580" y="826453"/>
                  <a:pt x="625717" y="826453"/>
                </a:cubicBezTo>
                <a:lnTo>
                  <a:pt x="200736" y="826453"/>
                </a:lnTo>
                <a:cubicBezTo>
                  <a:pt x="89873" y="826453"/>
                  <a:pt x="0" y="826453"/>
                  <a:pt x="0" y="826453"/>
                </a:cubicBezTo>
                <a:lnTo>
                  <a:pt x="0" y="0"/>
                </a:lnTo>
                <a:cubicBezTo>
                  <a:pt x="0" y="0"/>
                  <a:pt x="89873" y="0"/>
                  <a:pt x="20073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39"/>
          <p:cNvSpPr/>
          <p:nvPr/>
        </p:nvSpPr>
        <p:spPr>
          <a:xfrm>
            <a:off x="2840817" y="3905771"/>
            <a:ext cx="378335" cy="450559"/>
          </a:xfrm>
          <a:custGeom>
            <a:rect b="b" l="l" r="r" t="t"/>
            <a:pathLst>
              <a:path extrusionOk="0" h="450559" w="283929">
                <a:moveTo>
                  <a:pt x="127043" y="432898"/>
                </a:moveTo>
                <a:cubicBezTo>
                  <a:pt x="106032" y="325489"/>
                  <a:pt x="62754" y="223660"/>
                  <a:pt x="0" y="133986"/>
                </a:cubicBezTo>
                <a:lnTo>
                  <a:pt x="142026" y="0"/>
                </a:lnTo>
                <a:lnTo>
                  <a:pt x="283929" y="133986"/>
                </a:lnTo>
                <a:cubicBezTo>
                  <a:pt x="220956" y="223380"/>
                  <a:pt x="177581" y="325075"/>
                  <a:pt x="156642" y="432411"/>
                </a:cubicBezTo>
                <a:cubicBezTo>
                  <a:pt x="156642" y="432411"/>
                  <a:pt x="152988" y="450560"/>
                  <a:pt x="142026" y="450560"/>
                </a:cubicBezTo>
                <a:cubicBezTo>
                  <a:pt x="131063" y="450560"/>
                  <a:pt x="127043" y="432898"/>
                  <a:pt x="127043" y="43289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39"/>
          <p:cNvSpPr/>
          <p:nvPr/>
        </p:nvSpPr>
        <p:spPr>
          <a:xfrm rot="-2213652">
            <a:off x="2703021" y="3265225"/>
            <a:ext cx="653287" cy="653287"/>
          </a:xfrm>
          <a:custGeom>
            <a:rect b="b" l="l" r="r" t="t"/>
            <a:pathLst>
              <a:path extrusionOk="0" h="554338" w="554338">
                <a:moveTo>
                  <a:pt x="419743" y="0"/>
                </a:moveTo>
                <a:cubicBezTo>
                  <a:pt x="494078" y="0"/>
                  <a:pt x="554339" y="0"/>
                  <a:pt x="554339" y="0"/>
                </a:cubicBezTo>
                <a:lnTo>
                  <a:pt x="554339" y="554339"/>
                </a:lnTo>
                <a:cubicBezTo>
                  <a:pt x="554339" y="554339"/>
                  <a:pt x="494078" y="554339"/>
                  <a:pt x="419743" y="554339"/>
                </a:cubicBezTo>
                <a:lnTo>
                  <a:pt x="134596" y="554339"/>
                </a:lnTo>
                <a:cubicBezTo>
                  <a:pt x="60260" y="554339"/>
                  <a:pt x="0" y="554339"/>
                  <a:pt x="0" y="554339"/>
                </a:cubicBezTo>
                <a:lnTo>
                  <a:pt x="0" y="0"/>
                </a:lnTo>
                <a:cubicBezTo>
                  <a:pt x="0" y="0"/>
                  <a:pt x="60260" y="0"/>
                  <a:pt x="13459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39"/>
          <p:cNvSpPr/>
          <p:nvPr/>
        </p:nvSpPr>
        <p:spPr>
          <a:xfrm>
            <a:off x="2893645" y="4896408"/>
            <a:ext cx="272999" cy="204877"/>
          </a:xfrm>
          <a:custGeom>
            <a:rect b="b" l="l" r="r" t="t"/>
            <a:pathLst>
              <a:path extrusionOk="0" h="204877" w="204877">
                <a:moveTo>
                  <a:pt x="204877" y="102439"/>
                </a:moveTo>
                <a:cubicBezTo>
                  <a:pt x="204877" y="159014"/>
                  <a:pt x="159014" y="204878"/>
                  <a:pt x="102439" y="204878"/>
                </a:cubicBezTo>
                <a:cubicBezTo>
                  <a:pt x="45863" y="204878"/>
                  <a:pt x="0" y="159014"/>
                  <a:pt x="0" y="102439"/>
                </a:cubicBezTo>
                <a:cubicBezTo>
                  <a:pt x="0" y="45864"/>
                  <a:pt x="45863" y="0"/>
                  <a:pt x="102439" y="0"/>
                </a:cubicBezTo>
                <a:cubicBezTo>
                  <a:pt x="159014" y="0"/>
                  <a:pt x="204877" y="45864"/>
                  <a:pt x="204877" y="10243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39"/>
          <p:cNvSpPr/>
          <p:nvPr/>
        </p:nvSpPr>
        <p:spPr>
          <a:xfrm>
            <a:off x="2933631" y="4925300"/>
            <a:ext cx="193143" cy="144948"/>
          </a:xfrm>
          <a:custGeom>
            <a:rect b="b" l="l" r="r" t="t"/>
            <a:pathLst>
              <a:path extrusionOk="0" h="144948" w="144948">
                <a:moveTo>
                  <a:pt x="144949" y="72474"/>
                </a:moveTo>
                <a:cubicBezTo>
                  <a:pt x="144949" y="112501"/>
                  <a:pt x="112501" y="144949"/>
                  <a:pt x="72475" y="144949"/>
                </a:cubicBezTo>
                <a:cubicBezTo>
                  <a:pt x="32448" y="144949"/>
                  <a:pt x="0" y="112501"/>
                  <a:pt x="0" y="72474"/>
                </a:cubicBezTo>
                <a:cubicBezTo>
                  <a:pt x="0" y="32448"/>
                  <a:pt x="32448" y="0"/>
                  <a:pt x="72475" y="0"/>
                </a:cubicBezTo>
                <a:cubicBezTo>
                  <a:pt x="112501" y="0"/>
                  <a:pt x="144949" y="32448"/>
                  <a:pt x="144949" y="7247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39"/>
          <p:cNvSpPr/>
          <p:nvPr/>
        </p:nvSpPr>
        <p:spPr>
          <a:xfrm>
            <a:off x="3005477" y="4314168"/>
            <a:ext cx="49502" cy="583571"/>
          </a:xfrm>
          <a:custGeom>
            <a:rect b="b" l="l" r="r" t="t"/>
            <a:pathLst>
              <a:path extrusionOk="0" h="583571" w="37150">
                <a:moveTo>
                  <a:pt x="0" y="0"/>
                </a:moveTo>
                <a:lnTo>
                  <a:pt x="37151" y="0"/>
                </a:lnTo>
                <a:lnTo>
                  <a:pt x="37151" y="583572"/>
                </a:lnTo>
                <a:lnTo>
                  <a:pt x="0" y="58357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39"/>
          <p:cNvSpPr/>
          <p:nvPr/>
        </p:nvSpPr>
        <p:spPr>
          <a:xfrm rot="2213652">
            <a:off x="4067610" y="2074829"/>
            <a:ext cx="973975" cy="973975"/>
          </a:xfrm>
          <a:custGeom>
            <a:rect b="b" l="l" r="r" t="t"/>
            <a:pathLst>
              <a:path extrusionOk="0" h="826453" w="826453">
                <a:moveTo>
                  <a:pt x="625717" y="0"/>
                </a:moveTo>
                <a:cubicBezTo>
                  <a:pt x="736581" y="0"/>
                  <a:pt x="826453" y="0"/>
                  <a:pt x="826453" y="0"/>
                </a:cubicBezTo>
                <a:lnTo>
                  <a:pt x="826453" y="826453"/>
                </a:lnTo>
                <a:cubicBezTo>
                  <a:pt x="826453" y="826453"/>
                  <a:pt x="736581" y="826453"/>
                  <a:pt x="625717" y="826453"/>
                </a:cubicBezTo>
                <a:lnTo>
                  <a:pt x="200736" y="826453"/>
                </a:lnTo>
                <a:cubicBezTo>
                  <a:pt x="89873" y="826453"/>
                  <a:pt x="0" y="826453"/>
                  <a:pt x="0" y="826453"/>
                </a:cubicBezTo>
                <a:lnTo>
                  <a:pt x="0" y="0"/>
                </a:lnTo>
                <a:cubicBezTo>
                  <a:pt x="0" y="0"/>
                  <a:pt x="89873" y="0"/>
                  <a:pt x="20073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39"/>
          <p:cNvSpPr/>
          <p:nvPr/>
        </p:nvSpPr>
        <p:spPr>
          <a:xfrm>
            <a:off x="4365500" y="2869541"/>
            <a:ext cx="377849" cy="451412"/>
          </a:xfrm>
          <a:custGeom>
            <a:rect b="b" l="l" r="r" t="t"/>
            <a:pathLst>
              <a:path extrusionOk="0" h="451412" w="283564">
                <a:moveTo>
                  <a:pt x="127043" y="433751"/>
                </a:moveTo>
                <a:cubicBezTo>
                  <a:pt x="105995" y="326501"/>
                  <a:pt x="62718" y="224841"/>
                  <a:pt x="0" y="135326"/>
                </a:cubicBezTo>
                <a:lnTo>
                  <a:pt x="141660" y="0"/>
                </a:lnTo>
                <a:lnTo>
                  <a:pt x="283564" y="134961"/>
                </a:lnTo>
                <a:cubicBezTo>
                  <a:pt x="220554" y="224342"/>
                  <a:pt x="177179" y="326038"/>
                  <a:pt x="156277" y="433385"/>
                </a:cubicBezTo>
                <a:cubicBezTo>
                  <a:pt x="156277" y="433385"/>
                  <a:pt x="152623" y="451413"/>
                  <a:pt x="141660" y="451413"/>
                </a:cubicBezTo>
                <a:cubicBezTo>
                  <a:pt x="130697" y="451413"/>
                  <a:pt x="127043" y="433751"/>
                  <a:pt x="127043" y="43375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39"/>
          <p:cNvSpPr/>
          <p:nvPr/>
        </p:nvSpPr>
        <p:spPr>
          <a:xfrm rot="-2213652">
            <a:off x="4227267" y="2235483"/>
            <a:ext cx="653287" cy="653287"/>
          </a:xfrm>
          <a:custGeom>
            <a:rect b="b" l="l" r="r" t="t"/>
            <a:pathLst>
              <a:path extrusionOk="0" h="554338" w="554338">
                <a:moveTo>
                  <a:pt x="419743" y="0"/>
                </a:moveTo>
                <a:cubicBezTo>
                  <a:pt x="494078" y="0"/>
                  <a:pt x="554338" y="0"/>
                  <a:pt x="554338" y="0"/>
                </a:cubicBezTo>
                <a:lnTo>
                  <a:pt x="554338" y="554339"/>
                </a:lnTo>
                <a:cubicBezTo>
                  <a:pt x="554338" y="554339"/>
                  <a:pt x="494078" y="554339"/>
                  <a:pt x="419743" y="554339"/>
                </a:cubicBezTo>
                <a:lnTo>
                  <a:pt x="134595" y="554339"/>
                </a:lnTo>
                <a:cubicBezTo>
                  <a:pt x="60260" y="554339"/>
                  <a:pt x="0" y="554339"/>
                  <a:pt x="0" y="554339"/>
                </a:cubicBezTo>
                <a:lnTo>
                  <a:pt x="0" y="0"/>
                </a:lnTo>
                <a:cubicBezTo>
                  <a:pt x="0" y="0"/>
                  <a:pt x="60261" y="0"/>
                  <a:pt x="1345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39"/>
          <p:cNvSpPr/>
          <p:nvPr/>
        </p:nvSpPr>
        <p:spPr>
          <a:xfrm rot="-4349732">
            <a:off x="4449745" y="3829816"/>
            <a:ext cx="209454" cy="270476"/>
          </a:xfrm>
          <a:custGeom>
            <a:rect b="b" l="l" r="r" t="t"/>
            <a:pathLst>
              <a:path extrusionOk="0" h="204877" w="204877">
                <a:moveTo>
                  <a:pt x="204877" y="102439"/>
                </a:moveTo>
                <a:cubicBezTo>
                  <a:pt x="204877" y="159014"/>
                  <a:pt x="159014" y="204878"/>
                  <a:pt x="102438" y="204878"/>
                </a:cubicBezTo>
                <a:cubicBezTo>
                  <a:pt x="45863" y="204878"/>
                  <a:pt x="0" y="159014"/>
                  <a:pt x="0" y="102439"/>
                </a:cubicBezTo>
                <a:cubicBezTo>
                  <a:pt x="0" y="45864"/>
                  <a:pt x="45863" y="0"/>
                  <a:pt x="102438" y="0"/>
                </a:cubicBezTo>
                <a:cubicBezTo>
                  <a:pt x="159014" y="0"/>
                  <a:pt x="204877" y="45864"/>
                  <a:pt x="204877" y="1024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39"/>
          <p:cNvSpPr/>
          <p:nvPr/>
        </p:nvSpPr>
        <p:spPr>
          <a:xfrm>
            <a:off x="4457824" y="3891872"/>
            <a:ext cx="193143" cy="144948"/>
          </a:xfrm>
          <a:custGeom>
            <a:rect b="b" l="l" r="r" t="t"/>
            <a:pathLst>
              <a:path extrusionOk="0" h="144948" w="144948">
                <a:moveTo>
                  <a:pt x="144949" y="72474"/>
                </a:moveTo>
                <a:cubicBezTo>
                  <a:pt x="144949" y="112501"/>
                  <a:pt x="112501" y="144949"/>
                  <a:pt x="72474" y="144949"/>
                </a:cubicBezTo>
                <a:cubicBezTo>
                  <a:pt x="32448" y="144949"/>
                  <a:pt x="0" y="112501"/>
                  <a:pt x="0" y="72474"/>
                </a:cubicBezTo>
                <a:cubicBezTo>
                  <a:pt x="0" y="32448"/>
                  <a:pt x="32448" y="0"/>
                  <a:pt x="72474" y="0"/>
                </a:cubicBezTo>
                <a:cubicBezTo>
                  <a:pt x="112501" y="0"/>
                  <a:pt x="144949" y="32448"/>
                  <a:pt x="144949" y="7247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39"/>
          <p:cNvSpPr/>
          <p:nvPr/>
        </p:nvSpPr>
        <p:spPr>
          <a:xfrm>
            <a:off x="4529672" y="3280741"/>
            <a:ext cx="49502" cy="583571"/>
          </a:xfrm>
          <a:custGeom>
            <a:rect b="b" l="l" r="r" t="t"/>
            <a:pathLst>
              <a:path extrusionOk="0" h="583571" w="37150">
                <a:moveTo>
                  <a:pt x="0" y="0"/>
                </a:moveTo>
                <a:lnTo>
                  <a:pt x="37151" y="0"/>
                </a:lnTo>
                <a:lnTo>
                  <a:pt x="37151" y="583572"/>
                </a:lnTo>
                <a:lnTo>
                  <a:pt x="0" y="58357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39"/>
          <p:cNvSpPr/>
          <p:nvPr/>
        </p:nvSpPr>
        <p:spPr>
          <a:xfrm rot="-2213652">
            <a:off x="5590869" y="3148655"/>
            <a:ext cx="973975" cy="973975"/>
          </a:xfrm>
          <a:custGeom>
            <a:rect b="b" l="l" r="r" t="t"/>
            <a:pathLst>
              <a:path extrusionOk="0" h="826453" w="826453">
                <a:moveTo>
                  <a:pt x="625717" y="0"/>
                </a:moveTo>
                <a:cubicBezTo>
                  <a:pt x="736581" y="0"/>
                  <a:pt x="826453" y="0"/>
                  <a:pt x="826453" y="0"/>
                </a:cubicBezTo>
                <a:lnTo>
                  <a:pt x="826453" y="826453"/>
                </a:lnTo>
                <a:cubicBezTo>
                  <a:pt x="826453" y="826453"/>
                  <a:pt x="736581" y="826453"/>
                  <a:pt x="625717" y="826453"/>
                </a:cubicBezTo>
                <a:lnTo>
                  <a:pt x="200736" y="826453"/>
                </a:lnTo>
                <a:cubicBezTo>
                  <a:pt x="89873" y="826453"/>
                  <a:pt x="0" y="826453"/>
                  <a:pt x="0" y="826453"/>
                </a:cubicBezTo>
                <a:lnTo>
                  <a:pt x="0" y="0"/>
                </a:lnTo>
                <a:cubicBezTo>
                  <a:pt x="0" y="0"/>
                  <a:pt x="89873" y="0"/>
                  <a:pt x="20073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39"/>
          <p:cNvSpPr/>
          <p:nvPr/>
        </p:nvSpPr>
        <p:spPr>
          <a:xfrm>
            <a:off x="5889531" y="3943441"/>
            <a:ext cx="378498" cy="451412"/>
          </a:xfrm>
          <a:custGeom>
            <a:rect b="b" l="l" r="r" t="t"/>
            <a:pathLst>
              <a:path extrusionOk="0" h="451412" w="284051">
                <a:moveTo>
                  <a:pt x="126922" y="433385"/>
                </a:moveTo>
                <a:cubicBezTo>
                  <a:pt x="105886" y="326147"/>
                  <a:pt x="62657" y="224500"/>
                  <a:pt x="0" y="134961"/>
                </a:cubicBezTo>
                <a:lnTo>
                  <a:pt x="142148" y="0"/>
                </a:lnTo>
                <a:lnTo>
                  <a:pt x="284051" y="134961"/>
                </a:lnTo>
                <a:cubicBezTo>
                  <a:pt x="221053" y="224330"/>
                  <a:pt x="177715" y="326038"/>
                  <a:pt x="156886" y="433385"/>
                </a:cubicBezTo>
                <a:cubicBezTo>
                  <a:pt x="156886" y="433385"/>
                  <a:pt x="153110" y="451413"/>
                  <a:pt x="142148" y="451413"/>
                </a:cubicBezTo>
                <a:cubicBezTo>
                  <a:pt x="131185" y="451413"/>
                  <a:pt x="126922" y="433385"/>
                  <a:pt x="126922" y="43338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39"/>
          <p:cNvSpPr/>
          <p:nvPr/>
        </p:nvSpPr>
        <p:spPr>
          <a:xfrm rot="-2213652">
            <a:off x="5751705" y="3303239"/>
            <a:ext cx="653287" cy="653287"/>
          </a:xfrm>
          <a:custGeom>
            <a:rect b="b" l="l" r="r" t="t"/>
            <a:pathLst>
              <a:path extrusionOk="0" h="554338" w="554338">
                <a:moveTo>
                  <a:pt x="419743" y="0"/>
                </a:moveTo>
                <a:cubicBezTo>
                  <a:pt x="494078" y="0"/>
                  <a:pt x="554339" y="0"/>
                  <a:pt x="554339" y="0"/>
                </a:cubicBezTo>
                <a:lnTo>
                  <a:pt x="554339" y="554339"/>
                </a:lnTo>
                <a:cubicBezTo>
                  <a:pt x="554339" y="554339"/>
                  <a:pt x="494078" y="554339"/>
                  <a:pt x="419743" y="554339"/>
                </a:cubicBezTo>
                <a:lnTo>
                  <a:pt x="134596" y="554339"/>
                </a:lnTo>
                <a:cubicBezTo>
                  <a:pt x="60260" y="554339"/>
                  <a:pt x="0" y="554339"/>
                  <a:pt x="0" y="554339"/>
                </a:cubicBezTo>
                <a:lnTo>
                  <a:pt x="0" y="0"/>
                </a:lnTo>
                <a:cubicBezTo>
                  <a:pt x="0" y="0"/>
                  <a:pt x="60261" y="0"/>
                  <a:pt x="13459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39"/>
          <p:cNvSpPr/>
          <p:nvPr/>
        </p:nvSpPr>
        <p:spPr>
          <a:xfrm>
            <a:off x="5942196" y="4934443"/>
            <a:ext cx="272999" cy="204877"/>
          </a:xfrm>
          <a:custGeom>
            <a:rect b="b" l="l" r="r" t="t"/>
            <a:pathLst>
              <a:path extrusionOk="0" h="204877" w="204877">
                <a:moveTo>
                  <a:pt x="204878" y="102439"/>
                </a:moveTo>
                <a:cubicBezTo>
                  <a:pt x="204878" y="159014"/>
                  <a:pt x="159014" y="204878"/>
                  <a:pt x="102439" y="204878"/>
                </a:cubicBezTo>
                <a:cubicBezTo>
                  <a:pt x="45864" y="204878"/>
                  <a:pt x="0" y="159014"/>
                  <a:pt x="0" y="102439"/>
                </a:cubicBezTo>
                <a:cubicBezTo>
                  <a:pt x="0" y="45863"/>
                  <a:pt x="45864" y="0"/>
                  <a:pt x="102439" y="0"/>
                </a:cubicBezTo>
                <a:cubicBezTo>
                  <a:pt x="159014" y="0"/>
                  <a:pt x="204878" y="45863"/>
                  <a:pt x="204878" y="10243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39"/>
          <p:cNvSpPr/>
          <p:nvPr/>
        </p:nvSpPr>
        <p:spPr>
          <a:xfrm>
            <a:off x="5982183" y="4964433"/>
            <a:ext cx="193143" cy="144948"/>
          </a:xfrm>
          <a:custGeom>
            <a:rect b="b" l="l" r="r" t="t"/>
            <a:pathLst>
              <a:path extrusionOk="0" h="144948" w="144948">
                <a:moveTo>
                  <a:pt x="144949" y="72475"/>
                </a:moveTo>
                <a:cubicBezTo>
                  <a:pt x="144949" y="112501"/>
                  <a:pt x="112501" y="144949"/>
                  <a:pt x="72474" y="144949"/>
                </a:cubicBezTo>
                <a:cubicBezTo>
                  <a:pt x="32448" y="144949"/>
                  <a:pt x="0" y="112501"/>
                  <a:pt x="0" y="72475"/>
                </a:cubicBezTo>
                <a:cubicBezTo>
                  <a:pt x="0" y="32448"/>
                  <a:pt x="32448" y="0"/>
                  <a:pt x="72474" y="0"/>
                </a:cubicBezTo>
                <a:cubicBezTo>
                  <a:pt x="112501" y="0"/>
                  <a:pt x="144949" y="32448"/>
                  <a:pt x="144949" y="7247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39"/>
          <p:cNvSpPr/>
          <p:nvPr/>
        </p:nvSpPr>
        <p:spPr>
          <a:xfrm>
            <a:off x="6054191" y="4352203"/>
            <a:ext cx="49502" cy="583571"/>
          </a:xfrm>
          <a:custGeom>
            <a:rect b="b" l="l" r="r" t="t"/>
            <a:pathLst>
              <a:path extrusionOk="0" h="583571" w="37150">
                <a:moveTo>
                  <a:pt x="0" y="0"/>
                </a:moveTo>
                <a:lnTo>
                  <a:pt x="37151" y="0"/>
                </a:lnTo>
                <a:lnTo>
                  <a:pt x="37151" y="583572"/>
                </a:lnTo>
                <a:lnTo>
                  <a:pt x="0" y="58357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39"/>
          <p:cNvSpPr/>
          <p:nvPr/>
        </p:nvSpPr>
        <p:spPr>
          <a:xfrm rot="2213652">
            <a:off x="7116242" y="2074890"/>
            <a:ext cx="973975" cy="973975"/>
          </a:xfrm>
          <a:custGeom>
            <a:rect b="b" l="l" r="r" t="t"/>
            <a:pathLst>
              <a:path extrusionOk="0" h="826453" w="826453">
                <a:moveTo>
                  <a:pt x="625717" y="0"/>
                </a:moveTo>
                <a:cubicBezTo>
                  <a:pt x="736581" y="0"/>
                  <a:pt x="826453" y="0"/>
                  <a:pt x="826453" y="0"/>
                </a:cubicBezTo>
                <a:lnTo>
                  <a:pt x="826453" y="826453"/>
                </a:lnTo>
                <a:cubicBezTo>
                  <a:pt x="826453" y="826453"/>
                  <a:pt x="736581" y="826453"/>
                  <a:pt x="625717" y="826453"/>
                </a:cubicBezTo>
                <a:lnTo>
                  <a:pt x="200736" y="826453"/>
                </a:lnTo>
                <a:cubicBezTo>
                  <a:pt x="89873" y="826453"/>
                  <a:pt x="0" y="826453"/>
                  <a:pt x="0" y="826453"/>
                </a:cubicBezTo>
                <a:lnTo>
                  <a:pt x="0" y="0"/>
                </a:lnTo>
                <a:cubicBezTo>
                  <a:pt x="0" y="0"/>
                  <a:pt x="89873" y="0"/>
                  <a:pt x="20073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39"/>
          <p:cNvSpPr/>
          <p:nvPr/>
        </p:nvSpPr>
        <p:spPr>
          <a:xfrm>
            <a:off x="7413725" y="2869540"/>
            <a:ext cx="378335" cy="451777"/>
          </a:xfrm>
          <a:custGeom>
            <a:rect b="b" l="l" r="r" t="t"/>
            <a:pathLst>
              <a:path extrusionOk="0" h="451777" w="283929">
                <a:moveTo>
                  <a:pt x="127043" y="433751"/>
                </a:moveTo>
                <a:cubicBezTo>
                  <a:pt x="105934" y="326513"/>
                  <a:pt x="62657" y="224866"/>
                  <a:pt x="0" y="135326"/>
                </a:cubicBezTo>
                <a:lnTo>
                  <a:pt x="141904" y="0"/>
                </a:lnTo>
                <a:lnTo>
                  <a:pt x="283929" y="134961"/>
                </a:lnTo>
                <a:cubicBezTo>
                  <a:pt x="220992" y="224464"/>
                  <a:pt x="177776" y="326306"/>
                  <a:pt x="157130" y="433751"/>
                </a:cubicBezTo>
                <a:cubicBezTo>
                  <a:pt x="157130" y="433751"/>
                  <a:pt x="153475" y="451778"/>
                  <a:pt x="142391" y="451778"/>
                </a:cubicBezTo>
                <a:cubicBezTo>
                  <a:pt x="131307" y="451778"/>
                  <a:pt x="127043" y="433751"/>
                  <a:pt x="127043" y="43375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39"/>
          <p:cNvSpPr/>
          <p:nvPr/>
        </p:nvSpPr>
        <p:spPr>
          <a:xfrm rot="-2213652">
            <a:off x="7273019" y="2235511"/>
            <a:ext cx="653287" cy="653287"/>
          </a:xfrm>
          <a:custGeom>
            <a:rect b="b" l="l" r="r" t="t"/>
            <a:pathLst>
              <a:path extrusionOk="0" h="554338" w="554338">
                <a:moveTo>
                  <a:pt x="419743" y="0"/>
                </a:moveTo>
                <a:cubicBezTo>
                  <a:pt x="494078" y="0"/>
                  <a:pt x="554339" y="0"/>
                  <a:pt x="554339" y="0"/>
                </a:cubicBezTo>
                <a:lnTo>
                  <a:pt x="554339" y="554339"/>
                </a:lnTo>
                <a:cubicBezTo>
                  <a:pt x="554339" y="554339"/>
                  <a:pt x="494078" y="554339"/>
                  <a:pt x="419743" y="554339"/>
                </a:cubicBezTo>
                <a:lnTo>
                  <a:pt x="134595" y="554339"/>
                </a:lnTo>
                <a:cubicBezTo>
                  <a:pt x="60260" y="554339"/>
                  <a:pt x="0" y="554339"/>
                  <a:pt x="0" y="554339"/>
                </a:cubicBezTo>
                <a:lnTo>
                  <a:pt x="0" y="0"/>
                </a:lnTo>
                <a:cubicBezTo>
                  <a:pt x="0" y="0"/>
                  <a:pt x="60261" y="0"/>
                  <a:pt x="1345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39"/>
          <p:cNvSpPr/>
          <p:nvPr/>
        </p:nvSpPr>
        <p:spPr>
          <a:xfrm rot="-2213652">
            <a:off x="7482175" y="3844705"/>
            <a:ext cx="241448" cy="241448"/>
          </a:xfrm>
          <a:custGeom>
            <a:rect b="b" l="l" r="r" t="t"/>
            <a:pathLst>
              <a:path extrusionOk="0" h="204877" w="204877">
                <a:moveTo>
                  <a:pt x="204878" y="102439"/>
                </a:moveTo>
                <a:cubicBezTo>
                  <a:pt x="204878" y="159014"/>
                  <a:pt x="159014" y="204878"/>
                  <a:pt x="102439" y="204878"/>
                </a:cubicBezTo>
                <a:cubicBezTo>
                  <a:pt x="45863" y="204878"/>
                  <a:pt x="0" y="159014"/>
                  <a:pt x="0" y="102439"/>
                </a:cubicBezTo>
                <a:cubicBezTo>
                  <a:pt x="0" y="45864"/>
                  <a:pt x="45863" y="0"/>
                  <a:pt x="102439" y="0"/>
                </a:cubicBezTo>
                <a:cubicBezTo>
                  <a:pt x="159014" y="0"/>
                  <a:pt x="204878" y="45864"/>
                  <a:pt x="204878" y="102439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39"/>
          <p:cNvSpPr/>
          <p:nvPr/>
        </p:nvSpPr>
        <p:spPr>
          <a:xfrm>
            <a:off x="7506375" y="3891872"/>
            <a:ext cx="193143" cy="144948"/>
          </a:xfrm>
          <a:custGeom>
            <a:rect b="b" l="l" r="r" t="t"/>
            <a:pathLst>
              <a:path extrusionOk="0" h="144948" w="144948">
                <a:moveTo>
                  <a:pt x="144949" y="72474"/>
                </a:moveTo>
                <a:cubicBezTo>
                  <a:pt x="144949" y="112501"/>
                  <a:pt x="112501" y="144949"/>
                  <a:pt x="72474" y="144949"/>
                </a:cubicBezTo>
                <a:cubicBezTo>
                  <a:pt x="32448" y="144949"/>
                  <a:pt x="0" y="112501"/>
                  <a:pt x="0" y="72474"/>
                </a:cubicBezTo>
                <a:cubicBezTo>
                  <a:pt x="0" y="32448"/>
                  <a:pt x="32448" y="0"/>
                  <a:pt x="72474" y="0"/>
                </a:cubicBezTo>
                <a:cubicBezTo>
                  <a:pt x="112501" y="0"/>
                  <a:pt x="144949" y="32448"/>
                  <a:pt x="144949" y="7247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39"/>
          <p:cNvSpPr/>
          <p:nvPr/>
        </p:nvSpPr>
        <p:spPr>
          <a:xfrm>
            <a:off x="7578384" y="3280741"/>
            <a:ext cx="49502" cy="583571"/>
          </a:xfrm>
          <a:custGeom>
            <a:rect b="b" l="l" r="r" t="t"/>
            <a:pathLst>
              <a:path extrusionOk="0" h="583571" w="37150">
                <a:moveTo>
                  <a:pt x="0" y="0"/>
                </a:moveTo>
                <a:lnTo>
                  <a:pt x="37151" y="0"/>
                </a:lnTo>
                <a:lnTo>
                  <a:pt x="37151" y="583572"/>
                </a:lnTo>
                <a:lnTo>
                  <a:pt x="0" y="583572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39"/>
          <p:cNvSpPr/>
          <p:nvPr/>
        </p:nvSpPr>
        <p:spPr>
          <a:xfrm rot="2213652">
            <a:off x="8640513" y="3148428"/>
            <a:ext cx="973975" cy="973975"/>
          </a:xfrm>
          <a:custGeom>
            <a:rect b="b" l="l" r="r" t="t"/>
            <a:pathLst>
              <a:path extrusionOk="0" h="826453" w="826453">
                <a:moveTo>
                  <a:pt x="625717" y="0"/>
                </a:moveTo>
                <a:cubicBezTo>
                  <a:pt x="736580" y="0"/>
                  <a:pt x="826453" y="0"/>
                  <a:pt x="826453" y="0"/>
                </a:cubicBezTo>
                <a:lnTo>
                  <a:pt x="826453" y="826453"/>
                </a:lnTo>
                <a:cubicBezTo>
                  <a:pt x="826453" y="826453"/>
                  <a:pt x="736580" y="826453"/>
                  <a:pt x="625717" y="826453"/>
                </a:cubicBezTo>
                <a:lnTo>
                  <a:pt x="200736" y="826453"/>
                </a:lnTo>
                <a:cubicBezTo>
                  <a:pt x="89873" y="826453"/>
                  <a:pt x="0" y="826453"/>
                  <a:pt x="0" y="826453"/>
                </a:cubicBezTo>
                <a:lnTo>
                  <a:pt x="0" y="0"/>
                </a:lnTo>
                <a:cubicBezTo>
                  <a:pt x="0" y="0"/>
                  <a:pt x="89873" y="0"/>
                  <a:pt x="20073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39"/>
          <p:cNvSpPr/>
          <p:nvPr/>
        </p:nvSpPr>
        <p:spPr>
          <a:xfrm>
            <a:off x="8938081" y="3943441"/>
            <a:ext cx="378335" cy="451412"/>
          </a:xfrm>
          <a:custGeom>
            <a:rect b="b" l="l" r="r" t="t"/>
            <a:pathLst>
              <a:path extrusionOk="0" h="451412" w="283929">
                <a:moveTo>
                  <a:pt x="127043" y="433385"/>
                </a:moveTo>
                <a:cubicBezTo>
                  <a:pt x="105995" y="326135"/>
                  <a:pt x="62718" y="224476"/>
                  <a:pt x="0" y="134961"/>
                </a:cubicBezTo>
                <a:lnTo>
                  <a:pt x="141904" y="0"/>
                </a:lnTo>
                <a:lnTo>
                  <a:pt x="283929" y="134961"/>
                </a:lnTo>
                <a:cubicBezTo>
                  <a:pt x="220920" y="224342"/>
                  <a:pt x="177544" y="326038"/>
                  <a:pt x="156642" y="433385"/>
                </a:cubicBezTo>
                <a:cubicBezTo>
                  <a:pt x="156642" y="433385"/>
                  <a:pt x="152988" y="451413"/>
                  <a:pt x="141904" y="451413"/>
                </a:cubicBezTo>
                <a:cubicBezTo>
                  <a:pt x="130819" y="451413"/>
                  <a:pt x="127043" y="433385"/>
                  <a:pt x="127043" y="433385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39"/>
          <p:cNvSpPr/>
          <p:nvPr/>
        </p:nvSpPr>
        <p:spPr>
          <a:xfrm rot="-2213652">
            <a:off x="8799993" y="3303315"/>
            <a:ext cx="653287" cy="653287"/>
          </a:xfrm>
          <a:custGeom>
            <a:rect b="b" l="l" r="r" t="t"/>
            <a:pathLst>
              <a:path extrusionOk="0" h="554338" w="554338">
                <a:moveTo>
                  <a:pt x="419743" y="0"/>
                </a:moveTo>
                <a:cubicBezTo>
                  <a:pt x="494078" y="0"/>
                  <a:pt x="554338" y="0"/>
                  <a:pt x="554338" y="0"/>
                </a:cubicBezTo>
                <a:lnTo>
                  <a:pt x="554338" y="554339"/>
                </a:lnTo>
                <a:cubicBezTo>
                  <a:pt x="554338" y="554339"/>
                  <a:pt x="494078" y="554339"/>
                  <a:pt x="419743" y="554339"/>
                </a:cubicBezTo>
                <a:lnTo>
                  <a:pt x="134596" y="554339"/>
                </a:lnTo>
                <a:cubicBezTo>
                  <a:pt x="60261" y="554339"/>
                  <a:pt x="0" y="554339"/>
                  <a:pt x="0" y="554339"/>
                </a:cubicBezTo>
                <a:lnTo>
                  <a:pt x="0" y="0"/>
                </a:lnTo>
                <a:cubicBezTo>
                  <a:pt x="0" y="0"/>
                  <a:pt x="60261" y="0"/>
                  <a:pt x="13459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39"/>
          <p:cNvSpPr/>
          <p:nvPr/>
        </p:nvSpPr>
        <p:spPr>
          <a:xfrm rot="-2468356">
            <a:off x="9008831" y="4882410"/>
            <a:ext cx="236675" cy="246782"/>
          </a:xfrm>
          <a:custGeom>
            <a:rect b="b" l="l" r="r" t="t"/>
            <a:pathLst>
              <a:path extrusionOk="0" h="204877" w="204877">
                <a:moveTo>
                  <a:pt x="204877" y="102439"/>
                </a:moveTo>
                <a:cubicBezTo>
                  <a:pt x="204877" y="159014"/>
                  <a:pt x="159014" y="204877"/>
                  <a:pt x="102439" y="204877"/>
                </a:cubicBezTo>
                <a:cubicBezTo>
                  <a:pt x="45863" y="204877"/>
                  <a:pt x="0" y="159014"/>
                  <a:pt x="0" y="102439"/>
                </a:cubicBezTo>
                <a:cubicBezTo>
                  <a:pt x="0" y="45863"/>
                  <a:pt x="45863" y="0"/>
                  <a:pt x="102439" y="0"/>
                </a:cubicBezTo>
                <a:cubicBezTo>
                  <a:pt x="159014" y="0"/>
                  <a:pt x="204877" y="45863"/>
                  <a:pt x="204877" y="102439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39"/>
          <p:cNvSpPr/>
          <p:nvPr/>
        </p:nvSpPr>
        <p:spPr>
          <a:xfrm>
            <a:off x="9030407" y="4932371"/>
            <a:ext cx="193143" cy="144948"/>
          </a:xfrm>
          <a:custGeom>
            <a:rect b="b" l="l" r="r" t="t"/>
            <a:pathLst>
              <a:path extrusionOk="0" h="144948" w="144948">
                <a:moveTo>
                  <a:pt x="144949" y="72475"/>
                </a:moveTo>
                <a:cubicBezTo>
                  <a:pt x="144949" y="112501"/>
                  <a:pt x="112502" y="144949"/>
                  <a:pt x="72475" y="144949"/>
                </a:cubicBezTo>
                <a:cubicBezTo>
                  <a:pt x="32448" y="144949"/>
                  <a:pt x="0" y="112501"/>
                  <a:pt x="0" y="72475"/>
                </a:cubicBezTo>
                <a:cubicBezTo>
                  <a:pt x="0" y="32448"/>
                  <a:pt x="32448" y="0"/>
                  <a:pt x="72475" y="0"/>
                </a:cubicBezTo>
                <a:cubicBezTo>
                  <a:pt x="112501" y="0"/>
                  <a:pt x="144949" y="32448"/>
                  <a:pt x="144949" y="7247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39"/>
          <p:cNvSpPr/>
          <p:nvPr/>
        </p:nvSpPr>
        <p:spPr>
          <a:xfrm>
            <a:off x="9102416" y="4321239"/>
            <a:ext cx="49502" cy="583571"/>
          </a:xfrm>
          <a:custGeom>
            <a:rect b="b" l="l" r="r" t="t"/>
            <a:pathLst>
              <a:path extrusionOk="0" h="583571" w="37150">
                <a:moveTo>
                  <a:pt x="0" y="0"/>
                </a:moveTo>
                <a:lnTo>
                  <a:pt x="37151" y="0"/>
                </a:lnTo>
                <a:lnTo>
                  <a:pt x="37151" y="583572"/>
                </a:lnTo>
                <a:lnTo>
                  <a:pt x="0" y="58357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39"/>
          <p:cNvSpPr/>
          <p:nvPr/>
        </p:nvSpPr>
        <p:spPr>
          <a:xfrm rot="2213652">
            <a:off x="10164875" y="2074951"/>
            <a:ext cx="973975" cy="973975"/>
          </a:xfrm>
          <a:custGeom>
            <a:rect b="b" l="l" r="r" t="t"/>
            <a:pathLst>
              <a:path extrusionOk="0" h="826453" w="826453">
                <a:moveTo>
                  <a:pt x="625717" y="0"/>
                </a:moveTo>
                <a:cubicBezTo>
                  <a:pt x="736580" y="0"/>
                  <a:pt x="826453" y="0"/>
                  <a:pt x="826453" y="0"/>
                </a:cubicBezTo>
                <a:lnTo>
                  <a:pt x="826453" y="826453"/>
                </a:lnTo>
                <a:cubicBezTo>
                  <a:pt x="826453" y="826453"/>
                  <a:pt x="736580" y="826453"/>
                  <a:pt x="625717" y="826453"/>
                </a:cubicBezTo>
                <a:lnTo>
                  <a:pt x="200736" y="826453"/>
                </a:lnTo>
                <a:cubicBezTo>
                  <a:pt x="89873" y="826453"/>
                  <a:pt x="0" y="826453"/>
                  <a:pt x="0" y="826453"/>
                </a:cubicBezTo>
                <a:lnTo>
                  <a:pt x="0" y="0"/>
                </a:lnTo>
                <a:cubicBezTo>
                  <a:pt x="0" y="0"/>
                  <a:pt x="89873" y="0"/>
                  <a:pt x="20073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39"/>
          <p:cNvSpPr/>
          <p:nvPr/>
        </p:nvSpPr>
        <p:spPr>
          <a:xfrm>
            <a:off x="10462439" y="2869540"/>
            <a:ext cx="378823" cy="451777"/>
          </a:xfrm>
          <a:custGeom>
            <a:rect b="b" l="l" r="r" t="t"/>
            <a:pathLst>
              <a:path extrusionOk="0" h="451777" w="284295">
                <a:moveTo>
                  <a:pt x="127044" y="433751"/>
                </a:moveTo>
                <a:cubicBezTo>
                  <a:pt x="105935" y="326513"/>
                  <a:pt x="62669" y="224866"/>
                  <a:pt x="0" y="135326"/>
                </a:cubicBezTo>
                <a:lnTo>
                  <a:pt x="141904" y="0"/>
                </a:lnTo>
                <a:lnTo>
                  <a:pt x="284295" y="135326"/>
                </a:lnTo>
                <a:cubicBezTo>
                  <a:pt x="221297" y="224695"/>
                  <a:pt x="177959" y="326403"/>
                  <a:pt x="157130" y="433751"/>
                </a:cubicBezTo>
                <a:cubicBezTo>
                  <a:pt x="157130" y="433751"/>
                  <a:pt x="153476" y="451778"/>
                  <a:pt x="142391" y="451778"/>
                </a:cubicBezTo>
                <a:cubicBezTo>
                  <a:pt x="131307" y="451778"/>
                  <a:pt x="127044" y="433751"/>
                  <a:pt x="127044" y="43375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39"/>
          <p:cNvSpPr/>
          <p:nvPr/>
        </p:nvSpPr>
        <p:spPr>
          <a:xfrm rot="-2213652">
            <a:off x="10324695" y="2235483"/>
            <a:ext cx="653287" cy="653287"/>
          </a:xfrm>
          <a:custGeom>
            <a:rect b="b" l="l" r="r" t="t"/>
            <a:pathLst>
              <a:path extrusionOk="0" h="554338" w="554338">
                <a:moveTo>
                  <a:pt x="419743" y="0"/>
                </a:moveTo>
                <a:cubicBezTo>
                  <a:pt x="494078" y="0"/>
                  <a:pt x="554339" y="0"/>
                  <a:pt x="554339" y="0"/>
                </a:cubicBezTo>
                <a:lnTo>
                  <a:pt x="554339" y="554339"/>
                </a:lnTo>
                <a:cubicBezTo>
                  <a:pt x="554339" y="554339"/>
                  <a:pt x="494078" y="554339"/>
                  <a:pt x="419743" y="554339"/>
                </a:cubicBezTo>
                <a:lnTo>
                  <a:pt x="134596" y="554339"/>
                </a:lnTo>
                <a:cubicBezTo>
                  <a:pt x="60261" y="554339"/>
                  <a:pt x="1" y="554339"/>
                  <a:pt x="1" y="554339"/>
                </a:cubicBezTo>
                <a:lnTo>
                  <a:pt x="1" y="0"/>
                </a:lnTo>
                <a:cubicBezTo>
                  <a:pt x="1" y="0"/>
                  <a:pt x="60261" y="0"/>
                  <a:pt x="13459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39"/>
          <p:cNvSpPr/>
          <p:nvPr/>
        </p:nvSpPr>
        <p:spPr>
          <a:xfrm rot="-4671343">
            <a:off x="10547789" y="3825607"/>
            <a:ext cx="206947" cy="271909"/>
          </a:xfrm>
          <a:custGeom>
            <a:rect b="b" l="l" r="r" t="t"/>
            <a:pathLst>
              <a:path extrusionOk="0" h="204877" w="204877">
                <a:moveTo>
                  <a:pt x="204877" y="102439"/>
                </a:moveTo>
                <a:cubicBezTo>
                  <a:pt x="204877" y="159014"/>
                  <a:pt x="159014" y="204877"/>
                  <a:pt x="102439" y="204877"/>
                </a:cubicBezTo>
                <a:cubicBezTo>
                  <a:pt x="45863" y="204877"/>
                  <a:pt x="0" y="159014"/>
                  <a:pt x="0" y="102439"/>
                </a:cubicBezTo>
                <a:cubicBezTo>
                  <a:pt x="0" y="45863"/>
                  <a:pt x="45863" y="0"/>
                  <a:pt x="102439" y="0"/>
                </a:cubicBezTo>
                <a:cubicBezTo>
                  <a:pt x="159014" y="0"/>
                  <a:pt x="204877" y="45863"/>
                  <a:pt x="204877" y="10243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39"/>
          <p:cNvSpPr/>
          <p:nvPr/>
        </p:nvSpPr>
        <p:spPr>
          <a:xfrm>
            <a:off x="10555089" y="3888215"/>
            <a:ext cx="193143" cy="144948"/>
          </a:xfrm>
          <a:custGeom>
            <a:rect b="b" l="l" r="r" t="t"/>
            <a:pathLst>
              <a:path extrusionOk="0" h="144948" w="144948">
                <a:moveTo>
                  <a:pt x="144949" y="72475"/>
                </a:moveTo>
                <a:cubicBezTo>
                  <a:pt x="144949" y="112501"/>
                  <a:pt x="112501" y="144949"/>
                  <a:pt x="72474" y="144949"/>
                </a:cubicBezTo>
                <a:cubicBezTo>
                  <a:pt x="32448" y="144949"/>
                  <a:pt x="0" y="112501"/>
                  <a:pt x="0" y="72475"/>
                </a:cubicBezTo>
                <a:cubicBezTo>
                  <a:pt x="0" y="32448"/>
                  <a:pt x="32447" y="0"/>
                  <a:pt x="72474" y="0"/>
                </a:cubicBezTo>
                <a:cubicBezTo>
                  <a:pt x="112501" y="0"/>
                  <a:pt x="144949" y="32448"/>
                  <a:pt x="144949" y="7247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9"/>
          <p:cNvSpPr/>
          <p:nvPr/>
        </p:nvSpPr>
        <p:spPr>
          <a:xfrm>
            <a:off x="10627097" y="3276962"/>
            <a:ext cx="49502" cy="583571"/>
          </a:xfrm>
          <a:custGeom>
            <a:rect b="b" l="l" r="r" t="t"/>
            <a:pathLst>
              <a:path extrusionOk="0" h="583571" w="37150">
                <a:moveTo>
                  <a:pt x="0" y="0"/>
                </a:moveTo>
                <a:lnTo>
                  <a:pt x="37150" y="0"/>
                </a:lnTo>
                <a:lnTo>
                  <a:pt x="37150" y="583572"/>
                </a:lnTo>
                <a:lnTo>
                  <a:pt x="0" y="58357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39"/>
          <p:cNvSpPr/>
          <p:nvPr/>
        </p:nvSpPr>
        <p:spPr>
          <a:xfrm rot="2213652">
            <a:off x="1018815" y="2074890"/>
            <a:ext cx="973975" cy="973975"/>
          </a:xfrm>
          <a:custGeom>
            <a:rect b="b" l="l" r="r" t="t"/>
            <a:pathLst>
              <a:path extrusionOk="0" h="826453" w="826453">
                <a:moveTo>
                  <a:pt x="625717" y="0"/>
                </a:moveTo>
                <a:cubicBezTo>
                  <a:pt x="736581" y="0"/>
                  <a:pt x="826453" y="0"/>
                  <a:pt x="826453" y="0"/>
                </a:cubicBezTo>
                <a:lnTo>
                  <a:pt x="826453" y="826453"/>
                </a:lnTo>
                <a:cubicBezTo>
                  <a:pt x="826453" y="826453"/>
                  <a:pt x="736581" y="826453"/>
                  <a:pt x="625717" y="826453"/>
                </a:cubicBezTo>
                <a:lnTo>
                  <a:pt x="200736" y="826453"/>
                </a:lnTo>
                <a:cubicBezTo>
                  <a:pt x="89873" y="826453"/>
                  <a:pt x="0" y="826453"/>
                  <a:pt x="0" y="826453"/>
                </a:cubicBezTo>
                <a:lnTo>
                  <a:pt x="0" y="0"/>
                </a:lnTo>
                <a:cubicBezTo>
                  <a:pt x="0" y="0"/>
                  <a:pt x="89873" y="0"/>
                  <a:pt x="2007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39"/>
          <p:cNvSpPr/>
          <p:nvPr/>
        </p:nvSpPr>
        <p:spPr>
          <a:xfrm>
            <a:off x="1316623" y="2869541"/>
            <a:ext cx="378010" cy="451412"/>
          </a:xfrm>
          <a:custGeom>
            <a:rect b="b" l="l" r="r" t="t"/>
            <a:pathLst>
              <a:path extrusionOk="0" h="451412" w="283685">
                <a:moveTo>
                  <a:pt x="126800" y="433751"/>
                </a:moveTo>
                <a:cubicBezTo>
                  <a:pt x="105826" y="326513"/>
                  <a:pt x="62633" y="224866"/>
                  <a:pt x="0" y="135326"/>
                </a:cubicBezTo>
                <a:lnTo>
                  <a:pt x="141782" y="0"/>
                </a:lnTo>
                <a:lnTo>
                  <a:pt x="283686" y="134961"/>
                </a:lnTo>
                <a:cubicBezTo>
                  <a:pt x="220687" y="224330"/>
                  <a:pt x="177346" y="326038"/>
                  <a:pt x="156521" y="433385"/>
                </a:cubicBezTo>
                <a:cubicBezTo>
                  <a:pt x="156521" y="433385"/>
                  <a:pt x="152745" y="451413"/>
                  <a:pt x="141782" y="451413"/>
                </a:cubicBezTo>
                <a:cubicBezTo>
                  <a:pt x="130819" y="451413"/>
                  <a:pt x="126800" y="433751"/>
                  <a:pt x="126800" y="4337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39"/>
          <p:cNvSpPr/>
          <p:nvPr/>
        </p:nvSpPr>
        <p:spPr>
          <a:xfrm rot="-2213652">
            <a:off x="1178472" y="2235544"/>
            <a:ext cx="653287" cy="653287"/>
          </a:xfrm>
          <a:custGeom>
            <a:rect b="b" l="l" r="r" t="t"/>
            <a:pathLst>
              <a:path extrusionOk="0" h="554338" w="554338">
                <a:moveTo>
                  <a:pt x="419743" y="0"/>
                </a:moveTo>
                <a:cubicBezTo>
                  <a:pt x="494078" y="0"/>
                  <a:pt x="554339" y="0"/>
                  <a:pt x="554339" y="0"/>
                </a:cubicBezTo>
                <a:lnTo>
                  <a:pt x="554339" y="554339"/>
                </a:lnTo>
                <a:cubicBezTo>
                  <a:pt x="554339" y="554339"/>
                  <a:pt x="494078" y="554339"/>
                  <a:pt x="419743" y="554339"/>
                </a:cubicBezTo>
                <a:lnTo>
                  <a:pt x="134595" y="554339"/>
                </a:lnTo>
                <a:cubicBezTo>
                  <a:pt x="60260" y="554339"/>
                  <a:pt x="0" y="554339"/>
                  <a:pt x="0" y="554339"/>
                </a:cubicBezTo>
                <a:lnTo>
                  <a:pt x="0" y="0"/>
                </a:lnTo>
                <a:cubicBezTo>
                  <a:pt x="0" y="0"/>
                  <a:pt x="60260" y="0"/>
                  <a:pt x="1345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39"/>
          <p:cNvSpPr/>
          <p:nvPr/>
        </p:nvSpPr>
        <p:spPr>
          <a:xfrm rot="-4349732">
            <a:off x="1401135" y="3829898"/>
            <a:ext cx="209454" cy="270476"/>
          </a:xfrm>
          <a:custGeom>
            <a:rect b="b" l="l" r="r" t="t"/>
            <a:pathLst>
              <a:path extrusionOk="0" h="204877" w="204877">
                <a:moveTo>
                  <a:pt x="204877" y="102439"/>
                </a:moveTo>
                <a:cubicBezTo>
                  <a:pt x="204877" y="159014"/>
                  <a:pt x="159014" y="204878"/>
                  <a:pt x="102439" y="204878"/>
                </a:cubicBezTo>
                <a:cubicBezTo>
                  <a:pt x="45863" y="204878"/>
                  <a:pt x="0" y="159014"/>
                  <a:pt x="0" y="102439"/>
                </a:cubicBezTo>
                <a:cubicBezTo>
                  <a:pt x="0" y="45864"/>
                  <a:pt x="45863" y="0"/>
                  <a:pt x="102439" y="0"/>
                </a:cubicBezTo>
                <a:cubicBezTo>
                  <a:pt x="159014" y="0"/>
                  <a:pt x="204877" y="45864"/>
                  <a:pt x="204877" y="10243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39"/>
          <p:cNvSpPr/>
          <p:nvPr/>
        </p:nvSpPr>
        <p:spPr>
          <a:xfrm>
            <a:off x="1409112" y="3891872"/>
            <a:ext cx="193143" cy="144948"/>
          </a:xfrm>
          <a:custGeom>
            <a:rect b="b" l="l" r="r" t="t"/>
            <a:pathLst>
              <a:path extrusionOk="0" h="144948" w="144948">
                <a:moveTo>
                  <a:pt x="144949" y="72474"/>
                </a:moveTo>
                <a:cubicBezTo>
                  <a:pt x="144949" y="112501"/>
                  <a:pt x="112501" y="144949"/>
                  <a:pt x="72474" y="144949"/>
                </a:cubicBezTo>
                <a:cubicBezTo>
                  <a:pt x="32448" y="144949"/>
                  <a:pt x="0" y="112501"/>
                  <a:pt x="0" y="72474"/>
                </a:cubicBezTo>
                <a:cubicBezTo>
                  <a:pt x="0" y="32448"/>
                  <a:pt x="32448" y="0"/>
                  <a:pt x="72474" y="0"/>
                </a:cubicBezTo>
                <a:cubicBezTo>
                  <a:pt x="112501" y="0"/>
                  <a:pt x="144949" y="32448"/>
                  <a:pt x="144949" y="7247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39"/>
          <p:cNvSpPr/>
          <p:nvPr/>
        </p:nvSpPr>
        <p:spPr>
          <a:xfrm>
            <a:off x="1480957" y="3280741"/>
            <a:ext cx="49502" cy="583571"/>
          </a:xfrm>
          <a:custGeom>
            <a:rect b="b" l="l" r="r" t="t"/>
            <a:pathLst>
              <a:path extrusionOk="0" h="583571" w="37150">
                <a:moveTo>
                  <a:pt x="0" y="0"/>
                </a:moveTo>
                <a:lnTo>
                  <a:pt x="37151" y="0"/>
                </a:lnTo>
                <a:lnTo>
                  <a:pt x="37151" y="583572"/>
                </a:lnTo>
                <a:lnTo>
                  <a:pt x="0" y="58357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39"/>
          <p:cNvSpPr txBox="1"/>
          <p:nvPr/>
        </p:nvSpPr>
        <p:spPr>
          <a:xfrm>
            <a:off x="865013" y="4164126"/>
            <a:ext cx="1269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Healthy</a:t>
            </a:r>
            <a:endParaRPr/>
          </a:p>
        </p:txBody>
      </p:sp>
      <p:sp>
        <p:nvSpPr>
          <p:cNvPr id="951" name="Google Shape;951;p39"/>
          <p:cNvSpPr txBox="1"/>
          <p:nvPr/>
        </p:nvSpPr>
        <p:spPr>
          <a:xfrm>
            <a:off x="2097960" y="5172472"/>
            <a:ext cx="186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Information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Oriented</a:t>
            </a:r>
            <a:endParaRPr/>
          </a:p>
        </p:txBody>
      </p:sp>
      <p:sp>
        <p:nvSpPr>
          <p:cNvPr id="952" name="Google Shape;952;p39"/>
          <p:cNvSpPr txBox="1"/>
          <p:nvPr/>
        </p:nvSpPr>
        <p:spPr>
          <a:xfrm>
            <a:off x="3396055" y="4148712"/>
            <a:ext cx="2301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Entrepreneurial</a:t>
            </a:r>
            <a:endParaRPr/>
          </a:p>
        </p:txBody>
      </p:sp>
      <p:sp>
        <p:nvSpPr>
          <p:cNvPr id="953" name="Google Shape;953;p39"/>
          <p:cNvSpPr txBox="1"/>
          <p:nvPr/>
        </p:nvSpPr>
        <p:spPr>
          <a:xfrm>
            <a:off x="5107099" y="5155029"/>
            <a:ext cx="1947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Operational</a:t>
            </a:r>
            <a:endParaRPr/>
          </a:p>
        </p:txBody>
      </p:sp>
      <p:sp>
        <p:nvSpPr>
          <p:cNvPr id="954" name="Google Shape;954;p39"/>
          <p:cNvSpPr txBox="1"/>
          <p:nvPr/>
        </p:nvSpPr>
        <p:spPr>
          <a:xfrm>
            <a:off x="6638197" y="4132188"/>
            <a:ext cx="1947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Global</a:t>
            </a:r>
            <a:endParaRPr/>
          </a:p>
        </p:txBody>
      </p:sp>
      <p:sp>
        <p:nvSpPr>
          <p:cNvPr id="955" name="Google Shape;955;p39"/>
          <p:cNvSpPr txBox="1"/>
          <p:nvPr/>
        </p:nvSpPr>
        <p:spPr>
          <a:xfrm>
            <a:off x="8169199" y="5148690"/>
            <a:ext cx="1947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Professional</a:t>
            </a:r>
            <a:endParaRPr/>
          </a:p>
        </p:txBody>
      </p:sp>
      <p:sp>
        <p:nvSpPr>
          <p:cNvPr id="956" name="Google Shape;956;p39"/>
          <p:cNvSpPr txBox="1"/>
          <p:nvPr/>
        </p:nvSpPr>
        <p:spPr>
          <a:xfrm>
            <a:off x="9566879" y="4133424"/>
            <a:ext cx="2143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Technological</a:t>
            </a:r>
            <a:endParaRPr b="0" i="0" sz="15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957" name="Google Shape;95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6616" y="2366840"/>
            <a:ext cx="396512" cy="396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58" name="Google Shape;958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27507" y="3392555"/>
            <a:ext cx="404276" cy="40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9" name="Google Shape;959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9879" y="2359470"/>
            <a:ext cx="411254" cy="41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97097" y="3383437"/>
            <a:ext cx="422513" cy="422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84123" y="2382220"/>
            <a:ext cx="365754" cy="365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3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849677" y="3350679"/>
            <a:ext cx="418001" cy="41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3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373967" y="2351041"/>
            <a:ext cx="396932" cy="396932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p39"/>
          <p:cNvSpPr txBox="1"/>
          <p:nvPr/>
        </p:nvSpPr>
        <p:spPr>
          <a:xfrm>
            <a:off x="0" y="542638"/>
            <a:ext cx="1219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Training Objectives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40"/>
          <p:cNvSpPr/>
          <p:nvPr/>
        </p:nvSpPr>
        <p:spPr>
          <a:xfrm>
            <a:off x="3283535" y="1820372"/>
            <a:ext cx="7151100" cy="8088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40"/>
          <p:cNvSpPr/>
          <p:nvPr/>
        </p:nvSpPr>
        <p:spPr>
          <a:xfrm flipH="1">
            <a:off x="2344041" y="1970402"/>
            <a:ext cx="1600500" cy="808800"/>
          </a:xfrm>
          <a:prstGeom prst="rect">
            <a:avLst/>
          </a:prstGeom>
          <a:solidFill>
            <a:srgbClr val="963A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40"/>
          <p:cNvSpPr/>
          <p:nvPr/>
        </p:nvSpPr>
        <p:spPr>
          <a:xfrm flipH="1">
            <a:off x="3283341" y="1822655"/>
            <a:ext cx="661200" cy="147600"/>
          </a:xfrm>
          <a:prstGeom prst="triangle">
            <a:avLst>
              <a:gd fmla="val 100000" name="adj"/>
            </a:avLst>
          </a:prstGeom>
          <a:solidFill>
            <a:srgbClr val="64258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40"/>
          <p:cNvSpPr/>
          <p:nvPr/>
        </p:nvSpPr>
        <p:spPr>
          <a:xfrm flipH="1">
            <a:off x="1757407" y="1970401"/>
            <a:ext cx="1078500" cy="808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40"/>
          <p:cNvSpPr/>
          <p:nvPr/>
        </p:nvSpPr>
        <p:spPr>
          <a:xfrm>
            <a:off x="3283535" y="2847758"/>
            <a:ext cx="7151100" cy="808800"/>
          </a:xfrm>
          <a:prstGeom prst="homePlat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40"/>
          <p:cNvSpPr/>
          <p:nvPr/>
        </p:nvSpPr>
        <p:spPr>
          <a:xfrm flipH="1">
            <a:off x="2344041" y="2997788"/>
            <a:ext cx="1600500" cy="808800"/>
          </a:xfrm>
          <a:prstGeom prst="rect">
            <a:avLst/>
          </a:prstGeom>
          <a:solidFill>
            <a:srgbClr val="0093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40"/>
          <p:cNvSpPr/>
          <p:nvPr/>
        </p:nvSpPr>
        <p:spPr>
          <a:xfrm flipH="1">
            <a:off x="3283341" y="2850041"/>
            <a:ext cx="661200" cy="147600"/>
          </a:xfrm>
          <a:prstGeom prst="triangle">
            <a:avLst>
              <a:gd fmla="val 100000" name="adj"/>
            </a:avLst>
          </a:prstGeom>
          <a:solidFill>
            <a:srgbClr val="0062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40"/>
          <p:cNvSpPr/>
          <p:nvPr/>
        </p:nvSpPr>
        <p:spPr>
          <a:xfrm flipH="1">
            <a:off x="1757407" y="2997788"/>
            <a:ext cx="1078500" cy="80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40"/>
          <p:cNvSpPr/>
          <p:nvPr/>
        </p:nvSpPr>
        <p:spPr>
          <a:xfrm>
            <a:off x="3283535" y="3875145"/>
            <a:ext cx="7151100" cy="808800"/>
          </a:xfrm>
          <a:prstGeom prst="homePlate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40"/>
          <p:cNvSpPr/>
          <p:nvPr/>
        </p:nvSpPr>
        <p:spPr>
          <a:xfrm flipH="1">
            <a:off x="2344041" y="4025175"/>
            <a:ext cx="1600500" cy="808800"/>
          </a:xfrm>
          <a:prstGeom prst="rect">
            <a:avLst/>
          </a:prstGeom>
          <a:solidFill>
            <a:srgbClr val="FD01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40"/>
          <p:cNvSpPr/>
          <p:nvPr/>
        </p:nvSpPr>
        <p:spPr>
          <a:xfrm flipH="1">
            <a:off x="3283341" y="3877428"/>
            <a:ext cx="661200" cy="147600"/>
          </a:xfrm>
          <a:prstGeom prst="triangle">
            <a:avLst>
              <a:gd fmla="val 100000" name="adj"/>
            </a:avLst>
          </a:prstGeom>
          <a:solidFill>
            <a:srgbClr val="A900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40"/>
          <p:cNvSpPr/>
          <p:nvPr/>
        </p:nvSpPr>
        <p:spPr>
          <a:xfrm flipH="1">
            <a:off x="1757407" y="4025174"/>
            <a:ext cx="1078500" cy="808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40"/>
          <p:cNvSpPr/>
          <p:nvPr/>
        </p:nvSpPr>
        <p:spPr>
          <a:xfrm>
            <a:off x="3283535" y="4902532"/>
            <a:ext cx="7151100" cy="808800"/>
          </a:xfrm>
          <a:prstGeom prst="homePlate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40"/>
          <p:cNvSpPr/>
          <p:nvPr/>
        </p:nvSpPr>
        <p:spPr>
          <a:xfrm flipH="1">
            <a:off x="2344041" y="5052562"/>
            <a:ext cx="1600500" cy="808800"/>
          </a:xfrm>
          <a:prstGeom prst="rect">
            <a:avLst/>
          </a:prstGeom>
          <a:solidFill>
            <a:srgbClr val="E372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40"/>
          <p:cNvSpPr/>
          <p:nvPr/>
        </p:nvSpPr>
        <p:spPr>
          <a:xfrm flipH="1">
            <a:off x="3283341" y="4904815"/>
            <a:ext cx="661200" cy="147600"/>
          </a:xfrm>
          <a:prstGeom prst="triangle">
            <a:avLst>
              <a:gd fmla="val 100000" name="adj"/>
            </a:avLst>
          </a:prstGeom>
          <a:solidFill>
            <a:srgbClr val="974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40"/>
          <p:cNvSpPr/>
          <p:nvPr/>
        </p:nvSpPr>
        <p:spPr>
          <a:xfrm flipH="1">
            <a:off x="1757407" y="5052561"/>
            <a:ext cx="1078500" cy="808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40"/>
          <p:cNvSpPr txBox="1"/>
          <p:nvPr/>
        </p:nvSpPr>
        <p:spPr>
          <a:xfrm>
            <a:off x="4099368" y="1872359"/>
            <a:ext cx="5729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Organizational Objectives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Describe the impact training will have on organizational or operational outcomes</a:t>
            </a:r>
            <a:endParaRPr b="0" i="0" sz="1350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86" name="Google Shape;986;p40"/>
          <p:cNvSpPr txBox="1"/>
          <p:nvPr/>
        </p:nvSpPr>
        <p:spPr>
          <a:xfrm>
            <a:off x="4099368" y="2891170"/>
            <a:ext cx="5729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Transfer of Training Objectives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Describe the impact training will have on the trainees job behaviour</a:t>
            </a:r>
            <a:endParaRPr b="0" i="0" sz="1350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87" name="Google Shape;987;p40"/>
          <p:cNvSpPr txBox="1"/>
          <p:nvPr/>
        </p:nvSpPr>
        <p:spPr>
          <a:xfrm>
            <a:off x="4099368" y="3929682"/>
            <a:ext cx="5729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Learning Objectives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Describe what will signify the desired learning has occurred</a:t>
            </a:r>
            <a:endParaRPr b="0" i="0" sz="1350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88" name="Google Shape;988;p40"/>
          <p:cNvSpPr txBox="1"/>
          <p:nvPr/>
        </p:nvSpPr>
        <p:spPr>
          <a:xfrm>
            <a:off x="4099368" y="4960715"/>
            <a:ext cx="5729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Trainee Reaction Objectives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Describe the desired reactions to training and how/when they will be measured</a:t>
            </a:r>
            <a:endParaRPr b="0" i="0" sz="1350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989" name="Google Shape;98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4453" y="2126797"/>
            <a:ext cx="507820" cy="507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0" name="Google Shape;990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20743" y="3191803"/>
            <a:ext cx="427261" cy="427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20744" y="4203463"/>
            <a:ext cx="494054" cy="480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71101" y="5199110"/>
            <a:ext cx="504308" cy="504308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40"/>
          <p:cNvSpPr txBox="1"/>
          <p:nvPr/>
        </p:nvSpPr>
        <p:spPr>
          <a:xfrm>
            <a:off x="3762860" y="973811"/>
            <a:ext cx="466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Four Types of Training Objectives</a:t>
            </a:r>
            <a:endParaRPr b="0" i="0" sz="1200" u="none" cap="none" strike="noStrike"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94" name="Google Shape;994;p40"/>
          <p:cNvSpPr txBox="1"/>
          <p:nvPr/>
        </p:nvSpPr>
        <p:spPr>
          <a:xfrm>
            <a:off x="0" y="542638"/>
            <a:ext cx="1219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Training Objectives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41"/>
          <p:cNvSpPr/>
          <p:nvPr/>
        </p:nvSpPr>
        <p:spPr>
          <a:xfrm>
            <a:off x="799739" y="2139001"/>
            <a:ext cx="1548581" cy="1257891"/>
          </a:xfrm>
          <a:custGeom>
            <a:rect b="b" l="l" r="r" t="t"/>
            <a:pathLst>
              <a:path extrusionOk="0" h="1454209" w="1343671">
                <a:moveTo>
                  <a:pt x="1343130" y="632640"/>
                </a:moveTo>
                <a:lnTo>
                  <a:pt x="472014" y="-306"/>
                </a:lnTo>
                <a:cubicBezTo>
                  <a:pt x="171026" y="425471"/>
                  <a:pt x="6258" y="932526"/>
                  <a:pt x="-542" y="1453903"/>
                </a:cubicBezTo>
                <a:lnTo>
                  <a:pt x="1076119" y="1453903"/>
                </a:lnTo>
                <a:cubicBezTo>
                  <a:pt x="1083029" y="1159949"/>
                  <a:pt x="1175850" y="874451"/>
                  <a:pt x="1343130" y="632640"/>
                </a:cubicBezTo>
                <a:close/>
              </a:path>
            </a:pathLst>
          </a:custGeom>
          <a:solidFill>
            <a:srgbClr val="006D9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25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00" name="Google Shape;1000;p41"/>
          <p:cNvSpPr/>
          <p:nvPr/>
        </p:nvSpPr>
        <p:spPr>
          <a:xfrm>
            <a:off x="799965" y="3461865"/>
            <a:ext cx="1548581" cy="1257947"/>
          </a:xfrm>
          <a:custGeom>
            <a:rect b="b" l="l" r="r" t="t"/>
            <a:pathLst>
              <a:path extrusionOk="0" h="1454274" w="1343671">
                <a:moveTo>
                  <a:pt x="1076119" y="-306"/>
                </a:moveTo>
                <a:lnTo>
                  <a:pt x="-542" y="-306"/>
                </a:lnTo>
                <a:cubicBezTo>
                  <a:pt x="6245" y="521091"/>
                  <a:pt x="171013" y="1028172"/>
                  <a:pt x="472014" y="1453968"/>
                </a:cubicBezTo>
                <a:lnTo>
                  <a:pt x="1343130" y="820696"/>
                </a:lnTo>
                <a:cubicBezTo>
                  <a:pt x="1175909" y="578950"/>
                  <a:pt x="1083088" y="293557"/>
                  <a:pt x="1076119" y="-306"/>
                </a:cubicBezTo>
                <a:close/>
              </a:path>
            </a:pathLst>
          </a:custGeom>
          <a:solidFill>
            <a:srgbClr val="E372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25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01" name="Google Shape;1001;p41"/>
          <p:cNvSpPr/>
          <p:nvPr/>
        </p:nvSpPr>
        <p:spPr>
          <a:xfrm>
            <a:off x="1396080" y="4224857"/>
            <a:ext cx="1808408" cy="1324663"/>
          </a:xfrm>
          <a:custGeom>
            <a:rect b="b" l="l" r="r" t="t"/>
            <a:pathLst>
              <a:path extrusionOk="0" h="1531402" w="1569118">
                <a:moveTo>
                  <a:pt x="870575" y="-306"/>
                </a:moveTo>
                <a:lnTo>
                  <a:pt x="-542" y="632640"/>
                </a:lnTo>
                <a:cubicBezTo>
                  <a:pt x="312088" y="1049405"/>
                  <a:pt x="742863" y="1362420"/>
                  <a:pt x="1235791" y="1531097"/>
                </a:cubicBezTo>
                <a:lnTo>
                  <a:pt x="1568577" y="506638"/>
                </a:lnTo>
                <a:cubicBezTo>
                  <a:pt x="1291744" y="408779"/>
                  <a:pt x="1049274" y="232670"/>
                  <a:pt x="870575" y="-306"/>
                </a:cubicBezTo>
                <a:close/>
              </a:path>
            </a:pathLst>
          </a:custGeom>
          <a:solidFill>
            <a:srgbClr val="A900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25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02" name="Google Shape;1002;p41"/>
          <p:cNvSpPr/>
          <p:nvPr/>
        </p:nvSpPr>
        <p:spPr>
          <a:xfrm>
            <a:off x="1396079" y="1308811"/>
            <a:ext cx="1808258" cy="1324888"/>
          </a:xfrm>
          <a:custGeom>
            <a:rect b="b" l="l" r="r" t="t"/>
            <a:pathLst>
              <a:path extrusionOk="0" h="1531663" w="1568987">
                <a:moveTo>
                  <a:pt x="1568446" y="1024153"/>
                </a:moveTo>
                <a:lnTo>
                  <a:pt x="1235660" y="-306"/>
                </a:lnTo>
                <a:cubicBezTo>
                  <a:pt x="742778" y="168325"/>
                  <a:pt x="312042" y="481359"/>
                  <a:pt x="-542" y="898085"/>
                </a:cubicBezTo>
                <a:lnTo>
                  <a:pt x="870575" y="1531357"/>
                </a:lnTo>
                <a:cubicBezTo>
                  <a:pt x="1049183" y="1298283"/>
                  <a:pt x="1291621" y="1122083"/>
                  <a:pt x="1568446" y="102415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25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03" name="Google Shape;1003;p41"/>
          <p:cNvSpPr/>
          <p:nvPr/>
        </p:nvSpPr>
        <p:spPr>
          <a:xfrm>
            <a:off x="4365819" y="1308811"/>
            <a:ext cx="1808408" cy="1324888"/>
          </a:xfrm>
          <a:custGeom>
            <a:rect b="b" l="l" r="r" t="t"/>
            <a:pathLst>
              <a:path extrusionOk="0" h="1531663" w="1569118">
                <a:moveTo>
                  <a:pt x="697461" y="1531357"/>
                </a:moveTo>
                <a:lnTo>
                  <a:pt x="1568577" y="898085"/>
                </a:lnTo>
                <a:cubicBezTo>
                  <a:pt x="1255954" y="481320"/>
                  <a:pt x="825159" y="168286"/>
                  <a:pt x="332244" y="-306"/>
                </a:cubicBezTo>
                <a:lnTo>
                  <a:pt x="-542" y="1024153"/>
                </a:lnTo>
                <a:cubicBezTo>
                  <a:pt x="276324" y="1122063"/>
                  <a:pt x="518801" y="1298264"/>
                  <a:pt x="697461" y="153135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25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04" name="Google Shape;1004;p41"/>
          <p:cNvSpPr/>
          <p:nvPr/>
        </p:nvSpPr>
        <p:spPr>
          <a:xfrm>
            <a:off x="2904797" y="1189481"/>
            <a:ext cx="1760881" cy="985269"/>
          </a:xfrm>
          <a:custGeom>
            <a:rect b="b" l="l" r="r" t="t"/>
            <a:pathLst>
              <a:path extrusionOk="0" h="1139039" w="1527879">
                <a:moveTo>
                  <a:pt x="763365" y="1076352"/>
                </a:moveTo>
                <a:cubicBezTo>
                  <a:pt x="909334" y="1076222"/>
                  <a:pt x="1054585" y="1097233"/>
                  <a:pt x="1194552" y="1138734"/>
                </a:cubicBezTo>
                <a:lnTo>
                  <a:pt x="1527338" y="114275"/>
                </a:lnTo>
                <a:cubicBezTo>
                  <a:pt x="1029529" y="-38500"/>
                  <a:pt x="497267" y="-38500"/>
                  <a:pt x="-542" y="114275"/>
                </a:cubicBezTo>
                <a:lnTo>
                  <a:pt x="332244" y="1138734"/>
                </a:lnTo>
                <a:cubicBezTo>
                  <a:pt x="472210" y="1097240"/>
                  <a:pt x="617396" y="1076229"/>
                  <a:pt x="763365" y="107635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25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05" name="Google Shape;1005;p41"/>
          <p:cNvSpPr/>
          <p:nvPr/>
        </p:nvSpPr>
        <p:spPr>
          <a:xfrm>
            <a:off x="2904647" y="4683678"/>
            <a:ext cx="1760881" cy="985214"/>
          </a:xfrm>
          <a:custGeom>
            <a:rect b="b" l="l" r="r" t="t"/>
            <a:pathLst>
              <a:path extrusionOk="0" h="1138976" w="1527879">
                <a:moveTo>
                  <a:pt x="763496" y="62010"/>
                </a:moveTo>
                <a:cubicBezTo>
                  <a:pt x="617461" y="62140"/>
                  <a:pt x="472211" y="41175"/>
                  <a:pt x="332244" y="-306"/>
                </a:cubicBezTo>
                <a:lnTo>
                  <a:pt x="-542" y="1024153"/>
                </a:lnTo>
                <a:cubicBezTo>
                  <a:pt x="497333" y="1176843"/>
                  <a:pt x="1029463" y="1176843"/>
                  <a:pt x="1527338" y="1024153"/>
                </a:cubicBezTo>
                <a:lnTo>
                  <a:pt x="1194552" y="-306"/>
                </a:lnTo>
                <a:cubicBezTo>
                  <a:pt x="1054651" y="41162"/>
                  <a:pt x="909465" y="62140"/>
                  <a:pt x="763496" y="62010"/>
                </a:cubicBezTo>
                <a:close/>
              </a:path>
            </a:pathLst>
          </a:custGeom>
          <a:solidFill>
            <a:srgbClr val="0093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25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06" name="Google Shape;1006;p41"/>
          <p:cNvSpPr/>
          <p:nvPr/>
        </p:nvSpPr>
        <p:spPr>
          <a:xfrm>
            <a:off x="4365969" y="4225082"/>
            <a:ext cx="1808408" cy="1324663"/>
          </a:xfrm>
          <a:custGeom>
            <a:rect b="b" l="l" r="r" t="t"/>
            <a:pathLst>
              <a:path extrusionOk="0" h="1531402" w="1569118">
                <a:moveTo>
                  <a:pt x="-542" y="506638"/>
                </a:moveTo>
                <a:lnTo>
                  <a:pt x="332244" y="1531097"/>
                </a:lnTo>
                <a:cubicBezTo>
                  <a:pt x="825159" y="1362485"/>
                  <a:pt x="1255954" y="1049405"/>
                  <a:pt x="1568577" y="632640"/>
                </a:cubicBezTo>
                <a:lnTo>
                  <a:pt x="697460" y="-306"/>
                </a:lnTo>
                <a:cubicBezTo>
                  <a:pt x="518735" y="232670"/>
                  <a:pt x="276258" y="408779"/>
                  <a:pt x="-542" y="506638"/>
                </a:cubicBezTo>
                <a:close/>
              </a:path>
            </a:pathLst>
          </a:custGeom>
          <a:solidFill>
            <a:srgbClr val="963A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25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07" name="Google Shape;1007;p41"/>
          <p:cNvSpPr/>
          <p:nvPr/>
        </p:nvSpPr>
        <p:spPr>
          <a:xfrm>
            <a:off x="5222152" y="3461865"/>
            <a:ext cx="1548506" cy="1257947"/>
          </a:xfrm>
          <a:custGeom>
            <a:rect b="b" l="l" r="r" t="t"/>
            <a:pathLst>
              <a:path extrusionOk="0" h="1454274" w="1343606">
                <a:moveTo>
                  <a:pt x="266209" y="-306"/>
                </a:moveTo>
                <a:cubicBezTo>
                  <a:pt x="259292" y="293525"/>
                  <a:pt x="166569" y="578911"/>
                  <a:pt x="-542" y="820696"/>
                </a:cubicBezTo>
                <a:lnTo>
                  <a:pt x="870509" y="1453968"/>
                </a:lnTo>
                <a:cubicBezTo>
                  <a:pt x="1171517" y="1028172"/>
                  <a:pt x="1336279" y="521091"/>
                  <a:pt x="1343065" y="-306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25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08" name="Google Shape;1008;p41"/>
          <p:cNvSpPr/>
          <p:nvPr/>
        </p:nvSpPr>
        <p:spPr>
          <a:xfrm>
            <a:off x="5221925" y="2138945"/>
            <a:ext cx="1548507" cy="1257947"/>
          </a:xfrm>
          <a:custGeom>
            <a:rect b="b" l="l" r="r" t="t"/>
            <a:pathLst>
              <a:path extrusionOk="0" h="1454274" w="1343607">
                <a:moveTo>
                  <a:pt x="266405" y="1453968"/>
                </a:moveTo>
                <a:lnTo>
                  <a:pt x="1343066" y="1453968"/>
                </a:lnTo>
                <a:cubicBezTo>
                  <a:pt x="1336279" y="932571"/>
                  <a:pt x="1171517" y="425490"/>
                  <a:pt x="870509" y="-306"/>
                </a:cubicBezTo>
                <a:lnTo>
                  <a:pt x="-542" y="632640"/>
                </a:lnTo>
                <a:cubicBezTo>
                  <a:pt x="166700" y="874490"/>
                  <a:pt x="259488" y="1160008"/>
                  <a:pt x="266405" y="145396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25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09" name="Google Shape;1009;p41"/>
          <p:cNvSpPr/>
          <p:nvPr/>
        </p:nvSpPr>
        <p:spPr>
          <a:xfrm>
            <a:off x="3288315" y="2120438"/>
            <a:ext cx="993959" cy="571558"/>
          </a:xfrm>
          <a:custGeom>
            <a:rect b="b" l="l" r="r" t="t"/>
            <a:pathLst>
              <a:path extrusionOk="0" h="660761" w="862437">
                <a:moveTo>
                  <a:pt x="861896" y="62076"/>
                </a:moveTo>
                <a:cubicBezTo>
                  <a:pt x="580464" y="-21100"/>
                  <a:pt x="280891" y="-21100"/>
                  <a:pt x="-542" y="62076"/>
                </a:cubicBezTo>
                <a:lnTo>
                  <a:pt x="125982" y="452480"/>
                </a:lnTo>
                <a:cubicBezTo>
                  <a:pt x="144253" y="447195"/>
                  <a:pt x="162785" y="442431"/>
                  <a:pt x="181447" y="438124"/>
                </a:cubicBezTo>
                <a:cubicBezTo>
                  <a:pt x="197042" y="575624"/>
                  <a:pt x="321152" y="674442"/>
                  <a:pt x="458703" y="658834"/>
                </a:cubicBezTo>
                <a:cubicBezTo>
                  <a:pt x="574656" y="645666"/>
                  <a:pt x="666205" y="554130"/>
                  <a:pt x="679386" y="438124"/>
                </a:cubicBezTo>
                <a:cubicBezTo>
                  <a:pt x="698048" y="442431"/>
                  <a:pt x="716580" y="447195"/>
                  <a:pt x="734851" y="452480"/>
                </a:cubicBezTo>
                <a:close/>
              </a:path>
            </a:pathLst>
          </a:custGeom>
          <a:solidFill>
            <a:srgbClr val="0062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25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10" name="Google Shape;1010;p41"/>
          <p:cNvSpPr/>
          <p:nvPr/>
        </p:nvSpPr>
        <p:spPr>
          <a:xfrm>
            <a:off x="4219424" y="2194633"/>
            <a:ext cx="950793" cy="680564"/>
          </a:xfrm>
          <a:custGeom>
            <a:rect b="b" l="l" r="r" t="t"/>
            <a:pathLst>
              <a:path extrusionOk="0" h="786779" w="824983">
                <a:moveTo>
                  <a:pt x="824442" y="506899"/>
                </a:moveTo>
                <a:cubicBezTo>
                  <a:pt x="645716" y="273772"/>
                  <a:pt x="403173" y="97566"/>
                  <a:pt x="126244" y="-306"/>
                </a:cubicBezTo>
                <a:lnTo>
                  <a:pt x="-542" y="390098"/>
                </a:lnTo>
                <a:cubicBezTo>
                  <a:pt x="17664" y="396623"/>
                  <a:pt x="35674" y="403800"/>
                  <a:pt x="53487" y="411370"/>
                </a:cubicBezTo>
                <a:cubicBezTo>
                  <a:pt x="-15289" y="531453"/>
                  <a:pt x="26277" y="684554"/>
                  <a:pt x="146406" y="753330"/>
                </a:cubicBezTo>
                <a:cubicBezTo>
                  <a:pt x="248396" y="811750"/>
                  <a:pt x="377269" y="791405"/>
                  <a:pt x="456354" y="704417"/>
                </a:cubicBezTo>
                <a:cubicBezTo>
                  <a:pt x="468817" y="718727"/>
                  <a:pt x="480824" y="733324"/>
                  <a:pt x="492503" y="748201"/>
                </a:cubicBezTo>
                <a:close/>
              </a:path>
            </a:pathLst>
          </a:custGeom>
          <a:solidFill>
            <a:srgbClr val="A900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25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11" name="Google Shape;1011;p41"/>
          <p:cNvSpPr/>
          <p:nvPr/>
        </p:nvSpPr>
        <p:spPr>
          <a:xfrm>
            <a:off x="4706345" y="2686518"/>
            <a:ext cx="823059" cy="710280"/>
          </a:xfrm>
          <a:custGeom>
            <a:rect b="b" l="l" r="r" t="t"/>
            <a:pathLst>
              <a:path extrusionOk="0" h="821133" w="714151">
                <a:moveTo>
                  <a:pt x="713610" y="820696"/>
                </a:moveTo>
                <a:cubicBezTo>
                  <a:pt x="706693" y="526866"/>
                  <a:pt x="613970" y="241473"/>
                  <a:pt x="446859" y="-306"/>
                </a:cubicBezTo>
                <a:lnTo>
                  <a:pt x="114921" y="241127"/>
                </a:lnTo>
                <a:cubicBezTo>
                  <a:pt x="125753" y="257133"/>
                  <a:pt x="136194" y="273446"/>
                  <a:pt x="146176" y="290066"/>
                </a:cubicBezTo>
                <a:cubicBezTo>
                  <a:pt x="20240" y="347449"/>
                  <a:pt x="-35289" y="496054"/>
                  <a:pt x="22067" y="621978"/>
                </a:cubicBezTo>
                <a:cubicBezTo>
                  <a:pt x="70419" y="728058"/>
                  <a:pt x="185524" y="786792"/>
                  <a:pt x="299780" y="763666"/>
                </a:cubicBezTo>
                <a:cubicBezTo>
                  <a:pt x="301346" y="782589"/>
                  <a:pt x="302521" y="801643"/>
                  <a:pt x="303174" y="820827"/>
                </a:cubicBezTo>
                <a:close/>
              </a:path>
            </a:pathLst>
          </a:custGeom>
          <a:solidFill>
            <a:srgbClr val="974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25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12" name="Google Shape;1012;p41"/>
          <p:cNvSpPr/>
          <p:nvPr/>
        </p:nvSpPr>
        <p:spPr>
          <a:xfrm>
            <a:off x="4707132" y="3461865"/>
            <a:ext cx="822421" cy="710223"/>
          </a:xfrm>
          <a:custGeom>
            <a:rect b="b" l="l" r="r" t="t"/>
            <a:pathLst>
              <a:path extrusionOk="0" h="821067" w="713597">
                <a:moveTo>
                  <a:pt x="302490" y="-306"/>
                </a:moveTo>
                <a:cubicBezTo>
                  <a:pt x="301838" y="18878"/>
                  <a:pt x="300663" y="37952"/>
                  <a:pt x="299031" y="56920"/>
                </a:cubicBezTo>
                <a:cubicBezTo>
                  <a:pt x="282914" y="53664"/>
                  <a:pt x="266471" y="52026"/>
                  <a:pt x="250027" y="52026"/>
                </a:cubicBezTo>
                <a:cubicBezTo>
                  <a:pt x="111627" y="52007"/>
                  <a:pt x="-542" y="164182"/>
                  <a:pt x="-542" y="302562"/>
                </a:cubicBezTo>
                <a:cubicBezTo>
                  <a:pt x="-607" y="400558"/>
                  <a:pt x="56554" y="489568"/>
                  <a:pt x="145623" y="530390"/>
                </a:cubicBezTo>
                <a:cubicBezTo>
                  <a:pt x="135640" y="547048"/>
                  <a:pt x="125265" y="563362"/>
                  <a:pt x="114367" y="579329"/>
                </a:cubicBezTo>
                <a:lnTo>
                  <a:pt x="446305" y="820762"/>
                </a:lnTo>
                <a:cubicBezTo>
                  <a:pt x="613416" y="578976"/>
                  <a:pt x="706140" y="293590"/>
                  <a:pt x="713056" y="-241"/>
                </a:cubicBezTo>
                <a:close/>
              </a:path>
            </a:pathLst>
          </a:custGeom>
          <a:solidFill>
            <a:srgbClr val="0049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25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13" name="Google Shape;1013;p41"/>
          <p:cNvSpPr/>
          <p:nvPr/>
        </p:nvSpPr>
        <p:spPr>
          <a:xfrm>
            <a:off x="4219801" y="3984035"/>
            <a:ext cx="950792" cy="679645"/>
          </a:xfrm>
          <a:custGeom>
            <a:rect b="b" l="l" r="r" t="t"/>
            <a:pathLst>
              <a:path extrusionOk="0" h="785717" w="824982">
                <a:moveTo>
                  <a:pt x="492177" y="36839"/>
                </a:moveTo>
                <a:cubicBezTo>
                  <a:pt x="480497" y="51762"/>
                  <a:pt x="468491" y="66379"/>
                  <a:pt x="456027" y="80688"/>
                </a:cubicBezTo>
                <a:cubicBezTo>
                  <a:pt x="362391" y="-21190"/>
                  <a:pt x="203893" y="-27859"/>
                  <a:pt x="101969" y="65791"/>
                </a:cubicBezTo>
                <a:cubicBezTo>
                  <a:pt x="16163" y="144655"/>
                  <a:pt x="-3935" y="272256"/>
                  <a:pt x="53487" y="373671"/>
                </a:cubicBezTo>
                <a:cubicBezTo>
                  <a:pt x="35673" y="381240"/>
                  <a:pt x="17663" y="388332"/>
                  <a:pt x="-542" y="394943"/>
                </a:cubicBezTo>
                <a:lnTo>
                  <a:pt x="126243" y="785412"/>
                </a:lnTo>
                <a:cubicBezTo>
                  <a:pt x="403173" y="687514"/>
                  <a:pt x="645715" y="511313"/>
                  <a:pt x="824441" y="278207"/>
                </a:cubicBezTo>
                <a:close/>
              </a:path>
            </a:pathLst>
          </a:custGeom>
          <a:solidFill>
            <a:srgbClr val="64258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25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14" name="Google Shape;1014;p41"/>
          <p:cNvSpPr/>
          <p:nvPr/>
        </p:nvSpPr>
        <p:spPr>
          <a:xfrm>
            <a:off x="2400387" y="2194633"/>
            <a:ext cx="950717" cy="680010"/>
          </a:xfrm>
          <a:custGeom>
            <a:rect b="b" l="l" r="r" t="t"/>
            <a:pathLst>
              <a:path extrusionOk="0" h="786139" w="824917">
                <a:moveTo>
                  <a:pt x="824376" y="390098"/>
                </a:moveTo>
                <a:lnTo>
                  <a:pt x="697330" y="-306"/>
                </a:lnTo>
                <a:cubicBezTo>
                  <a:pt x="420504" y="97624"/>
                  <a:pt x="178067" y="273825"/>
                  <a:pt x="-542" y="506899"/>
                </a:cubicBezTo>
                <a:lnTo>
                  <a:pt x="331396" y="748332"/>
                </a:lnTo>
                <a:cubicBezTo>
                  <a:pt x="343057" y="733370"/>
                  <a:pt x="355102" y="718773"/>
                  <a:pt x="367546" y="704548"/>
                </a:cubicBezTo>
                <a:cubicBezTo>
                  <a:pt x="461039" y="806576"/>
                  <a:pt x="619549" y="813493"/>
                  <a:pt x="721538" y="719999"/>
                </a:cubicBezTo>
                <a:cubicBezTo>
                  <a:pt x="807671" y="641070"/>
                  <a:pt x="827834" y="513085"/>
                  <a:pt x="770151" y="411500"/>
                </a:cubicBezTo>
                <a:cubicBezTo>
                  <a:pt x="787900" y="403800"/>
                  <a:pt x="805910" y="396753"/>
                  <a:pt x="824376" y="390098"/>
                </a:cubicBezTo>
                <a:close/>
              </a:path>
            </a:pathLst>
          </a:custGeom>
          <a:solidFill>
            <a:srgbClr val="64258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25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15" name="Google Shape;1015;p41"/>
          <p:cNvSpPr/>
          <p:nvPr/>
        </p:nvSpPr>
        <p:spPr>
          <a:xfrm>
            <a:off x="2041244" y="2686179"/>
            <a:ext cx="823101" cy="710505"/>
          </a:xfrm>
          <a:custGeom>
            <a:rect b="b" l="l" r="r" t="t"/>
            <a:pathLst>
              <a:path extrusionOk="0" h="821393" w="714187">
                <a:moveTo>
                  <a:pt x="566956" y="290066"/>
                </a:moveTo>
                <a:cubicBezTo>
                  <a:pt x="576959" y="273446"/>
                  <a:pt x="587380" y="257133"/>
                  <a:pt x="598212" y="241127"/>
                </a:cubicBezTo>
                <a:lnTo>
                  <a:pt x="266274" y="-306"/>
                </a:lnTo>
                <a:cubicBezTo>
                  <a:pt x="99040" y="241564"/>
                  <a:pt x="6284" y="527108"/>
                  <a:pt x="-542" y="821088"/>
                </a:cubicBezTo>
                <a:lnTo>
                  <a:pt x="409894" y="821088"/>
                </a:lnTo>
                <a:cubicBezTo>
                  <a:pt x="410547" y="801904"/>
                  <a:pt x="411702" y="782850"/>
                  <a:pt x="413353" y="763927"/>
                </a:cubicBezTo>
                <a:cubicBezTo>
                  <a:pt x="548986" y="791379"/>
                  <a:pt x="681193" y="703673"/>
                  <a:pt x="708645" y="568040"/>
                </a:cubicBezTo>
                <a:cubicBezTo>
                  <a:pt x="731770" y="453777"/>
                  <a:pt x="673037" y="338666"/>
                  <a:pt x="566956" y="2903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25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16" name="Google Shape;1016;p41"/>
          <p:cNvSpPr/>
          <p:nvPr/>
        </p:nvSpPr>
        <p:spPr>
          <a:xfrm>
            <a:off x="2041244" y="3461696"/>
            <a:ext cx="822346" cy="710167"/>
          </a:xfrm>
          <a:custGeom>
            <a:rect b="b" l="l" r="r" t="t"/>
            <a:pathLst>
              <a:path extrusionOk="0" h="821002" w="713532">
                <a:moveTo>
                  <a:pt x="712990" y="302660"/>
                </a:moveTo>
                <a:cubicBezTo>
                  <a:pt x="712990" y="164240"/>
                  <a:pt x="600776" y="52026"/>
                  <a:pt x="462357" y="52026"/>
                </a:cubicBezTo>
                <a:cubicBezTo>
                  <a:pt x="445900" y="52026"/>
                  <a:pt x="429483" y="53664"/>
                  <a:pt x="413353" y="56920"/>
                </a:cubicBezTo>
                <a:cubicBezTo>
                  <a:pt x="411741" y="37951"/>
                  <a:pt x="410592" y="18878"/>
                  <a:pt x="409894" y="-306"/>
                </a:cubicBezTo>
                <a:lnTo>
                  <a:pt x="-542" y="-306"/>
                </a:lnTo>
                <a:cubicBezTo>
                  <a:pt x="6375" y="293537"/>
                  <a:pt x="99124" y="578931"/>
                  <a:pt x="266274" y="820696"/>
                </a:cubicBezTo>
                <a:lnTo>
                  <a:pt x="598212" y="579264"/>
                </a:lnTo>
                <a:cubicBezTo>
                  <a:pt x="587315" y="563277"/>
                  <a:pt x="576940" y="546964"/>
                  <a:pt x="566891" y="530324"/>
                </a:cubicBezTo>
                <a:cubicBezTo>
                  <a:pt x="655888" y="489502"/>
                  <a:pt x="712958" y="400577"/>
                  <a:pt x="712990" y="30266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25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17" name="Google Shape;1017;p41"/>
          <p:cNvSpPr/>
          <p:nvPr/>
        </p:nvSpPr>
        <p:spPr>
          <a:xfrm>
            <a:off x="2400463" y="3984187"/>
            <a:ext cx="950642" cy="679549"/>
          </a:xfrm>
          <a:custGeom>
            <a:rect b="b" l="l" r="r" t="t"/>
            <a:pathLst>
              <a:path extrusionOk="0" h="785606" w="824852">
                <a:moveTo>
                  <a:pt x="770021" y="373494"/>
                </a:moveTo>
                <a:cubicBezTo>
                  <a:pt x="838079" y="253000"/>
                  <a:pt x="795534" y="100153"/>
                  <a:pt x="675079" y="32095"/>
                </a:cubicBezTo>
                <a:cubicBezTo>
                  <a:pt x="573755" y="-25125"/>
                  <a:pt x="446377" y="-5073"/>
                  <a:pt x="367546" y="80512"/>
                </a:cubicBezTo>
                <a:cubicBezTo>
                  <a:pt x="355148" y="66241"/>
                  <a:pt x="343096" y="51625"/>
                  <a:pt x="331396" y="36663"/>
                </a:cubicBezTo>
                <a:lnTo>
                  <a:pt x="-542" y="278096"/>
                </a:lnTo>
                <a:cubicBezTo>
                  <a:pt x="178086" y="511150"/>
                  <a:pt x="420517" y="687344"/>
                  <a:pt x="697330" y="785300"/>
                </a:cubicBezTo>
                <a:lnTo>
                  <a:pt x="824311" y="394766"/>
                </a:lnTo>
                <a:cubicBezTo>
                  <a:pt x="805974" y="388195"/>
                  <a:pt x="787835" y="381109"/>
                  <a:pt x="770021" y="3734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25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18" name="Google Shape;1018;p41"/>
          <p:cNvSpPr/>
          <p:nvPr/>
        </p:nvSpPr>
        <p:spPr>
          <a:xfrm>
            <a:off x="3288315" y="4167250"/>
            <a:ext cx="993959" cy="570512"/>
          </a:xfrm>
          <a:custGeom>
            <a:rect b="b" l="l" r="r" t="t"/>
            <a:pathLst>
              <a:path extrusionOk="0" h="659551" w="862437">
                <a:moveTo>
                  <a:pt x="735111" y="206542"/>
                </a:moveTo>
                <a:cubicBezTo>
                  <a:pt x="716776" y="211763"/>
                  <a:pt x="698243" y="216591"/>
                  <a:pt x="679516" y="220898"/>
                </a:cubicBezTo>
                <a:cubicBezTo>
                  <a:pt x="663268" y="83470"/>
                  <a:pt x="538702" y="-14786"/>
                  <a:pt x="401281" y="1448"/>
                </a:cubicBezTo>
                <a:cubicBezTo>
                  <a:pt x="286177" y="15040"/>
                  <a:pt x="195411" y="105800"/>
                  <a:pt x="181839" y="220898"/>
                </a:cubicBezTo>
                <a:cubicBezTo>
                  <a:pt x="163111" y="216591"/>
                  <a:pt x="144579" y="211763"/>
                  <a:pt x="126244" y="206542"/>
                </a:cubicBezTo>
                <a:lnTo>
                  <a:pt x="-542" y="596946"/>
                </a:lnTo>
                <a:cubicBezTo>
                  <a:pt x="280956" y="680012"/>
                  <a:pt x="580398" y="680012"/>
                  <a:pt x="861896" y="59694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25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19" name="Google Shape;1019;p41"/>
          <p:cNvSpPr txBox="1"/>
          <p:nvPr/>
        </p:nvSpPr>
        <p:spPr>
          <a:xfrm>
            <a:off x="3159891" y="1386790"/>
            <a:ext cx="1252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Induce New Employees</a:t>
            </a:r>
            <a:endParaRPr/>
          </a:p>
        </p:txBody>
      </p:sp>
      <p:sp>
        <p:nvSpPr>
          <p:cNvPr id="1020" name="Google Shape;1020;p41"/>
          <p:cNvSpPr txBox="1"/>
          <p:nvPr/>
        </p:nvSpPr>
        <p:spPr>
          <a:xfrm>
            <a:off x="4470897" y="1682415"/>
            <a:ext cx="1506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Gain Knowledge on New Method</a:t>
            </a:r>
            <a:endParaRPr b="0" i="0" sz="1125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21" name="Google Shape;1021;p41"/>
          <p:cNvSpPr txBox="1"/>
          <p:nvPr/>
        </p:nvSpPr>
        <p:spPr>
          <a:xfrm>
            <a:off x="5361629" y="2478298"/>
            <a:ext cx="13689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Obtain Knowledge on Company Policy</a:t>
            </a:r>
            <a:endParaRPr b="0" i="0" sz="1125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22" name="Google Shape;1022;p41"/>
          <p:cNvSpPr txBox="1"/>
          <p:nvPr/>
        </p:nvSpPr>
        <p:spPr>
          <a:xfrm>
            <a:off x="5445033" y="3547051"/>
            <a:ext cx="12789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Earn Knowledge on Customer Relations</a:t>
            </a:r>
            <a:endParaRPr b="0" i="0" sz="1125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23" name="Google Shape;1023;p41"/>
          <p:cNvSpPr txBox="1"/>
          <p:nvPr/>
        </p:nvSpPr>
        <p:spPr>
          <a:xfrm>
            <a:off x="4470897" y="4514211"/>
            <a:ext cx="136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Change Attitude &amp; Behaviour</a:t>
            </a:r>
            <a:endParaRPr b="0" i="0" sz="1125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24" name="Google Shape;1024;p41"/>
          <p:cNvSpPr txBox="1"/>
          <p:nvPr/>
        </p:nvSpPr>
        <p:spPr>
          <a:xfrm>
            <a:off x="3116793" y="4910182"/>
            <a:ext cx="136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Ensure Personal Growth</a:t>
            </a:r>
            <a:endParaRPr b="0" i="0" sz="1125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25" name="Google Shape;1025;p41"/>
          <p:cNvSpPr txBox="1"/>
          <p:nvPr/>
        </p:nvSpPr>
        <p:spPr>
          <a:xfrm>
            <a:off x="1713928" y="4560452"/>
            <a:ext cx="136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Ensure Ensuring Loyalty</a:t>
            </a:r>
            <a:endParaRPr b="0" i="0" sz="1125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26" name="Google Shape;1026;p41"/>
          <p:cNvSpPr txBox="1"/>
          <p:nvPr/>
        </p:nvSpPr>
        <p:spPr>
          <a:xfrm>
            <a:off x="923995" y="3613626"/>
            <a:ext cx="13689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Increase Productivity &amp; Quality</a:t>
            </a:r>
            <a:endParaRPr b="0" i="0" sz="1125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27" name="Google Shape;1027;p41"/>
          <p:cNvSpPr txBox="1"/>
          <p:nvPr/>
        </p:nvSpPr>
        <p:spPr>
          <a:xfrm>
            <a:off x="871040" y="2451855"/>
            <a:ext cx="13689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Help Company to Fulfil Future Growth</a:t>
            </a:r>
            <a:endParaRPr b="0" i="0" sz="1125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28" name="Google Shape;1028;p41"/>
          <p:cNvSpPr txBox="1"/>
          <p:nvPr/>
        </p:nvSpPr>
        <p:spPr>
          <a:xfrm>
            <a:off x="1743909" y="1742555"/>
            <a:ext cx="136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Improve Health Care</a:t>
            </a:r>
            <a:endParaRPr b="0" i="0" sz="1125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029" name="Google Shape;1029;p41"/>
          <p:cNvGrpSpPr/>
          <p:nvPr/>
        </p:nvGrpSpPr>
        <p:grpSpPr>
          <a:xfrm>
            <a:off x="7197608" y="3097400"/>
            <a:ext cx="4666283" cy="663102"/>
            <a:chOff x="5398341" y="3108942"/>
            <a:chExt cx="3499800" cy="663102"/>
          </a:xfrm>
        </p:grpSpPr>
        <p:sp>
          <p:nvSpPr>
            <p:cNvPr id="1030" name="Google Shape;1030;p41"/>
            <p:cNvSpPr txBox="1"/>
            <p:nvPr/>
          </p:nvSpPr>
          <p:spPr>
            <a:xfrm>
              <a:off x="5398341" y="3108942"/>
              <a:ext cx="3499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2626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Training Objectives</a:t>
              </a:r>
              <a:endParaRPr/>
            </a:p>
          </p:txBody>
        </p:sp>
        <p:sp>
          <p:nvSpPr>
            <p:cNvPr id="1031" name="Google Shape;1031;p41"/>
            <p:cNvSpPr txBox="1"/>
            <p:nvPr/>
          </p:nvSpPr>
          <p:spPr>
            <a:xfrm>
              <a:off x="5398341" y="3495144"/>
              <a:ext cx="34998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2626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Objectives of Training and Development</a:t>
              </a:r>
              <a:endParaRPr b="0" i="0" sz="1200" u="none" cap="none" strike="noStrik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pic>
        <p:nvPicPr>
          <p:cNvPr descr="Objective Icons - Free SVG &amp; PNG Objective Images - Noun Project" id="1032" name="Google Shape;103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5613" y="2844850"/>
            <a:ext cx="1106156" cy="1106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42"/>
          <p:cNvSpPr/>
          <p:nvPr/>
        </p:nvSpPr>
        <p:spPr>
          <a:xfrm>
            <a:off x="4597100" y="1950217"/>
            <a:ext cx="3000816" cy="2850759"/>
          </a:xfrm>
          <a:custGeom>
            <a:rect b="b" l="l" r="r" t="t"/>
            <a:pathLst>
              <a:path extrusionOk="0" h="4015153" w="3167088">
                <a:moveTo>
                  <a:pt x="2743051" y="508864"/>
                </a:moveTo>
                <a:cubicBezTo>
                  <a:pt x="2641901" y="395838"/>
                  <a:pt x="2523545" y="299497"/>
                  <a:pt x="2392337" y="223403"/>
                </a:cubicBezTo>
                <a:cubicBezTo>
                  <a:pt x="2269137" y="153193"/>
                  <a:pt x="2137180" y="99599"/>
                  <a:pt x="1999905" y="64016"/>
                </a:cubicBezTo>
                <a:cubicBezTo>
                  <a:pt x="1839601" y="23367"/>
                  <a:pt x="1683270" y="-8266"/>
                  <a:pt x="1517311" y="1819"/>
                </a:cubicBezTo>
                <a:cubicBezTo>
                  <a:pt x="1252969" y="20743"/>
                  <a:pt x="996421" y="99659"/>
                  <a:pt x="767136" y="232572"/>
                </a:cubicBezTo>
                <a:cubicBezTo>
                  <a:pt x="645601" y="299958"/>
                  <a:pt x="535573" y="386258"/>
                  <a:pt x="441178" y="488234"/>
                </a:cubicBezTo>
                <a:cubicBezTo>
                  <a:pt x="432926" y="497403"/>
                  <a:pt x="424827" y="506878"/>
                  <a:pt x="417033" y="516352"/>
                </a:cubicBezTo>
                <a:cubicBezTo>
                  <a:pt x="-401604" y="1413690"/>
                  <a:pt x="224179" y="2411275"/>
                  <a:pt x="297684" y="2548809"/>
                </a:cubicBezTo>
                <a:cubicBezTo>
                  <a:pt x="504139" y="2841911"/>
                  <a:pt x="686296" y="3313808"/>
                  <a:pt x="927134" y="3992313"/>
                </a:cubicBezTo>
                <a:cubicBezTo>
                  <a:pt x="1044803" y="4009275"/>
                  <a:pt x="1410645" y="4015082"/>
                  <a:pt x="1507836" y="4015082"/>
                </a:cubicBezTo>
                <a:lnTo>
                  <a:pt x="1553681" y="4015082"/>
                </a:lnTo>
                <a:lnTo>
                  <a:pt x="1586995" y="4015082"/>
                </a:lnTo>
                <a:cubicBezTo>
                  <a:pt x="1593108" y="4015082"/>
                  <a:pt x="1626422" y="4015082"/>
                  <a:pt x="1626422" y="4015082"/>
                </a:cubicBezTo>
                <a:lnTo>
                  <a:pt x="1687548" y="4015082"/>
                </a:lnTo>
                <a:cubicBezTo>
                  <a:pt x="1785198" y="4015082"/>
                  <a:pt x="2134536" y="4003621"/>
                  <a:pt x="2252205" y="3986047"/>
                </a:cubicBezTo>
                <a:cubicBezTo>
                  <a:pt x="2488459" y="3305861"/>
                  <a:pt x="2670157" y="2834576"/>
                  <a:pt x="2874778" y="2540099"/>
                </a:cubicBezTo>
                <a:cubicBezTo>
                  <a:pt x="2948130" y="2402259"/>
                  <a:pt x="3567648" y="1400853"/>
                  <a:pt x="2743051" y="50886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42"/>
          <p:cNvSpPr/>
          <p:nvPr/>
        </p:nvSpPr>
        <p:spPr>
          <a:xfrm>
            <a:off x="5408368" y="4735026"/>
            <a:ext cx="1399672" cy="1067503"/>
          </a:xfrm>
          <a:custGeom>
            <a:rect b="b" l="l" r="r" t="t"/>
            <a:pathLst>
              <a:path extrusionOk="0" h="1503525" w="1477226">
                <a:moveTo>
                  <a:pt x="1454380" y="75"/>
                </a:moveTo>
                <a:cubicBezTo>
                  <a:pt x="1425498" y="1908"/>
                  <a:pt x="1396616" y="75"/>
                  <a:pt x="1367581" y="75"/>
                </a:cubicBezTo>
                <a:cubicBezTo>
                  <a:pt x="919324" y="75"/>
                  <a:pt x="470702" y="75"/>
                  <a:pt x="21727" y="75"/>
                </a:cubicBezTo>
                <a:cubicBezTo>
                  <a:pt x="3848" y="75"/>
                  <a:pt x="-3029" y="3589"/>
                  <a:pt x="944" y="21010"/>
                </a:cubicBezTo>
                <a:cubicBezTo>
                  <a:pt x="9808" y="23761"/>
                  <a:pt x="16226" y="31096"/>
                  <a:pt x="25548" y="33694"/>
                </a:cubicBezTo>
                <a:cubicBezTo>
                  <a:pt x="34869" y="36292"/>
                  <a:pt x="30591" y="44238"/>
                  <a:pt x="30591" y="50045"/>
                </a:cubicBezTo>
                <a:cubicBezTo>
                  <a:pt x="30591" y="101086"/>
                  <a:pt x="30591" y="152280"/>
                  <a:pt x="30591" y="202862"/>
                </a:cubicBezTo>
                <a:cubicBezTo>
                  <a:pt x="29689" y="214124"/>
                  <a:pt x="33647" y="225249"/>
                  <a:pt x="41441" y="233425"/>
                </a:cubicBezTo>
                <a:cubicBezTo>
                  <a:pt x="53941" y="247607"/>
                  <a:pt x="63584" y="264049"/>
                  <a:pt x="69864" y="281868"/>
                </a:cubicBezTo>
                <a:cubicBezTo>
                  <a:pt x="86170" y="318865"/>
                  <a:pt x="76588" y="362173"/>
                  <a:pt x="46178" y="388839"/>
                </a:cubicBezTo>
                <a:cubicBezTo>
                  <a:pt x="25089" y="409164"/>
                  <a:pt x="25395" y="426432"/>
                  <a:pt x="46178" y="447673"/>
                </a:cubicBezTo>
                <a:cubicBezTo>
                  <a:pt x="48669" y="450791"/>
                  <a:pt x="51664" y="453481"/>
                  <a:pt x="55041" y="455620"/>
                </a:cubicBezTo>
                <a:cubicBezTo>
                  <a:pt x="88202" y="473194"/>
                  <a:pt x="85605" y="502229"/>
                  <a:pt x="79186" y="532028"/>
                </a:cubicBezTo>
                <a:cubicBezTo>
                  <a:pt x="73899" y="552994"/>
                  <a:pt x="63385" y="572295"/>
                  <a:pt x="48623" y="588112"/>
                </a:cubicBezTo>
                <a:cubicBezTo>
                  <a:pt x="25089" y="616077"/>
                  <a:pt x="27687" y="642820"/>
                  <a:pt x="55194" y="667118"/>
                </a:cubicBezTo>
                <a:cubicBezTo>
                  <a:pt x="65280" y="675828"/>
                  <a:pt x="78116" y="681177"/>
                  <a:pt x="80256" y="697681"/>
                </a:cubicBezTo>
                <a:cubicBezTo>
                  <a:pt x="83496" y="717303"/>
                  <a:pt x="81326" y="737428"/>
                  <a:pt x="73991" y="755904"/>
                </a:cubicBezTo>
                <a:cubicBezTo>
                  <a:pt x="67649" y="768084"/>
                  <a:pt x="59687" y="779346"/>
                  <a:pt x="50304" y="789371"/>
                </a:cubicBezTo>
                <a:cubicBezTo>
                  <a:pt x="31110" y="808840"/>
                  <a:pt x="31324" y="840198"/>
                  <a:pt x="50793" y="859391"/>
                </a:cubicBezTo>
                <a:cubicBezTo>
                  <a:pt x="51817" y="860400"/>
                  <a:pt x="52871" y="861347"/>
                  <a:pt x="53971" y="862264"/>
                </a:cubicBezTo>
                <a:cubicBezTo>
                  <a:pt x="83725" y="889878"/>
                  <a:pt x="85452" y="936396"/>
                  <a:pt x="57822" y="966149"/>
                </a:cubicBezTo>
                <a:cubicBezTo>
                  <a:pt x="56585" y="967478"/>
                  <a:pt x="55301" y="968762"/>
                  <a:pt x="53971" y="970000"/>
                </a:cubicBezTo>
                <a:cubicBezTo>
                  <a:pt x="28298" y="996132"/>
                  <a:pt x="27687" y="1012635"/>
                  <a:pt x="51527" y="1040448"/>
                </a:cubicBezTo>
                <a:cubicBezTo>
                  <a:pt x="69819" y="1060987"/>
                  <a:pt x="91855" y="1077842"/>
                  <a:pt x="116473" y="1090114"/>
                </a:cubicBezTo>
                <a:cubicBezTo>
                  <a:pt x="163999" y="1117789"/>
                  <a:pt x="208820" y="1149865"/>
                  <a:pt x="250341" y="1185929"/>
                </a:cubicBezTo>
                <a:cubicBezTo>
                  <a:pt x="283059" y="1211068"/>
                  <a:pt x="314095" y="1238330"/>
                  <a:pt x="343253" y="1267533"/>
                </a:cubicBezTo>
                <a:cubicBezTo>
                  <a:pt x="352238" y="1275632"/>
                  <a:pt x="357022" y="1287399"/>
                  <a:pt x="356242" y="1299472"/>
                </a:cubicBezTo>
                <a:cubicBezTo>
                  <a:pt x="354561" y="1321477"/>
                  <a:pt x="358687" y="1328813"/>
                  <a:pt x="380999" y="1333091"/>
                </a:cubicBezTo>
                <a:cubicBezTo>
                  <a:pt x="437999" y="1343941"/>
                  <a:pt x="484761" y="1374657"/>
                  <a:pt x="531064" y="1405832"/>
                </a:cubicBezTo>
                <a:cubicBezTo>
                  <a:pt x="557944" y="1422627"/>
                  <a:pt x="579874" y="1446252"/>
                  <a:pt x="594636" y="1474294"/>
                </a:cubicBezTo>
                <a:cubicBezTo>
                  <a:pt x="603499" y="1492326"/>
                  <a:pt x="623060" y="1492020"/>
                  <a:pt x="638647" y="1495688"/>
                </a:cubicBezTo>
                <a:cubicBezTo>
                  <a:pt x="700919" y="1508586"/>
                  <a:pt x="765469" y="1505377"/>
                  <a:pt x="826153" y="1486366"/>
                </a:cubicBezTo>
                <a:cubicBezTo>
                  <a:pt x="838378" y="1482852"/>
                  <a:pt x="843573" y="1473071"/>
                  <a:pt x="851214" y="1464972"/>
                </a:cubicBezTo>
                <a:cubicBezTo>
                  <a:pt x="876001" y="1439314"/>
                  <a:pt x="903875" y="1416835"/>
                  <a:pt x="934193" y="1398038"/>
                </a:cubicBezTo>
                <a:cubicBezTo>
                  <a:pt x="972703" y="1373588"/>
                  <a:pt x="1013047" y="1352193"/>
                  <a:pt x="1052321" y="1328660"/>
                </a:cubicBezTo>
                <a:cubicBezTo>
                  <a:pt x="1066089" y="1322822"/>
                  <a:pt x="1080500" y="1318666"/>
                  <a:pt x="1095262" y="1316281"/>
                </a:cubicBezTo>
                <a:cubicBezTo>
                  <a:pt x="1119407" y="1308794"/>
                  <a:pt x="1123228" y="1306349"/>
                  <a:pt x="1121699" y="1282509"/>
                </a:cubicBezTo>
                <a:cubicBezTo>
                  <a:pt x="1120324" y="1260962"/>
                  <a:pt x="1134689" y="1248584"/>
                  <a:pt x="1146914" y="1236664"/>
                </a:cubicBezTo>
                <a:cubicBezTo>
                  <a:pt x="1172740" y="1211603"/>
                  <a:pt x="1201316" y="1188986"/>
                  <a:pt x="1228671" y="1165452"/>
                </a:cubicBezTo>
                <a:cubicBezTo>
                  <a:pt x="1230122" y="1164535"/>
                  <a:pt x="1231651" y="1163771"/>
                  <a:pt x="1233255" y="1163160"/>
                </a:cubicBezTo>
                <a:cubicBezTo>
                  <a:pt x="1313392" y="1111508"/>
                  <a:pt x="1379546" y="1040845"/>
                  <a:pt x="1425804" y="957469"/>
                </a:cubicBezTo>
                <a:cubicBezTo>
                  <a:pt x="1434682" y="942172"/>
                  <a:pt x="1440887" y="925484"/>
                  <a:pt x="1444142" y="908109"/>
                </a:cubicBezTo>
                <a:cubicBezTo>
                  <a:pt x="1448360" y="892247"/>
                  <a:pt x="1441315" y="875529"/>
                  <a:pt x="1427026" y="867460"/>
                </a:cubicBezTo>
                <a:cubicBezTo>
                  <a:pt x="1381181" y="837967"/>
                  <a:pt x="1376902" y="793038"/>
                  <a:pt x="1415106" y="753765"/>
                </a:cubicBezTo>
                <a:cubicBezTo>
                  <a:pt x="1419080" y="749792"/>
                  <a:pt x="1423359" y="745818"/>
                  <a:pt x="1427332" y="741692"/>
                </a:cubicBezTo>
                <a:cubicBezTo>
                  <a:pt x="1449490" y="719381"/>
                  <a:pt x="1447504" y="692638"/>
                  <a:pt x="1420608" y="676134"/>
                </a:cubicBezTo>
                <a:cubicBezTo>
                  <a:pt x="1400680" y="665926"/>
                  <a:pt x="1387065" y="646533"/>
                  <a:pt x="1384238" y="624329"/>
                </a:cubicBezTo>
                <a:cubicBezTo>
                  <a:pt x="1380891" y="603485"/>
                  <a:pt x="1388043" y="582335"/>
                  <a:pt x="1403340" y="567787"/>
                </a:cubicBezTo>
                <a:cubicBezTo>
                  <a:pt x="1414510" y="558053"/>
                  <a:pt x="1424413" y="546958"/>
                  <a:pt x="1432833" y="534779"/>
                </a:cubicBezTo>
                <a:cubicBezTo>
                  <a:pt x="1446724" y="518443"/>
                  <a:pt x="1444738" y="493946"/>
                  <a:pt x="1428402" y="480070"/>
                </a:cubicBezTo>
                <a:cubicBezTo>
                  <a:pt x="1426965" y="478833"/>
                  <a:pt x="1425422" y="477717"/>
                  <a:pt x="1423817" y="476708"/>
                </a:cubicBezTo>
                <a:cubicBezTo>
                  <a:pt x="1412127" y="467555"/>
                  <a:pt x="1401827" y="456736"/>
                  <a:pt x="1393254" y="444617"/>
                </a:cubicBezTo>
                <a:cubicBezTo>
                  <a:pt x="1372089" y="415246"/>
                  <a:pt x="1378736" y="374276"/>
                  <a:pt x="1408123" y="353095"/>
                </a:cubicBezTo>
                <a:cubicBezTo>
                  <a:pt x="1408856" y="352576"/>
                  <a:pt x="1409605" y="352056"/>
                  <a:pt x="1410369" y="351552"/>
                </a:cubicBezTo>
                <a:cubicBezTo>
                  <a:pt x="1419462" y="344630"/>
                  <a:pt x="1427760" y="336744"/>
                  <a:pt x="1435126" y="328018"/>
                </a:cubicBezTo>
                <a:cubicBezTo>
                  <a:pt x="1445181" y="315503"/>
                  <a:pt x="1443836" y="297363"/>
                  <a:pt x="1432069" y="286452"/>
                </a:cubicBezTo>
                <a:cubicBezTo>
                  <a:pt x="1425498" y="279423"/>
                  <a:pt x="1418774" y="272546"/>
                  <a:pt x="1412662" y="264905"/>
                </a:cubicBezTo>
                <a:cubicBezTo>
                  <a:pt x="1378431" y="223186"/>
                  <a:pt x="1401964" y="181926"/>
                  <a:pt x="1433444" y="157934"/>
                </a:cubicBezTo>
                <a:cubicBezTo>
                  <a:pt x="1443607" y="151913"/>
                  <a:pt x="1449521" y="140681"/>
                  <a:pt x="1448726" y="128899"/>
                </a:cubicBezTo>
                <a:cubicBezTo>
                  <a:pt x="1447809" y="105212"/>
                  <a:pt x="1448726" y="81220"/>
                  <a:pt x="1448726" y="57381"/>
                </a:cubicBezTo>
                <a:cubicBezTo>
                  <a:pt x="1448726" y="33541"/>
                  <a:pt x="1450101" y="30332"/>
                  <a:pt x="1476691" y="20858"/>
                </a:cubicBezTo>
                <a:cubicBezTo>
                  <a:pt x="1478831" y="3589"/>
                  <a:pt x="1472260" y="-995"/>
                  <a:pt x="1454380" y="75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50000">
                <a:srgbClr val="918F8F"/>
              </a:gs>
              <a:gs pos="100000">
                <a:srgbClr val="231F2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42"/>
          <p:cNvSpPr/>
          <p:nvPr/>
        </p:nvSpPr>
        <p:spPr>
          <a:xfrm>
            <a:off x="5416185" y="4913767"/>
            <a:ext cx="1368718" cy="154394"/>
          </a:xfrm>
          <a:custGeom>
            <a:rect b="b" l="l" r="r" t="t"/>
            <a:pathLst>
              <a:path extrusionOk="0" h="217457" w="1444557">
                <a:moveTo>
                  <a:pt x="48462" y="72211"/>
                </a:moveTo>
                <a:cubicBezTo>
                  <a:pt x="48462" y="72211"/>
                  <a:pt x="-61413" y="186823"/>
                  <a:pt x="49226" y="217386"/>
                </a:cubicBezTo>
                <a:cubicBezTo>
                  <a:pt x="49226" y="217386"/>
                  <a:pt x="1165702" y="162525"/>
                  <a:pt x="1398441" y="106900"/>
                </a:cubicBezTo>
                <a:cubicBezTo>
                  <a:pt x="1398441" y="106900"/>
                  <a:pt x="1499911" y="59833"/>
                  <a:pt x="1401345" y="-72"/>
                </a:cubicBezTo>
                <a:cubicBezTo>
                  <a:pt x="1401345" y="-72"/>
                  <a:pt x="551839" y="86117"/>
                  <a:pt x="48462" y="72211"/>
                </a:cubicBezTo>
                <a:close/>
              </a:path>
            </a:pathLst>
          </a:custGeom>
          <a:solidFill>
            <a:srgbClr val="FFFFFF">
              <a:alpha val="2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42"/>
          <p:cNvSpPr/>
          <p:nvPr/>
        </p:nvSpPr>
        <p:spPr>
          <a:xfrm>
            <a:off x="5418833" y="4758533"/>
            <a:ext cx="1371831" cy="132176"/>
          </a:xfrm>
          <a:custGeom>
            <a:rect b="b" l="l" r="r" t="t"/>
            <a:pathLst>
              <a:path extrusionOk="0" h="186164" w="1447843">
                <a:moveTo>
                  <a:pt x="737" y="268"/>
                </a:moveTo>
                <a:cubicBezTo>
                  <a:pt x="737" y="268"/>
                  <a:pt x="-1250" y="156905"/>
                  <a:pt x="737" y="186093"/>
                </a:cubicBezTo>
                <a:cubicBezTo>
                  <a:pt x="737" y="186093"/>
                  <a:pt x="1213335" y="169894"/>
                  <a:pt x="1445921" y="114269"/>
                </a:cubicBezTo>
                <a:cubicBezTo>
                  <a:pt x="1448290" y="76309"/>
                  <a:pt x="1448290" y="38227"/>
                  <a:pt x="1445921" y="268"/>
                </a:cubicBezTo>
                <a:cubicBezTo>
                  <a:pt x="1445921" y="268"/>
                  <a:pt x="502739" y="-496"/>
                  <a:pt x="737" y="268"/>
                </a:cubicBezTo>
                <a:close/>
              </a:path>
            </a:pathLst>
          </a:custGeom>
          <a:solidFill>
            <a:srgbClr val="FFFFFF">
              <a:alpha val="2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42"/>
          <p:cNvSpPr/>
          <p:nvPr/>
        </p:nvSpPr>
        <p:spPr>
          <a:xfrm>
            <a:off x="5414880" y="5055852"/>
            <a:ext cx="1371081" cy="161773"/>
          </a:xfrm>
          <a:custGeom>
            <a:rect b="b" l="l" r="r" t="t"/>
            <a:pathLst>
              <a:path extrusionOk="0" h="227849" w="1447051">
                <a:moveTo>
                  <a:pt x="49230" y="99717"/>
                </a:moveTo>
                <a:cubicBezTo>
                  <a:pt x="49230" y="99717"/>
                  <a:pt x="-61867" y="199048"/>
                  <a:pt x="49230" y="227778"/>
                </a:cubicBezTo>
                <a:cubicBezTo>
                  <a:pt x="49230" y="227778"/>
                  <a:pt x="1170902" y="177501"/>
                  <a:pt x="1401197" y="118056"/>
                </a:cubicBezTo>
                <a:cubicBezTo>
                  <a:pt x="1401197" y="118056"/>
                  <a:pt x="1504042" y="49441"/>
                  <a:pt x="1401197" y="-72"/>
                </a:cubicBezTo>
                <a:cubicBezTo>
                  <a:pt x="1400127" y="540"/>
                  <a:pt x="549398" y="105372"/>
                  <a:pt x="49230" y="99717"/>
                </a:cubicBezTo>
                <a:close/>
              </a:path>
            </a:pathLst>
          </a:custGeom>
          <a:solidFill>
            <a:srgbClr val="FFFFFF">
              <a:alpha val="2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42"/>
          <p:cNvSpPr/>
          <p:nvPr/>
        </p:nvSpPr>
        <p:spPr>
          <a:xfrm>
            <a:off x="5414879" y="5203577"/>
            <a:ext cx="1379307" cy="158192"/>
          </a:xfrm>
          <a:custGeom>
            <a:rect b="b" l="l" r="r" t="t"/>
            <a:pathLst>
              <a:path extrusionOk="0" h="222806" w="1455733">
                <a:moveTo>
                  <a:pt x="49230" y="94675"/>
                </a:moveTo>
                <a:cubicBezTo>
                  <a:pt x="49230" y="94675"/>
                  <a:pt x="-61867" y="194005"/>
                  <a:pt x="49230" y="222735"/>
                </a:cubicBezTo>
                <a:cubicBezTo>
                  <a:pt x="49230" y="222735"/>
                  <a:pt x="1182822" y="158705"/>
                  <a:pt x="1412964" y="99106"/>
                </a:cubicBezTo>
                <a:cubicBezTo>
                  <a:pt x="1412964" y="99106"/>
                  <a:pt x="1514433" y="52192"/>
                  <a:pt x="1404253" y="-72"/>
                </a:cubicBezTo>
                <a:cubicBezTo>
                  <a:pt x="1403642" y="-72"/>
                  <a:pt x="549398" y="100329"/>
                  <a:pt x="49230" y="94675"/>
                </a:cubicBezTo>
                <a:close/>
              </a:path>
            </a:pathLst>
          </a:custGeom>
          <a:solidFill>
            <a:srgbClr val="FFFFFF">
              <a:alpha val="2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42"/>
          <p:cNvSpPr/>
          <p:nvPr/>
        </p:nvSpPr>
        <p:spPr>
          <a:xfrm>
            <a:off x="5414880" y="5334382"/>
            <a:ext cx="1382178" cy="158192"/>
          </a:xfrm>
          <a:custGeom>
            <a:rect b="b" l="l" r="r" t="t"/>
            <a:pathLst>
              <a:path extrusionOk="0" h="222806" w="1458763">
                <a:moveTo>
                  <a:pt x="49230" y="94827"/>
                </a:moveTo>
                <a:cubicBezTo>
                  <a:pt x="49230" y="94827"/>
                  <a:pt x="-61867" y="194158"/>
                  <a:pt x="49230" y="222734"/>
                </a:cubicBezTo>
                <a:cubicBezTo>
                  <a:pt x="49230" y="222734"/>
                  <a:pt x="1202994" y="161608"/>
                  <a:pt x="1433288" y="102010"/>
                </a:cubicBezTo>
                <a:cubicBezTo>
                  <a:pt x="1433288" y="102010"/>
                  <a:pt x="1507098" y="45314"/>
                  <a:pt x="1402725" y="-72"/>
                </a:cubicBezTo>
                <a:cubicBezTo>
                  <a:pt x="1401655" y="-72"/>
                  <a:pt x="549398" y="100481"/>
                  <a:pt x="49230" y="94827"/>
                </a:cubicBezTo>
                <a:close/>
              </a:path>
            </a:pathLst>
          </a:custGeom>
          <a:solidFill>
            <a:srgbClr val="FFFFFF">
              <a:alpha val="2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42"/>
          <p:cNvSpPr/>
          <p:nvPr/>
        </p:nvSpPr>
        <p:spPr>
          <a:xfrm>
            <a:off x="5459149" y="5141645"/>
            <a:ext cx="1281132" cy="101881"/>
          </a:xfrm>
          <a:custGeom>
            <a:rect b="b" l="l" r="r" t="t"/>
            <a:pathLst>
              <a:path extrusionOk="0" h="143494" w="1352118">
                <a:moveTo>
                  <a:pt x="-146" y="102316"/>
                </a:moveTo>
                <a:cubicBezTo>
                  <a:pt x="-146" y="102316"/>
                  <a:pt x="1164926" y="48218"/>
                  <a:pt x="1351973" y="-72"/>
                </a:cubicBezTo>
                <a:cubicBezTo>
                  <a:pt x="1344225" y="13086"/>
                  <a:pt x="1339763" y="27924"/>
                  <a:pt x="1338983" y="43176"/>
                </a:cubicBezTo>
                <a:cubicBezTo>
                  <a:pt x="1338983" y="43176"/>
                  <a:pt x="750335" y="114999"/>
                  <a:pt x="9481" y="143423"/>
                </a:cubicBezTo>
                <a:cubicBezTo>
                  <a:pt x="7907" y="129395"/>
                  <a:pt x="4683" y="115595"/>
                  <a:pt x="-146" y="102316"/>
                </a:cubicBezTo>
                <a:close/>
              </a:path>
            </a:pathLst>
          </a:custGeom>
          <a:solidFill>
            <a:srgbClr val="231F20">
              <a:alpha val="4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42"/>
          <p:cNvSpPr/>
          <p:nvPr/>
        </p:nvSpPr>
        <p:spPr>
          <a:xfrm>
            <a:off x="5459149" y="4990883"/>
            <a:ext cx="1281132" cy="101881"/>
          </a:xfrm>
          <a:custGeom>
            <a:rect b="b" l="l" r="r" t="t"/>
            <a:pathLst>
              <a:path extrusionOk="0" h="143494" w="1352118">
                <a:moveTo>
                  <a:pt x="-146" y="102316"/>
                </a:moveTo>
                <a:cubicBezTo>
                  <a:pt x="-146" y="102316"/>
                  <a:pt x="1164926" y="48218"/>
                  <a:pt x="1351973" y="-72"/>
                </a:cubicBezTo>
                <a:cubicBezTo>
                  <a:pt x="1344225" y="13086"/>
                  <a:pt x="1339763" y="27924"/>
                  <a:pt x="1338983" y="43175"/>
                </a:cubicBezTo>
                <a:cubicBezTo>
                  <a:pt x="1338983" y="43175"/>
                  <a:pt x="750335" y="114999"/>
                  <a:pt x="9481" y="143423"/>
                </a:cubicBezTo>
                <a:cubicBezTo>
                  <a:pt x="7892" y="129394"/>
                  <a:pt x="4652" y="115595"/>
                  <a:pt x="-146" y="102316"/>
                </a:cubicBezTo>
                <a:close/>
              </a:path>
            </a:pathLst>
          </a:custGeom>
          <a:solidFill>
            <a:srgbClr val="231F20">
              <a:alpha val="4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42"/>
          <p:cNvSpPr/>
          <p:nvPr/>
        </p:nvSpPr>
        <p:spPr>
          <a:xfrm>
            <a:off x="5419668" y="4839687"/>
            <a:ext cx="1369312" cy="68572"/>
          </a:xfrm>
          <a:custGeom>
            <a:rect b="b" l="l" r="r" t="t"/>
            <a:pathLst>
              <a:path extrusionOk="0" h="96580" w="1445184">
                <a:moveTo>
                  <a:pt x="-146" y="71752"/>
                </a:moveTo>
                <a:cubicBezTo>
                  <a:pt x="-146" y="71752"/>
                  <a:pt x="675760" y="47454"/>
                  <a:pt x="1445038" y="-72"/>
                </a:cubicBezTo>
                <a:cubicBezTo>
                  <a:pt x="1433393" y="3718"/>
                  <a:pt x="1423521" y="11588"/>
                  <a:pt x="1417225" y="22087"/>
                </a:cubicBezTo>
                <a:cubicBezTo>
                  <a:pt x="1417225" y="22087"/>
                  <a:pt x="760115" y="67932"/>
                  <a:pt x="19873" y="96508"/>
                </a:cubicBezTo>
                <a:cubicBezTo>
                  <a:pt x="10123" y="91313"/>
                  <a:pt x="2895" y="82373"/>
                  <a:pt x="-146" y="71752"/>
                </a:cubicBezTo>
                <a:close/>
              </a:path>
            </a:pathLst>
          </a:custGeom>
          <a:solidFill>
            <a:srgbClr val="231F20">
              <a:alpha val="4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42"/>
          <p:cNvSpPr/>
          <p:nvPr/>
        </p:nvSpPr>
        <p:spPr>
          <a:xfrm>
            <a:off x="5455677" y="5275163"/>
            <a:ext cx="1291123" cy="109910"/>
          </a:xfrm>
          <a:custGeom>
            <a:rect b="b" l="l" r="r" t="t"/>
            <a:pathLst>
              <a:path extrusionOk="0" h="154803" w="1362663">
                <a:moveTo>
                  <a:pt x="-146" y="113012"/>
                </a:moveTo>
                <a:cubicBezTo>
                  <a:pt x="-146" y="113012"/>
                  <a:pt x="1175470" y="48065"/>
                  <a:pt x="1362517" y="-72"/>
                </a:cubicBezTo>
                <a:cubicBezTo>
                  <a:pt x="1362517" y="-72"/>
                  <a:pt x="1352890" y="26060"/>
                  <a:pt x="1344332" y="42870"/>
                </a:cubicBezTo>
                <a:cubicBezTo>
                  <a:pt x="1344332" y="42870"/>
                  <a:pt x="748348" y="126308"/>
                  <a:pt x="9023" y="154731"/>
                </a:cubicBezTo>
                <a:cubicBezTo>
                  <a:pt x="7999" y="140459"/>
                  <a:pt x="4912" y="126399"/>
                  <a:pt x="-146" y="113012"/>
                </a:cubicBezTo>
                <a:close/>
              </a:path>
            </a:pathLst>
          </a:custGeom>
          <a:solidFill>
            <a:srgbClr val="231F20">
              <a:alpha val="4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42"/>
          <p:cNvSpPr/>
          <p:nvPr/>
        </p:nvSpPr>
        <p:spPr>
          <a:xfrm>
            <a:off x="5459149" y="5406836"/>
            <a:ext cx="1313276" cy="104485"/>
          </a:xfrm>
          <a:custGeom>
            <a:rect b="b" l="l" r="r" t="t"/>
            <a:pathLst>
              <a:path extrusionOk="0" h="147162" w="1386043">
                <a:moveTo>
                  <a:pt x="-146" y="112859"/>
                </a:moveTo>
                <a:cubicBezTo>
                  <a:pt x="-146" y="112859"/>
                  <a:pt x="1198698" y="48065"/>
                  <a:pt x="1385898" y="-72"/>
                </a:cubicBezTo>
                <a:cubicBezTo>
                  <a:pt x="1385898" y="-72"/>
                  <a:pt x="1373826" y="22086"/>
                  <a:pt x="1358850" y="45773"/>
                </a:cubicBezTo>
                <a:cubicBezTo>
                  <a:pt x="924897" y="101459"/>
                  <a:pt x="488408" y="135278"/>
                  <a:pt x="51047" y="147091"/>
                </a:cubicBezTo>
                <a:cubicBezTo>
                  <a:pt x="32358" y="138319"/>
                  <a:pt x="15105" y="126781"/>
                  <a:pt x="-146" y="112859"/>
                </a:cubicBezTo>
                <a:close/>
              </a:path>
            </a:pathLst>
          </a:custGeom>
          <a:solidFill>
            <a:srgbClr val="231F20">
              <a:alpha val="4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42"/>
          <p:cNvSpPr/>
          <p:nvPr/>
        </p:nvSpPr>
        <p:spPr>
          <a:xfrm>
            <a:off x="5785547" y="5673760"/>
            <a:ext cx="630864" cy="113165"/>
          </a:xfrm>
          <a:custGeom>
            <a:rect b="b" l="l" r="r" t="t"/>
            <a:pathLst>
              <a:path extrusionOk="0" h="159387" w="665820">
                <a:moveTo>
                  <a:pt x="191944" y="159316"/>
                </a:moveTo>
                <a:lnTo>
                  <a:pt x="436450" y="159316"/>
                </a:lnTo>
                <a:cubicBezTo>
                  <a:pt x="436450" y="159316"/>
                  <a:pt x="494979" y="81532"/>
                  <a:pt x="665674" y="-72"/>
                </a:cubicBezTo>
                <a:lnTo>
                  <a:pt x="-146" y="17808"/>
                </a:lnTo>
                <a:cubicBezTo>
                  <a:pt x="-146" y="17808"/>
                  <a:pt x="159241" y="79546"/>
                  <a:pt x="191944" y="159316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16000">
                <a:srgbClr val="C6C5C5"/>
              </a:gs>
              <a:gs pos="31000">
                <a:srgbClr val="949293"/>
              </a:gs>
              <a:gs pos="46000">
                <a:srgbClr val="6C696A"/>
              </a:gs>
              <a:gs pos="61000">
                <a:srgbClr val="4C4949"/>
              </a:gs>
              <a:gs pos="75000">
                <a:srgbClr val="353233"/>
              </a:gs>
              <a:gs pos="88000">
                <a:srgbClr val="282425"/>
              </a:gs>
              <a:gs pos="100000">
                <a:srgbClr val="231F2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42"/>
          <p:cNvSpPr/>
          <p:nvPr/>
        </p:nvSpPr>
        <p:spPr>
          <a:xfrm>
            <a:off x="5967328" y="5786887"/>
            <a:ext cx="231669" cy="15335"/>
          </a:xfrm>
          <a:custGeom>
            <a:rect b="b" l="l" r="r" t="t"/>
            <a:pathLst>
              <a:path extrusionOk="0" h="21598" w="244506">
                <a:moveTo>
                  <a:pt x="-146" y="-72"/>
                </a:moveTo>
                <a:cubicBezTo>
                  <a:pt x="-146" y="-72"/>
                  <a:pt x="98726" y="48524"/>
                  <a:pt x="244360" y="-72"/>
                </a:cubicBezTo>
                <a:close/>
              </a:path>
            </a:pathLst>
          </a:custGeom>
          <a:solidFill>
            <a:srgbClr val="231F20">
              <a:alpha val="4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42"/>
          <p:cNvSpPr/>
          <p:nvPr/>
        </p:nvSpPr>
        <p:spPr>
          <a:xfrm>
            <a:off x="4597067" y="2941275"/>
            <a:ext cx="3001545" cy="1049299"/>
          </a:xfrm>
          <a:custGeom>
            <a:rect b="b" l="l" r="r" t="t"/>
            <a:pathLst>
              <a:path extrusionOk="0" h="1477886" w="3167858">
                <a:moveTo>
                  <a:pt x="297719" y="1151705"/>
                </a:moveTo>
                <a:cubicBezTo>
                  <a:pt x="368748" y="1255360"/>
                  <a:pt x="431586" y="1364395"/>
                  <a:pt x="485683" y="1477815"/>
                </a:cubicBezTo>
                <a:lnTo>
                  <a:pt x="2686239" y="1477815"/>
                </a:lnTo>
                <a:cubicBezTo>
                  <a:pt x="2740870" y="1361537"/>
                  <a:pt x="2804488" y="1249691"/>
                  <a:pt x="2876495" y="1143300"/>
                </a:cubicBezTo>
                <a:cubicBezTo>
                  <a:pt x="2924938" y="1051611"/>
                  <a:pt x="3217734" y="573295"/>
                  <a:pt x="3160275" y="-72"/>
                </a:cubicBezTo>
                <a:lnTo>
                  <a:pt x="7368" y="-72"/>
                </a:lnTo>
                <a:cubicBezTo>
                  <a:pt x="-51008" y="578338"/>
                  <a:pt x="248360" y="1059710"/>
                  <a:pt x="297719" y="115170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42"/>
          <p:cNvSpPr/>
          <p:nvPr/>
        </p:nvSpPr>
        <p:spPr>
          <a:xfrm>
            <a:off x="4604177" y="1950217"/>
            <a:ext cx="2986655" cy="991401"/>
          </a:xfrm>
          <a:custGeom>
            <a:rect b="b" l="l" r="r" t="t"/>
            <a:pathLst>
              <a:path extrusionOk="0" h="1396340" w="3152142">
                <a:moveTo>
                  <a:pt x="1992426" y="64016"/>
                </a:moveTo>
                <a:cubicBezTo>
                  <a:pt x="1832122" y="23367"/>
                  <a:pt x="1675791" y="-8266"/>
                  <a:pt x="1509832" y="1819"/>
                </a:cubicBezTo>
                <a:cubicBezTo>
                  <a:pt x="1245490" y="20743"/>
                  <a:pt x="988942" y="99659"/>
                  <a:pt x="759657" y="232572"/>
                </a:cubicBezTo>
                <a:cubicBezTo>
                  <a:pt x="638122" y="299958"/>
                  <a:pt x="528094" y="386258"/>
                  <a:pt x="433699" y="488234"/>
                </a:cubicBezTo>
                <a:cubicBezTo>
                  <a:pt x="425447" y="497403"/>
                  <a:pt x="417348" y="506878"/>
                  <a:pt x="409554" y="516352"/>
                </a:cubicBezTo>
                <a:cubicBezTo>
                  <a:pt x="141515" y="810218"/>
                  <a:pt x="28278" y="1114781"/>
                  <a:pt x="-146" y="1396269"/>
                </a:cubicBezTo>
                <a:lnTo>
                  <a:pt x="3151996" y="1396269"/>
                </a:lnTo>
                <a:cubicBezTo>
                  <a:pt x="3123420" y="1112030"/>
                  <a:pt x="3008808" y="804411"/>
                  <a:pt x="2735572" y="508864"/>
                </a:cubicBezTo>
                <a:cubicBezTo>
                  <a:pt x="2634422" y="395838"/>
                  <a:pt x="2516066" y="299497"/>
                  <a:pt x="2384858" y="223403"/>
                </a:cubicBezTo>
                <a:cubicBezTo>
                  <a:pt x="2261658" y="153193"/>
                  <a:pt x="2129701" y="99599"/>
                  <a:pt x="1992426" y="6401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42"/>
          <p:cNvSpPr txBox="1"/>
          <p:nvPr/>
        </p:nvSpPr>
        <p:spPr>
          <a:xfrm>
            <a:off x="5422916" y="4371562"/>
            <a:ext cx="1383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Goals</a:t>
            </a:r>
            <a:endParaRPr/>
          </a:p>
        </p:txBody>
      </p:sp>
      <p:sp>
        <p:nvSpPr>
          <p:cNvPr id="1054" name="Google Shape;1054;p42"/>
          <p:cNvSpPr txBox="1"/>
          <p:nvPr/>
        </p:nvSpPr>
        <p:spPr>
          <a:xfrm>
            <a:off x="5235305" y="2583958"/>
            <a:ext cx="1759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Learners</a:t>
            </a:r>
            <a:endParaRPr/>
          </a:p>
        </p:txBody>
      </p:sp>
      <p:sp>
        <p:nvSpPr>
          <p:cNvPr id="1055" name="Google Shape;1055;p42"/>
          <p:cNvSpPr txBox="1"/>
          <p:nvPr/>
        </p:nvSpPr>
        <p:spPr>
          <a:xfrm>
            <a:off x="5235305" y="3568884"/>
            <a:ext cx="1759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Assessment</a:t>
            </a:r>
            <a:endParaRPr/>
          </a:p>
        </p:txBody>
      </p:sp>
      <p:sp>
        <p:nvSpPr>
          <p:cNvPr id="1056" name="Google Shape;1056;p42"/>
          <p:cNvSpPr/>
          <p:nvPr/>
        </p:nvSpPr>
        <p:spPr>
          <a:xfrm>
            <a:off x="1112257" y="2308339"/>
            <a:ext cx="2650800" cy="851400"/>
          </a:xfrm>
          <a:prstGeom prst="wedgeRectCallout">
            <a:avLst>
              <a:gd fmla="val 76547" name="adj1"/>
              <a:gd fmla="val -694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42"/>
          <p:cNvSpPr/>
          <p:nvPr/>
        </p:nvSpPr>
        <p:spPr>
          <a:xfrm flipH="1">
            <a:off x="8428280" y="3159660"/>
            <a:ext cx="2650800" cy="851400"/>
          </a:xfrm>
          <a:prstGeom prst="wedgeRectCallout">
            <a:avLst>
              <a:gd fmla="val 76547" name="adj1"/>
              <a:gd fmla="val -694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42"/>
          <p:cNvSpPr/>
          <p:nvPr/>
        </p:nvSpPr>
        <p:spPr>
          <a:xfrm>
            <a:off x="1831817" y="4062446"/>
            <a:ext cx="2650800" cy="851400"/>
          </a:xfrm>
          <a:prstGeom prst="wedgeRectCallout">
            <a:avLst>
              <a:gd fmla="val 76547" name="adj1"/>
              <a:gd fmla="val -6940" name="adj2"/>
            </a:avLst>
          </a:prstGeom>
          <a:solidFill>
            <a:srgbClr val="0092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42"/>
          <p:cNvSpPr txBox="1"/>
          <p:nvPr/>
        </p:nvSpPr>
        <p:spPr>
          <a:xfrm>
            <a:off x="1111563" y="2413794"/>
            <a:ext cx="265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Design objectives considering capabilities &amp; traits of learners</a:t>
            </a:r>
            <a:endParaRPr b="0" i="0" sz="1200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60" name="Google Shape;1060;p42"/>
          <p:cNvSpPr txBox="1"/>
          <p:nvPr/>
        </p:nvSpPr>
        <p:spPr>
          <a:xfrm>
            <a:off x="2023976" y="4185064"/>
            <a:ext cx="226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Make sure objectives align with identified goals</a:t>
            </a:r>
            <a:endParaRPr b="0" i="0" sz="1200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61" name="Google Shape;1061;p42"/>
          <p:cNvSpPr txBox="1"/>
          <p:nvPr/>
        </p:nvSpPr>
        <p:spPr>
          <a:xfrm>
            <a:off x="8620636" y="3273696"/>
            <a:ext cx="226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Assessment criteria and methods should align with objectives</a:t>
            </a:r>
            <a:endParaRPr b="0" i="0" sz="1200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062" name="Google Shape;106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1149" y="2126365"/>
            <a:ext cx="432598" cy="432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3" name="Google Shape;1063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44712" y="3103980"/>
            <a:ext cx="442253" cy="442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4" name="Google Shape;1064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83757" y="4040584"/>
            <a:ext cx="383686" cy="383686"/>
          </a:xfrm>
          <a:prstGeom prst="rect">
            <a:avLst/>
          </a:prstGeom>
          <a:noFill/>
          <a:ln>
            <a:noFill/>
          </a:ln>
        </p:spPr>
      </p:pic>
      <p:sp>
        <p:nvSpPr>
          <p:cNvPr id="1065" name="Google Shape;1065;p42"/>
          <p:cNvSpPr txBox="1"/>
          <p:nvPr/>
        </p:nvSpPr>
        <p:spPr>
          <a:xfrm>
            <a:off x="0" y="542638"/>
            <a:ext cx="1219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Training Objectives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43"/>
          <p:cNvSpPr txBox="1"/>
          <p:nvPr/>
        </p:nvSpPr>
        <p:spPr>
          <a:xfrm>
            <a:off x="0" y="29425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F1F1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Environmental Aspect </a:t>
            </a:r>
            <a:endParaRPr b="1" i="0" sz="3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71" name="Google Shape;1071;p43"/>
          <p:cNvSpPr txBox="1"/>
          <p:nvPr/>
        </p:nvSpPr>
        <p:spPr>
          <a:xfrm>
            <a:off x="0" y="896187"/>
            <a:ext cx="1219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F1F1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Significant Environmental Aspects </a:t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072" name="Google Shape;1072;p43"/>
          <p:cNvGrpSpPr/>
          <p:nvPr/>
        </p:nvGrpSpPr>
        <p:grpSpPr>
          <a:xfrm>
            <a:off x="584105" y="2020838"/>
            <a:ext cx="11023653" cy="4110900"/>
            <a:chOff x="609505" y="2020838"/>
            <a:chExt cx="11023653" cy="4110900"/>
          </a:xfrm>
        </p:grpSpPr>
        <p:grpSp>
          <p:nvGrpSpPr>
            <p:cNvPr id="1073" name="Google Shape;1073;p43"/>
            <p:cNvGrpSpPr/>
            <p:nvPr/>
          </p:nvGrpSpPr>
          <p:grpSpPr>
            <a:xfrm>
              <a:off x="4164032" y="2020838"/>
              <a:ext cx="4110900" cy="4110900"/>
              <a:chOff x="3892022" y="2020838"/>
              <a:chExt cx="4110900" cy="4110900"/>
            </a:xfrm>
          </p:grpSpPr>
          <p:sp>
            <p:nvSpPr>
              <p:cNvPr id="1074" name="Google Shape;1074;p43"/>
              <p:cNvSpPr/>
              <p:nvPr/>
            </p:nvSpPr>
            <p:spPr>
              <a:xfrm>
                <a:off x="3892022" y="2020838"/>
                <a:ext cx="4110900" cy="4110900"/>
              </a:xfrm>
              <a:prstGeom prst="ellipse">
                <a:avLst/>
              </a:prstGeom>
              <a:solidFill>
                <a:srgbClr val="D8F2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75" name="Google Shape;1075;p43"/>
              <p:cNvGrpSpPr/>
              <p:nvPr/>
            </p:nvGrpSpPr>
            <p:grpSpPr>
              <a:xfrm>
                <a:off x="4126377" y="2239359"/>
                <a:ext cx="3642336" cy="3674224"/>
                <a:chOff x="3911600" y="1841969"/>
                <a:chExt cx="4165050" cy="4201514"/>
              </a:xfrm>
            </p:grpSpPr>
            <p:sp>
              <p:nvSpPr>
                <p:cNvPr id="1076" name="Google Shape;1076;p43"/>
                <p:cNvSpPr/>
                <p:nvPr/>
              </p:nvSpPr>
              <p:spPr>
                <a:xfrm>
                  <a:off x="5588067" y="5897089"/>
                  <a:ext cx="232968" cy="146394"/>
                </a:xfrm>
                <a:custGeom>
                  <a:rect b="b" l="l" r="r" t="t"/>
                  <a:pathLst>
                    <a:path extrusionOk="0" h="128135" w="203911">
                      <a:moveTo>
                        <a:pt x="151960" y="28053"/>
                      </a:moveTo>
                      <a:cubicBezTo>
                        <a:pt x="130200" y="37669"/>
                        <a:pt x="109844" y="50190"/>
                        <a:pt x="91453" y="65282"/>
                      </a:cubicBezTo>
                      <a:cubicBezTo>
                        <a:pt x="76407" y="77916"/>
                        <a:pt x="62036" y="91331"/>
                        <a:pt x="48404" y="105479"/>
                      </a:cubicBezTo>
                      <a:cubicBezTo>
                        <a:pt x="41891" y="111992"/>
                        <a:pt x="32989" y="124209"/>
                        <a:pt x="23970" y="127138"/>
                      </a:cubicBezTo>
                      <a:cubicBezTo>
                        <a:pt x="18278" y="128942"/>
                        <a:pt x="12085" y="128171"/>
                        <a:pt x="7013" y="125018"/>
                      </a:cubicBezTo>
                      <a:cubicBezTo>
                        <a:pt x="3051" y="122413"/>
                        <a:pt x="461" y="118174"/>
                        <a:pt x="-40" y="113456"/>
                      </a:cubicBezTo>
                      <a:cubicBezTo>
                        <a:pt x="15376" y="94842"/>
                        <a:pt x="37613" y="80236"/>
                        <a:pt x="57769" y="67209"/>
                      </a:cubicBezTo>
                      <a:cubicBezTo>
                        <a:pt x="102437" y="38883"/>
                        <a:pt x="151805" y="12869"/>
                        <a:pt x="203410" y="-42"/>
                      </a:cubicBezTo>
                      <a:lnTo>
                        <a:pt x="203872" y="2579"/>
                      </a:lnTo>
                      <a:cubicBezTo>
                        <a:pt x="186182" y="11212"/>
                        <a:pt x="162365" y="13563"/>
                        <a:pt x="146294" y="25163"/>
                      </a:cubicBezTo>
                      <a:cubicBezTo>
                        <a:pt x="150715" y="25082"/>
                        <a:pt x="155116" y="25733"/>
                        <a:pt x="159321" y="27090"/>
                      </a:cubicBezTo>
                      <a:lnTo>
                        <a:pt x="162095" y="27437"/>
                      </a:lnTo>
                      <a:cubicBezTo>
                        <a:pt x="166759" y="28169"/>
                        <a:pt x="170497" y="31291"/>
                        <a:pt x="175661" y="32370"/>
                      </a:cubicBezTo>
                      <a:lnTo>
                        <a:pt x="187223" y="36763"/>
                      </a:lnTo>
                      <a:lnTo>
                        <a:pt x="187570" y="40039"/>
                      </a:lnTo>
                      <a:close/>
                    </a:path>
                  </a:pathLst>
                </a:custGeom>
                <a:solidFill>
                  <a:srgbClr val="0C8E1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7" name="Google Shape;1077;p43"/>
                <p:cNvSpPr/>
                <p:nvPr/>
              </p:nvSpPr>
              <p:spPr>
                <a:xfrm>
                  <a:off x="7147160" y="3245368"/>
                  <a:ext cx="66514" cy="302048"/>
                </a:xfrm>
                <a:custGeom>
                  <a:rect b="b" l="l" r="r" t="t"/>
                  <a:pathLst>
                    <a:path extrusionOk="0" h="264375" w="58218">
                      <a:moveTo>
                        <a:pt x="27554" y="-42"/>
                      </a:moveTo>
                      <a:cubicBezTo>
                        <a:pt x="29790" y="2656"/>
                        <a:pt x="29597" y="1770"/>
                        <a:pt x="30368" y="4737"/>
                      </a:cubicBezTo>
                      <a:cubicBezTo>
                        <a:pt x="38808" y="37996"/>
                        <a:pt x="68907" y="237052"/>
                        <a:pt x="54185" y="262950"/>
                      </a:cubicBezTo>
                      <a:cubicBezTo>
                        <a:pt x="48751" y="265378"/>
                        <a:pt x="41891" y="263952"/>
                        <a:pt x="36110" y="263567"/>
                      </a:cubicBezTo>
                      <a:lnTo>
                        <a:pt x="-40" y="257324"/>
                      </a:lnTo>
                      <a:close/>
                    </a:path>
                  </a:pathLst>
                </a:custGeom>
                <a:solidFill>
                  <a:srgbClr val="0C8E1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8" name="Google Shape;1078;p43"/>
                <p:cNvSpPr/>
                <p:nvPr/>
              </p:nvSpPr>
              <p:spPr>
                <a:xfrm>
                  <a:off x="4717612" y="3340881"/>
                  <a:ext cx="142221" cy="305135"/>
                </a:xfrm>
                <a:custGeom>
                  <a:rect b="b" l="l" r="r" t="t"/>
                  <a:pathLst>
                    <a:path extrusionOk="0" h="267077" w="124482">
                      <a:moveTo>
                        <a:pt x="-40" y="3812"/>
                      </a:moveTo>
                      <a:lnTo>
                        <a:pt x="39386" y="-42"/>
                      </a:lnTo>
                      <a:cubicBezTo>
                        <a:pt x="48982" y="40887"/>
                        <a:pt x="57962" y="81931"/>
                        <a:pt x="71143" y="121897"/>
                      </a:cubicBezTo>
                      <a:cubicBezTo>
                        <a:pt x="85641" y="164344"/>
                        <a:pt x="103462" y="205577"/>
                        <a:pt x="124442" y="245222"/>
                      </a:cubicBezTo>
                      <a:lnTo>
                        <a:pt x="87175" y="267036"/>
                      </a:lnTo>
                      <a:cubicBezTo>
                        <a:pt x="52721" y="208726"/>
                        <a:pt x="28749" y="142245"/>
                        <a:pt x="13719" y="76150"/>
                      </a:cubicBezTo>
                      <a:cubicBezTo>
                        <a:pt x="10250" y="60735"/>
                        <a:pt x="7437" y="45319"/>
                        <a:pt x="5048" y="29903"/>
                      </a:cubicBezTo>
                      <a:cubicBezTo>
                        <a:pt x="3853" y="22003"/>
                        <a:pt x="3660" y="10942"/>
                        <a:pt x="-40" y="3812"/>
                      </a:cubicBezTo>
                      <a:close/>
                    </a:path>
                  </a:pathLst>
                </a:custGeom>
                <a:solidFill>
                  <a:srgbClr val="93D0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79" name="Google Shape;1079;p43"/>
                <p:cNvGrpSpPr/>
                <p:nvPr/>
              </p:nvGrpSpPr>
              <p:grpSpPr>
                <a:xfrm>
                  <a:off x="5729355" y="1841969"/>
                  <a:ext cx="915629" cy="956444"/>
                  <a:chOff x="5729355" y="1841969"/>
                  <a:chExt cx="915629" cy="956444"/>
                </a:xfrm>
              </p:grpSpPr>
              <p:sp>
                <p:nvSpPr>
                  <p:cNvPr id="1080" name="Google Shape;1080;p43"/>
                  <p:cNvSpPr/>
                  <p:nvPr/>
                </p:nvSpPr>
                <p:spPr>
                  <a:xfrm>
                    <a:off x="6090702" y="2548625"/>
                    <a:ext cx="179295" cy="249788"/>
                  </a:xfrm>
                  <a:custGeom>
                    <a:rect b="b" l="l" r="r" t="t"/>
                    <a:pathLst>
                      <a:path extrusionOk="0" h="218633" w="156932">
                        <a:moveTo>
                          <a:pt x="-40" y="922"/>
                        </a:moveTo>
                        <a:lnTo>
                          <a:pt x="4161" y="-42"/>
                        </a:lnTo>
                        <a:lnTo>
                          <a:pt x="11175" y="8013"/>
                        </a:lnTo>
                        <a:cubicBezTo>
                          <a:pt x="33991" y="50025"/>
                          <a:pt x="49834" y="95462"/>
                          <a:pt x="58078" y="142554"/>
                        </a:cubicBezTo>
                        <a:cubicBezTo>
                          <a:pt x="61392" y="161438"/>
                          <a:pt x="62394" y="180630"/>
                          <a:pt x="65786" y="199515"/>
                        </a:cubicBezTo>
                        <a:lnTo>
                          <a:pt x="149185" y="22118"/>
                        </a:lnTo>
                        <a:lnTo>
                          <a:pt x="156892" y="26319"/>
                        </a:lnTo>
                        <a:lnTo>
                          <a:pt x="156469" y="27244"/>
                        </a:lnTo>
                        <a:cubicBezTo>
                          <a:pt x="143211" y="57266"/>
                          <a:pt x="81548" y="210421"/>
                          <a:pt x="61045" y="218592"/>
                        </a:cubicBezTo>
                        <a:cubicBezTo>
                          <a:pt x="55187" y="215162"/>
                          <a:pt x="53954" y="212772"/>
                          <a:pt x="53646" y="205912"/>
                        </a:cubicBezTo>
                        <a:cubicBezTo>
                          <a:pt x="50216" y="132842"/>
                          <a:pt x="30792" y="66747"/>
                          <a:pt x="-40" y="922"/>
                        </a:cubicBezTo>
                        <a:close/>
                      </a:path>
                    </a:pathLst>
                  </a:custGeom>
                  <a:solidFill>
                    <a:srgbClr val="0C8E1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6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1" name="Google Shape;1081;p43"/>
                  <p:cNvSpPr/>
                  <p:nvPr/>
                </p:nvSpPr>
                <p:spPr>
                  <a:xfrm>
                    <a:off x="5994004" y="1841969"/>
                    <a:ext cx="284340" cy="405043"/>
                  </a:xfrm>
                  <a:custGeom>
                    <a:rect b="b" l="l" r="r" t="t"/>
                    <a:pathLst>
                      <a:path extrusionOk="0" h="354523" w="248875">
                        <a:moveTo>
                          <a:pt x="141934" y="-42"/>
                        </a:moveTo>
                        <a:lnTo>
                          <a:pt x="144323" y="960"/>
                        </a:lnTo>
                        <a:cubicBezTo>
                          <a:pt x="171686" y="46745"/>
                          <a:pt x="200514" y="93455"/>
                          <a:pt x="223290" y="141552"/>
                        </a:cubicBezTo>
                        <a:cubicBezTo>
                          <a:pt x="233542" y="163288"/>
                          <a:pt x="244410" y="187452"/>
                          <a:pt x="247493" y="211462"/>
                        </a:cubicBezTo>
                        <a:cubicBezTo>
                          <a:pt x="251347" y="240752"/>
                          <a:pt x="247493" y="270812"/>
                          <a:pt x="228223" y="294437"/>
                        </a:cubicBezTo>
                        <a:cubicBezTo>
                          <a:pt x="206140" y="321106"/>
                          <a:pt x="168295" y="328275"/>
                          <a:pt x="135729" y="331396"/>
                        </a:cubicBezTo>
                        <a:lnTo>
                          <a:pt x="133070" y="146022"/>
                        </a:lnTo>
                        <a:cubicBezTo>
                          <a:pt x="127366" y="159280"/>
                          <a:pt x="130025" y="182326"/>
                          <a:pt x="129794" y="197010"/>
                        </a:cubicBezTo>
                        <a:cubicBezTo>
                          <a:pt x="126981" y="233198"/>
                          <a:pt x="128368" y="270234"/>
                          <a:pt x="129254" y="306654"/>
                        </a:cubicBezTo>
                        <a:cubicBezTo>
                          <a:pt x="129563" y="319950"/>
                          <a:pt x="133455" y="341840"/>
                          <a:pt x="130218" y="354134"/>
                        </a:cubicBezTo>
                        <a:lnTo>
                          <a:pt x="125285" y="354481"/>
                        </a:lnTo>
                        <a:cubicBezTo>
                          <a:pt x="120660" y="347313"/>
                          <a:pt x="126056" y="343151"/>
                          <a:pt x="122395" y="336098"/>
                        </a:cubicBezTo>
                        <a:lnTo>
                          <a:pt x="115727" y="336098"/>
                        </a:lnTo>
                        <a:cubicBezTo>
                          <a:pt x="82352" y="335558"/>
                          <a:pt x="49940" y="325885"/>
                          <a:pt x="26701" y="300757"/>
                        </a:cubicBezTo>
                        <a:cubicBezTo>
                          <a:pt x="8245" y="281264"/>
                          <a:pt x="-1371" y="255031"/>
                          <a:pt x="109" y="228226"/>
                        </a:cubicBezTo>
                        <a:cubicBezTo>
                          <a:pt x="957" y="196971"/>
                          <a:pt x="13675" y="167065"/>
                          <a:pt x="28551" y="140049"/>
                        </a:cubicBezTo>
                        <a:cubicBezTo>
                          <a:pt x="58072" y="86325"/>
                          <a:pt x="97498" y="41696"/>
                          <a:pt x="141934" y="-42"/>
                        </a:cubicBezTo>
                        <a:close/>
                      </a:path>
                    </a:pathLst>
                  </a:custGeom>
                  <a:solidFill>
                    <a:srgbClr val="3A7D2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6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2" name="Google Shape;1082;p43"/>
                  <p:cNvSpPr/>
                  <p:nvPr/>
                </p:nvSpPr>
                <p:spPr>
                  <a:xfrm>
                    <a:off x="5729355" y="2143047"/>
                    <a:ext cx="440158" cy="481893"/>
                  </a:xfrm>
                  <a:custGeom>
                    <a:rect b="b" l="l" r="r" t="t"/>
                    <a:pathLst>
                      <a:path extrusionOk="0" h="421788" w="385259">
                        <a:moveTo>
                          <a:pt x="-40" y="-42"/>
                        </a:moveTo>
                        <a:cubicBezTo>
                          <a:pt x="34646" y="5508"/>
                          <a:pt x="69832" y="10556"/>
                          <a:pt x="104017" y="19536"/>
                        </a:cubicBezTo>
                        <a:cubicBezTo>
                          <a:pt x="197744" y="44355"/>
                          <a:pt x="291511" y="97193"/>
                          <a:pt x="348934" y="177046"/>
                        </a:cubicBezTo>
                        <a:cubicBezTo>
                          <a:pt x="369244" y="205296"/>
                          <a:pt x="390402" y="244760"/>
                          <a:pt x="384082" y="280756"/>
                        </a:cubicBezTo>
                        <a:cubicBezTo>
                          <a:pt x="379843" y="304958"/>
                          <a:pt x="359995" y="344731"/>
                          <a:pt x="339453" y="358605"/>
                        </a:cubicBezTo>
                        <a:cubicBezTo>
                          <a:pt x="335781" y="360829"/>
                          <a:pt x="331688" y="362258"/>
                          <a:pt x="327429" y="362806"/>
                        </a:cubicBezTo>
                        <a:lnTo>
                          <a:pt x="320415" y="354751"/>
                        </a:lnTo>
                        <a:lnTo>
                          <a:pt x="316214" y="355715"/>
                        </a:lnTo>
                        <a:lnTo>
                          <a:pt x="314441" y="352863"/>
                        </a:lnTo>
                        <a:cubicBezTo>
                          <a:pt x="302109" y="332475"/>
                          <a:pt x="292975" y="310123"/>
                          <a:pt x="280565" y="289620"/>
                        </a:cubicBezTo>
                        <a:cubicBezTo>
                          <a:pt x="237632" y="218669"/>
                          <a:pt x="182830" y="156428"/>
                          <a:pt x="121783" y="100546"/>
                        </a:cubicBezTo>
                        <a:lnTo>
                          <a:pt x="120088" y="102319"/>
                        </a:lnTo>
                        <a:cubicBezTo>
                          <a:pt x="198592" y="182866"/>
                          <a:pt x="269119" y="271275"/>
                          <a:pt x="314673" y="375215"/>
                        </a:cubicBezTo>
                        <a:cubicBezTo>
                          <a:pt x="281529" y="407511"/>
                          <a:pt x="250273" y="422272"/>
                          <a:pt x="203333" y="421732"/>
                        </a:cubicBezTo>
                        <a:cubicBezTo>
                          <a:pt x="162943" y="421231"/>
                          <a:pt x="119085" y="401538"/>
                          <a:pt x="90952" y="372749"/>
                        </a:cubicBezTo>
                        <a:cubicBezTo>
                          <a:pt x="31062" y="311356"/>
                          <a:pt x="42585" y="215971"/>
                          <a:pt x="31139" y="137659"/>
                        </a:cubicBezTo>
                        <a:cubicBezTo>
                          <a:pt x="23909" y="91100"/>
                          <a:pt x="13492" y="45092"/>
                          <a:pt x="-40" y="-42"/>
                        </a:cubicBezTo>
                        <a:close/>
                      </a:path>
                    </a:pathLst>
                  </a:custGeom>
                  <a:solidFill>
                    <a:srgbClr val="3A7D2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6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3" name="Google Shape;1083;p43"/>
                  <p:cNvSpPr/>
                  <p:nvPr/>
                </p:nvSpPr>
                <p:spPr>
                  <a:xfrm>
                    <a:off x="6201966" y="2117187"/>
                    <a:ext cx="443018" cy="498352"/>
                  </a:xfrm>
                  <a:custGeom>
                    <a:rect b="b" l="l" r="r" t="t"/>
                    <a:pathLst>
                      <a:path extrusionOk="0" h="436194" w="387762">
                        <a:moveTo>
                          <a:pt x="51852" y="399534"/>
                        </a:moveTo>
                        <a:lnTo>
                          <a:pt x="55706" y="390015"/>
                        </a:lnTo>
                        <a:cubicBezTo>
                          <a:pt x="50080" y="384041"/>
                          <a:pt x="42179" y="380804"/>
                          <a:pt x="36437" y="375023"/>
                        </a:cubicBezTo>
                        <a:cubicBezTo>
                          <a:pt x="9459" y="348546"/>
                          <a:pt x="-908" y="309120"/>
                          <a:pt x="17" y="272470"/>
                        </a:cubicBezTo>
                        <a:cubicBezTo>
                          <a:pt x="1443" y="217166"/>
                          <a:pt x="39057" y="164560"/>
                          <a:pt x="77905" y="128410"/>
                        </a:cubicBezTo>
                        <a:cubicBezTo>
                          <a:pt x="162345" y="49674"/>
                          <a:pt x="275458" y="14796"/>
                          <a:pt x="387723" y="-42"/>
                        </a:cubicBezTo>
                        <a:cubicBezTo>
                          <a:pt x="370935" y="44533"/>
                          <a:pt x="359600" y="90976"/>
                          <a:pt x="353962" y="138276"/>
                        </a:cubicBezTo>
                        <a:cubicBezTo>
                          <a:pt x="342400" y="237592"/>
                          <a:pt x="357816" y="370090"/>
                          <a:pt x="248673" y="420769"/>
                        </a:cubicBezTo>
                        <a:cubicBezTo>
                          <a:pt x="216901" y="435591"/>
                          <a:pt x="181217" y="439846"/>
                          <a:pt x="146852" y="432909"/>
                        </a:cubicBezTo>
                        <a:lnTo>
                          <a:pt x="143576" y="432254"/>
                        </a:lnTo>
                        <a:cubicBezTo>
                          <a:pt x="119335" y="427243"/>
                          <a:pt x="97560" y="415836"/>
                          <a:pt x="82722" y="395757"/>
                        </a:cubicBezTo>
                        <a:lnTo>
                          <a:pt x="82376" y="395294"/>
                        </a:lnTo>
                        <a:cubicBezTo>
                          <a:pt x="120915" y="288078"/>
                          <a:pt x="186008" y="193695"/>
                          <a:pt x="261545" y="109641"/>
                        </a:cubicBezTo>
                        <a:lnTo>
                          <a:pt x="260543" y="108446"/>
                        </a:lnTo>
                        <a:cubicBezTo>
                          <a:pt x="197781" y="168225"/>
                          <a:pt x="144902" y="237584"/>
                          <a:pt x="103880" y="313938"/>
                        </a:cubicBezTo>
                        <a:cubicBezTo>
                          <a:pt x="93205" y="334133"/>
                          <a:pt x="83570" y="354828"/>
                          <a:pt x="73820" y="375601"/>
                        </a:cubicBezTo>
                        <a:cubicBezTo>
                          <a:pt x="69966" y="383964"/>
                          <a:pt x="65495" y="396952"/>
                          <a:pt x="59637" y="403889"/>
                        </a:cubicBezTo>
                        <a:close/>
                      </a:path>
                    </a:pathLst>
                  </a:custGeom>
                  <a:solidFill>
                    <a:srgbClr val="3A7D2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6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084" name="Google Shape;1084;p43"/>
                <p:cNvSpPr/>
                <p:nvPr/>
              </p:nvSpPr>
              <p:spPr>
                <a:xfrm>
                  <a:off x="5625454" y="5094964"/>
                  <a:ext cx="591708" cy="774772"/>
                </a:xfrm>
                <a:custGeom>
                  <a:rect b="b" l="l" r="r" t="t"/>
                  <a:pathLst>
                    <a:path extrusionOk="0" h="678137" w="517906">
                      <a:moveTo>
                        <a:pt x="513281" y="-42"/>
                      </a:moveTo>
                      <a:lnTo>
                        <a:pt x="517867" y="999"/>
                      </a:lnTo>
                      <a:cubicBezTo>
                        <a:pt x="511509" y="13177"/>
                        <a:pt x="502452" y="24392"/>
                        <a:pt x="495476" y="36378"/>
                      </a:cubicBezTo>
                      <a:cubicBezTo>
                        <a:pt x="480600" y="62307"/>
                        <a:pt x="467504" y="89219"/>
                        <a:pt x="456282" y="116925"/>
                      </a:cubicBezTo>
                      <a:cubicBezTo>
                        <a:pt x="416201" y="214314"/>
                        <a:pt x="398704" y="327619"/>
                        <a:pt x="329102" y="409824"/>
                      </a:cubicBezTo>
                      <a:cubicBezTo>
                        <a:pt x="282855" y="464665"/>
                        <a:pt x="210979" y="508677"/>
                        <a:pt x="141184" y="524979"/>
                      </a:cubicBezTo>
                      <a:cubicBezTo>
                        <a:pt x="112164" y="531762"/>
                        <a:pt x="83375" y="533766"/>
                        <a:pt x="53661" y="536079"/>
                      </a:cubicBezTo>
                      <a:cubicBezTo>
                        <a:pt x="50925" y="550724"/>
                        <a:pt x="47379" y="565214"/>
                        <a:pt x="44373" y="579821"/>
                      </a:cubicBezTo>
                      <a:cubicBezTo>
                        <a:pt x="42909" y="586758"/>
                        <a:pt x="43102" y="595236"/>
                        <a:pt x="39672" y="601210"/>
                      </a:cubicBezTo>
                      <a:lnTo>
                        <a:pt x="39440" y="595930"/>
                      </a:lnTo>
                      <a:cubicBezTo>
                        <a:pt x="41290" y="554847"/>
                        <a:pt x="54239" y="513494"/>
                        <a:pt x="67959" y="475109"/>
                      </a:cubicBezTo>
                      <a:cubicBezTo>
                        <a:pt x="107678" y="365003"/>
                        <a:pt x="168721" y="263806"/>
                        <a:pt x="247591" y="177316"/>
                      </a:cubicBezTo>
                      <a:cubicBezTo>
                        <a:pt x="269212" y="153614"/>
                        <a:pt x="293106" y="132264"/>
                        <a:pt x="316615" y="110527"/>
                      </a:cubicBezTo>
                      <a:lnTo>
                        <a:pt x="316615" y="108408"/>
                      </a:lnTo>
                      <a:cubicBezTo>
                        <a:pt x="293877" y="122475"/>
                        <a:pt x="272680" y="142207"/>
                        <a:pt x="252601" y="159781"/>
                      </a:cubicBezTo>
                      <a:cubicBezTo>
                        <a:pt x="210902" y="200131"/>
                        <a:pt x="171669" y="242949"/>
                        <a:pt x="138409" y="290814"/>
                      </a:cubicBezTo>
                      <a:cubicBezTo>
                        <a:pt x="71274" y="387664"/>
                        <a:pt x="26645" y="502395"/>
                        <a:pt x="24564" y="621058"/>
                      </a:cubicBezTo>
                      <a:cubicBezTo>
                        <a:pt x="24256" y="639672"/>
                        <a:pt x="23061" y="659597"/>
                        <a:pt x="26298" y="678096"/>
                      </a:cubicBezTo>
                      <a:lnTo>
                        <a:pt x="2674" y="666033"/>
                      </a:lnTo>
                      <a:cubicBezTo>
                        <a:pt x="3599" y="614467"/>
                        <a:pt x="4331" y="565831"/>
                        <a:pt x="15238" y="515152"/>
                      </a:cubicBezTo>
                      <a:cubicBezTo>
                        <a:pt x="7553" y="489750"/>
                        <a:pt x="2805" y="463551"/>
                        <a:pt x="1094" y="437071"/>
                      </a:cubicBezTo>
                      <a:cubicBezTo>
                        <a:pt x="-6614" y="339451"/>
                        <a:pt x="25219" y="232196"/>
                        <a:pt x="89734" y="157931"/>
                      </a:cubicBezTo>
                      <a:cubicBezTo>
                        <a:pt x="145231" y="94071"/>
                        <a:pt x="229863" y="45550"/>
                        <a:pt x="311798" y="25202"/>
                      </a:cubicBezTo>
                      <a:cubicBezTo>
                        <a:pt x="344980" y="16993"/>
                        <a:pt x="379164" y="13640"/>
                        <a:pt x="413079" y="9786"/>
                      </a:cubicBezTo>
                      <a:cubicBezTo>
                        <a:pt x="446994" y="5932"/>
                        <a:pt x="479791" y="2386"/>
                        <a:pt x="513281" y="-42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5" name="Google Shape;1085;p43"/>
                <p:cNvSpPr/>
                <p:nvPr/>
              </p:nvSpPr>
              <p:spPr>
                <a:xfrm>
                  <a:off x="4373234" y="2400377"/>
                  <a:ext cx="405478" cy="842623"/>
                </a:xfrm>
                <a:custGeom>
                  <a:rect b="b" l="l" r="r" t="t"/>
                  <a:pathLst>
                    <a:path extrusionOk="0" h="737526" w="354904">
                      <a:moveTo>
                        <a:pt x="116498" y="-42"/>
                      </a:moveTo>
                      <a:cubicBezTo>
                        <a:pt x="146867" y="39461"/>
                        <a:pt x="180280" y="81623"/>
                        <a:pt x="218357" y="113842"/>
                      </a:cubicBezTo>
                      <a:lnTo>
                        <a:pt x="218357" y="114921"/>
                      </a:lnTo>
                      <a:cubicBezTo>
                        <a:pt x="238436" y="133111"/>
                        <a:pt x="254314" y="154886"/>
                        <a:pt x="269807" y="177008"/>
                      </a:cubicBezTo>
                      <a:cubicBezTo>
                        <a:pt x="316054" y="242948"/>
                        <a:pt x="350316" y="320143"/>
                        <a:pt x="354594" y="401576"/>
                      </a:cubicBezTo>
                      <a:cubicBezTo>
                        <a:pt x="357407" y="452525"/>
                        <a:pt x="337713" y="507521"/>
                        <a:pt x="323762" y="556003"/>
                      </a:cubicBezTo>
                      <a:cubicBezTo>
                        <a:pt x="312200" y="596585"/>
                        <a:pt x="301063" y="637553"/>
                        <a:pt x="290850" y="678520"/>
                      </a:cubicBezTo>
                      <a:cubicBezTo>
                        <a:pt x="285955" y="698059"/>
                        <a:pt x="280020" y="717637"/>
                        <a:pt x="276783" y="737485"/>
                      </a:cubicBezTo>
                      <a:cubicBezTo>
                        <a:pt x="255971" y="708465"/>
                        <a:pt x="246953" y="672662"/>
                        <a:pt x="225101" y="643989"/>
                      </a:cubicBezTo>
                      <a:cubicBezTo>
                        <a:pt x="212376" y="644582"/>
                        <a:pt x="199619" y="644054"/>
                        <a:pt x="186986" y="642408"/>
                      </a:cubicBezTo>
                      <a:cubicBezTo>
                        <a:pt x="176106" y="639414"/>
                        <a:pt x="165446" y="635679"/>
                        <a:pt x="155076" y="631232"/>
                      </a:cubicBezTo>
                      <a:cubicBezTo>
                        <a:pt x="92680" y="602328"/>
                        <a:pt x="41269" y="536849"/>
                        <a:pt x="18569" y="472951"/>
                      </a:cubicBezTo>
                      <a:cubicBezTo>
                        <a:pt x="-38816" y="310662"/>
                        <a:pt x="48668" y="144095"/>
                        <a:pt x="116498" y="-42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6" name="Google Shape;1086;p43"/>
                <p:cNvSpPr/>
                <p:nvPr/>
              </p:nvSpPr>
              <p:spPr>
                <a:xfrm>
                  <a:off x="4504710" y="2531796"/>
                  <a:ext cx="274163" cy="711279"/>
                </a:xfrm>
                <a:custGeom>
                  <a:rect b="b" l="l" r="r" t="t"/>
                  <a:pathLst>
                    <a:path extrusionOk="0" h="622564" w="239968">
                      <a:moveTo>
                        <a:pt x="103421" y="-42"/>
                      </a:moveTo>
                      <a:cubicBezTo>
                        <a:pt x="123500" y="18149"/>
                        <a:pt x="139378" y="39923"/>
                        <a:pt x="154871" y="62045"/>
                      </a:cubicBezTo>
                      <a:cubicBezTo>
                        <a:pt x="201118" y="127986"/>
                        <a:pt x="235380" y="205180"/>
                        <a:pt x="239657" y="286614"/>
                      </a:cubicBezTo>
                      <a:cubicBezTo>
                        <a:pt x="242471" y="337563"/>
                        <a:pt x="222777" y="392558"/>
                        <a:pt x="208826" y="441041"/>
                      </a:cubicBezTo>
                      <a:cubicBezTo>
                        <a:pt x="197264" y="481622"/>
                        <a:pt x="186126" y="522590"/>
                        <a:pt x="175913" y="563557"/>
                      </a:cubicBezTo>
                      <a:cubicBezTo>
                        <a:pt x="171019" y="583096"/>
                        <a:pt x="165084" y="602674"/>
                        <a:pt x="161847" y="622522"/>
                      </a:cubicBezTo>
                      <a:cubicBezTo>
                        <a:pt x="141035" y="593502"/>
                        <a:pt x="132017" y="557699"/>
                        <a:pt x="110165" y="529026"/>
                      </a:cubicBezTo>
                      <a:cubicBezTo>
                        <a:pt x="97440" y="529619"/>
                        <a:pt x="84683" y="529091"/>
                        <a:pt x="72050" y="527446"/>
                      </a:cubicBezTo>
                      <a:cubicBezTo>
                        <a:pt x="65845" y="506904"/>
                        <a:pt x="55208" y="487403"/>
                        <a:pt x="48695" y="466785"/>
                      </a:cubicBezTo>
                      <a:cubicBezTo>
                        <a:pt x="10156" y="345155"/>
                        <a:pt x="-9923" y="225452"/>
                        <a:pt x="4799" y="97925"/>
                      </a:cubicBezTo>
                      <a:cubicBezTo>
                        <a:pt x="8653" y="130337"/>
                        <a:pt x="11813" y="162941"/>
                        <a:pt x="17902" y="195083"/>
                      </a:cubicBezTo>
                      <a:cubicBezTo>
                        <a:pt x="39369" y="308350"/>
                        <a:pt x="83419" y="410903"/>
                        <a:pt x="134291" y="513918"/>
                      </a:cubicBezTo>
                      <a:cubicBezTo>
                        <a:pt x="132144" y="504041"/>
                        <a:pt x="130857" y="493997"/>
                        <a:pt x="130437" y="483896"/>
                      </a:cubicBezTo>
                      <a:cubicBezTo>
                        <a:pt x="131131" y="435568"/>
                        <a:pt x="150169" y="389899"/>
                        <a:pt x="146431" y="340684"/>
                      </a:cubicBezTo>
                      <a:cubicBezTo>
                        <a:pt x="140265" y="259752"/>
                        <a:pt x="104346" y="189340"/>
                        <a:pt x="90125" y="110759"/>
                      </a:cubicBezTo>
                      <a:cubicBezTo>
                        <a:pt x="84806" y="80544"/>
                        <a:pt x="84922" y="26550"/>
                        <a:pt x="103421" y="-42"/>
                      </a:cubicBezTo>
                      <a:close/>
                    </a:path>
                  </a:pathLst>
                </a:custGeom>
                <a:solidFill>
                  <a:srgbClr val="3A7D2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7" name="Google Shape;1087;p43"/>
                <p:cNvSpPr/>
                <p:nvPr/>
              </p:nvSpPr>
              <p:spPr>
                <a:xfrm>
                  <a:off x="4713118" y="2027136"/>
                  <a:ext cx="845266" cy="1317500"/>
                </a:xfrm>
                <a:custGeom>
                  <a:rect b="b" l="l" r="r" t="t"/>
                  <a:pathLst>
                    <a:path extrusionOk="0" h="1153173" w="739839">
                      <a:moveTo>
                        <a:pt x="587377" y="115075"/>
                      </a:moveTo>
                      <a:lnTo>
                        <a:pt x="589381" y="114035"/>
                      </a:lnTo>
                      <a:lnTo>
                        <a:pt x="738913" y="-42"/>
                      </a:lnTo>
                      <a:lnTo>
                        <a:pt x="739800" y="2039"/>
                      </a:lnTo>
                      <a:cubicBezTo>
                        <a:pt x="627419" y="92029"/>
                        <a:pt x="521513" y="196778"/>
                        <a:pt x="441467" y="317060"/>
                      </a:cubicBezTo>
                      <a:cubicBezTo>
                        <a:pt x="394603" y="387471"/>
                        <a:pt x="356064" y="463509"/>
                        <a:pt x="346776" y="548912"/>
                      </a:cubicBezTo>
                      <a:cubicBezTo>
                        <a:pt x="341022" y="598732"/>
                        <a:pt x="342972" y="649141"/>
                        <a:pt x="352557" y="698368"/>
                      </a:cubicBezTo>
                      <a:cubicBezTo>
                        <a:pt x="362423" y="746657"/>
                        <a:pt x="378147" y="793174"/>
                        <a:pt x="391096" y="840578"/>
                      </a:cubicBezTo>
                      <a:cubicBezTo>
                        <a:pt x="402157" y="880658"/>
                        <a:pt x="412640" y="923823"/>
                        <a:pt x="408092" y="965638"/>
                      </a:cubicBezTo>
                      <a:cubicBezTo>
                        <a:pt x="406165" y="983289"/>
                        <a:pt x="399421" y="999090"/>
                        <a:pt x="393563" y="1015739"/>
                      </a:cubicBezTo>
                      <a:cubicBezTo>
                        <a:pt x="372227" y="1032299"/>
                        <a:pt x="349551" y="1047060"/>
                        <a:pt x="325772" y="1059866"/>
                      </a:cubicBezTo>
                      <a:cubicBezTo>
                        <a:pt x="237902" y="1109775"/>
                        <a:pt x="143018" y="1137176"/>
                        <a:pt x="43240" y="1149277"/>
                      </a:cubicBezTo>
                      <a:lnTo>
                        <a:pt x="3814" y="1153131"/>
                      </a:lnTo>
                      <a:lnTo>
                        <a:pt x="-40" y="1150395"/>
                      </a:lnTo>
                      <a:cubicBezTo>
                        <a:pt x="1271" y="1138409"/>
                        <a:pt x="6050" y="1125807"/>
                        <a:pt x="8786" y="1113975"/>
                      </a:cubicBezTo>
                      <a:cubicBezTo>
                        <a:pt x="16956" y="1078750"/>
                        <a:pt x="25859" y="1043757"/>
                        <a:pt x="34723" y="1008686"/>
                      </a:cubicBezTo>
                      <a:cubicBezTo>
                        <a:pt x="73262" y="855492"/>
                        <a:pt x="135734" y="710700"/>
                        <a:pt x="214239" y="573847"/>
                      </a:cubicBezTo>
                      <a:cubicBezTo>
                        <a:pt x="272241" y="471695"/>
                        <a:pt x="340139" y="375485"/>
                        <a:pt x="416956" y="286614"/>
                      </a:cubicBezTo>
                      <a:cubicBezTo>
                        <a:pt x="450678" y="248074"/>
                        <a:pt x="486327" y="209959"/>
                        <a:pt x="523170" y="174310"/>
                      </a:cubicBezTo>
                      <a:cubicBezTo>
                        <a:pt x="544290" y="154000"/>
                        <a:pt x="566296" y="135077"/>
                        <a:pt x="587377" y="115075"/>
                      </a:cubicBezTo>
                      <a:close/>
                    </a:path>
                  </a:pathLst>
                </a:custGeom>
                <a:solidFill>
                  <a:srgbClr val="3A7D2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8" name="Google Shape;1088;p43"/>
                <p:cNvSpPr/>
                <p:nvPr/>
              </p:nvSpPr>
              <p:spPr>
                <a:xfrm>
                  <a:off x="5755436" y="5378156"/>
                  <a:ext cx="782426" cy="649170"/>
                </a:xfrm>
                <a:custGeom>
                  <a:rect b="b" l="l" r="r" t="t"/>
                  <a:pathLst>
                    <a:path extrusionOk="0" h="568201" w="684837">
                      <a:moveTo>
                        <a:pt x="636360" y="-42"/>
                      </a:moveTo>
                      <a:cubicBezTo>
                        <a:pt x="644288" y="9951"/>
                        <a:pt x="651391" y="20569"/>
                        <a:pt x="657595" y="31715"/>
                      </a:cubicBezTo>
                      <a:cubicBezTo>
                        <a:pt x="682646" y="81161"/>
                        <a:pt x="689737" y="148142"/>
                        <a:pt x="681567" y="202598"/>
                      </a:cubicBezTo>
                      <a:cubicBezTo>
                        <a:pt x="663299" y="324421"/>
                        <a:pt x="586182" y="420653"/>
                        <a:pt x="488870" y="491411"/>
                      </a:cubicBezTo>
                      <a:cubicBezTo>
                        <a:pt x="436800" y="529554"/>
                        <a:pt x="376451" y="554855"/>
                        <a:pt x="312746" y="565253"/>
                      </a:cubicBezTo>
                      <a:cubicBezTo>
                        <a:pt x="234202" y="577855"/>
                        <a:pt x="163753" y="547216"/>
                        <a:pt x="93380" y="517001"/>
                      </a:cubicBezTo>
                      <a:cubicBezTo>
                        <a:pt x="77155" y="510064"/>
                        <a:pt x="55804" y="503782"/>
                        <a:pt x="41236" y="494148"/>
                      </a:cubicBezTo>
                      <a:lnTo>
                        <a:pt x="40889" y="490872"/>
                      </a:lnTo>
                      <a:lnTo>
                        <a:pt x="29327" y="486478"/>
                      </a:lnTo>
                      <a:cubicBezTo>
                        <a:pt x="24163" y="485284"/>
                        <a:pt x="20425" y="482277"/>
                        <a:pt x="15762" y="481545"/>
                      </a:cubicBezTo>
                      <a:lnTo>
                        <a:pt x="12987" y="481198"/>
                      </a:lnTo>
                      <a:cubicBezTo>
                        <a:pt x="8782" y="479842"/>
                        <a:pt x="4381" y="479191"/>
                        <a:pt x="-40" y="479272"/>
                      </a:cubicBezTo>
                      <a:cubicBezTo>
                        <a:pt x="16031" y="467710"/>
                        <a:pt x="39849" y="465320"/>
                        <a:pt x="57538" y="456688"/>
                      </a:cubicBezTo>
                      <a:lnTo>
                        <a:pt x="57076" y="454067"/>
                      </a:lnTo>
                      <a:lnTo>
                        <a:pt x="58540" y="453489"/>
                      </a:lnTo>
                      <a:cubicBezTo>
                        <a:pt x="87175" y="442428"/>
                        <a:pt x="120473" y="438073"/>
                        <a:pt x="150765" y="433448"/>
                      </a:cubicBezTo>
                      <a:cubicBezTo>
                        <a:pt x="200018" y="426126"/>
                        <a:pt x="249849" y="424122"/>
                        <a:pt x="299141" y="417493"/>
                      </a:cubicBezTo>
                      <a:cubicBezTo>
                        <a:pt x="376220" y="407126"/>
                        <a:pt x="453298" y="381844"/>
                        <a:pt x="516811" y="336291"/>
                      </a:cubicBezTo>
                      <a:cubicBezTo>
                        <a:pt x="552190" y="310932"/>
                        <a:pt x="587338" y="277788"/>
                        <a:pt x="609306" y="239943"/>
                      </a:cubicBezTo>
                      <a:lnTo>
                        <a:pt x="606993" y="239943"/>
                      </a:lnTo>
                      <a:lnTo>
                        <a:pt x="605413" y="242139"/>
                      </a:lnTo>
                      <a:cubicBezTo>
                        <a:pt x="538702" y="335559"/>
                        <a:pt x="433335" y="380225"/>
                        <a:pt x="323267" y="398108"/>
                      </a:cubicBezTo>
                      <a:cubicBezTo>
                        <a:pt x="215781" y="415528"/>
                        <a:pt x="105712" y="408398"/>
                        <a:pt x="2735" y="450829"/>
                      </a:cubicBezTo>
                      <a:cubicBezTo>
                        <a:pt x="14605" y="434527"/>
                        <a:pt x="27477" y="418919"/>
                        <a:pt x="38692" y="402154"/>
                      </a:cubicBezTo>
                      <a:cubicBezTo>
                        <a:pt x="70410" y="354712"/>
                        <a:pt x="99199" y="303301"/>
                        <a:pt x="141438" y="264145"/>
                      </a:cubicBezTo>
                      <a:cubicBezTo>
                        <a:pt x="181943" y="226531"/>
                        <a:pt x="237208" y="205720"/>
                        <a:pt x="291163" y="197048"/>
                      </a:cubicBezTo>
                      <a:cubicBezTo>
                        <a:pt x="378262" y="183020"/>
                        <a:pt x="463820" y="189340"/>
                        <a:pt x="547412" y="155040"/>
                      </a:cubicBezTo>
                      <a:cubicBezTo>
                        <a:pt x="576971" y="142900"/>
                        <a:pt x="605683" y="125249"/>
                        <a:pt x="625030" y="99274"/>
                      </a:cubicBezTo>
                      <a:cubicBezTo>
                        <a:pt x="640445" y="78694"/>
                        <a:pt x="648616" y="53797"/>
                        <a:pt x="644569" y="28053"/>
                      </a:cubicBezTo>
                      <a:cubicBezTo>
                        <a:pt x="642565" y="18492"/>
                        <a:pt x="639821" y="9096"/>
                        <a:pt x="636360" y="-42"/>
                      </a:cubicBezTo>
                      <a:close/>
                    </a:path>
                  </a:pathLst>
                </a:custGeom>
                <a:solidFill>
                  <a:srgbClr val="0C8E1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9" name="Google Shape;1089;p43"/>
                <p:cNvSpPr/>
                <p:nvPr/>
              </p:nvSpPr>
              <p:spPr>
                <a:xfrm>
                  <a:off x="6693362" y="2058857"/>
                  <a:ext cx="764848" cy="1221248"/>
                </a:xfrm>
                <a:custGeom>
                  <a:rect b="b" l="l" r="r" t="t"/>
                  <a:pathLst>
                    <a:path extrusionOk="0" h="1068926" w="669451">
                      <a:moveTo>
                        <a:pt x="91666" y="-42"/>
                      </a:moveTo>
                      <a:cubicBezTo>
                        <a:pt x="125696" y="7666"/>
                        <a:pt x="159726" y="21579"/>
                        <a:pt x="192292" y="34142"/>
                      </a:cubicBezTo>
                      <a:cubicBezTo>
                        <a:pt x="229598" y="47832"/>
                        <a:pt x="266133" y="63525"/>
                        <a:pt x="301743" y="81160"/>
                      </a:cubicBezTo>
                      <a:cubicBezTo>
                        <a:pt x="389185" y="125962"/>
                        <a:pt x="467120" y="187278"/>
                        <a:pt x="531245" y="261717"/>
                      </a:cubicBezTo>
                      <a:cubicBezTo>
                        <a:pt x="622545" y="368432"/>
                        <a:pt x="679699" y="504515"/>
                        <a:pt x="667867" y="646532"/>
                      </a:cubicBezTo>
                      <a:cubicBezTo>
                        <a:pt x="656691" y="780803"/>
                        <a:pt x="587782" y="896382"/>
                        <a:pt x="503189" y="997664"/>
                      </a:cubicBezTo>
                      <a:cubicBezTo>
                        <a:pt x="484381" y="1020171"/>
                        <a:pt x="465690" y="1045375"/>
                        <a:pt x="443299" y="1064337"/>
                      </a:cubicBezTo>
                      <a:cubicBezTo>
                        <a:pt x="437093" y="1028572"/>
                        <a:pt x="441372" y="993309"/>
                        <a:pt x="447345" y="957853"/>
                      </a:cubicBezTo>
                      <a:cubicBezTo>
                        <a:pt x="459601" y="885892"/>
                        <a:pt x="486493" y="817215"/>
                        <a:pt x="526351" y="756061"/>
                      </a:cubicBezTo>
                      <a:cubicBezTo>
                        <a:pt x="552095" y="716134"/>
                        <a:pt x="579227" y="678982"/>
                        <a:pt x="599575" y="635625"/>
                      </a:cubicBezTo>
                      <a:lnTo>
                        <a:pt x="598226" y="634315"/>
                      </a:lnTo>
                      <a:cubicBezTo>
                        <a:pt x="584584" y="657670"/>
                        <a:pt x="571249" y="680562"/>
                        <a:pt x="555833" y="702645"/>
                      </a:cubicBezTo>
                      <a:cubicBezTo>
                        <a:pt x="534174" y="733708"/>
                        <a:pt x="509933" y="763345"/>
                        <a:pt x="489584" y="795140"/>
                      </a:cubicBezTo>
                      <a:cubicBezTo>
                        <a:pt x="474384" y="819277"/>
                        <a:pt x="461481" y="844786"/>
                        <a:pt x="451045" y="871332"/>
                      </a:cubicBezTo>
                      <a:cubicBezTo>
                        <a:pt x="441102" y="896113"/>
                        <a:pt x="433548" y="919814"/>
                        <a:pt x="432546" y="946676"/>
                      </a:cubicBezTo>
                      <a:cubicBezTo>
                        <a:pt x="428692" y="941551"/>
                        <a:pt x="429578" y="933573"/>
                        <a:pt x="429154" y="927175"/>
                      </a:cubicBezTo>
                      <a:cubicBezTo>
                        <a:pt x="428191" y="912800"/>
                        <a:pt x="426996" y="898425"/>
                        <a:pt x="426225" y="884050"/>
                      </a:cubicBezTo>
                      <a:cubicBezTo>
                        <a:pt x="423335" y="830442"/>
                        <a:pt x="423913" y="777527"/>
                        <a:pt x="437787" y="725307"/>
                      </a:cubicBezTo>
                      <a:cubicBezTo>
                        <a:pt x="461219" y="638208"/>
                        <a:pt x="507158" y="561514"/>
                        <a:pt x="548665" y="482509"/>
                      </a:cubicBezTo>
                      <a:cubicBezTo>
                        <a:pt x="553559" y="473182"/>
                        <a:pt x="570324" y="446282"/>
                        <a:pt x="569014" y="436454"/>
                      </a:cubicBezTo>
                      <a:cubicBezTo>
                        <a:pt x="512746" y="544981"/>
                        <a:pt x="438944" y="642100"/>
                        <a:pt x="405568" y="761456"/>
                      </a:cubicBezTo>
                      <a:cubicBezTo>
                        <a:pt x="401059" y="724651"/>
                        <a:pt x="393814" y="687962"/>
                        <a:pt x="391347" y="650926"/>
                      </a:cubicBezTo>
                      <a:cubicBezTo>
                        <a:pt x="386376" y="575697"/>
                        <a:pt x="412737" y="502395"/>
                        <a:pt x="440446" y="433525"/>
                      </a:cubicBezTo>
                      <a:cubicBezTo>
                        <a:pt x="449002" y="412252"/>
                        <a:pt x="458136" y="391132"/>
                        <a:pt x="466499" y="369858"/>
                      </a:cubicBezTo>
                      <a:cubicBezTo>
                        <a:pt x="471201" y="357757"/>
                        <a:pt x="477059" y="344846"/>
                        <a:pt x="479256" y="332051"/>
                      </a:cubicBezTo>
                      <a:cubicBezTo>
                        <a:pt x="470083" y="344191"/>
                        <a:pt x="463493" y="366004"/>
                        <a:pt x="457134" y="380226"/>
                      </a:cubicBezTo>
                      <a:cubicBezTo>
                        <a:pt x="435398" y="429016"/>
                        <a:pt x="412428" y="478385"/>
                        <a:pt x="394623" y="528795"/>
                      </a:cubicBezTo>
                      <a:cubicBezTo>
                        <a:pt x="386299" y="552381"/>
                        <a:pt x="381674" y="577007"/>
                        <a:pt x="373619" y="600478"/>
                      </a:cubicBezTo>
                      <a:lnTo>
                        <a:pt x="372502" y="603676"/>
                      </a:lnTo>
                      <a:cubicBezTo>
                        <a:pt x="363406" y="557969"/>
                        <a:pt x="350187" y="512300"/>
                        <a:pt x="343520" y="466245"/>
                      </a:cubicBezTo>
                      <a:cubicBezTo>
                        <a:pt x="334618" y="405083"/>
                        <a:pt x="341439" y="343767"/>
                        <a:pt x="355467" y="283877"/>
                      </a:cubicBezTo>
                      <a:cubicBezTo>
                        <a:pt x="357310" y="276115"/>
                        <a:pt x="358597" y="268234"/>
                        <a:pt x="359321" y="260291"/>
                      </a:cubicBezTo>
                      <a:lnTo>
                        <a:pt x="358396" y="265571"/>
                      </a:lnTo>
                      <a:lnTo>
                        <a:pt x="357317" y="269425"/>
                      </a:lnTo>
                      <a:cubicBezTo>
                        <a:pt x="336390" y="336291"/>
                        <a:pt x="331496" y="402925"/>
                        <a:pt x="330841" y="472412"/>
                      </a:cubicBezTo>
                      <a:cubicBezTo>
                        <a:pt x="322825" y="440385"/>
                        <a:pt x="310415" y="410363"/>
                        <a:pt x="297543" y="379917"/>
                      </a:cubicBezTo>
                      <a:cubicBezTo>
                        <a:pt x="265902" y="305536"/>
                        <a:pt x="224318" y="233468"/>
                        <a:pt x="180730" y="165330"/>
                      </a:cubicBezTo>
                      <a:lnTo>
                        <a:pt x="179073" y="166217"/>
                      </a:lnTo>
                      <a:lnTo>
                        <a:pt x="224819" y="250772"/>
                      </a:lnTo>
                      <a:cubicBezTo>
                        <a:pt x="262318" y="322262"/>
                        <a:pt x="294498" y="393367"/>
                        <a:pt x="318585" y="470446"/>
                      </a:cubicBezTo>
                      <a:cubicBezTo>
                        <a:pt x="301481" y="447777"/>
                        <a:pt x="282478" y="426608"/>
                        <a:pt x="261778" y="407165"/>
                      </a:cubicBezTo>
                      <a:cubicBezTo>
                        <a:pt x="225204" y="373635"/>
                        <a:pt x="182888" y="345964"/>
                        <a:pt x="142653" y="316982"/>
                      </a:cubicBezTo>
                      <a:cubicBezTo>
                        <a:pt x="131091" y="308504"/>
                        <a:pt x="113941" y="291971"/>
                        <a:pt x="100954" y="287153"/>
                      </a:cubicBezTo>
                      <a:cubicBezTo>
                        <a:pt x="104808" y="292973"/>
                        <a:pt x="113517" y="297983"/>
                        <a:pt x="119067" y="302569"/>
                      </a:cubicBezTo>
                      <a:cubicBezTo>
                        <a:pt x="132864" y="313668"/>
                        <a:pt x="146391" y="325037"/>
                        <a:pt x="160266" y="336021"/>
                      </a:cubicBezTo>
                      <a:cubicBezTo>
                        <a:pt x="229636" y="391017"/>
                        <a:pt x="299007" y="445627"/>
                        <a:pt x="331958" y="530760"/>
                      </a:cubicBezTo>
                      <a:cubicBezTo>
                        <a:pt x="345177" y="564752"/>
                        <a:pt x="351806" y="599707"/>
                        <a:pt x="358435" y="635433"/>
                      </a:cubicBezTo>
                      <a:cubicBezTo>
                        <a:pt x="352141" y="624842"/>
                        <a:pt x="345254" y="614614"/>
                        <a:pt x="337816" y="604794"/>
                      </a:cubicBezTo>
                      <a:cubicBezTo>
                        <a:pt x="291068" y="547486"/>
                        <a:pt x="224241" y="511837"/>
                        <a:pt x="160304" y="477229"/>
                      </a:cubicBezTo>
                      <a:cubicBezTo>
                        <a:pt x="136602" y="464434"/>
                        <a:pt x="113132" y="450251"/>
                        <a:pt x="88814" y="438690"/>
                      </a:cubicBezTo>
                      <a:lnTo>
                        <a:pt x="87234" y="439884"/>
                      </a:lnTo>
                      <a:cubicBezTo>
                        <a:pt x="114828" y="456341"/>
                        <a:pt x="142191" y="473221"/>
                        <a:pt x="169901" y="489523"/>
                      </a:cubicBezTo>
                      <a:cubicBezTo>
                        <a:pt x="201156" y="507868"/>
                        <a:pt x="233760" y="526289"/>
                        <a:pt x="261817" y="549336"/>
                      </a:cubicBezTo>
                      <a:cubicBezTo>
                        <a:pt x="281499" y="564779"/>
                        <a:pt x="299504" y="582241"/>
                        <a:pt x="315541" y="601441"/>
                      </a:cubicBezTo>
                      <a:cubicBezTo>
                        <a:pt x="363368" y="661562"/>
                        <a:pt x="381057" y="739142"/>
                        <a:pt x="388418" y="813754"/>
                      </a:cubicBezTo>
                      <a:cubicBezTo>
                        <a:pt x="381481" y="801422"/>
                        <a:pt x="376317" y="788434"/>
                        <a:pt x="368841" y="776294"/>
                      </a:cubicBezTo>
                      <a:cubicBezTo>
                        <a:pt x="342826" y="734171"/>
                        <a:pt x="302900" y="699485"/>
                        <a:pt x="261701" y="672739"/>
                      </a:cubicBezTo>
                      <a:cubicBezTo>
                        <a:pt x="243318" y="660792"/>
                        <a:pt x="112592" y="582094"/>
                        <a:pt x="101724" y="584407"/>
                      </a:cubicBezTo>
                      <a:cubicBezTo>
                        <a:pt x="158878" y="617551"/>
                        <a:pt x="217882" y="650193"/>
                        <a:pt x="269293" y="692009"/>
                      </a:cubicBezTo>
                      <a:cubicBezTo>
                        <a:pt x="350534" y="758065"/>
                        <a:pt x="393814" y="856571"/>
                        <a:pt x="404181" y="959356"/>
                      </a:cubicBezTo>
                      <a:cubicBezTo>
                        <a:pt x="371654" y="895034"/>
                        <a:pt x="316157" y="849056"/>
                        <a:pt x="254302" y="814024"/>
                      </a:cubicBezTo>
                      <a:cubicBezTo>
                        <a:pt x="238192" y="804852"/>
                        <a:pt x="149474" y="757178"/>
                        <a:pt x="140033" y="759761"/>
                      </a:cubicBezTo>
                      <a:cubicBezTo>
                        <a:pt x="198843" y="790168"/>
                        <a:pt x="263358" y="820152"/>
                        <a:pt x="310839" y="867324"/>
                      </a:cubicBezTo>
                      <a:cubicBezTo>
                        <a:pt x="361402" y="917425"/>
                        <a:pt x="410617" y="995313"/>
                        <a:pt x="410810" y="1068884"/>
                      </a:cubicBezTo>
                      <a:cubicBezTo>
                        <a:pt x="362635" y="1037513"/>
                        <a:pt x="311918" y="1010536"/>
                        <a:pt x="264360" y="978317"/>
                      </a:cubicBezTo>
                      <a:cubicBezTo>
                        <a:pt x="166972" y="912211"/>
                        <a:pt x="91307" y="818776"/>
                        <a:pt x="46883" y="709775"/>
                      </a:cubicBezTo>
                      <a:cubicBezTo>
                        <a:pt x="-27575" y="524440"/>
                        <a:pt x="-3218" y="319950"/>
                        <a:pt x="49349" y="132572"/>
                      </a:cubicBezTo>
                      <a:cubicBezTo>
                        <a:pt x="61643" y="88020"/>
                        <a:pt x="73629" y="42737"/>
                        <a:pt x="91666" y="-42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0" name="Google Shape;1090;p43"/>
                <p:cNvSpPr/>
                <p:nvPr/>
              </p:nvSpPr>
              <p:spPr>
                <a:xfrm>
                  <a:off x="4622760" y="1874571"/>
                  <a:ext cx="1129487" cy="1387509"/>
                </a:xfrm>
                <a:custGeom>
                  <a:rect b="b" l="l" r="r" t="t"/>
                  <a:pathLst>
                    <a:path extrusionOk="0" h="1214450" w="988610">
                      <a:moveTo>
                        <a:pt x="-40" y="573808"/>
                      </a:moveTo>
                      <a:cubicBezTo>
                        <a:pt x="104017" y="381921"/>
                        <a:pt x="286886" y="231425"/>
                        <a:pt x="482935" y="140588"/>
                      </a:cubicBezTo>
                      <a:cubicBezTo>
                        <a:pt x="559089" y="105325"/>
                        <a:pt x="640099" y="78386"/>
                        <a:pt x="720646" y="54491"/>
                      </a:cubicBezTo>
                      <a:lnTo>
                        <a:pt x="988571" y="-42"/>
                      </a:lnTo>
                      <a:cubicBezTo>
                        <a:pt x="947334" y="71487"/>
                        <a:pt x="925636" y="154616"/>
                        <a:pt x="907215" y="234663"/>
                      </a:cubicBezTo>
                      <a:cubicBezTo>
                        <a:pt x="885247" y="329970"/>
                        <a:pt x="872144" y="426781"/>
                        <a:pt x="852489" y="522513"/>
                      </a:cubicBezTo>
                      <a:cubicBezTo>
                        <a:pt x="814643" y="707039"/>
                        <a:pt x="741226" y="883626"/>
                        <a:pt x="612273" y="1023524"/>
                      </a:cubicBezTo>
                      <a:cubicBezTo>
                        <a:pt x="584640" y="1053430"/>
                        <a:pt x="556237" y="1081949"/>
                        <a:pt x="525984" y="1108927"/>
                      </a:cubicBezTo>
                      <a:cubicBezTo>
                        <a:pt x="509682" y="1123495"/>
                        <a:pt x="492146" y="1139142"/>
                        <a:pt x="472684" y="1149316"/>
                      </a:cubicBezTo>
                      <a:cubicBezTo>
                        <a:pt x="478542" y="1132744"/>
                        <a:pt x="485286" y="1116943"/>
                        <a:pt x="487213" y="1099215"/>
                      </a:cubicBezTo>
                      <a:cubicBezTo>
                        <a:pt x="491761" y="1057400"/>
                        <a:pt x="481278" y="1014236"/>
                        <a:pt x="470217" y="974155"/>
                      </a:cubicBezTo>
                      <a:cubicBezTo>
                        <a:pt x="457152" y="926752"/>
                        <a:pt x="441428" y="880235"/>
                        <a:pt x="431678" y="831945"/>
                      </a:cubicBezTo>
                      <a:cubicBezTo>
                        <a:pt x="422105" y="782715"/>
                        <a:pt x="420170" y="732309"/>
                        <a:pt x="425936" y="682489"/>
                      </a:cubicBezTo>
                      <a:cubicBezTo>
                        <a:pt x="435224" y="597202"/>
                        <a:pt x="473763" y="521048"/>
                        <a:pt x="520627" y="450637"/>
                      </a:cubicBezTo>
                      <a:cubicBezTo>
                        <a:pt x="600673" y="330356"/>
                        <a:pt x="706579" y="225606"/>
                        <a:pt x="818960" y="135617"/>
                      </a:cubicBezTo>
                      <a:lnTo>
                        <a:pt x="818073" y="133535"/>
                      </a:lnTo>
                      <a:lnTo>
                        <a:pt x="668541" y="247612"/>
                      </a:lnTo>
                      <a:lnTo>
                        <a:pt x="666537" y="248652"/>
                      </a:lnTo>
                      <a:cubicBezTo>
                        <a:pt x="651853" y="255859"/>
                        <a:pt x="638095" y="269579"/>
                        <a:pt x="625878" y="280563"/>
                      </a:cubicBezTo>
                      <a:cubicBezTo>
                        <a:pt x="601906" y="301991"/>
                        <a:pt x="578678" y="324178"/>
                        <a:pt x="556198" y="347120"/>
                      </a:cubicBezTo>
                      <a:cubicBezTo>
                        <a:pt x="479814" y="424931"/>
                        <a:pt x="408786" y="505941"/>
                        <a:pt x="346313" y="595468"/>
                      </a:cubicBezTo>
                      <a:cubicBezTo>
                        <a:pt x="304961" y="654818"/>
                        <a:pt x="269235" y="716635"/>
                        <a:pt x="234549" y="780032"/>
                      </a:cubicBezTo>
                      <a:cubicBezTo>
                        <a:pt x="191539" y="858845"/>
                        <a:pt x="153385" y="938968"/>
                        <a:pt x="124250" y="1023986"/>
                      </a:cubicBezTo>
                      <a:lnTo>
                        <a:pt x="69794" y="1214409"/>
                      </a:lnTo>
                      <a:lnTo>
                        <a:pt x="58733" y="1197567"/>
                      </a:lnTo>
                      <a:cubicBezTo>
                        <a:pt x="61970" y="1177719"/>
                        <a:pt x="67905" y="1158141"/>
                        <a:pt x="72800" y="1138602"/>
                      </a:cubicBezTo>
                      <a:cubicBezTo>
                        <a:pt x="83013" y="1097635"/>
                        <a:pt x="93996" y="1056668"/>
                        <a:pt x="105712" y="1016086"/>
                      </a:cubicBezTo>
                      <a:cubicBezTo>
                        <a:pt x="119702" y="967603"/>
                        <a:pt x="139396" y="912608"/>
                        <a:pt x="136544" y="861659"/>
                      </a:cubicBezTo>
                      <a:cubicBezTo>
                        <a:pt x="132073" y="780225"/>
                        <a:pt x="97773" y="703031"/>
                        <a:pt x="51757" y="637090"/>
                      </a:cubicBezTo>
                      <a:cubicBezTo>
                        <a:pt x="36342" y="614968"/>
                        <a:pt x="20386" y="593194"/>
                        <a:pt x="307" y="575003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1" name="Google Shape;1091;p43"/>
                <p:cNvSpPr/>
                <p:nvPr/>
              </p:nvSpPr>
              <p:spPr>
                <a:xfrm>
                  <a:off x="7094293" y="2791461"/>
                  <a:ext cx="982357" cy="1659974"/>
                </a:xfrm>
                <a:custGeom>
                  <a:rect b="b" l="l" r="r" t="t"/>
                  <a:pathLst>
                    <a:path extrusionOk="0" h="1452931" w="859831">
                      <a:moveTo>
                        <a:pt x="541592" y="-42"/>
                      </a:moveTo>
                      <a:cubicBezTo>
                        <a:pt x="560862" y="26435"/>
                        <a:pt x="576856" y="55031"/>
                        <a:pt x="593119" y="83473"/>
                      </a:cubicBezTo>
                      <a:cubicBezTo>
                        <a:pt x="615626" y="122744"/>
                        <a:pt x="637362" y="162132"/>
                        <a:pt x="658289" y="202251"/>
                      </a:cubicBezTo>
                      <a:cubicBezTo>
                        <a:pt x="733595" y="346658"/>
                        <a:pt x="805818" y="495150"/>
                        <a:pt x="840927" y="655088"/>
                      </a:cubicBezTo>
                      <a:cubicBezTo>
                        <a:pt x="857345" y="729700"/>
                        <a:pt x="866170" y="807087"/>
                        <a:pt x="854377" y="883086"/>
                      </a:cubicBezTo>
                      <a:cubicBezTo>
                        <a:pt x="837844" y="989455"/>
                        <a:pt x="755871" y="1083491"/>
                        <a:pt x="671200" y="1144768"/>
                      </a:cubicBezTo>
                      <a:cubicBezTo>
                        <a:pt x="627146" y="1177030"/>
                        <a:pt x="580525" y="1205630"/>
                        <a:pt x="531803" y="1230287"/>
                      </a:cubicBezTo>
                      <a:cubicBezTo>
                        <a:pt x="460852" y="1265782"/>
                        <a:pt x="384313" y="1289059"/>
                        <a:pt x="310510" y="1317540"/>
                      </a:cubicBezTo>
                      <a:cubicBezTo>
                        <a:pt x="281760" y="1328639"/>
                        <a:pt x="253125" y="1340047"/>
                        <a:pt x="224413" y="1351301"/>
                      </a:cubicBezTo>
                      <a:cubicBezTo>
                        <a:pt x="207379" y="1357968"/>
                        <a:pt x="187686" y="1367757"/>
                        <a:pt x="169341" y="1369607"/>
                      </a:cubicBezTo>
                      <a:lnTo>
                        <a:pt x="31563" y="1452890"/>
                      </a:lnTo>
                      <a:lnTo>
                        <a:pt x="-40" y="1394118"/>
                      </a:lnTo>
                      <a:cubicBezTo>
                        <a:pt x="42882" y="1393736"/>
                        <a:pt x="85117" y="1383307"/>
                        <a:pt x="123286" y="1363672"/>
                      </a:cubicBezTo>
                      <a:cubicBezTo>
                        <a:pt x="142016" y="1353921"/>
                        <a:pt x="159282" y="1341165"/>
                        <a:pt x="177241" y="1329718"/>
                      </a:cubicBezTo>
                      <a:cubicBezTo>
                        <a:pt x="200981" y="1266167"/>
                        <a:pt x="194661" y="1190669"/>
                        <a:pt x="175160" y="1126848"/>
                      </a:cubicBezTo>
                      <a:cubicBezTo>
                        <a:pt x="152383" y="1052313"/>
                        <a:pt x="118546" y="985061"/>
                        <a:pt x="115848" y="905439"/>
                      </a:cubicBezTo>
                      <a:cubicBezTo>
                        <a:pt x="114731" y="872218"/>
                        <a:pt x="120473" y="838150"/>
                        <a:pt x="127757" y="805854"/>
                      </a:cubicBezTo>
                      <a:cubicBezTo>
                        <a:pt x="143905" y="734209"/>
                        <a:pt x="171538" y="665070"/>
                        <a:pt x="201251" y="598127"/>
                      </a:cubicBezTo>
                      <a:cubicBezTo>
                        <a:pt x="249850" y="488560"/>
                        <a:pt x="305307" y="384619"/>
                        <a:pt x="365043" y="280871"/>
                      </a:cubicBezTo>
                      <a:cubicBezTo>
                        <a:pt x="405510" y="210653"/>
                        <a:pt x="447440" y="142130"/>
                        <a:pt x="491992" y="74378"/>
                      </a:cubicBezTo>
                      <a:cubicBezTo>
                        <a:pt x="508333" y="49558"/>
                        <a:pt x="524095" y="24045"/>
                        <a:pt x="541592" y="-42"/>
                      </a:cubicBezTo>
                      <a:close/>
                    </a:path>
                  </a:pathLst>
                </a:custGeom>
                <a:solidFill>
                  <a:srgbClr val="8CD87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2" name="Google Shape;1092;p43"/>
                <p:cNvSpPr/>
                <p:nvPr/>
              </p:nvSpPr>
              <p:spPr>
                <a:xfrm>
                  <a:off x="7094293" y="3101683"/>
                  <a:ext cx="764135" cy="1349925"/>
                </a:xfrm>
                <a:custGeom>
                  <a:rect b="b" l="l" r="r" t="t"/>
                  <a:pathLst>
                    <a:path extrusionOk="0" h="1181554" w="668827">
                      <a:moveTo>
                        <a:pt x="505249" y="143148"/>
                      </a:moveTo>
                      <a:cubicBezTo>
                        <a:pt x="491953" y="111815"/>
                        <a:pt x="486828" y="73160"/>
                        <a:pt x="499469" y="40787"/>
                      </a:cubicBezTo>
                      <a:cubicBezTo>
                        <a:pt x="505211" y="26027"/>
                        <a:pt x="517736" y="9108"/>
                        <a:pt x="532767" y="2672"/>
                      </a:cubicBezTo>
                      <a:cubicBezTo>
                        <a:pt x="542883" y="-1255"/>
                        <a:pt x="554164" y="-908"/>
                        <a:pt x="564022" y="3635"/>
                      </a:cubicBezTo>
                      <a:cubicBezTo>
                        <a:pt x="582174" y="11767"/>
                        <a:pt x="593235" y="31962"/>
                        <a:pt x="599709" y="49883"/>
                      </a:cubicBezTo>
                      <a:cubicBezTo>
                        <a:pt x="605799" y="68528"/>
                        <a:pt x="607124" y="88403"/>
                        <a:pt x="603563" y="107692"/>
                      </a:cubicBezTo>
                      <a:lnTo>
                        <a:pt x="603062" y="110890"/>
                      </a:lnTo>
                      <a:cubicBezTo>
                        <a:pt x="600792" y="122811"/>
                        <a:pt x="597690" y="134553"/>
                        <a:pt x="593774" y="146038"/>
                      </a:cubicBezTo>
                      <a:cubicBezTo>
                        <a:pt x="618285" y="153168"/>
                        <a:pt x="633046" y="165308"/>
                        <a:pt x="645378" y="188046"/>
                      </a:cubicBezTo>
                      <a:cubicBezTo>
                        <a:pt x="661526" y="218030"/>
                        <a:pt x="662452" y="255104"/>
                        <a:pt x="652277" y="287092"/>
                      </a:cubicBezTo>
                      <a:cubicBezTo>
                        <a:pt x="642450" y="317924"/>
                        <a:pt x="624259" y="339852"/>
                        <a:pt x="600519" y="361512"/>
                      </a:cubicBezTo>
                      <a:cubicBezTo>
                        <a:pt x="621792" y="365365"/>
                        <a:pt x="639405" y="375270"/>
                        <a:pt x="651737" y="393499"/>
                      </a:cubicBezTo>
                      <a:cubicBezTo>
                        <a:pt x="669080" y="419243"/>
                        <a:pt x="672240" y="451732"/>
                        <a:pt x="665496" y="481523"/>
                      </a:cubicBezTo>
                      <a:cubicBezTo>
                        <a:pt x="657210" y="518097"/>
                        <a:pt x="631890" y="551472"/>
                        <a:pt x="600326" y="571358"/>
                      </a:cubicBezTo>
                      <a:lnTo>
                        <a:pt x="582482" y="581108"/>
                      </a:lnTo>
                      <a:cubicBezTo>
                        <a:pt x="604411" y="593595"/>
                        <a:pt x="621022" y="608086"/>
                        <a:pt x="627728" y="633406"/>
                      </a:cubicBezTo>
                      <a:cubicBezTo>
                        <a:pt x="638056" y="672485"/>
                        <a:pt x="624876" y="711410"/>
                        <a:pt x="604835" y="744862"/>
                      </a:cubicBezTo>
                      <a:cubicBezTo>
                        <a:pt x="586760" y="775038"/>
                        <a:pt x="558588" y="805292"/>
                        <a:pt x="523170" y="813924"/>
                      </a:cubicBezTo>
                      <a:cubicBezTo>
                        <a:pt x="507284" y="817308"/>
                        <a:pt x="490982" y="818295"/>
                        <a:pt x="474804" y="816853"/>
                      </a:cubicBezTo>
                      <a:cubicBezTo>
                        <a:pt x="486365" y="828916"/>
                        <a:pt x="495191" y="840671"/>
                        <a:pt x="494728" y="858399"/>
                      </a:cubicBezTo>
                      <a:cubicBezTo>
                        <a:pt x="494112" y="881715"/>
                        <a:pt x="475921" y="901409"/>
                        <a:pt x="459580" y="916208"/>
                      </a:cubicBezTo>
                      <a:cubicBezTo>
                        <a:pt x="424895" y="947039"/>
                        <a:pt x="381423" y="966309"/>
                        <a:pt x="341419" y="988970"/>
                      </a:cubicBezTo>
                      <a:cubicBezTo>
                        <a:pt x="300721" y="1012093"/>
                        <a:pt x="260486" y="1036296"/>
                        <a:pt x="221369" y="1061771"/>
                      </a:cubicBezTo>
                      <a:cubicBezTo>
                        <a:pt x="204065" y="1073024"/>
                        <a:pt x="184371" y="1084239"/>
                        <a:pt x="169379" y="1098383"/>
                      </a:cubicBezTo>
                      <a:lnTo>
                        <a:pt x="31563" y="1181512"/>
                      </a:lnTo>
                      <a:lnTo>
                        <a:pt x="-40" y="1122740"/>
                      </a:lnTo>
                      <a:cubicBezTo>
                        <a:pt x="42882" y="1122358"/>
                        <a:pt x="85117" y="1111930"/>
                        <a:pt x="123286" y="1092294"/>
                      </a:cubicBezTo>
                      <a:cubicBezTo>
                        <a:pt x="142016" y="1082543"/>
                        <a:pt x="159282" y="1069787"/>
                        <a:pt x="177241" y="1058341"/>
                      </a:cubicBezTo>
                      <a:cubicBezTo>
                        <a:pt x="311243" y="979066"/>
                        <a:pt x="389208" y="821594"/>
                        <a:pt x="445976" y="682929"/>
                      </a:cubicBezTo>
                      <a:cubicBezTo>
                        <a:pt x="467134" y="631133"/>
                        <a:pt x="487136" y="579181"/>
                        <a:pt x="501164" y="524918"/>
                      </a:cubicBezTo>
                      <a:cubicBezTo>
                        <a:pt x="521806" y="443303"/>
                        <a:pt x="535981" y="360186"/>
                        <a:pt x="543558" y="276340"/>
                      </a:cubicBezTo>
                      <a:cubicBezTo>
                        <a:pt x="544752" y="263930"/>
                        <a:pt x="548606" y="245046"/>
                        <a:pt x="546101" y="232983"/>
                      </a:cubicBezTo>
                      <a:cubicBezTo>
                        <a:pt x="540898" y="253177"/>
                        <a:pt x="540320" y="276995"/>
                        <a:pt x="537738" y="297960"/>
                      </a:cubicBezTo>
                      <a:cubicBezTo>
                        <a:pt x="533460" y="332877"/>
                        <a:pt x="527487" y="368372"/>
                        <a:pt x="520357" y="402826"/>
                      </a:cubicBezTo>
                      <a:cubicBezTo>
                        <a:pt x="496301" y="519261"/>
                        <a:pt x="458324" y="632377"/>
                        <a:pt x="407244" y="739736"/>
                      </a:cubicBezTo>
                      <a:cubicBezTo>
                        <a:pt x="382810" y="791186"/>
                        <a:pt x="356102" y="842251"/>
                        <a:pt x="322457" y="888460"/>
                      </a:cubicBezTo>
                      <a:cubicBezTo>
                        <a:pt x="290932" y="931932"/>
                        <a:pt x="255399" y="968390"/>
                        <a:pt x="218055" y="1006467"/>
                      </a:cubicBezTo>
                      <a:cubicBezTo>
                        <a:pt x="234307" y="973311"/>
                        <a:pt x="244338" y="937455"/>
                        <a:pt x="247653" y="900676"/>
                      </a:cubicBezTo>
                      <a:cubicBezTo>
                        <a:pt x="251507" y="855431"/>
                        <a:pt x="241216" y="810764"/>
                        <a:pt x="251083" y="765442"/>
                      </a:cubicBezTo>
                      <a:cubicBezTo>
                        <a:pt x="252817" y="757503"/>
                        <a:pt x="256208" y="743976"/>
                        <a:pt x="260949" y="737347"/>
                      </a:cubicBezTo>
                      <a:cubicBezTo>
                        <a:pt x="266961" y="728868"/>
                        <a:pt x="275208" y="724976"/>
                        <a:pt x="284650" y="721546"/>
                      </a:cubicBezTo>
                      <a:lnTo>
                        <a:pt x="287926" y="720389"/>
                      </a:lnTo>
                      <a:cubicBezTo>
                        <a:pt x="297904" y="724243"/>
                        <a:pt x="307420" y="729207"/>
                        <a:pt x="316291" y="735189"/>
                      </a:cubicBezTo>
                      <a:cubicBezTo>
                        <a:pt x="295287" y="699617"/>
                        <a:pt x="280642" y="667359"/>
                        <a:pt x="291279" y="625120"/>
                      </a:cubicBezTo>
                      <a:cubicBezTo>
                        <a:pt x="297908" y="598875"/>
                        <a:pt x="310549" y="576253"/>
                        <a:pt x="334405" y="562147"/>
                      </a:cubicBezTo>
                      <a:cubicBezTo>
                        <a:pt x="353019" y="551125"/>
                        <a:pt x="372096" y="553013"/>
                        <a:pt x="392676" y="554092"/>
                      </a:cubicBezTo>
                      <a:cubicBezTo>
                        <a:pt x="366431" y="514667"/>
                        <a:pt x="351979" y="470732"/>
                        <a:pt x="361536" y="423059"/>
                      </a:cubicBezTo>
                      <a:cubicBezTo>
                        <a:pt x="367179" y="393649"/>
                        <a:pt x="384433" y="367755"/>
                        <a:pt x="409402" y="351221"/>
                      </a:cubicBezTo>
                      <a:cubicBezTo>
                        <a:pt x="420956" y="344504"/>
                        <a:pt x="433751" y="340192"/>
                        <a:pt x="447017" y="338542"/>
                      </a:cubicBezTo>
                      <a:cubicBezTo>
                        <a:pt x="425319" y="299771"/>
                        <a:pt x="415299" y="259806"/>
                        <a:pt x="428017" y="215910"/>
                      </a:cubicBezTo>
                      <a:cubicBezTo>
                        <a:pt x="434915" y="192131"/>
                        <a:pt x="451140" y="165462"/>
                        <a:pt x="472992" y="153168"/>
                      </a:cubicBezTo>
                      <a:cubicBezTo>
                        <a:pt x="483139" y="148119"/>
                        <a:pt x="494031" y="144739"/>
                        <a:pt x="505249" y="143148"/>
                      </a:cubicBezTo>
                      <a:close/>
                    </a:path>
                  </a:pathLst>
                </a:custGeom>
                <a:solidFill>
                  <a:srgbClr val="0C8E1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3" name="Google Shape;1093;p43"/>
                <p:cNvSpPr/>
                <p:nvPr/>
              </p:nvSpPr>
              <p:spPr>
                <a:xfrm>
                  <a:off x="6593160" y="4379277"/>
                  <a:ext cx="1300414" cy="1568213"/>
                </a:xfrm>
                <a:custGeom>
                  <a:rect b="b" l="l" r="r" t="t"/>
                  <a:pathLst>
                    <a:path extrusionOk="0" h="1372615" w="1138218">
                      <a:moveTo>
                        <a:pt x="1034624" y="1885"/>
                      </a:moveTo>
                      <a:lnTo>
                        <a:pt x="1138179" y="-42"/>
                      </a:lnTo>
                      <a:cubicBezTo>
                        <a:pt x="1133670" y="223486"/>
                        <a:pt x="1086421" y="445049"/>
                        <a:pt x="991730" y="647919"/>
                      </a:cubicBezTo>
                      <a:cubicBezTo>
                        <a:pt x="902858" y="838535"/>
                        <a:pt x="754828" y="1025605"/>
                        <a:pt x="551572" y="1099061"/>
                      </a:cubicBezTo>
                      <a:cubicBezTo>
                        <a:pt x="422157" y="1145924"/>
                        <a:pt x="279870" y="1144113"/>
                        <a:pt x="154809" y="1085495"/>
                      </a:cubicBezTo>
                      <a:lnTo>
                        <a:pt x="193349" y="991729"/>
                      </a:lnTo>
                      <a:cubicBezTo>
                        <a:pt x="252892" y="1004716"/>
                        <a:pt x="308658" y="1020286"/>
                        <a:pt x="369859" y="1025104"/>
                      </a:cubicBezTo>
                      <a:cubicBezTo>
                        <a:pt x="507560" y="1035933"/>
                        <a:pt x="630231" y="977430"/>
                        <a:pt x="732630" y="889638"/>
                      </a:cubicBezTo>
                      <a:cubicBezTo>
                        <a:pt x="713822" y="898194"/>
                        <a:pt x="696673" y="908060"/>
                        <a:pt x="676709" y="914033"/>
                      </a:cubicBezTo>
                      <a:cubicBezTo>
                        <a:pt x="577278" y="943747"/>
                        <a:pt x="488367" y="880196"/>
                        <a:pt x="391133" y="874454"/>
                      </a:cubicBezTo>
                      <a:cubicBezTo>
                        <a:pt x="337725" y="871478"/>
                        <a:pt x="285242" y="889295"/>
                        <a:pt x="244683" y="924169"/>
                      </a:cubicBezTo>
                      <a:cubicBezTo>
                        <a:pt x="232351" y="934652"/>
                        <a:pt x="221560" y="947293"/>
                        <a:pt x="209343" y="958315"/>
                      </a:cubicBezTo>
                      <a:lnTo>
                        <a:pt x="334287" y="779878"/>
                      </a:lnTo>
                      <a:cubicBezTo>
                        <a:pt x="359261" y="796257"/>
                        <a:pt x="384388" y="812637"/>
                        <a:pt x="411366" y="824931"/>
                      </a:cubicBezTo>
                      <a:cubicBezTo>
                        <a:pt x="454877" y="844470"/>
                        <a:pt x="506211" y="853912"/>
                        <a:pt x="553961" y="853989"/>
                      </a:cubicBezTo>
                      <a:cubicBezTo>
                        <a:pt x="604267" y="853727"/>
                        <a:pt x="653809" y="841707"/>
                        <a:pt x="698638" y="818880"/>
                      </a:cubicBezTo>
                      <a:cubicBezTo>
                        <a:pt x="729932" y="802308"/>
                        <a:pt x="757680" y="780649"/>
                        <a:pt x="784773" y="758065"/>
                      </a:cubicBezTo>
                      <a:cubicBezTo>
                        <a:pt x="796836" y="748006"/>
                        <a:pt x="809130" y="739103"/>
                        <a:pt x="820461" y="728043"/>
                      </a:cubicBezTo>
                      <a:cubicBezTo>
                        <a:pt x="806718" y="737338"/>
                        <a:pt x="792362" y="745698"/>
                        <a:pt x="777489" y="753055"/>
                      </a:cubicBezTo>
                      <a:cubicBezTo>
                        <a:pt x="756640" y="762381"/>
                        <a:pt x="734865" y="763846"/>
                        <a:pt x="712319" y="762535"/>
                      </a:cubicBezTo>
                      <a:cubicBezTo>
                        <a:pt x="656938" y="759375"/>
                        <a:pt x="611423" y="737793"/>
                        <a:pt x="560783" y="718523"/>
                      </a:cubicBezTo>
                      <a:cubicBezTo>
                        <a:pt x="524556" y="704726"/>
                        <a:pt x="484783" y="695207"/>
                        <a:pt x="445781" y="700988"/>
                      </a:cubicBezTo>
                      <a:cubicBezTo>
                        <a:pt x="423930" y="704264"/>
                        <a:pt x="402193" y="713667"/>
                        <a:pt x="382114" y="722647"/>
                      </a:cubicBezTo>
                      <a:lnTo>
                        <a:pt x="488907" y="612425"/>
                      </a:lnTo>
                      <a:cubicBezTo>
                        <a:pt x="496823" y="626060"/>
                        <a:pt x="506477" y="638612"/>
                        <a:pt x="517619" y="649769"/>
                      </a:cubicBezTo>
                      <a:cubicBezTo>
                        <a:pt x="555426" y="685303"/>
                        <a:pt x="615316" y="702183"/>
                        <a:pt x="666380" y="699871"/>
                      </a:cubicBezTo>
                      <a:cubicBezTo>
                        <a:pt x="729123" y="697250"/>
                        <a:pt x="792481" y="669579"/>
                        <a:pt x="842197" y="632388"/>
                      </a:cubicBezTo>
                      <a:cubicBezTo>
                        <a:pt x="855454" y="622484"/>
                        <a:pt x="867671" y="610575"/>
                        <a:pt x="880042" y="599553"/>
                      </a:cubicBezTo>
                      <a:cubicBezTo>
                        <a:pt x="896140" y="585848"/>
                        <a:pt x="911479" y="571272"/>
                        <a:pt x="925982" y="555888"/>
                      </a:cubicBezTo>
                      <a:cubicBezTo>
                        <a:pt x="906712" y="569261"/>
                        <a:pt x="888097" y="582171"/>
                        <a:pt x="865475" y="589417"/>
                      </a:cubicBezTo>
                      <a:cubicBezTo>
                        <a:pt x="809747" y="607299"/>
                        <a:pt x="760725" y="583482"/>
                        <a:pt x="708889" y="565253"/>
                      </a:cubicBezTo>
                      <a:cubicBezTo>
                        <a:pt x="681773" y="555182"/>
                        <a:pt x="653424" y="548816"/>
                        <a:pt x="624604" y="546330"/>
                      </a:cubicBezTo>
                      <a:cubicBezTo>
                        <a:pt x="593965" y="544249"/>
                        <a:pt x="568259" y="549451"/>
                        <a:pt x="539393" y="558393"/>
                      </a:cubicBezTo>
                      <a:cubicBezTo>
                        <a:pt x="565716" y="539123"/>
                        <a:pt x="590150" y="516231"/>
                        <a:pt x="615470" y="495420"/>
                      </a:cubicBezTo>
                      <a:cubicBezTo>
                        <a:pt x="621174" y="490718"/>
                        <a:pt x="637746" y="479695"/>
                        <a:pt x="640636" y="473722"/>
                      </a:cubicBezTo>
                      <a:cubicBezTo>
                        <a:pt x="641334" y="471606"/>
                        <a:pt x="641723" y="469398"/>
                        <a:pt x="641792" y="467170"/>
                      </a:cubicBezTo>
                      <a:cubicBezTo>
                        <a:pt x="646725" y="474107"/>
                        <a:pt x="650194" y="482586"/>
                        <a:pt x="655705" y="488791"/>
                      </a:cubicBezTo>
                      <a:cubicBezTo>
                        <a:pt x="678173" y="514689"/>
                        <a:pt x="723226" y="529951"/>
                        <a:pt x="756678" y="531762"/>
                      </a:cubicBezTo>
                      <a:cubicBezTo>
                        <a:pt x="831676" y="535616"/>
                        <a:pt x="888868" y="475841"/>
                        <a:pt x="939971" y="429748"/>
                      </a:cubicBezTo>
                      <a:cubicBezTo>
                        <a:pt x="896075" y="438111"/>
                        <a:pt x="862237" y="432639"/>
                        <a:pt x="819805" y="420884"/>
                      </a:cubicBezTo>
                      <a:cubicBezTo>
                        <a:pt x="803195" y="416298"/>
                        <a:pt x="786199" y="410980"/>
                        <a:pt x="768972" y="409554"/>
                      </a:cubicBezTo>
                      <a:cubicBezTo>
                        <a:pt x="750138" y="407758"/>
                        <a:pt x="731142" y="408914"/>
                        <a:pt x="712666" y="412984"/>
                      </a:cubicBezTo>
                      <a:cubicBezTo>
                        <a:pt x="705459" y="414757"/>
                        <a:pt x="698098" y="418649"/>
                        <a:pt x="690737" y="419266"/>
                      </a:cubicBezTo>
                      <a:lnTo>
                        <a:pt x="688117" y="419266"/>
                      </a:lnTo>
                      <a:cubicBezTo>
                        <a:pt x="691809" y="409746"/>
                        <a:pt x="694711" y="399935"/>
                        <a:pt x="696788" y="389937"/>
                      </a:cubicBezTo>
                      <a:lnTo>
                        <a:pt x="697289" y="386854"/>
                      </a:lnTo>
                      <a:cubicBezTo>
                        <a:pt x="700565" y="367199"/>
                        <a:pt x="698445" y="348315"/>
                        <a:pt x="694784" y="329045"/>
                      </a:cubicBezTo>
                      <a:cubicBezTo>
                        <a:pt x="688579" y="296133"/>
                        <a:pt x="679368" y="262025"/>
                        <a:pt x="688695" y="228843"/>
                      </a:cubicBezTo>
                      <a:cubicBezTo>
                        <a:pt x="693319" y="212387"/>
                        <a:pt x="701798" y="198011"/>
                        <a:pt x="709891" y="182981"/>
                      </a:cubicBezTo>
                      <a:cubicBezTo>
                        <a:pt x="674474" y="211963"/>
                        <a:pt x="640791" y="236435"/>
                        <a:pt x="615123" y="275476"/>
                      </a:cubicBezTo>
                      <a:cubicBezTo>
                        <a:pt x="593040" y="309120"/>
                        <a:pt x="580708" y="349856"/>
                        <a:pt x="589186" y="389976"/>
                      </a:cubicBezTo>
                      <a:cubicBezTo>
                        <a:pt x="595083" y="417994"/>
                        <a:pt x="611847" y="448633"/>
                        <a:pt x="636358" y="464357"/>
                      </a:cubicBezTo>
                      <a:lnTo>
                        <a:pt x="533882" y="546021"/>
                      </a:lnTo>
                      <a:cubicBezTo>
                        <a:pt x="537312" y="534653"/>
                        <a:pt x="541590" y="523322"/>
                        <a:pt x="544519" y="511799"/>
                      </a:cubicBezTo>
                      <a:cubicBezTo>
                        <a:pt x="550350" y="484871"/>
                        <a:pt x="552786" y="457319"/>
                        <a:pt x="551765" y="429787"/>
                      </a:cubicBezTo>
                      <a:cubicBezTo>
                        <a:pt x="550531" y="390785"/>
                        <a:pt x="541706" y="351514"/>
                        <a:pt x="543170" y="312550"/>
                      </a:cubicBezTo>
                      <a:cubicBezTo>
                        <a:pt x="544789" y="269309"/>
                        <a:pt x="566294" y="233005"/>
                        <a:pt x="590111" y="198474"/>
                      </a:cubicBezTo>
                      <a:lnTo>
                        <a:pt x="574695" y="209766"/>
                      </a:lnTo>
                      <a:cubicBezTo>
                        <a:pt x="539663" y="237360"/>
                        <a:pt x="507521" y="273857"/>
                        <a:pt x="481700" y="309968"/>
                      </a:cubicBezTo>
                      <a:cubicBezTo>
                        <a:pt x="449173" y="355406"/>
                        <a:pt x="420577" y="405931"/>
                        <a:pt x="414064" y="462353"/>
                      </a:cubicBezTo>
                      <a:cubicBezTo>
                        <a:pt x="407604" y="510384"/>
                        <a:pt x="421490" y="558928"/>
                        <a:pt x="452372" y="596277"/>
                      </a:cubicBezTo>
                      <a:lnTo>
                        <a:pt x="481893" y="601788"/>
                      </a:lnTo>
                      <a:cubicBezTo>
                        <a:pt x="475792" y="603954"/>
                        <a:pt x="469961" y="606810"/>
                        <a:pt x="464511" y="610305"/>
                      </a:cubicBezTo>
                      <a:cubicBezTo>
                        <a:pt x="426627" y="635934"/>
                        <a:pt x="392250" y="674434"/>
                        <a:pt x="361650" y="708311"/>
                      </a:cubicBezTo>
                      <a:cubicBezTo>
                        <a:pt x="299024" y="777681"/>
                        <a:pt x="251196" y="851831"/>
                        <a:pt x="206799" y="933650"/>
                      </a:cubicBezTo>
                      <a:cubicBezTo>
                        <a:pt x="182211" y="978934"/>
                        <a:pt x="158432" y="1025373"/>
                        <a:pt x="140242" y="1073625"/>
                      </a:cubicBezTo>
                      <a:cubicBezTo>
                        <a:pt x="103783" y="1170590"/>
                        <a:pt x="80737" y="1270484"/>
                        <a:pt x="61930" y="1372150"/>
                      </a:cubicBezTo>
                      <a:lnTo>
                        <a:pt x="9632" y="1372574"/>
                      </a:lnTo>
                      <a:cubicBezTo>
                        <a:pt x="22234" y="1319505"/>
                        <a:pt x="34952" y="1266630"/>
                        <a:pt x="52025" y="1214794"/>
                      </a:cubicBezTo>
                      <a:cubicBezTo>
                        <a:pt x="75438" y="1145978"/>
                        <a:pt x="103918" y="1078993"/>
                        <a:pt x="137236" y="1014390"/>
                      </a:cubicBezTo>
                      <a:cubicBezTo>
                        <a:pt x="156505" y="976313"/>
                        <a:pt x="176584" y="938429"/>
                        <a:pt x="196432" y="900660"/>
                      </a:cubicBezTo>
                      <a:cubicBezTo>
                        <a:pt x="210114" y="874723"/>
                        <a:pt x="224411" y="850559"/>
                        <a:pt x="233700" y="822580"/>
                      </a:cubicBezTo>
                      <a:cubicBezTo>
                        <a:pt x="244017" y="789347"/>
                        <a:pt x="246780" y="754230"/>
                        <a:pt x="241793" y="719795"/>
                      </a:cubicBezTo>
                      <a:cubicBezTo>
                        <a:pt x="231079" y="639942"/>
                        <a:pt x="174657" y="551533"/>
                        <a:pt x="197010" y="470369"/>
                      </a:cubicBezTo>
                      <a:cubicBezTo>
                        <a:pt x="203986" y="445049"/>
                        <a:pt x="217436" y="421463"/>
                        <a:pt x="227842" y="397375"/>
                      </a:cubicBezTo>
                      <a:cubicBezTo>
                        <a:pt x="194239" y="437969"/>
                        <a:pt x="165057" y="482023"/>
                        <a:pt x="140781" y="528794"/>
                      </a:cubicBezTo>
                      <a:cubicBezTo>
                        <a:pt x="113572" y="580399"/>
                        <a:pt x="92068" y="631849"/>
                        <a:pt x="87134" y="690660"/>
                      </a:cubicBezTo>
                      <a:cubicBezTo>
                        <a:pt x="79658" y="779300"/>
                        <a:pt x="113264" y="854991"/>
                        <a:pt x="169377" y="921895"/>
                      </a:cubicBezTo>
                      <a:cubicBezTo>
                        <a:pt x="142670" y="954924"/>
                        <a:pt x="124864" y="996431"/>
                        <a:pt x="105749" y="1034238"/>
                      </a:cubicBezTo>
                      <a:cubicBezTo>
                        <a:pt x="42814" y="952342"/>
                        <a:pt x="3350" y="861003"/>
                        <a:pt x="228" y="756755"/>
                      </a:cubicBezTo>
                      <a:cubicBezTo>
                        <a:pt x="-4408" y="605021"/>
                        <a:pt x="51293" y="457636"/>
                        <a:pt x="155118" y="346889"/>
                      </a:cubicBezTo>
                      <a:cubicBezTo>
                        <a:pt x="199361" y="300141"/>
                        <a:pt x="252121" y="260985"/>
                        <a:pt x="304072" y="223332"/>
                      </a:cubicBezTo>
                      <a:cubicBezTo>
                        <a:pt x="349896" y="190111"/>
                        <a:pt x="396104" y="156543"/>
                        <a:pt x="446205" y="129951"/>
                      </a:cubicBezTo>
                      <a:cubicBezTo>
                        <a:pt x="506943" y="97694"/>
                        <a:pt x="570032" y="75341"/>
                        <a:pt x="636050" y="56726"/>
                      </a:cubicBezTo>
                      <a:cubicBezTo>
                        <a:pt x="766159" y="20615"/>
                        <a:pt x="899852" y="5816"/>
                        <a:pt x="1034624" y="1885"/>
                      </a:cubicBezTo>
                      <a:close/>
                    </a:path>
                  </a:pathLst>
                </a:custGeom>
                <a:solidFill>
                  <a:srgbClr val="0C8E1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4" name="Google Shape;1094;p43"/>
                <p:cNvSpPr/>
                <p:nvPr/>
              </p:nvSpPr>
              <p:spPr>
                <a:xfrm>
                  <a:off x="7405916" y="4642864"/>
                  <a:ext cx="230399" cy="197699"/>
                </a:xfrm>
                <a:custGeom>
                  <a:rect b="b" l="l" r="r" t="t"/>
                  <a:pathLst>
                    <a:path extrusionOk="0" h="173041" w="201662">
                      <a:moveTo>
                        <a:pt x="199735" y="-42"/>
                      </a:moveTo>
                      <a:lnTo>
                        <a:pt x="200891" y="-42"/>
                      </a:lnTo>
                      <a:lnTo>
                        <a:pt x="201623" y="1346"/>
                      </a:lnTo>
                      <a:cubicBezTo>
                        <a:pt x="184778" y="12927"/>
                        <a:pt x="170772" y="28173"/>
                        <a:pt x="160656" y="45936"/>
                      </a:cubicBezTo>
                      <a:cubicBezTo>
                        <a:pt x="142080" y="80621"/>
                        <a:pt x="139344" y="114497"/>
                        <a:pt x="109977" y="143787"/>
                      </a:cubicBezTo>
                      <a:cubicBezTo>
                        <a:pt x="79762" y="174002"/>
                        <a:pt x="44999" y="172923"/>
                        <a:pt x="5265" y="173000"/>
                      </a:cubicBezTo>
                      <a:lnTo>
                        <a:pt x="3878" y="170649"/>
                      </a:lnTo>
                      <a:cubicBezTo>
                        <a:pt x="-6027" y="143402"/>
                        <a:pt x="4225" y="104670"/>
                        <a:pt x="19294" y="81623"/>
                      </a:cubicBezTo>
                      <a:cubicBezTo>
                        <a:pt x="61109" y="17802"/>
                        <a:pt x="132021" y="14757"/>
                        <a:pt x="199735" y="-42"/>
                      </a:cubicBezTo>
                      <a:close/>
                    </a:path>
                  </a:pathLst>
                </a:custGeom>
                <a:solidFill>
                  <a:srgbClr val="FEFEFE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5" name="Google Shape;1095;p43"/>
                <p:cNvSpPr/>
                <p:nvPr/>
              </p:nvSpPr>
              <p:spPr>
                <a:xfrm>
                  <a:off x="6868044" y="4721723"/>
                  <a:ext cx="198603" cy="532864"/>
                </a:xfrm>
                <a:custGeom>
                  <a:rect b="b" l="l" r="r" t="t"/>
                  <a:pathLst>
                    <a:path extrusionOk="0" h="466402" w="173832">
                      <a:moveTo>
                        <a:pt x="172907" y="-42"/>
                      </a:moveTo>
                      <a:cubicBezTo>
                        <a:pt x="175643" y="3003"/>
                        <a:pt x="171326" y="7319"/>
                        <a:pt x="169631" y="9978"/>
                      </a:cubicBezTo>
                      <a:cubicBezTo>
                        <a:pt x="155448" y="32562"/>
                        <a:pt x="142653" y="57150"/>
                        <a:pt x="136294" y="83203"/>
                      </a:cubicBezTo>
                      <a:cubicBezTo>
                        <a:pt x="122381" y="141783"/>
                        <a:pt x="148049" y="190304"/>
                        <a:pt x="157799" y="246687"/>
                      </a:cubicBezTo>
                      <a:cubicBezTo>
                        <a:pt x="166162" y="294784"/>
                        <a:pt x="153945" y="338256"/>
                        <a:pt x="127469" y="378800"/>
                      </a:cubicBezTo>
                      <a:cubicBezTo>
                        <a:pt x="107621" y="409246"/>
                        <a:pt x="81800" y="436416"/>
                        <a:pt x="60834" y="466361"/>
                      </a:cubicBezTo>
                      <a:lnTo>
                        <a:pt x="47268" y="449211"/>
                      </a:lnTo>
                      <a:cubicBezTo>
                        <a:pt x="12930" y="392442"/>
                        <a:pt x="-7342" y="331627"/>
                        <a:pt x="2409" y="264723"/>
                      </a:cubicBezTo>
                      <a:cubicBezTo>
                        <a:pt x="15242" y="176853"/>
                        <a:pt x="64650" y="101895"/>
                        <a:pt x="127392" y="40810"/>
                      </a:cubicBezTo>
                      <a:cubicBezTo>
                        <a:pt x="141609" y="26165"/>
                        <a:pt x="156816" y="12514"/>
                        <a:pt x="172907" y="-42"/>
                      </a:cubicBezTo>
                      <a:close/>
                    </a:path>
                  </a:pathLst>
                </a:custGeom>
                <a:solidFill>
                  <a:srgbClr val="FEFEFE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6" name="Google Shape;1096;p43"/>
                <p:cNvSpPr/>
                <p:nvPr/>
              </p:nvSpPr>
              <p:spPr>
                <a:xfrm>
                  <a:off x="3911600" y="3122805"/>
                  <a:ext cx="962921" cy="1439372"/>
                </a:xfrm>
                <a:custGeom>
                  <a:rect b="b" l="l" r="r" t="t"/>
                  <a:pathLst>
                    <a:path extrusionOk="0" h="1259844" w="842819">
                      <a:moveTo>
                        <a:pt x="161180" y="-42"/>
                      </a:moveTo>
                      <a:cubicBezTo>
                        <a:pt x="196136" y="13755"/>
                        <a:pt x="229935" y="36185"/>
                        <a:pt x="262346" y="55301"/>
                      </a:cubicBezTo>
                      <a:cubicBezTo>
                        <a:pt x="391222" y="131223"/>
                        <a:pt x="510694" y="225760"/>
                        <a:pt x="611435" y="336638"/>
                      </a:cubicBezTo>
                      <a:cubicBezTo>
                        <a:pt x="666624" y="397298"/>
                        <a:pt x="717688" y="464357"/>
                        <a:pt x="756729" y="536657"/>
                      </a:cubicBezTo>
                      <a:cubicBezTo>
                        <a:pt x="830724" y="673857"/>
                        <a:pt x="869186" y="836531"/>
                        <a:pt x="822245" y="989301"/>
                      </a:cubicBezTo>
                      <a:cubicBezTo>
                        <a:pt x="800239" y="1060984"/>
                        <a:pt x="757307" y="1129006"/>
                        <a:pt x="696800" y="1174289"/>
                      </a:cubicBezTo>
                      <a:cubicBezTo>
                        <a:pt x="675137" y="1189775"/>
                        <a:pt x="652322" y="1203572"/>
                        <a:pt x="628547" y="1215565"/>
                      </a:cubicBezTo>
                      <a:lnTo>
                        <a:pt x="615174" y="1222271"/>
                      </a:lnTo>
                      <a:lnTo>
                        <a:pt x="567655" y="1240924"/>
                      </a:lnTo>
                      <a:cubicBezTo>
                        <a:pt x="472979" y="1272149"/>
                        <a:pt x="369771" y="1264410"/>
                        <a:pt x="280806" y="1219419"/>
                      </a:cubicBezTo>
                      <a:cubicBezTo>
                        <a:pt x="164264" y="1160377"/>
                        <a:pt x="82522" y="1035394"/>
                        <a:pt x="42980" y="914149"/>
                      </a:cubicBezTo>
                      <a:cubicBezTo>
                        <a:pt x="-9009" y="754905"/>
                        <a:pt x="-10666" y="569646"/>
                        <a:pt x="20859" y="406240"/>
                      </a:cubicBezTo>
                      <a:cubicBezTo>
                        <a:pt x="36274" y="325615"/>
                        <a:pt x="62520" y="245839"/>
                        <a:pt x="90653" y="168837"/>
                      </a:cubicBezTo>
                      <a:cubicBezTo>
                        <a:pt x="111465" y="112031"/>
                        <a:pt x="133779" y="53836"/>
                        <a:pt x="161180" y="-42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7" name="Google Shape;1097;p43"/>
                <p:cNvSpPr/>
                <p:nvPr/>
              </p:nvSpPr>
              <p:spPr>
                <a:xfrm>
                  <a:off x="4551582" y="4051634"/>
                  <a:ext cx="156180" cy="345998"/>
                </a:xfrm>
                <a:custGeom>
                  <a:rect b="b" l="l" r="r" t="t"/>
                  <a:pathLst>
                    <a:path extrusionOk="0" h="302843" w="136700">
                      <a:moveTo>
                        <a:pt x="131982" y="-42"/>
                      </a:moveTo>
                      <a:lnTo>
                        <a:pt x="133601" y="421"/>
                      </a:lnTo>
                      <a:cubicBezTo>
                        <a:pt x="139112" y="8475"/>
                        <a:pt x="135528" y="43854"/>
                        <a:pt x="135374" y="55070"/>
                      </a:cubicBezTo>
                      <a:cubicBezTo>
                        <a:pt x="134140" y="144481"/>
                        <a:pt x="103078" y="227571"/>
                        <a:pt x="37638" y="289812"/>
                      </a:cubicBezTo>
                      <a:cubicBezTo>
                        <a:pt x="32859" y="294360"/>
                        <a:pt x="25421" y="302954"/>
                        <a:pt x="18869" y="302800"/>
                      </a:cubicBezTo>
                      <a:lnTo>
                        <a:pt x="16364" y="296634"/>
                      </a:lnTo>
                      <a:cubicBezTo>
                        <a:pt x="5766" y="257324"/>
                        <a:pt x="-4023" y="218014"/>
                        <a:pt x="1604" y="176931"/>
                      </a:cubicBezTo>
                      <a:lnTo>
                        <a:pt x="2066" y="173732"/>
                      </a:lnTo>
                      <a:lnTo>
                        <a:pt x="7693" y="145136"/>
                      </a:lnTo>
                      <a:cubicBezTo>
                        <a:pt x="25498" y="77499"/>
                        <a:pt x="72940" y="34027"/>
                        <a:pt x="131982" y="-42"/>
                      </a:cubicBezTo>
                      <a:close/>
                    </a:path>
                  </a:pathLst>
                </a:custGeom>
                <a:solidFill>
                  <a:srgbClr val="0C8E1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8" name="Google Shape;1098;p43"/>
                <p:cNvSpPr/>
                <p:nvPr/>
              </p:nvSpPr>
              <p:spPr>
                <a:xfrm>
                  <a:off x="4193701" y="4276388"/>
                  <a:ext cx="358105" cy="162563"/>
                </a:xfrm>
                <a:custGeom>
                  <a:rect b="b" l="l" r="r" t="t"/>
                  <a:pathLst>
                    <a:path extrusionOk="0" h="142287" w="313440">
                      <a:moveTo>
                        <a:pt x="52759" y="1054"/>
                      </a:moveTo>
                      <a:cubicBezTo>
                        <a:pt x="64529" y="-98"/>
                        <a:pt x="76368" y="-341"/>
                        <a:pt x="88177" y="322"/>
                      </a:cubicBezTo>
                      <a:cubicBezTo>
                        <a:pt x="147924" y="2025"/>
                        <a:pt x="205240" y="24359"/>
                        <a:pt x="250389" y="63526"/>
                      </a:cubicBezTo>
                      <a:cubicBezTo>
                        <a:pt x="273166" y="83567"/>
                        <a:pt x="292512" y="107153"/>
                        <a:pt x="313401" y="129043"/>
                      </a:cubicBezTo>
                      <a:lnTo>
                        <a:pt x="260525" y="140605"/>
                      </a:lnTo>
                      <a:cubicBezTo>
                        <a:pt x="241313" y="142960"/>
                        <a:pt x="221878" y="142779"/>
                        <a:pt x="202716" y="140065"/>
                      </a:cubicBezTo>
                      <a:cubicBezTo>
                        <a:pt x="118276" y="128773"/>
                        <a:pt x="50216" y="72275"/>
                        <a:pt x="-40" y="6488"/>
                      </a:cubicBezTo>
                      <a:close/>
                    </a:path>
                  </a:pathLst>
                </a:custGeom>
                <a:solidFill>
                  <a:srgbClr val="0C8E1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9" name="Google Shape;1099;p43"/>
                <p:cNvSpPr/>
                <p:nvPr/>
              </p:nvSpPr>
              <p:spPr>
                <a:xfrm>
                  <a:off x="4046422" y="3384584"/>
                  <a:ext cx="583413" cy="1134859"/>
                </a:xfrm>
                <a:custGeom>
                  <a:rect b="b" l="l" r="r" t="t"/>
                  <a:pathLst>
                    <a:path extrusionOk="0" h="993312" w="510646">
                      <a:moveTo>
                        <a:pt x="115771" y="-42"/>
                      </a:moveTo>
                      <a:cubicBezTo>
                        <a:pt x="152229" y="38497"/>
                        <a:pt x="188765" y="76574"/>
                        <a:pt x="212119" y="124710"/>
                      </a:cubicBezTo>
                      <a:cubicBezTo>
                        <a:pt x="231324" y="164833"/>
                        <a:pt x="237790" y="209870"/>
                        <a:pt x="230657" y="253778"/>
                      </a:cubicBezTo>
                      <a:cubicBezTo>
                        <a:pt x="227304" y="273510"/>
                        <a:pt x="220444" y="292317"/>
                        <a:pt x="214008" y="311317"/>
                      </a:cubicBezTo>
                      <a:cubicBezTo>
                        <a:pt x="228344" y="351668"/>
                        <a:pt x="241872" y="392250"/>
                        <a:pt x="257634" y="432099"/>
                      </a:cubicBezTo>
                      <a:cubicBezTo>
                        <a:pt x="264417" y="449327"/>
                        <a:pt x="270507" y="467710"/>
                        <a:pt x="279486" y="483896"/>
                      </a:cubicBezTo>
                      <a:cubicBezTo>
                        <a:pt x="271200" y="446359"/>
                        <a:pt x="265612" y="408475"/>
                        <a:pt x="271470" y="370090"/>
                      </a:cubicBezTo>
                      <a:cubicBezTo>
                        <a:pt x="282646" y="296865"/>
                        <a:pt x="331745" y="235973"/>
                        <a:pt x="389824" y="192809"/>
                      </a:cubicBezTo>
                      <a:cubicBezTo>
                        <a:pt x="400654" y="257015"/>
                        <a:pt x="401386" y="330780"/>
                        <a:pt x="376220" y="391749"/>
                      </a:cubicBezTo>
                      <a:cubicBezTo>
                        <a:pt x="358338" y="434836"/>
                        <a:pt x="323729" y="476844"/>
                        <a:pt x="279872" y="495034"/>
                      </a:cubicBezTo>
                      <a:lnTo>
                        <a:pt x="361883" y="701836"/>
                      </a:lnTo>
                      <a:cubicBezTo>
                        <a:pt x="350668" y="646070"/>
                        <a:pt x="343076" y="589571"/>
                        <a:pt x="360380" y="534075"/>
                      </a:cubicBezTo>
                      <a:cubicBezTo>
                        <a:pt x="380999" y="467825"/>
                        <a:pt x="432333" y="415913"/>
                        <a:pt x="492532" y="383964"/>
                      </a:cubicBezTo>
                      <a:cubicBezTo>
                        <a:pt x="492532" y="436686"/>
                        <a:pt x="491337" y="493839"/>
                        <a:pt x="477116" y="544827"/>
                      </a:cubicBezTo>
                      <a:cubicBezTo>
                        <a:pt x="459426" y="607646"/>
                        <a:pt x="418960" y="668654"/>
                        <a:pt x="360997" y="701335"/>
                      </a:cubicBezTo>
                      <a:lnTo>
                        <a:pt x="510606" y="986564"/>
                      </a:lnTo>
                      <a:lnTo>
                        <a:pt x="497233" y="993270"/>
                      </a:lnTo>
                      <a:lnTo>
                        <a:pt x="346121" y="708850"/>
                      </a:lnTo>
                      <a:cubicBezTo>
                        <a:pt x="319914" y="718446"/>
                        <a:pt x="294940" y="723996"/>
                        <a:pt x="266730" y="721414"/>
                      </a:cubicBezTo>
                      <a:cubicBezTo>
                        <a:pt x="167722" y="712396"/>
                        <a:pt x="106098" y="625066"/>
                        <a:pt x="47479" y="555001"/>
                      </a:cubicBezTo>
                      <a:cubicBezTo>
                        <a:pt x="77694" y="550519"/>
                        <a:pt x="108415" y="550662"/>
                        <a:pt x="138586" y="555425"/>
                      </a:cubicBezTo>
                      <a:cubicBezTo>
                        <a:pt x="168397" y="559614"/>
                        <a:pt x="197216" y="569103"/>
                        <a:pt x="223681" y="583443"/>
                      </a:cubicBezTo>
                      <a:cubicBezTo>
                        <a:pt x="274630" y="612271"/>
                        <a:pt x="311859" y="660792"/>
                        <a:pt x="345427" y="707386"/>
                      </a:cubicBezTo>
                      <a:lnTo>
                        <a:pt x="265188" y="499620"/>
                      </a:lnTo>
                      <a:cubicBezTo>
                        <a:pt x="241980" y="504970"/>
                        <a:pt x="217920" y="505482"/>
                        <a:pt x="194507" y="501123"/>
                      </a:cubicBezTo>
                      <a:cubicBezTo>
                        <a:pt x="111031" y="484706"/>
                        <a:pt x="45822" y="413369"/>
                        <a:pt x="-40" y="345617"/>
                      </a:cubicBezTo>
                      <a:cubicBezTo>
                        <a:pt x="36688" y="342110"/>
                        <a:pt x="73416" y="339258"/>
                        <a:pt x="109836" y="347236"/>
                      </a:cubicBezTo>
                      <a:cubicBezTo>
                        <a:pt x="152499" y="356639"/>
                        <a:pt x="200982" y="384773"/>
                        <a:pt x="226687" y="420268"/>
                      </a:cubicBezTo>
                      <a:cubicBezTo>
                        <a:pt x="236630" y="434065"/>
                        <a:pt x="242565" y="449905"/>
                        <a:pt x="251699" y="464126"/>
                      </a:cubicBezTo>
                      <a:lnTo>
                        <a:pt x="252894" y="462623"/>
                      </a:lnTo>
                      <a:cubicBezTo>
                        <a:pt x="242450" y="436146"/>
                        <a:pt x="232776" y="409593"/>
                        <a:pt x="223720" y="382653"/>
                      </a:cubicBezTo>
                      <a:cubicBezTo>
                        <a:pt x="218478" y="367238"/>
                        <a:pt x="213391" y="351475"/>
                        <a:pt x="208034" y="335982"/>
                      </a:cubicBezTo>
                      <a:cubicBezTo>
                        <a:pt x="205799" y="329469"/>
                        <a:pt x="203872" y="320567"/>
                        <a:pt x="199787" y="315056"/>
                      </a:cubicBezTo>
                      <a:cubicBezTo>
                        <a:pt x="194854" y="308350"/>
                        <a:pt x="186028" y="301991"/>
                        <a:pt x="179785" y="296210"/>
                      </a:cubicBezTo>
                      <a:cubicBezTo>
                        <a:pt x="170004" y="287230"/>
                        <a:pt x="160982" y="277460"/>
                        <a:pt x="152807" y="266997"/>
                      </a:cubicBezTo>
                      <a:cubicBezTo>
                        <a:pt x="91183" y="187760"/>
                        <a:pt x="104402" y="92915"/>
                        <a:pt x="115771" y="-42"/>
                      </a:cubicBezTo>
                      <a:close/>
                    </a:path>
                  </a:pathLst>
                </a:custGeom>
                <a:solidFill>
                  <a:srgbClr val="0C8E1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0" name="Google Shape;1100;p43"/>
                <p:cNvSpPr/>
                <p:nvPr/>
              </p:nvSpPr>
              <p:spPr>
                <a:xfrm>
                  <a:off x="4116603" y="4552858"/>
                  <a:ext cx="1412092" cy="1177386"/>
                </a:xfrm>
                <a:custGeom>
                  <a:rect b="b" l="l" r="r" t="t"/>
                  <a:pathLst>
                    <a:path extrusionOk="0" h="1030535" w="1235967">
                      <a:moveTo>
                        <a:pt x="662413" y="257979"/>
                      </a:moveTo>
                      <a:lnTo>
                        <a:pt x="663261" y="255281"/>
                      </a:lnTo>
                      <a:cubicBezTo>
                        <a:pt x="665650" y="246764"/>
                        <a:pt x="664147" y="235742"/>
                        <a:pt x="664532" y="226839"/>
                      </a:cubicBezTo>
                      <a:cubicBezTo>
                        <a:pt x="665273" y="214815"/>
                        <a:pt x="666725" y="202848"/>
                        <a:pt x="668887" y="190998"/>
                      </a:cubicBezTo>
                      <a:cubicBezTo>
                        <a:pt x="679910" y="121627"/>
                        <a:pt x="706001" y="59964"/>
                        <a:pt x="741341" y="-42"/>
                      </a:cubicBezTo>
                      <a:cubicBezTo>
                        <a:pt x="746082" y="18843"/>
                        <a:pt x="751439" y="37226"/>
                        <a:pt x="763540" y="52911"/>
                      </a:cubicBezTo>
                      <a:cubicBezTo>
                        <a:pt x="777915" y="71564"/>
                        <a:pt x="799189" y="85631"/>
                        <a:pt x="818035" y="99351"/>
                      </a:cubicBezTo>
                      <a:cubicBezTo>
                        <a:pt x="841736" y="116655"/>
                        <a:pt x="865284" y="133767"/>
                        <a:pt x="889679" y="150030"/>
                      </a:cubicBezTo>
                      <a:cubicBezTo>
                        <a:pt x="951342" y="191113"/>
                        <a:pt x="1015125" y="231965"/>
                        <a:pt x="1070043" y="281642"/>
                      </a:cubicBezTo>
                      <a:cubicBezTo>
                        <a:pt x="1172523" y="374187"/>
                        <a:pt x="1232448" y="504792"/>
                        <a:pt x="1235762" y="642832"/>
                      </a:cubicBezTo>
                      <a:cubicBezTo>
                        <a:pt x="1237073" y="697443"/>
                        <a:pt x="1230714" y="755367"/>
                        <a:pt x="1212408" y="806971"/>
                      </a:cubicBezTo>
                      <a:cubicBezTo>
                        <a:pt x="1208053" y="820587"/>
                        <a:pt x="1202403" y="833748"/>
                        <a:pt x="1195527" y="846282"/>
                      </a:cubicBezTo>
                      <a:cubicBezTo>
                        <a:pt x="1177799" y="876072"/>
                        <a:pt x="1142767" y="870330"/>
                        <a:pt x="1122727" y="894764"/>
                      </a:cubicBezTo>
                      <a:lnTo>
                        <a:pt x="1076017" y="868133"/>
                      </a:lnTo>
                      <a:lnTo>
                        <a:pt x="890566" y="729199"/>
                      </a:lnTo>
                      <a:lnTo>
                        <a:pt x="887097" y="730818"/>
                      </a:lnTo>
                      <a:cubicBezTo>
                        <a:pt x="884399" y="736329"/>
                        <a:pt x="880353" y="742379"/>
                        <a:pt x="880391" y="748777"/>
                      </a:cubicBezTo>
                      <a:cubicBezTo>
                        <a:pt x="947033" y="810687"/>
                        <a:pt x="1020771" y="864487"/>
                        <a:pt x="1100065" y="909062"/>
                      </a:cubicBezTo>
                      <a:cubicBezTo>
                        <a:pt x="1116136" y="917965"/>
                        <a:pt x="1132477" y="926173"/>
                        <a:pt x="1149126" y="933920"/>
                      </a:cubicBezTo>
                      <a:cubicBezTo>
                        <a:pt x="1152749" y="935616"/>
                        <a:pt x="1164542" y="939508"/>
                        <a:pt x="1166199" y="941820"/>
                      </a:cubicBezTo>
                      <a:cubicBezTo>
                        <a:pt x="1166827" y="942946"/>
                        <a:pt x="1167293" y="944152"/>
                        <a:pt x="1167586" y="945405"/>
                      </a:cubicBezTo>
                      <a:cubicBezTo>
                        <a:pt x="1165390" y="950222"/>
                        <a:pt x="1164966" y="954269"/>
                        <a:pt x="1159878" y="956427"/>
                      </a:cubicBezTo>
                      <a:cubicBezTo>
                        <a:pt x="1143422" y="947948"/>
                        <a:pt x="1124345" y="940741"/>
                        <a:pt x="1109508" y="929719"/>
                      </a:cubicBezTo>
                      <a:cubicBezTo>
                        <a:pt x="1069157" y="977084"/>
                        <a:pt x="1002792" y="1002173"/>
                        <a:pt x="943596" y="1015430"/>
                      </a:cubicBezTo>
                      <a:cubicBezTo>
                        <a:pt x="784929" y="1050848"/>
                        <a:pt x="624105" y="1023601"/>
                        <a:pt x="486866" y="935885"/>
                      </a:cubicBezTo>
                      <a:cubicBezTo>
                        <a:pt x="204334" y="755290"/>
                        <a:pt x="68907" y="413292"/>
                        <a:pt x="-40" y="98927"/>
                      </a:cubicBezTo>
                      <a:cubicBezTo>
                        <a:pt x="29520" y="105517"/>
                        <a:pt x="58579" y="114921"/>
                        <a:pt x="88100" y="122051"/>
                      </a:cubicBezTo>
                      <a:cubicBezTo>
                        <a:pt x="139627" y="134422"/>
                        <a:pt x="191694" y="144673"/>
                        <a:pt x="243645" y="155310"/>
                      </a:cubicBezTo>
                      <a:cubicBezTo>
                        <a:pt x="384621" y="184253"/>
                        <a:pt x="527795" y="205296"/>
                        <a:pt x="662413" y="257979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1" name="Google Shape;1101;p43"/>
                <p:cNvSpPr/>
                <p:nvPr/>
              </p:nvSpPr>
              <p:spPr>
                <a:xfrm>
                  <a:off x="4590335" y="4925614"/>
                  <a:ext cx="540129" cy="548055"/>
                </a:xfrm>
                <a:custGeom>
                  <a:rect b="b" l="l" r="r" t="t"/>
                  <a:pathLst>
                    <a:path extrusionOk="0" h="479698" w="472761">
                      <a:moveTo>
                        <a:pt x="33875" y="78501"/>
                      </a:moveTo>
                      <a:cubicBezTo>
                        <a:pt x="28869" y="72062"/>
                        <a:pt x="24556" y="65109"/>
                        <a:pt x="21003" y="57767"/>
                      </a:cubicBezTo>
                      <a:cubicBezTo>
                        <a:pt x="14567" y="43353"/>
                        <a:pt x="3506" y="15027"/>
                        <a:pt x="9017" y="-42"/>
                      </a:cubicBezTo>
                      <a:lnTo>
                        <a:pt x="10366" y="690"/>
                      </a:lnTo>
                      <a:cubicBezTo>
                        <a:pt x="14097" y="13432"/>
                        <a:pt x="22965" y="24045"/>
                        <a:pt x="34839" y="29980"/>
                      </a:cubicBezTo>
                      <a:cubicBezTo>
                        <a:pt x="58232" y="41928"/>
                        <a:pt x="100355" y="53104"/>
                        <a:pt x="110260" y="79773"/>
                      </a:cubicBezTo>
                      <a:cubicBezTo>
                        <a:pt x="114461" y="90950"/>
                        <a:pt x="114461" y="104515"/>
                        <a:pt x="114538" y="116385"/>
                      </a:cubicBezTo>
                      <a:cubicBezTo>
                        <a:pt x="124573" y="114640"/>
                        <a:pt x="134821" y="114470"/>
                        <a:pt x="144907" y="115884"/>
                      </a:cubicBezTo>
                      <a:lnTo>
                        <a:pt x="147951" y="116424"/>
                      </a:lnTo>
                      <a:cubicBezTo>
                        <a:pt x="163367" y="119315"/>
                        <a:pt x="182406" y="126945"/>
                        <a:pt x="191539" y="140357"/>
                      </a:cubicBezTo>
                      <a:cubicBezTo>
                        <a:pt x="199247" y="151726"/>
                        <a:pt x="193312" y="173038"/>
                        <a:pt x="190653" y="185332"/>
                      </a:cubicBezTo>
                      <a:cubicBezTo>
                        <a:pt x="204169" y="186199"/>
                        <a:pt x="217600" y="188042"/>
                        <a:pt x="230850" y="190843"/>
                      </a:cubicBezTo>
                      <a:lnTo>
                        <a:pt x="233586" y="191460"/>
                      </a:lnTo>
                      <a:cubicBezTo>
                        <a:pt x="245764" y="194466"/>
                        <a:pt x="259369" y="201442"/>
                        <a:pt x="265882" y="212657"/>
                      </a:cubicBezTo>
                      <a:cubicBezTo>
                        <a:pt x="274360" y="227225"/>
                        <a:pt x="269466" y="245338"/>
                        <a:pt x="265265" y="260407"/>
                      </a:cubicBezTo>
                      <a:cubicBezTo>
                        <a:pt x="290277" y="262450"/>
                        <a:pt x="322612" y="264261"/>
                        <a:pt x="340224" y="284378"/>
                      </a:cubicBezTo>
                      <a:cubicBezTo>
                        <a:pt x="348240" y="293512"/>
                        <a:pt x="349088" y="305035"/>
                        <a:pt x="347932" y="316674"/>
                      </a:cubicBezTo>
                      <a:lnTo>
                        <a:pt x="344425" y="334248"/>
                      </a:lnTo>
                      <a:cubicBezTo>
                        <a:pt x="372828" y="338102"/>
                        <a:pt x="406396" y="339952"/>
                        <a:pt x="425589" y="364348"/>
                      </a:cubicBezTo>
                      <a:cubicBezTo>
                        <a:pt x="432988" y="373751"/>
                        <a:pt x="436341" y="387471"/>
                        <a:pt x="440079" y="399033"/>
                      </a:cubicBezTo>
                      <a:lnTo>
                        <a:pt x="472722" y="404775"/>
                      </a:lnTo>
                      <a:cubicBezTo>
                        <a:pt x="470025" y="410286"/>
                        <a:pt x="465978" y="416337"/>
                        <a:pt x="466017" y="422734"/>
                      </a:cubicBezTo>
                      <a:lnTo>
                        <a:pt x="453838" y="439191"/>
                      </a:lnTo>
                      <a:cubicBezTo>
                        <a:pt x="428826" y="468750"/>
                        <a:pt x="378417" y="476304"/>
                        <a:pt x="342382" y="479657"/>
                      </a:cubicBezTo>
                      <a:lnTo>
                        <a:pt x="350090" y="460387"/>
                      </a:lnTo>
                      <a:cubicBezTo>
                        <a:pt x="310279" y="477113"/>
                        <a:pt x="276596" y="470793"/>
                        <a:pt x="235744" y="462584"/>
                      </a:cubicBezTo>
                      <a:lnTo>
                        <a:pt x="245957" y="434181"/>
                      </a:lnTo>
                      <a:cubicBezTo>
                        <a:pt x="208998" y="434797"/>
                        <a:pt x="179823" y="425124"/>
                        <a:pt x="146333" y="410286"/>
                      </a:cubicBezTo>
                      <a:lnTo>
                        <a:pt x="166913" y="379455"/>
                      </a:lnTo>
                      <a:cubicBezTo>
                        <a:pt x="129337" y="377798"/>
                        <a:pt x="107562" y="364039"/>
                        <a:pt x="77502" y="343767"/>
                      </a:cubicBezTo>
                      <a:lnTo>
                        <a:pt x="103554" y="312936"/>
                      </a:lnTo>
                      <a:cubicBezTo>
                        <a:pt x="69717" y="304380"/>
                        <a:pt x="54417" y="285958"/>
                        <a:pt x="35802" y="258172"/>
                      </a:cubicBezTo>
                      <a:cubicBezTo>
                        <a:pt x="46782" y="254730"/>
                        <a:pt x="57372" y="250159"/>
                        <a:pt x="67404" y="244529"/>
                      </a:cubicBezTo>
                      <a:cubicBezTo>
                        <a:pt x="59222" y="240652"/>
                        <a:pt x="51580" y="235726"/>
                        <a:pt x="44666" y="229884"/>
                      </a:cubicBezTo>
                      <a:cubicBezTo>
                        <a:pt x="26938" y="212541"/>
                        <a:pt x="15839" y="186296"/>
                        <a:pt x="4701" y="164367"/>
                      </a:cubicBezTo>
                      <a:lnTo>
                        <a:pt x="41853" y="149838"/>
                      </a:lnTo>
                      <a:cubicBezTo>
                        <a:pt x="16417" y="130568"/>
                        <a:pt x="4470" y="111298"/>
                        <a:pt x="-40" y="79966"/>
                      </a:cubicBezTo>
                      <a:close/>
                    </a:path>
                  </a:pathLst>
                </a:custGeom>
                <a:solidFill>
                  <a:srgbClr val="B8E05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2" name="Google Shape;1102;p43"/>
                <p:cNvSpPr/>
                <p:nvPr/>
              </p:nvSpPr>
              <p:spPr>
                <a:xfrm>
                  <a:off x="4598104" y="4849221"/>
                  <a:ext cx="767963" cy="695692"/>
                </a:xfrm>
                <a:custGeom>
                  <a:rect b="b" l="l" r="r" t="t"/>
                  <a:pathLst>
                    <a:path extrusionOk="0" h="608921" w="672178">
                      <a:moveTo>
                        <a:pt x="241473" y="-42"/>
                      </a:moveTo>
                      <a:cubicBezTo>
                        <a:pt x="253035" y="-42"/>
                        <a:pt x="268952" y="9477"/>
                        <a:pt x="279743" y="14102"/>
                      </a:cubicBezTo>
                      <a:cubicBezTo>
                        <a:pt x="329046" y="35245"/>
                        <a:pt x="376511" y="60446"/>
                        <a:pt x="421644" y="89446"/>
                      </a:cubicBezTo>
                      <a:cubicBezTo>
                        <a:pt x="454942" y="110720"/>
                        <a:pt x="487932" y="133959"/>
                        <a:pt x="516066" y="161862"/>
                      </a:cubicBezTo>
                      <a:cubicBezTo>
                        <a:pt x="578885" y="224180"/>
                        <a:pt x="638351" y="303841"/>
                        <a:pt x="661629" y="390515"/>
                      </a:cubicBezTo>
                      <a:cubicBezTo>
                        <a:pt x="668963" y="419832"/>
                        <a:pt x="672485" y="449978"/>
                        <a:pt x="672112" y="480196"/>
                      </a:cubicBezTo>
                      <a:cubicBezTo>
                        <a:pt x="671849" y="508172"/>
                        <a:pt x="669375" y="536086"/>
                        <a:pt x="664712" y="563672"/>
                      </a:cubicBezTo>
                      <a:cubicBezTo>
                        <a:pt x="662438" y="578240"/>
                        <a:pt x="660087" y="595236"/>
                        <a:pt x="654653" y="608879"/>
                      </a:cubicBezTo>
                      <a:lnTo>
                        <a:pt x="469356" y="469945"/>
                      </a:lnTo>
                      <a:lnTo>
                        <a:pt x="465888" y="471564"/>
                      </a:lnTo>
                      <a:lnTo>
                        <a:pt x="433245" y="465821"/>
                      </a:lnTo>
                      <a:cubicBezTo>
                        <a:pt x="429391" y="454529"/>
                        <a:pt x="426154" y="440616"/>
                        <a:pt x="418754" y="431136"/>
                      </a:cubicBezTo>
                      <a:cubicBezTo>
                        <a:pt x="399484" y="406741"/>
                        <a:pt x="365994" y="404736"/>
                        <a:pt x="337590" y="401037"/>
                      </a:cubicBezTo>
                      <a:lnTo>
                        <a:pt x="341097" y="383463"/>
                      </a:lnTo>
                      <a:cubicBezTo>
                        <a:pt x="342292" y="371901"/>
                        <a:pt x="341444" y="360339"/>
                        <a:pt x="333389" y="351167"/>
                      </a:cubicBezTo>
                      <a:cubicBezTo>
                        <a:pt x="315777" y="331126"/>
                        <a:pt x="283288" y="329238"/>
                        <a:pt x="258430" y="327195"/>
                      </a:cubicBezTo>
                      <a:cubicBezTo>
                        <a:pt x="262631" y="312127"/>
                        <a:pt x="267526" y="294013"/>
                        <a:pt x="259047" y="279445"/>
                      </a:cubicBezTo>
                      <a:cubicBezTo>
                        <a:pt x="252534" y="268230"/>
                        <a:pt x="238930" y="261255"/>
                        <a:pt x="226751" y="258248"/>
                      </a:cubicBezTo>
                      <a:lnTo>
                        <a:pt x="224015" y="257632"/>
                      </a:lnTo>
                      <a:cubicBezTo>
                        <a:pt x="210765" y="254830"/>
                        <a:pt x="197334" y="252988"/>
                        <a:pt x="183818" y="252121"/>
                      </a:cubicBezTo>
                      <a:cubicBezTo>
                        <a:pt x="186478" y="239827"/>
                        <a:pt x="192413" y="218514"/>
                        <a:pt x="184705" y="207146"/>
                      </a:cubicBezTo>
                      <a:cubicBezTo>
                        <a:pt x="175686" y="193811"/>
                        <a:pt x="156417" y="186180"/>
                        <a:pt x="141001" y="183213"/>
                      </a:cubicBezTo>
                      <a:lnTo>
                        <a:pt x="137957" y="182673"/>
                      </a:lnTo>
                      <a:cubicBezTo>
                        <a:pt x="127871" y="181259"/>
                        <a:pt x="117623" y="181428"/>
                        <a:pt x="107588" y="183174"/>
                      </a:cubicBezTo>
                      <a:cubicBezTo>
                        <a:pt x="107588" y="171304"/>
                        <a:pt x="107588" y="157738"/>
                        <a:pt x="103310" y="146562"/>
                      </a:cubicBezTo>
                      <a:cubicBezTo>
                        <a:pt x="93405" y="120047"/>
                        <a:pt x="51282" y="108716"/>
                        <a:pt x="27888" y="96769"/>
                      </a:cubicBezTo>
                      <a:cubicBezTo>
                        <a:pt x="16014" y="90834"/>
                        <a:pt x="7146" y="80220"/>
                        <a:pt x="3416" y="67479"/>
                      </a:cubicBezTo>
                      <a:lnTo>
                        <a:pt x="2067" y="66747"/>
                      </a:lnTo>
                      <a:lnTo>
                        <a:pt x="24" y="63278"/>
                      </a:lnTo>
                      <a:cubicBezTo>
                        <a:pt x="24" y="57189"/>
                        <a:pt x="-747" y="56688"/>
                        <a:pt x="3069" y="52102"/>
                      </a:cubicBezTo>
                      <a:cubicBezTo>
                        <a:pt x="40491" y="50406"/>
                        <a:pt x="77180" y="45126"/>
                        <a:pt x="114332" y="41002"/>
                      </a:cubicBezTo>
                      <a:cubicBezTo>
                        <a:pt x="143198" y="37804"/>
                        <a:pt x="170252" y="33796"/>
                        <a:pt x="199118" y="39345"/>
                      </a:cubicBezTo>
                      <a:cubicBezTo>
                        <a:pt x="212484" y="41369"/>
                        <a:pt x="225595" y="44806"/>
                        <a:pt x="238236" y="49597"/>
                      </a:cubicBezTo>
                      <a:lnTo>
                        <a:pt x="249798" y="54607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3" name="Google Shape;1103;p43"/>
                <p:cNvSpPr/>
                <p:nvPr/>
              </p:nvSpPr>
              <p:spPr>
                <a:xfrm>
                  <a:off x="4602054" y="4920415"/>
                  <a:ext cx="556146" cy="467346"/>
                </a:xfrm>
                <a:custGeom>
                  <a:rect b="b" l="l" r="r" t="t"/>
                  <a:pathLst>
                    <a:path extrusionOk="0" h="409056" w="486780">
                      <a:moveTo>
                        <a:pt x="154349" y="-42"/>
                      </a:moveTo>
                      <a:cubicBezTo>
                        <a:pt x="196318" y="3504"/>
                        <a:pt x="234858" y="16068"/>
                        <a:pt x="265304" y="46205"/>
                      </a:cubicBezTo>
                      <a:lnTo>
                        <a:pt x="271817" y="16646"/>
                      </a:lnTo>
                      <a:cubicBezTo>
                        <a:pt x="289005" y="24354"/>
                        <a:pt x="306849" y="31792"/>
                        <a:pt x="321918" y="43122"/>
                      </a:cubicBezTo>
                      <a:cubicBezTo>
                        <a:pt x="338760" y="55725"/>
                        <a:pt x="351516" y="71988"/>
                        <a:pt x="364697" y="88136"/>
                      </a:cubicBezTo>
                      <a:lnTo>
                        <a:pt x="373175" y="64126"/>
                      </a:lnTo>
                      <a:cubicBezTo>
                        <a:pt x="392368" y="83207"/>
                        <a:pt x="407626" y="105872"/>
                        <a:pt x="418074" y="130838"/>
                      </a:cubicBezTo>
                      <a:cubicBezTo>
                        <a:pt x="424741" y="147833"/>
                        <a:pt x="428903" y="165908"/>
                        <a:pt x="434530" y="183290"/>
                      </a:cubicBezTo>
                      <a:cubicBezTo>
                        <a:pt x="439316" y="173863"/>
                        <a:pt x="445660" y="165315"/>
                        <a:pt x="453298" y="158008"/>
                      </a:cubicBezTo>
                      <a:cubicBezTo>
                        <a:pt x="468452" y="182762"/>
                        <a:pt x="475960" y="211439"/>
                        <a:pt x="474881" y="240444"/>
                      </a:cubicBezTo>
                      <a:cubicBezTo>
                        <a:pt x="474881" y="247728"/>
                        <a:pt x="469524" y="275977"/>
                        <a:pt x="472645" y="279946"/>
                      </a:cubicBezTo>
                      <a:lnTo>
                        <a:pt x="486365" y="271930"/>
                      </a:lnTo>
                      <a:cubicBezTo>
                        <a:pt x="486365" y="293589"/>
                        <a:pt x="487868" y="316058"/>
                        <a:pt x="484862" y="337447"/>
                      </a:cubicBezTo>
                      <a:cubicBezTo>
                        <a:pt x="481548" y="361264"/>
                        <a:pt x="476692" y="385698"/>
                        <a:pt x="465862" y="407396"/>
                      </a:cubicBezTo>
                      <a:lnTo>
                        <a:pt x="462394" y="409014"/>
                      </a:lnTo>
                      <a:lnTo>
                        <a:pt x="429751" y="403272"/>
                      </a:lnTo>
                      <a:cubicBezTo>
                        <a:pt x="425897" y="391980"/>
                        <a:pt x="422660" y="378067"/>
                        <a:pt x="415260" y="368587"/>
                      </a:cubicBezTo>
                      <a:cubicBezTo>
                        <a:pt x="395991" y="344191"/>
                        <a:pt x="362500" y="342187"/>
                        <a:pt x="334096" y="338488"/>
                      </a:cubicBezTo>
                      <a:lnTo>
                        <a:pt x="337603" y="320914"/>
                      </a:lnTo>
                      <a:cubicBezTo>
                        <a:pt x="338798" y="309352"/>
                        <a:pt x="337950" y="297790"/>
                        <a:pt x="329896" y="288618"/>
                      </a:cubicBezTo>
                      <a:cubicBezTo>
                        <a:pt x="312283" y="268577"/>
                        <a:pt x="279794" y="266689"/>
                        <a:pt x="254937" y="264646"/>
                      </a:cubicBezTo>
                      <a:cubicBezTo>
                        <a:pt x="259137" y="249577"/>
                        <a:pt x="264032" y="231464"/>
                        <a:pt x="255553" y="216896"/>
                      </a:cubicBezTo>
                      <a:cubicBezTo>
                        <a:pt x="249040" y="205681"/>
                        <a:pt x="235436" y="198705"/>
                        <a:pt x="223257" y="195699"/>
                      </a:cubicBezTo>
                      <a:lnTo>
                        <a:pt x="220521" y="195083"/>
                      </a:lnTo>
                      <a:cubicBezTo>
                        <a:pt x="207271" y="192281"/>
                        <a:pt x="193840" y="190439"/>
                        <a:pt x="180324" y="189572"/>
                      </a:cubicBezTo>
                      <a:cubicBezTo>
                        <a:pt x="182984" y="177278"/>
                        <a:pt x="188919" y="155965"/>
                        <a:pt x="181211" y="144596"/>
                      </a:cubicBezTo>
                      <a:cubicBezTo>
                        <a:pt x="172231" y="131531"/>
                        <a:pt x="152962" y="123901"/>
                        <a:pt x="137546" y="120933"/>
                      </a:cubicBezTo>
                      <a:lnTo>
                        <a:pt x="134501" y="120393"/>
                      </a:lnTo>
                      <a:cubicBezTo>
                        <a:pt x="124415" y="118979"/>
                        <a:pt x="114168" y="119149"/>
                        <a:pt x="104132" y="120895"/>
                      </a:cubicBezTo>
                      <a:cubicBezTo>
                        <a:pt x="104132" y="109024"/>
                        <a:pt x="104132" y="95459"/>
                        <a:pt x="99854" y="84282"/>
                      </a:cubicBezTo>
                      <a:cubicBezTo>
                        <a:pt x="89950" y="57767"/>
                        <a:pt x="47826" y="46437"/>
                        <a:pt x="24433" y="34489"/>
                      </a:cubicBezTo>
                      <a:cubicBezTo>
                        <a:pt x="12559" y="28554"/>
                        <a:pt x="3691" y="17941"/>
                        <a:pt x="-40" y="5199"/>
                      </a:cubicBezTo>
                      <a:cubicBezTo>
                        <a:pt x="32218" y="5199"/>
                        <a:pt x="64668" y="18149"/>
                        <a:pt x="91568" y="34913"/>
                      </a:cubicBezTo>
                      <a:lnTo>
                        <a:pt x="84477" y="3234"/>
                      </a:lnTo>
                      <a:cubicBezTo>
                        <a:pt x="96424" y="2964"/>
                        <a:pt x="107601" y="2078"/>
                        <a:pt x="119163" y="6317"/>
                      </a:cubicBezTo>
                      <a:lnTo>
                        <a:pt x="122092" y="7358"/>
                      </a:lnTo>
                      <a:cubicBezTo>
                        <a:pt x="136004" y="12599"/>
                        <a:pt x="148260" y="22003"/>
                        <a:pt x="160245" y="30674"/>
                      </a:cubicBezTo>
                      <a:close/>
                    </a:path>
                  </a:pathLst>
                </a:custGeom>
                <a:solidFill>
                  <a:srgbClr val="93D03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4" name="Google Shape;1104;p43"/>
                <p:cNvSpPr/>
                <p:nvPr/>
              </p:nvSpPr>
              <p:spPr>
                <a:xfrm>
                  <a:off x="4949600" y="2872234"/>
                  <a:ext cx="2090552" cy="2097992"/>
                </a:xfrm>
                <a:custGeom>
                  <a:rect b="b" l="l" r="r" t="t"/>
                  <a:pathLst>
                    <a:path extrusionOk="0" h="1836317" w="1829805">
                      <a:moveTo>
                        <a:pt x="909537" y="57"/>
                      </a:moveTo>
                      <a:cubicBezTo>
                        <a:pt x="978599" y="-1138"/>
                        <a:pt x="1045118" y="8612"/>
                        <a:pt x="1112100" y="24876"/>
                      </a:cubicBezTo>
                      <a:cubicBezTo>
                        <a:pt x="1271980" y="63643"/>
                        <a:pt x="1419458" y="142220"/>
                        <a:pt x="1540811" y="253298"/>
                      </a:cubicBezTo>
                      <a:cubicBezTo>
                        <a:pt x="1584823" y="293456"/>
                        <a:pt x="1628295" y="337314"/>
                        <a:pt x="1663751" y="385296"/>
                      </a:cubicBezTo>
                      <a:cubicBezTo>
                        <a:pt x="1765380" y="522688"/>
                        <a:pt x="1821763" y="703206"/>
                        <a:pt x="1829124" y="873126"/>
                      </a:cubicBezTo>
                      <a:cubicBezTo>
                        <a:pt x="1831918" y="954329"/>
                        <a:pt x="1825597" y="1035589"/>
                        <a:pt x="1810278" y="1115384"/>
                      </a:cubicBezTo>
                      <a:cubicBezTo>
                        <a:pt x="1804073" y="1151750"/>
                        <a:pt x="1795486" y="1187669"/>
                        <a:pt x="1784572" y="1222909"/>
                      </a:cubicBezTo>
                      <a:cubicBezTo>
                        <a:pt x="1746056" y="1339348"/>
                        <a:pt x="1683503" y="1446398"/>
                        <a:pt x="1600971" y="1537120"/>
                      </a:cubicBezTo>
                      <a:cubicBezTo>
                        <a:pt x="1456872" y="1693474"/>
                        <a:pt x="1253346" y="1792751"/>
                        <a:pt x="1044540" y="1825317"/>
                      </a:cubicBezTo>
                      <a:cubicBezTo>
                        <a:pt x="1002547" y="1831229"/>
                        <a:pt x="960254" y="1834744"/>
                        <a:pt x="917861" y="1835838"/>
                      </a:cubicBezTo>
                      <a:cubicBezTo>
                        <a:pt x="692984" y="1843546"/>
                        <a:pt x="460245" y="1748855"/>
                        <a:pt x="296684" y="1596355"/>
                      </a:cubicBezTo>
                      <a:cubicBezTo>
                        <a:pt x="117072" y="1428358"/>
                        <a:pt x="10719" y="1196471"/>
                        <a:pt x="587" y="950744"/>
                      </a:cubicBezTo>
                      <a:cubicBezTo>
                        <a:pt x="-8701" y="704555"/>
                        <a:pt x="85759" y="467423"/>
                        <a:pt x="253597" y="287560"/>
                      </a:cubicBezTo>
                      <a:cubicBezTo>
                        <a:pt x="385325" y="146506"/>
                        <a:pt x="574514" y="41872"/>
                        <a:pt x="765246" y="11194"/>
                      </a:cubicBezTo>
                      <a:cubicBezTo>
                        <a:pt x="812957" y="3487"/>
                        <a:pt x="861285" y="1675"/>
                        <a:pt x="909537" y="5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5" name="Google Shape;1105;p43"/>
                <p:cNvSpPr/>
                <p:nvPr/>
              </p:nvSpPr>
              <p:spPr>
                <a:xfrm>
                  <a:off x="5531315" y="3218847"/>
                  <a:ext cx="72484" cy="67368"/>
                </a:xfrm>
                <a:custGeom>
                  <a:rect b="b" l="l" r="r" t="t"/>
                  <a:pathLst>
                    <a:path extrusionOk="0" h="58965" w="63443">
                      <a:moveTo>
                        <a:pt x="60243" y="-42"/>
                      </a:moveTo>
                      <a:lnTo>
                        <a:pt x="63403" y="5238"/>
                      </a:lnTo>
                      <a:cubicBezTo>
                        <a:pt x="62872" y="17023"/>
                        <a:pt x="60263" y="28624"/>
                        <a:pt x="55696" y="39500"/>
                      </a:cubicBezTo>
                      <a:cubicBezTo>
                        <a:pt x="48643" y="44163"/>
                        <a:pt x="39278" y="43353"/>
                        <a:pt x="31146" y="42159"/>
                      </a:cubicBezTo>
                      <a:lnTo>
                        <a:pt x="28911" y="41658"/>
                      </a:lnTo>
                      <a:lnTo>
                        <a:pt x="18043" y="57690"/>
                      </a:lnTo>
                      <a:lnTo>
                        <a:pt x="5672" y="58923"/>
                      </a:lnTo>
                      <a:cubicBezTo>
                        <a:pt x="2087" y="54838"/>
                        <a:pt x="-186" y="53374"/>
                        <a:pt x="-32" y="47631"/>
                      </a:cubicBezTo>
                      <a:cubicBezTo>
                        <a:pt x="619" y="41176"/>
                        <a:pt x="3641" y="35187"/>
                        <a:pt x="8446" y="30828"/>
                      </a:cubicBezTo>
                      <a:cubicBezTo>
                        <a:pt x="17503" y="23313"/>
                        <a:pt x="29489" y="23120"/>
                        <a:pt x="40588" y="24431"/>
                      </a:cubicBezTo>
                      <a:close/>
                    </a:path>
                  </a:pathLst>
                </a:custGeom>
                <a:solidFill>
                  <a:srgbClr val="FEFEFE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6" name="Google Shape;1106;p43"/>
                <p:cNvSpPr/>
                <p:nvPr/>
              </p:nvSpPr>
              <p:spPr>
                <a:xfrm>
                  <a:off x="4993843" y="2915404"/>
                  <a:ext cx="1992060" cy="1931756"/>
                </a:xfrm>
                <a:custGeom>
                  <a:rect b="b" l="l" r="r" t="t"/>
                  <a:pathLst>
                    <a:path extrusionOk="0" h="1690815" w="1743597">
                      <a:moveTo>
                        <a:pt x="819306" y="755"/>
                      </a:moveTo>
                      <a:cubicBezTo>
                        <a:pt x="892836" y="-2240"/>
                        <a:pt x="966465" y="3214"/>
                        <a:pt x="1038749" y="17018"/>
                      </a:cubicBezTo>
                      <a:cubicBezTo>
                        <a:pt x="1156911" y="39679"/>
                        <a:pt x="1261699" y="89626"/>
                        <a:pt x="1361439" y="156145"/>
                      </a:cubicBezTo>
                      <a:cubicBezTo>
                        <a:pt x="1401597" y="183123"/>
                        <a:pt x="1442988" y="212297"/>
                        <a:pt x="1470351" y="252494"/>
                      </a:cubicBezTo>
                      <a:cubicBezTo>
                        <a:pt x="1459583" y="242562"/>
                        <a:pt x="1447166" y="234580"/>
                        <a:pt x="1433662" y="228908"/>
                      </a:cubicBezTo>
                      <a:cubicBezTo>
                        <a:pt x="1431554" y="241645"/>
                        <a:pt x="1431126" y="254602"/>
                        <a:pt x="1432390" y="267447"/>
                      </a:cubicBezTo>
                      <a:cubicBezTo>
                        <a:pt x="1419734" y="251445"/>
                        <a:pt x="1405012" y="237190"/>
                        <a:pt x="1388609" y="225054"/>
                      </a:cubicBezTo>
                      <a:cubicBezTo>
                        <a:pt x="1382366" y="220121"/>
                        <a:pt x="1376701" y="214494"/>
                        <a:pt x="1368723" y="212798"/>
                      </a:cubicBezTo>
                      <a:lnTo>
                        <a:pt x="1364869" y="217153"/>
                      </a:lnTo>
                      <a:cubicBezTo>
                        <a:pt x="1363944" y="219431"/>
                        <a:pt x="1363358" y="221836"/>
                        <a:pt x="1363135" y="224283"/>
                      </a:cubicBezTo>
                      <a:cubicBezTo>
                        <a:pt x="1363443" y="230064"/>
                        <a:pt x="1375390" y="245210"/>
                        <a:pt x="1378551" y="251260"/>
                      </a:cubicBezTo>
                      <a:cubicBezTo>
                        <a:pt x="1380805" y="255091"/>
                        <a:pt x="1381325" y="259704"/>
                        <a:pt x="1379977" y="263940"/>
                      </a:cubicBezTo>
                      <a:lnTo>
                        <a:pt x="1376971" y="258930"/>
                      </a:lnTo>
                      <a:cubicBezTo>
                        <a:pt x="1369263" y="245210"/>
                        <a:pt x="1358009" y="225285"/>
                        <a:pt x="1343403" y="218463"/>
                      </a:cubicBezTo>
                      <a:cubicBezTo>
                        <a:pt x="1339645" y="218402"/>
                        <a:pt x="1335984" y="219643"/>
                        <a:pt x="1333036" y="221970"/>
                      </a:cubicBezTo>
                      <a:lnTo>
                        <a:pt x="1330338" y="224244"/>
                      </a:lnTo>
                      <a:cubicBezTo>
                        <a:pt x="1324175" y="222190"/>
                        <a:pt x="1317466" y="222560"/>
                        <a:pt x="1311569" y="225285"/>
                      </a:cubicBezTo>
                      <a:cubicBezTo>
                        <a:pt x="1305927" y="228422"/>
                        <a:pt x="1301765" y="233679"/>
                        <a:pt x="1300007" y="239891"/>
                      </a:cubicBezTo>
                      <a:cubicBezTo>
                        <a:pt x="1297502" y="248447"/>
                        <a:pt x="1301626" y="253380"/>
                        <a:pt x="1305596" y="260857"/>
                      </a:cubicBezTo>
                      <a:cubicBezTo>
                        <a:pt x="1302196" y="266957"/>
                        <a:pt x="1300693" y="273937"/>
                        <a:pt x="1301279" y="280897"/>
                      </a:cubicBezTo>
                      <a:cubicBezTo>
                        <a:pt x="1301973" y="286138"/>
                        <a:pt x="1295383" y="292844"/>
                        <a:pt x="1292145" y="297276"/>
                      </a:cubicBezTo>
                      <a:lnTo>
                        <a:pt x="1292145" y="324793"/>
                      </a:lnTo>
                      <a:lnTo>
                        <a:pt x="1274648" y="350807"/>
                      </a:lnTo>
                      <a:cubicBezTo>
                        <a:pt x="1280391" y="358708"/>
                        <a:pt x="1288523" y="365876"/>
                        <a:pt x="1293417" y="374239"/>
                      </a:cubicBezTo>
                      <a:cubicBezTo>
                        <a:pt x="1296770" y="379982"/>
                        <a:pt x="1296385" y="387150"/>
                        <a:pt x="1300354" y="392854"/>
                      </a:cubicBezTo>
                      <a:cubicBezTo>
                        <a:pt x="1303777" y="397355"/>
                        <a:pt x="1308972" y="400165"/>
                        <a:pt x="1314614" y="400562"/>
                      </a:cubicBezTo>
                      <a:cubicBezTo>
                        <a:pt x="1322807" y="400615"/>
                        <a:pt x="1330758" y="397791"/>
                        <a:pt x="1337082" y="392584"/>
                      </a:cubicBezTo>
                      <a:cubicBezTo>
                        <a:pt x="1343172" y="386880"/>
                        <a:pt x="1341668" y="374702"/>
                        <a:pt x="1342054" y="366647"/>
                      </a:cubicBezTo>
                      <a:cubicBezTo>
                        <a:pt x="1342516" y="356704"/>
                        <a:pt x="1341553" y="344063"/>
                        <a:pt x="1349299" y="336972"/>
                      </a:cubicBezTo>
                      <a:cubicBezTo>
                        <a:pt x="1355620" y="338394"/>
                        <a:pt x="1361208" y="342063"/>
                        <a:pt x="1365023" y="347300"/>
                      </a:cubicBezTo>
                      <a:cubicBezTo>
                        <a:pt x="1371035" y="355625"/>
                        <a:pt x="1376007" y="370424"/>
                        <a:pt x="1374196" y="380675"/>
                      </a:cubicBezTo>
                      <a:cubicBezTo>
                        <a:pt x="1370342" y="401795"/>
                        <a:pt x="1387453" y="425073"/>
                        <a:pt x="1373849" y="445730"/>
                      </a:cubicBezTo>
                      <a:cubicBezTo>
                        <a:pt x="1368029" y="445036"/>
                        <a:pt x="1361670" y="429081"/>
                        <a:pt x="1354117" y="425574"/>
                      </a:cubicBezTo>
                      <a:cubicBezTo>
                        <a:pt x="1348297" y="422876"/>
                        <a:pt x="1345754" y="424649"/>
                        <a:pt x="1340204" y="427038"/>
                      </a:cubicBezTo>
                      <a:cubicBezTo>
                        <a:pt x="1334261" y="426441"/>
                        <a:pt x="1328276" y="426364"/>
                        <a:pt x="1322322" y="426807"/>
                      </a:cubicBezTo>
                      <a:cubicBezTo>
                        <a:pt x="1314614" y="432511"/>
                        <a:pt x="1315038" y="440257"/>
                        <a:pt x="1310760" y="448582"/>
                      </a:cubicBezTo>
                      <a:cubicBezTo>
                        <a:pt x="1307368" y="446578"/>
                        <a:pt x="1308370" y="447695"/>
                        <a:pt x="1306328" y="444458"/>
                      </a:cubicBezTo>
                      <a:lnTo>
                        <a:pt x="1304979" y="442184"/>
                      </a:lnTo>
                      <a:lnTo>
                        <a:pt x="1302320" y="444072"/>
                      </a:lnTo>
                      <a:cubicBezTo>
                        <a:pt x="1296616" y="454517"/>
                        <a:pt x="1298003" y="466271"/>
                        <a:pt x="1298235" y="477794"/>
                      </a:cubicBezTo>
                      <a:cubicBezTo>
                        <a:pt x="1293109" y="484423"/>
                        <a:pt x="1287636" y="479721"/>
                        <a:pt x="1280121" y="482612"/>
                      </a:cubicBezTo>
                      <a:cubicBezTo>
                        <a:pt x="1273955" y="491206"/>
                        <a:pt x="1254454" y="508279"/>
                        <a:pt x="1253953" y="517297"/>
                      </a:cubicBezTo>
                      <a:cubicBezTo>
                        <a:pt x="1253259" y="530246"/>
                        <a:pt x="1262586" y="556761"/>
                        <a:pt x="1271411" y="565934"/>
                      </a:cubicBezTo>
                      <a:cubicBezTo>
                        <a:pt x="1280237" y="575106"/>
                        <a:pt x="1292184" y="582313"/>
                        <a:pt x="1300778" y="592911"/>
                      </a:cubicBezTo>
                      <a:lnTo>
                        <a:pt x="1302012" y="594453"/>
                      </a:lnTo>
                      <a:cubicBezTo>
                        <a:pt x="1311454" y="581234"/>
                        <a:pt x="1318737" y="559421"/>
                        <a:pt x="1333961" y="552599"/>
                      </a:cubicBezTo>
                      <a:cubicBezTo>
                        <a:pt x="1338739" y="550480"/>
                        <a:pt x="1346409" y="551250"/>
                        <a:pt x="1351573" y="551250"/>
                      </a:cubicBezTo>
                      <a:cubicBezTo>
                        <a:pt x="1380400" y="551250"/>
                        <a:pt x="1396934" y="556299"/>
                        <a:pt x="1423410" y="567861"/>
                      </a:cubicBezTo>
                      <a:cubicBezTo>
                        <a:pt x="1425179" y="577364"/>
                        <a:pt x="1429754" y="586117"/>
                        <a:pt x="1436552" y="592988"/>
                      </a:cubicBezTo>
                      <a:cubicBezTo>
                        <a:pt x="1442526" y="600022"/>
                        <a:pt x="1451336" y="604011"/>
                        <a:pt x="1460562" y="603856"/>
                      </a:cubicBezTo>
                      <a:cubicBezTo>
                        <a:pt x="1466694" y="603926"/>
                        <a:pt x="1472610" y="601602"/>
                        <a:pt x="1477057" y="597382"/>
                      </a:cubicBezTo>
                      <a:cubicBezTo>
                        <a:pt x="1472509" y="577187"/>
                        <a:pt x="1483840" y="584317"/>
                        <a:pt x="1490199" y="571753"/>
                      </a:cubicBezTo>
                      <a:cubicBezTo>
                        <a:pt x="1490831" y="567182"/>
                        <a:pt x="1491116" y="562569"/>
                        <a:pt x="1491047" y="557956"/>
                      </a:cubicBezTo>
                      <a:cubicBezTo>
                        <a:pt x="1493363" y="544352"/>
                        <a:pt x="1500304" y="531961"/>
                        <a:pt x="1510702" y="522885"/>
                      </a:cubicBezTo>
                      <a:cubicBezTo>
                        <a:pt x="1518579" y="522145"/>
                        <a:pt x="1526526" y="522546"/>
                        <a:pt x="1534288" y="524080"/>
                      </a:cubicBezTo>
                      <a:cubicBezTo>
                        <a:pt x="1538450" y="524350"/>
                        <a:pt x="1542520" y="525425"/>
                        <a:pt x="1546274" y="527240"/>
                      </a:cubicBezTo>
                      <a:cubicBezTo>
                        <a:pt x="1554983" y="531904"/>
                        <a:pt x="1569397" y="547396"/>
                        <a:pt x="1571594" y="557147"/>
                      </a:cubicBezTo>
                      <a:cubicBezTo>
                        <a:pt x="1572712" y="562273"/>
                        <a:pt x="1571825" y="563005"/>
                        <a:pt x="1568973" y="566897"/>
                      </a:cubicBezTo>
                      <a:cubicBezTo>
                        <a:pt x="1550975" y="567629"/>
                        <a:pt x="1535560" y="554565"/>
                        <a:pt x="1516945" y="554565"/>
                      </a:cubicBezTo>
                      <a:cubicBezTo>
                        <a:pt x="1511434" y="559421"/>
                        <a:pt x="1515519" y="564277"/>
                        <a:pt x="1513438" y="570289"/>
                      </a:cubicBezTo>
                      <a:cubicBezTo>
                        <a:pt x="1511257" y="574389"/>
                        <a:pt x="1508675" y="578262"/>
                        <a:pt x="1505730" y="581850"/>
                      </a:cubicBezTo>
                      <a:cubicBezTo>
                        <a:pt x="1507183" y="593304"/>
                        <a:pt x="1509515" y="604631"/>
                        <a:pt x="1512706" y="615727"/>
                      </a:cubicBezTo>
                      <a:lnTo>
                        <a:pt x="1532592" y="631335"/>
                      </a:lnTo>
                      <a:cubicBezTo>
                        <a:pt x="1539144" y="628136"/>
                        <a:pt x="1546967" y="622086"/>
                        <a:pt x="1554560" y="622510"/>
                      </a:cubicBezTo>
                      <a:cubicBezTo>
                        <a:pt x="1562152" y="622933"/>
                        <a:pt x="1564503" y="625862"/>
                        <a:pt x="1569436" y="630526"/>
                      </a:cubicBezTo>
                      <a:cubicBezTo>
                        <a:pt x="1570785" y="640353"/>
                        <a:pt x="1562537" y="640816"/>
                        <a:pt x="1561304" y="650104"/>
                      </a:cubicBezTo>
                      <a:cubicBezTo>
                        <a:pt x="1563701" y="652578"/>
                        <a:pt x="1565690" y="655410"/>
                        <a:pt x="1567201" y="658505"/>
                      </a:cubicBezTo>
                      <a:cubicBezTo>
                        <a:pt x="1567894" y="660201"/>
                        <a:pt x="1556756" y="683363"/>
                        <a:pt x="1555639" y="686523"/>
                      </a:cubicBezTo>
                      <a:cubicBezTo>
                        <a:pt x="1564734" y="714927"/>
                        <a:pt x="1582385" y="731691"/>
                        <a:pt x="1598379" y="755432"/>
                      </a:cubicBezTo>
                      <a:cubicBezTo>
                        <a:pt x="1597427" y="757809"/>
                        <a:pt x="1596251" y="760095"/>
                        <a:pt x="1594872" y="762253"/>
                      </a:cubicBezTo>
                      <a:lnTo>
                        <a:pt x="1593176" y="765066"/>
                      </a:lnTo>
                      <a:cubicBezTo>
                        <a:pt x="1595026" y="772774"/>
                        <a:pt x="1598340" y="775087"/>
                        <a:pt x="1603890" y="780790"/>
                      </a:cubicBezTo>
                      <a:cubicBezTo>
                        <a:pt x="1623160" y="800600"/>
                        <a:pt x="1630867" y="838831"/>
                        <a:pt x="1655725" y="852975"/>
                      </a:cubicBezTo>
                      <a:cubicBezTo>
                        <a:pt x="1662416" y="856231"/>
                        <a:pt x="1670158" y="856582"/>
                        <a:pt x="1677115" y="853938"/>
                      </a:cubicBezTo>
                      <a:cubicBezTo>
                        <a:pt x="1688176" y="850354"/>
                        <a:pt x="1709295" y="816902"/>
                        <a:pt x="1714614" y="805918"/>
                      </a:cubicBezTo>
                      <a:lnTo>
                        <a:pt x="1716194" y="802642"/>
                      </a:lnTo>
                      <a:cubicBezTo>
                        <a:pt x="1724402" y="785531"/>
                        <a:pt x="1720895" y="761636"/>
                        <a:pt x="1717889" y="743369"/>
                      </a:cubicBezTo>
                      <a:cubicBezTo>
                        <a:pt x="1702281" y="732732"/>
                        <a:pt x="1657884" y="714156"/>
                        <a:pt x="1651024" y="697623"/>
                      </a:cubicBezTo>
                      <a:cubicBezTo>
                        <a:pt x="1651293" y="689645"/>
                        <a:pt x="1651024" y="688604"/>
                        <a:pt x="1655918" y="681937"/>
                      </a:cubicBezTo>
                      <a:cubicBezTo>
                        <a:pt x="1657190" y="681706"/>
                        <a:pt x="1658500" y="680897"/>
                        <a:pt x="1659772" y="681166"/>
                      </a:cubicBezTo>
                      <a:cubicBezTo>
                        <a:pt x="1664046" y="683872"/>
                        <a:pt x="1668085" y="686943"/>
                        <a:pt x="1671835" y="690339"/>
                      </a:cubicBezTo>
                      <a:cubicBezTo>
                        <a:pt x="1684641" y="700748"/>
                        <a:pt x="1698038" y="710414"/>
                        <a:pt x="1711954" y="719282"/>
                      </a:cubicBezTo>
                      <a:cubicBezTo>
                        <a:pt x="1716718" y="722673"/>
                        <a:pt x="1722799" y="723629"/>
                        <a:pt x="1728372" y="721864"/>
                      </a:cubicBezTo>
                      <a:cubicBezTo>
                        <a:pt x="1731062" y="720692"/>
                        <a:pt x="1734122" y="720692"/>
                        <a:pt x="1736812" y="721864"/>
                      </a:cubicBezTo>
                      <a:cubicBezTo>
                        <a:pt x="1742709" y="755393"/>
                        <a:pt x="1743479" y="790348"/>
                        <a:pt x="1743557" y="824301"/>
                      </a:cubicBezTo>
                      <a:cubicBezTo>
                        <a:pt x="1743788" y="946086"/>
                        <a:pt x="1720086" y="1066020"/>
                        <a:pt x="1679389" y="1180520"/>
                      </a:cubicBezTo>
                      <a:cubicBezTo>
                        <a:pt x="1661622" y="1230621"/>
                        <a:pt x="1639924" y="1283112"/>
                        <a:pt x="1610365" y="1327316"/>
                      </a:cubicBezTo>
                      <a:cubicBezTo>
                        <a:pt x="1618651" y="1304193"/>
                        <a:pt x="1623930" y="1280645"/>
                        <a:pt x="1632101" y="1257714"/>
                      </a:cubicBezTo>
                      <a:cubicBezTo>
                        <a:pt x="1641967" y="1229966"/>
                        <a:pt x="1654955" y="1203066"/>
                        <a:pt x="1662007" y="1174392"/>
                      </a:cubicBezTo>
                      <a:cubicBezTo>
                        <a:pt x="1663530" y="1170130"/>
                        <a:pt x="1663530" y="1165475"/>
                        <a:pt x="1662007" y="1161212"/>
                      </a:cubicBezTo>
                      <a:cubicBezTo>
                        <a:pt x="1657621" y="1157593"/>
                        <a:pt x="1651979" y="1155874"/>
                        <a:pt x="1646322" y="1156433"/>
                      </a:cubicBezTo>
                      <a:cubicBezTo>
                        <a:pt x="1644665" y="1157466"/>
                        <a:pt x="1643192" y="1158768"/>
                        <a:pt x="1641967" y="1160287"/>
                      </a:cubicBezTo>
                      <a:cubicBezTo>
                        <a:pt x="1636148" y="1167070"/>
                        <a:pt x="1631523" y="1177900"/>
                        <a:pt x="1627360" y="1185839"/>
                      </a:cubicBezTo>
                      <a:cubicBezTo>
                        <a:pt x="1613409" y="1212469"/>
                        <a:pt x="1600383" y="1240564"/>
                        <a:pt x="1605509" y="1271550"/>
                      </a:cubicBezTo>
                      <a:lnTo>
                        <a:pt x="1606280" y="1275404"/>
                      </a:lnTo>
                      <a:cubicBezTo>
                        <a:pt x="1584081" y="1324079"/>
                        <a:pt x="1553134" y="1359689"/>
                        <a:pt x="1516406" y="1397805"/>
                      </a:cubicBezTo>
                      <a:cubicBezTo>
                        <a:pt x="1475176" y="1440811"/>
                        <a:pt x="1430116" y="1479974"/>
                        <a:pt x="1381788" y="1514810"/>
                      </a:cubicBezTo>
                      <a:cubicBezTo>
                        <a:pt x="1205355" y="1641065"/>
                        <a:pt x="987685" y="1717951"/>
                        <a:pt x="769860" y="1681839"/>
                      </a:cubicBezTo>
                      <a:cubicBezTo>
                        <a:pt x="577973" y="1650044"/>
                        <a:pt x="387165" y="1551538"/>
                        <a:pt x="248269" y="1415610"/>
                      </a:cubicBezTo>
                      <a:cubicBezTo>
                        <a:pt x="218517" y="1386474"/>
                        <a:pt x="189844" y="1356529"/>
                        <a:pt x="165487" y="1322615"/>
                      </a:cubicBezTo>
                      <a:lnTo>
                        <a:pt x="173195" y="1312864"/>
                      </a:lnTo>
                      <a:cubicBezTo>
                        <a:pt x="185373" y="1297872"/>
                        <a:pt x="196318" y="1277023"/>
                        <a:pt x="194545" y="1257021"/>
                      </a:cubicBezTo>
                      <a:cubicBezTo>
                        <a:pt x="191578" y="1222335"/>
                        <a:pt x="155736" y="1204145"/>
                        <a:pt x="132073" y="1183256"/>
                      </a:cubicBezTo>
                      <a:cubicBezTo>
                        <a:pt x="121436" y="1173853"/>
                        <a:pt x="106522" y="1161597"/>
                        <a:pt x="100895" y="1148224"/>
                      </a:cubicBezTo>
                      <a:cubicBezTo>
                        <a:pt x="90952" y="1124754"/>
                        <a:pt x="110761" y="1091070"/>
                        <a:pt x="118546" y="1068255"/>
                      </a:cubicBezTo>
                      <a:cubicBezTo>
                        <a:pt x="121398" y="1059892"/>
                        <a:pt x="124866" y="1050450"/>
                        <a:pt x="123980" y="1041509"/>
                      </a:cubicBezTo>
                      <a:cubicBezTo>
                        <a:pt x="121205" y="1013337"/>
                        <a:pt x="101820" y="988556"/>
                        <a:pt x="89641" y="963929"/>
                      </a:cubicBezTo>
                      <a:cubicBezTo>
                        <a:pt x="82666" y="949785"/>
                        <a:pt x="76692" y="928242"/>
                        <a:pt x="64552" y="918145"/>
                      </a:cubicBezTo>
                      <a:cubicBezTo>
                        <a:pt x="60132" y="916545"/>
                        <a:pt x="55264" y="916742"/>
                        <a:pt x="50986" y="918684"/>
                      </a:cubicBezTo>
                      <a:cubicBezTo>
                        <a:pt x="26283" y="943503"/>
                        <a:pt x="20810" y="986822"/>
                        <a:pt x="14220" y="1019619"/>
                      </a:cubicBezTo>
                      <a:lnTo>
                        <a:pt x="5163" y="942540"/>
                      </a:lnTo>
                      <a:cubicBezTo>
                        <a:pt x="4508" y="924735"/>
                        <a:pt x="1579" y="906853"/>
                        <a:pt x="731" y="888970"/>
                      </a:cubicBezTo>
                      <a:cubicBezTo>
                        <a:pt x="-1573" y="839987"/>
                        <a:pt x="1294" y="790899"/>
                        <a:pt x="9287" y="742521"/>
                      </a:cubicBezTo>
                      <a:cubicBezTo>
                        <a:pt x="21623" y="667388"/>
                        <a:pt x="43822" y="594214"/>
                        <a:pt x="75305" y="524889"/>
                      </a:cubicBezTo>
                      <a:cubicBezTo>
                        <a:pt x="81934" y="510129"/>
                        <a:pt x="89410" y="490744"/>
                        <a:pt x="99931" y="478295"/>
                      </a:cubicBezTo>
                      <a:cubicBezTo>
                        <a:pt x="119471" y="455172"/>
                        <a:pt x="151574" y="434284"/>
                        <a:pt x="176316" y="416632"/>
                      </a:cubicBezTo>
                      <a:cubicBezTo>
                        <a:pt x="198130" y="401217"/>
                        <a:pt x="228961" y="379635"/>
                        <a:pt x="257249" y="385531"/>
                      </a:cubicBezTo>
                      <a:cubicBezTo>
                        <a:pt x="265188" y="386976"/>
                        <a:pt x="272110" y="391798"/>
                        <a:pt x="276210" y="398750"/>
                      </a:cubicBezTo>
                      <a:cubicBezTo>
                        <a:pt x="276634" y="399483"/>
                        <a:pt x="277058" y="400215"/>
                        <a:pt x="277444" y="400947"/>
                      </a:cubicBezTo>
                      <a:cubicBezTo>
                        <a:pt x="277829" y="401714"/>
                        <a:pt x="278176" y="402496"/>
                        <a:pt x="278484" y="403298"/>
                      </a:cubicBezTo>
                      <a:cubicBezTo>
                        <a:pt x="286693" y="423839"/>
                        <a:pt x="265612" y="443494"/>
                        <a:pt x="262336" y="463843"/>
                      </a:cubicBezTo>
                      <a:cubicBezTo>
                        <a:pt x="260139" y="477370"/>
                        <a:pt x="260602" y="491322"/>
                        <a:pt x="258251" y="504772"/>
                      </a:cubicBezTo>
                      <a:cubicBezTo>
                        <a:pt x="255630" y="519687"/>
                        <a:pt x="249965" y="534486"/>
                        <a:pt x="248269" y="549516"/>
                      </a:cubicBezTo>
                      <a:cubicBezTo>
                        <a:pt x="246997" y="561078"/>
                        <a:pt x="249580" y="574721"/>
                        <a:pt x="246535" y="585897"/>
                      </a:cubicBezTo>
                      <a:cubicBezTo>
                        <a:pt x="240099" y="609483"/>
                        <a:pt x="222371" y="631682"/>
                        <a:pt x="218170" y="655075"/>
                      </a:cubicBezTo>
                      <a:cubicBezTo>
                        <a:pt x="216436" y="664749"/>
                        <a:pt x="218671" y="676850"/>
                        <a:pt x="219750" y="686716"/>
                      </a:cubicBezTo>
                      <a:cubicBezTo>
                        <a:pt x="226148" y="746837"/>
                        <a:pt x="253434" y="791157"/>
                        <a:pt x="286732" y="839948"/>
                      </a:cubicBezTo>
                      <a:cubicBezTo>
                        <a:pt x="274861" y="803683"/>
                        <a:pt x="252046" y="770577"/>
                        <a:pt x="245610" y="732501"/>
                      </a:cubicBezTo>
                      <a:cubicBezTo>
                        <a:pt x="242643" y="715312"/>
                        <a:pt x="244030" y="698085"/>
                        <a:pt x="244916" y="680742"/>
                      </a:cubicBezTo>
                      <a:cubicBezTo>
                        <a:pt x="251661" y="700821"/>
                        <a:pt x="254859" y="721748"/>
                        <a:pt x="264803" y="740787"/>
                      </a:cubicBezTo>
                      <a:cubicBezTo>
                        <a:pt x="272857" y="756202"/>
                        <a:pt x="284072" y="768651"/>
                        <a:pt x="290354" y="785338"/>
                      </a:cubicBezTo>
                      <a:cubicBezTo>
                        <a:pt x="294682" y="795983"/>
                        <a:pt x="298212" y="806932"/>
                        <a:pt x="300914" y="818096"/>
                      </a:cubicBezTo>
                      <a:cubicBezTo>
                        <a:pt x="304190" y="832664"/>
                        <a:pt x="305269" y="844804"/>
                        <a:pt x="312707" y="858254"/>
                      </a:cubicBezTo>
                      <a:cubicBezTo>
                        <a:pt x="325656" y="881725"/>
                        <a:pt x="358145" y="906853"/>
                        <a:pt x="384775" y="911709"/>
                      </a:cubicBezTo>
                      <a:cubicBezTo>
                        <a:pt x="402041" y="914830"/>
                        <a:pt x="418575" y="912942"/>
                        <a:pt x="435994" y="917759"/>
                      </a:cubicBezTo>
                      <a:lnTo>
                        <a:pt x="438345" y="918453"/>
                      </a:lnTo>
                      <a:lnTo>
                        <a:pt x="440426" y="920881"/>
                      </a:lnTo>
                      <a:cubicBezTo>
                        <a:pt x="445699" y="927710"/>
                        <a:pt x="451680" y="933965"/>
                        <a:pt x="458270" y="939534"/>
                      </a:cubicBezTo>
                      <a:cubicBezTo>
                        <a:pt x="470603" y="948591"/>
                        <a:pt x="489410" y="950055"/>
                        <a:pt x="502744" y="958803"/>
                      </a:cubicBezTo>
                      <a:cubicBezTo>
                        <a:pt x="518160" y="968901"/>
                        <a:pt x="527949" y="987091"/>
                        <a:pt x="544290" y="996379"/>
                      </a:cubicBezTo>
                      <a:cubicBezTo>
                        <a:pt x="552961" y="1001312"/>
                        <a:pt x="568261" y="1003085"/>
                        <a:pt x="578204" y="1003740"/>
                      </a:cubicBezTo>
                      <a:cubicBezTo>
                        <a:pt x="581210" y="1000094"/>
                        <a:pt x="583442" y="995871"/>
                        <a:pt x="584756" y="991331"/>
                      </a:cubicBezTo>
                      <a:lnTo>
                        <a:pt x="582058" y="986668"/>
                      </a:lnTo>
                      <a:cubicBezTo>
                        <a:pt x="576740" y="982814"/>
                        <a:pt x="571768" y="983777"/>
                        <a:pt x="565679" y="982814"/>
                      </a:cubicBezTo>
                      <a:cubicBezTo>
                        <a:pt x="543635" y="978960"/>
                        <a:pt x="549377" y="962696"/>
                        <a:pt x="544444" y="947088"/>
                      </a:cubicBezTo>
                      <a:cubicBezTo>
                        <a:pt x="540498" y="936158"/>
                        <a:pt x="535133" y="925791"/>
                        <a:pt x="528489" y="916256"/>
                      </a:cubicBezTo>
                      <a:cubicBezTo>
                        <a:pt x="518353" y="914098"/>
                        <a:pt x="508872" y="913327"/>
                        <a:pt x="499199" y="909242"/>
                      </a:cubicBezTo>
                      <a:cubicBezTo>
                        <a:pt x="490065" y="900108"/>
                        <a:pt x="490527" y="887660"/>
                        <a:pt x="489333" y="875481"/>
                      </a:cubicBezTo>
                      <a:lnTo>
                        <a:pt x="503438" y="853476"/>
                      </a:lnTo>
                      <a:cubicBezTo>
                        <a:pt x="503438" y="847386"/>
                        <a:pt x="504286" y="845228"/>
                        <a:pt x="500162" y="840565"/>
                      </a:cubicBezTo>
                      <a:cubicBezTo>
                        <a:pt x="497484" y="840854"/>
                        <a:pt x="494875" y="841613"/>
                        <a:pt x="492454" y="842800"/>
                      </a:cubicBezTo>
                      <a:cubicBezTo>
                        <a:pt x="490300" y="843887"/>
                        <a:pt x="488072" y="844827"/>
                        <a:pt x="485787" y="845614"/>
                      </a:cubicBezTo>
                      <a:lnTo>
                        <a:pt x="469331" y="834823"/>
                      </a:lnTo>
                      <a:cubicBezTo>
                        <a:pt x="459291" y="841316"/>
                        <a:pt x="450354" y="849367"/>
                        <a:pt x="442854" y="858678"/>
                      </a:cubicBezTo>
                      <a:lnTo>
                        <a:pt x="438422" y="864344"/>
                      </a:lnTo>
                      <a:cubicBezTo>
                        <a:pt x="433162" y="869770"/>
                        <a:pt x="425939" y="872849"/>
                        <a:pt x="418382" y="872899"/>
                      </a:cubicBezTo>
                      <a:cubicBezTo>
                        <a:pt x="413965" y="873316"/>
                        <a:pt x="409633" y="871512"/>
                        <a:pt x="406820" y="868082"/>
                      </a:cubicBezTo>
                      <a:cubicBezTo>
                        <a:pt x="393986" y="854709"/>
                        <a:pt x="387550" y="825689"/>
                        <a:pt x="388475" y="807344"/>
                      </a:cubicBezTo>
                      <a:cubicBezTo>
                        <a:pt x="389439" y="795254"/>
                        <a:pt x="395181" y="784051"/>
                        <a:pt x="404431" y="776204"/>
                      </a:cubicBezTo>
                      <a:cubicBezTo>
                        <a:pt x="417765" y="764912"/>
                        <a:pt x="442970" y="751308"/>
                        <a:pt x="460467" y="752425"/>
                      </a:cubicBezTo>
                      <a:lnTo>
                        <a:pt x="488909" y="753119"/>
                      </a:lnTo>
                      <a:lnTo>
                        <a:pt x="508448" y="769653"/>
                      </a:lnTo>
                      <a:cubicBezTo>
                        <a:pt x="519690" y="770647"/>
                        <a:pt x="530840" y="772528"/>
                        <a:pt x="541785" y="775279"/>
                      </a:cubicBezTo>
                      <a:cubicBezTo>
                        <a:pt x="554927" y="779480"/>
                        <a:pt x="562403" y="810890"/>
                        <a:pt x="569302" y="822837"/>
                      </a:cubicBezTo>
                      <a:cubicBezTo>
                        <a:pt x="575699" y="833898"/>
                        <a:pt x="629732" y="886542"/>
                        <a:pt x="640176" y="888778"/>
                      </a:cubicBezTo>
                      <a:lnTo>
                        <a:pt x="642257" y="889124"/>
                      </a:lnTo>
                      <a:cubicBezTo>
                        <a:pt x="652616" y="891063"/>
                        <a:pt x="663218" y="891348"/>
                        <a:pt x="673666" y="889972"/>
                      </a:cubicBezTo>
                      <a:cubicBezTo>
                        <a:pt x="680680" y="888932"/>
                        <a:pt x="691626" y="886658"/>
                        <a:pt x="695826" y="880761"/>
                      </a:cubicBezTo>
                      <a:lnTo>
                        <a:pt x="694092" y="875751"/>
                      </a:lnTo>
                      <a:cubicBezTo>
                        <a:pt x="686731" y="869778"/>
                        <a:pt x="678676" y="870471"/>
                        <a:pt x="669928" y="869007"/>
                      </a:cubicBezTo>
                      <a:cubicBezTo>
                        <a:pt x="660297" y="867396"/>
                        <a:pt x="650882" y="864679"/>
                        <a:pt x="641871" y="860914"/>
                      </a:cubicBezTo>
                      <a:cubicBezTo>
                        <a:pt x="625646" y="854208"/>
                        <a:pt x="603563" y="839601"/>
                        <a:pt x="592965" y="825650"/>
                      </a:cubicBezTo>
                      <a:cubicBezTo>
                        <a:pt x="585450" y="815746"/>
                        <a:pt x="580517" y="802527"/>
                        <a:pt x="575738" y="790965"/>
                      </a:cubicBezTo>
                      <a:cubicBezTo>
                        <a:pt x="566527" y="769113"/>
                        <a:pt x="572539" y="732501"/>
                        <a:pt x="574004" y="708645"/>
                      </a:cubicBezTo>
                      <a:cubicBezTo>
                        <a:pt x="586760" y="689067"/>
                        <a:pt x="608689" y="683941"/>
                        <a:pt x="624105" y="667793"/>
                      </a:cubicBezTo>
                      <a:cubicBezTo>
                        <a:pt x="628729" y="661981"/>
                        <a:pt x="632410" y="655480"/>
                        <a:pt x="635011" y="648524"/>
                      </a:cubicBezTo>
                      <a:cubicBezTo>
                        <a:pt x="649348" y="617923"/>
                        <a:pt x="663608" y="600041"/>
                        <a:pt x="695480" y="587362"/>
                      </a:cubicBezTo>
                      <a:cubicBezTo>
                        <a:pt x="705847" y="589096"/>
                        <a:pt x="727120" y="595455"/>
                        <a:pt x="736216" y="589289"/>
                      </a:cubicBezTo>
                      <a:cubicBezTo>
                        <a:pt x="743384" y="584433"/>
                        <a:pt x="753443" y="574528"/>
                        <a:pt x="755485" y="566165"/>
                      </a:cubicBezTo>
                      <a:lnTo>
                        <a:pt x="751824" y="562311"/>
                      </a:lnTo>
                      <a:cubicBezTo>
                        <a:pt x="745326" y="561286"/>
                        <a:pt x="739087" y="559024"/>
                        <a:pt x="733441" y="555644"/>
                      </a:cubicBezTo>
                      <a:cubicBezTo>
                        <a:pt x="722997" y="547936"/>
                        <a:pt x="718796" y="536066"/>
                        <a:pt x="716368" y="523849"/>
                      </a:cubicBezTo>
                      <a:cubicBezTo>
                        <a:pt x="716530" y="520511"/>
                        <a:pt x="717805" y="517320"/>
                        <a:pt x="719991" y="514792"/>
                      </a:cubicBezTo>
                      <a:cubicBezTo>
                        <a:pt x="735599" y="496216"/>
                        <a:pt x="769090" y="499916"/>
                        <a:pt x="791288" y="498143"/>
                      </a:cubicBezTo>
                      <a:cubicBezTo>
                        <a:pt x="791288" y="510977"/>
                        <a:pt x="790286" y="520380"/>
                        <a:pt x="797378" y="531788"/>
                      </a:cubicBezTo>
                      <a:cubicBezTo>
                        <a:pt x="803968" y="542348"/>
                        <a:pt x="819885" y="554912"/>
                        <a:pt x="832680" y="556299"/>
                      </a:cubicBezTo>
                      <a:cubicBezTo>
                        <a:pt x="838164" y="556584"/>
                        <a:pt x="843586" y="555039"/>
                        <a:pt x="848095" y="551905"/>
                      </a:cubicBezTo>
                      <a:cubicBezTo>
                        <a:pt x="852527" y="548822"/>
                        <a:pt x="852335" y="548052"/>
                        <a:pt x="853105" y="543119"/>
                      </a:cubicBezTo>
                      <a:cubicBezTo>
                        <a:pt x="850176" y="537877"/>
                        <a:pt x="849791" y="538031"/>
                        <a:pt x="844164" y="535719"/>
                      </a:cubicBezTo>
                      <a:cubicBezTo>
                        <a:pt x="838857" y="537469"/>
                        <a:pt x="833358" y="538555"/>
                        <a:pt x="827785" y="538956"/>
                      </a:cubicBezTo>
                      <a:cubicBezTo>
                        <a:pt x="817418" y="531634"/>
                        <a:pt x="816223" y="516295"/>
                        <a:pt x="813603" y="504464"/>
                      </a:cubicBezTo>
                      <a:lnTo>
                        <a:pt x="822467" y="485194"/>
                      </a:lnTo>
                      <a:lnTo>
                        <a:pt x="810905" y="460606"/>
                      </a:lnTo>
                      <a:cubicBezTo>
                        <a:pt x="799150" y="459411"/>
                        <a:pt x="785739" y="459565"/>
                        <a:pt x="775333" y="453476"/>
                      </a:cubicBezTo>
                      <a:cubicBezTo>
                        <a:pt x="768473" y="441722"/>
                        <a:pt x="769321" y="416054"/>
                        <a:pt x="767124" y="401679"/>
                      </a:cubicBezTo>
                      <a:lnTo>
                        <a:pt x="754830" y="386610"/>
                      </a:lnTo>
                      <a:cubicBezTo>
                        <a:pt x="746159" y="389004"/>
                        <a:pt x="737765" y="392299"/>
                        <a:pt x="729780" y="396438"/>
                      </a:cubicBezTo>
                      <a:lnTo>
                        <a:pt x="690778" y="379596"/>
                      </a:lnTo>
                      <a:lnTo>
                        <a:pt x="688928" y="373777"/>
                      </a:lnTo>
                      <a:cubicBezTo>
                        <a:pt x="686538" y="365028"/>
                        <a:pt x="685074" y="358785"/>
                        <a:pt x="679100" y="351617"/>
                      </a:cubicBezTo>
                      <a:cubicBezTo>
                        <a:pt x="666575" y="347146"/>
                        <a:pt x="659484" y="351617"/>
                        <a:pt x="647575" y="355471"/>
                      </a:cubicBezTo>
                      <a:cubicBezTo>
                        <a:pt x="640368" y="357706"/>
                        <a:pt x="633316" y="357937"/>
                        <a:pt x="626302" y="361097"/>
                      </a:cubicBezTo>
                      <a:lnTo>
                        <a:pt x="628691" y="367996"/>
                      </a:lnTo>
                      <a:cubicBezTo>
                        <a:pt x="623141" y="375395"/>
                        <a:pt x="618786" y="381947"/>
                        <a:pt x="619364" y="391582"/>
                      </a:cubicBezTo>
                      <a:cubicBezTo>
                        <a:pt x="620174" y="404916"/>
                        <a:pt x="637131" y="415669"/>
                        <a:pt x="646689" y="423839"/>
                      </a:cubicBezTo>
                      <a:cubicBezTo>
                        <a:pt x="640561" y="440951"/>
                        <a:pt x="633778" y="457677"/>
                        <a:pt x="626918" y="474519"/>
                      </a:cubicBezTo>
                      <a:cubicBezTo>
                        <a:pt x="623488" y="482843"/>
                        <a:pt x="621214" y="491514"/>
                        <a:pt x="615356" y="498528"/>
                      </a:cubicBezTo>
                      <a:cubicBezTo>
                        <a:pt x="609884" y="498991"/>
                        <a:pt x="607995" y="499800"/>
                        <a:pt x="603139" y="497026"/>
                      </a:cubicBezTo>
                      <a:cubicBezTo>
                        <a:pt x="593967" y="476060"/>
                        <a:pt x="579245" y="458486"/>
                        <a:pt x="565718" y="440411"/>
                      </a:cubicBezTo>
                      <a:cubicBezTo>
                        <a:pt x="549608" y="434862"/>
                        <a:pt x="521821" y="429582"/>
                        <a:pt x="510491" y="416324"/>
                      </a:cubicBezTo>
                      <a:cubicBezTo>
                        <a:pt x="506637" y="411892"/>
                        <a:pt x="507253" y="405456"/>
                        <a:pt x="507947" y="399791"/>
                      </a:cubicBezTo>
                      <a:cubicBezTo>
                        <a:pt x="510761" y="376205"/>
                        <a:pt x="537430" y="351694"/>
                        <a:pt x="558819" y="343485"/>
                      </a:cubicBezTo>
                      <a:cubicBezTo>
                        <a:pt x="575545" y="337049"/>
                        <a:pt x="593504" y="336856"/>
                        <a:pt x="609498" y="327530"/>
                      </a:cubicBezTo>
                      <a:cubicBezTo>
                        <a:pt x="618054" y="322520"/>
                        <a:pt x="624644" y="310727"/>
                        <a:pt x="632622" y="304021"/>
                      </a:cubicBezTo>
                      <a:lnTo>
                        <a:pt x="634472" y="302479"/>
                      </a:lnTo>
                      <a:lnTo>
                        <a:pt x="633894" y="299704"/>
                      </a:lnTo>
                      <a:cubicBezTo>
                        <a:pt x="631497" y="300860"/>
                        <a:pt x="628764" y="301134"/>
                        <a:pt x="626186" y="300475"/>
                      </a:cubicBezTo>
                      <a:cubicBezTo>
                        <a:pt x="624290" y="293970"/>
                        <a:pt x="620806" y="288035"/>
                        <a:pt x="616050" y="283209"/>
                      </a:cubicBezTo>
                      <a:cubicBezTo>
                        <a:pt x="610319" y="278481"/>
                        <a:pt x="602939" y="276234"/>
                        <a:pt x="595547" y="276966"/>
                      </a:cubicBezTo>
                      <a:cubicBezTo>
                        <a:pt x="587839" y="277159"/>
                        <a:pt x="579515" y="278585"/>
                        <a:pt x="574158" y="284134"/>
                      </a:cubicBezTo>
                      <a:cubicBezTo>
                        <a:pt x="581018" y="293307"/>
                        <a:pt x="593427" y="287796"/>
                        <a:pt x="600018" y="295696"/>
                      </a:cubicBezTo>
                      <a:cubicBezTo>
                        <a:pt x="597937" y="300012"/>
                        <a:pt x="598014" y="301708"/>
                        <a:pt x="593042" y="303057"/>
                      </a:cubicBezTo>
                      <a:cubicBezTo>
                        <a:pt x="584602" y="305369"/>
                        <a:pt x="566065" y="305639"/>
                        <a:pt x="558626" y="300937"/>
                      </a:cubicBezTo>
                      <a:cubicBezTo>
                        <a:pt x="553770" y="297816"/>
                        <a:pt x="552267" y="287410"/>
                        <a:pt x="551150" y="282207"/>
                      </a:cubicBezTo>
                      <a:cubicBezTo>
                        <a:pt x="563020" y="269297"/>
                        <a:pt x="561748" y="262745"/>
                        <a:pt x="562172" y="245942"/>
                      </a:cubicBezTo>
                      <a:cubicBezTo>
                        <a:pt x="578975" y="249025"/>
                        <a:pt x="592117" y="247368"/>
                        <a:pt x="608843" y="245942"/>
                      </a:cubicBezTo>
                      <a:cubicBezTo>
                        <a:pt x="609683" y="249511"/>
                        <a:pt x="610978" y="252956"/>
                        <a:pt x="612697" y="256193"/>
                      </a:cubicBezTo>
                      <a:cubicBezTo>
                        <a:pt x="615965" y="261762"/>
                        <a:pt x="621688" y="265439"/>
                        <a:pt x="628113" y="266098"/>
                      </a:cubicBezTo>
                      <a:cubicBezTo>
                        <a:pt x="638788" y="267986"/>
                        <a:pt x="642796" y="265713"/>
                        <a:pt x="651236" y="259700"/>
                      </a:cubicBezTo>
                      <a:cubicBezTo>
                        <a:pt x="649618" y="255846"/>
                        <a:pt x="650658" y="257272"/>
                        <a:pt x="647383" y="254421"/>
                      </a:cubicBezTo>
                      <a:lnTo>
                        <a:pt x="644955" y="252417"/>
                      </a:lnTo>
                      <a:cubicBezTo>
                        <a:pt x="647421" y="245749"/>
                        <a:pt x="653125" y="240122"/>
                        <a:pt x="657634" y="234650"/>
                      </a:cubicBezTo>
                      <a:cubicBezTo>
                        <a:pt x="666729" y="237694"/>
                        <a:pt x="676480" y="240816"/>
                        <a:pt x="686153" y="238735"/>
                      </a:cubicBezTo>
                      <a:cubicBezTo>
                        <a:pt x="692165" y="237463"/>
                        <a:pt x="693129" y="237270"/>
                        <a:pt x="696443" y="232183"/>
                      </a:cubicBezTo>
                      <a:cubicBezTo>
                        <a:pt x="696212" y="219812"/>
                        <a:pt x="694401" y="224052"/>
                        <a:pt x="688465" y="214841"/>
                      </a:cubicBezTo>
                      <a:cubicBezTo>
                        <a:pt x="687232" y="212914"/>
                        <a:pt x="687618" y="208983"/>
                        <a:pt x="686346" y="207133"/>
                      </a:cubicBezTo>
                      <a:cubicBezTo>
                        <a:pt x="682769" y="202867"/>
                        <a:pt x="678908" y="198847"/>
                        <a:pt x="674784" y="195109"/>
                      </a:cubicBezTo>
                      <a:cubicBezTo>
                        <a:pt x="662259" y="195109"/>
                        <a:pt x="645147" y="189366"/>
                        <a:pt x="633932" y="191255"/>
                      </a:cubicBezTo>
                      <a:cubicBezTo>
                        <a:pt x="632487" y="196816"/>
                        <a:pt x="632487" y="202651"/>
                        <a:pt x="633932" y="208212"/>
                      </a:cubicBezTo>
                      <a:cubicBezTo>
                        <a:pt x="634587" y="212451"/>
                        <a:pt x="632892" y="213222"/>
                        <a:pt x="630618" y="216729"/>
                      </a:cubicBezTo>
                      <a:cubicBezTo>
                        <a:pt x="621638" y="223358"/>
                        <a:pt x="611348" y="221624"/>
                        <a:pt x="600711" y="221354"/>
                      </a:cubicBezTo>
                      <a:cubicBezTo>
                        <a:pt x="587415" y="212027"/>
                        <a:pt x="574350" y="205283"/>
                        <a:pt x="562172" y="194068"/>
                      </a:cubicBezTo>
                      <a:cubicBezTo>
                        <a:pt x="542478" y="210678"/>
                        <a:pt x="523209" y="230025"/>
                        <a:pt x="500085" y="242049"/>
                      </a:cubicBezTo>
                      <a:lnTo>
                        <a:pt x="496732" y="239853"/>
                      </a:lnTo>
                      <a:cubicBezTo>
                        <a:pt x="497542" y="223859"/>
                        <a:pt x="513073" y="210794"/>
                        <a:pt x="510722" y="195918"/>
                      </a:cubicBezTo>
                      <a:cubicBezTo>
                        <a:pt x="506514" y="190827"/>
                        <a:pt x="500393" y="187690"/>
                        <a:pt x="493803" y="187247"/>
                      </a:cubicBezTo>
                      <a:cubicBezTo>
                        <a:pt x="491738" y="187127"/>
                        <a:pt x="489664" y="187127"/>
                        <a:pt x="487598" y="187247"/>
                      </a:cubicBezTo>
                      <a:cubicBezTo>
                        <a:pt x="483552" y="188441"/>
                        <a:pt x="472183" y="202123"/>
                        <a:pt x="467365" y="205861"/>
                      </a:cubicBezTo>
                      <a:cubicBezTo>
                        <a:pt x="448443" y="220275"/>
                        <a:pt x="423970" y="230179"/>
                        <a:pt x="406704" y="246019"/>
                      </a:cubicBezTo>
                      <a:cubicBezTo>
                        <a:pt x="399999" y="251260"/>
                        <a:pt x="396064" y="259284"/>
                        <a:pt x="396029" y="267794"/>
                      </a:cubicBezTo>
                      <a:cubicBezTo>
                        <a:pt x="396337" y="278353"/>
                        <a:pt x="403737" y="285213"/>
                        <a:pt x="410751" y="292266"/>
                      </a:cubicBezTo>
                      <a:cubicBezTo>
                        <a:pt x="398958" y="304290"/>
                        <a:pt x="389285" y="314118"/>
                        <a:pt x="374100" y="321864"/>
                      </a:cubicBezTo>
                      <a:lnTo>
                        <a:pt x="387319" y="296775"/>
                      </a:lnTo>
                      <a:lnTo>
                        <a:pt x="374177" y="272303"/>
                      </a:lnTo>
                      <a:cubicBezTo>
                        <a:pt x="291819" y="277621"/>
                        <a:pt x="220020" y="317085"/>
                        <a:pt x="160669" y="372505"/>
                      </a:cubicBezTo>
                      <a:lnTo>
                        <a:pt x="217823" y="300783"/>
                      </a:lnTo>
                      <a:cubicBezTo>
                        <a:pt x="265928" y="245479"/>
                        <a:pt x="320372" y="196026"/>
                        <a:pt x="380035" y="153447"/>
                      </a:cubicBezTo>
                      <a:cubicBezTo>
                        <a:pt x="509805" y="63462"/>
                        <a:pt x="661700" y="10659"/>
                        <a:pt x="819306" y="755"/>
                      </a:cubicBezTo>
                      <a:close/>
                    </a:path>
                  </a:pathLst>
                </a:custGeom>
                <a:solidFill>
                  <a:srgbClr val="FEFEFE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7" name="Google Shape;1107;p43"/>
                <p:cNvSpPr/>
                <p:nvPr/>
              </p:nvSpPr>
              <p:spPr>
                <a:xfrm>
                  <a:off x="6721713" y="3668521"/>
                  <a:ext cx="35884" cy="30076"/>
                </a:xfrm>
                <a:custGeom>
                  <a:rect b="b" l="l" r="r" t="t"/>
                  <a:pathLst>
                    <a:path extrusionOk="0" h="26325" w="31408">
                      <a:moveTo>
                        <a:pt x="-40" y="11716"/>
                      </a:moveTo>
                      <a:cubicBezTo>
                        <a:pt x="2080" y="7168"/>
                        <a:pt x="2735" y="3314"/>
                        <a:pt x="7668" y="1195"/>
                      </a:cubicBezTo>
                      <a:cubicBezTo>
                        <a:pt x="12131" y="-38"/>
                        <a:pt x="16798" y="-354"/>
                        <a:pt x="21388" y="270"/>
                      </a:cubicBezTo>
                      <a:cubicBezTo>
                        <a:pt x="25905" y="2879"/>
                        <a:pt x="29385" y="6960"/>
                        <a:pt x="31254" y="11832"/>
                      </a:cubicBezTo>
                      <a:cubicBezTo>
                        <a:pt x="31794" y="16961"/>
                        <a:pt x="30422" y="22106"/>
                        <a:pt x="27400" y="26284"/>
                      </a:cubicBezTo>
                      <a:lnTo>
                        <a:pt x="24163" y="26284"/>
                      </a:lnTo>
                      <a:cubicBezTo>
                        <a:pt x="20964" y="22006"/>
                        <a:pt x="16455" y="14028"/>
                        <a:pt x="11715" y="12487"/>
                      </a:cubicBezTo>
                      <a:lnTo>
                        <a:pt x="9094" y="16341"/>
                      </a:lnTo>
                      <a:lnTo>
                        <a:pt x="7822" y="16688"/>
                      </a:lnTo>
                      <a:lnTo>
                        <a:pt x="5395" y="9211"/>
                      </a:lnTo>
                      <a:lnTo>
                        <a:pt x="2967" y="16919"/>
                      </a:lnTo>
                      <a:close/>
                    </a:path>
                  </a:pathLst>
                </a:custGeom>
                <a:solidFill>
                  <a:srgbClr val="48AA3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8" name="Google Shape;1108;p43"/>
                <p:cNvSpPr/>
                <p:nvPr/>
              </p:nvSpPr>
              <p:spPr>
                <a:xfrm>
                  <a:off x="6334670" y="3375112"/>
                  <a:ext cx="30965" cy="36369"/>
                </a:xfrm>
                <a:custGeom>
                  <a:rect b="b" l="l" r="r" t="t"/>
                  <a:pathLst>
                    <a:path extrusionOk="0" h="31833" w="27103">
                      <a:moveTo>
                        <a:pt x="19202" y="-42"/>
                      </a:moveTo>
                      <a:lnTo>
                        <a:pt x="24482" y="3427"/>
                      </a:lnTo>
                      <a:cubicBezTo>
                        <a:pt x="26108" y="8737"/>
                        <a:pt x="26979" y="14252"/>
                        <a:pt x="27064" y="19806"/>
                      </a:cubicBezTo>
                      <a:cubicBezTo>
                        <a:pt x="23017" y="24700"/>
                        <a:pt x="19780" y="29633"/>
                        <a:pt x="13575" y="31792"/>
                      </a:cubicBezTo>
                      <a:cubicBezTo>
                        <a:pt x="8946" y="28196"/>
                        <a:pt x="4904" y="23906"/>
                        <a:pt x="1589" y="19074"/>
                      </a:cubicBezTo>
                      <a:cubicBezTo>
                        <a:pt x="-877" y="14950"/>
                        <a:pt x="-68" y="15412"/>
                        <a:pt x="934" y="11135"/>
                      </a:cubicBezTo>
                      <a:cubicBezTo>
                        <a:pt x="6021" y="4737"/>
                        <a:pt x="11725" y="2887"/>
                        <a:pt x="19202" y="-42"/>
                      </a:cubicBezTo>
                      <a:close/>
                    </a:path>
                  </a:pathLst>
                </a:custGeom>
                <a:solidFill>
                  <a:srgbClr val="48AA3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9" name="Google Shape;1109;p43"/>
                <p:cNvSpPr/>
                <p:nvPr/>
              </p:nvSpPr>
              <p:spPr>
                <a:xfrm>
                  <a:off x="5570577" y="3100689"/>
                  <a:ext cx="56668" cy="23619"/>
                </a:xfrm>
                <a:custGeom>
                  <a:rect b="b" l="l" r="r" t="t"/>
                  <a:pathLst>
                    <a:path extrusionOk="0" h="20673" w="49600">
                      <a:moveTo>
                        <a:pt x="28788" y="575"/>
                      </a:moveTo>
                      <a:lnTo>
                        <a:pt x="33143" y="-42"/>
                      </a:lnTo>
                      <a:cubicBezTo>
                        <a:pt x="37625" y="70"/>
                        <a:pt x="41941" y="1685"/>
                        <a:pt x="45398" y="4544"/>
                      </a:cubicBezTo>
                      <a:lnTo>
                        <a:pt x="38191" y="9747"/>
                      </a:lnTo>
                      <a:lnTo>
                        <a:pt x="38191" y="12638"/>
                      </a:lnTo>
                      <a:cubicBezTo>
                        <a:pt x="42049" y="12156"/>
                        <a:pt x="45969" y="12688"/>
                        <a:pt x="49561" y="14179"/>
                      </a:cubicBezTo>
                      <a:cubicBezTo>
                        <a:pt x="43571" y="17043"/>
                        <a:pt x="37178" y="18954"/>
                        <a:pt x="30599" y="19844"/>
                      </a:cubicBezTo>
                      <a:cubicBezTo>
                        <a:pt x="23354" y="20461"/>
                        <a:pt x="14143" y="21617"/>
                        <a:pt x="7167" y="18958"/>
                      </a:cubicBezTo>
                      <a:cubicBezTo>
                        <a:pt x="2427" y="17185"/>
                        <a:pt x="1463" y="14796"/>
                        <a:pt x="-40" y="10325"/>
                      </a:cubicBezTo>
                      <a:lnTo>
                        <a:pt x="3467" y="4544"/>
                      </a:lnTo>
                      <a:cubicBezTo>
                        <a:pt x="11175" y="1114"/>
                        <a:pt x="20386" y="1268"/>
                        <a:pt x="28788" y="575"/>
                      </a:cubicBezTo>
                      <a:close/>
                    </a:path>
                  </a:pathLst>
                </a:custGeom>
                <a:solidFill>
                  <a:srgbClr val="48AA3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0" name="Google Shape;1110;p43"/>
                <p:cNvSpPr/>
                <p:nvPr/>
              </p:nvSpPr>
              <p:spPr>
                <a:xfrm>
                  <a:off x="6556812" y="3569619"/>
                  <a:ext cx="56799" cy="48346"/>
                </a:xfrm>
                <a:custGeom>
                  <a:rect b="b" l="l" r="r" t="t"/>
                  <a:pathLst>
                    <a:path extrusionOk="0" h="42316" w="49715">
                      <a:moveTo>
                        <a:pt x="-40" y="-42"/>
                      </a:moveTo>
                      <a:lnTo>
                        <a:pt x="11869" y="-42"/>
                      </a:lnTo>
                      <a:cubicBezTo>
                        <a:pt x="32488" y="922"/>
                        <a:pt x="31833" y="19806"/>
                        <a:pt x="43433" y="32562"/>
                      </a:cubicBezTo>
                      <a:cubicBezTo>
                        <a:pt x="46300" y="35222"/>
                        <a:pt x="48450" y="38563"/>
                        <a:pt x="49676" y="42274"/>
                      </a:cubicBezTo>
                      <a:cubicBezTo>
                        <a:pt x="25346" y="41276"/>
                        <a:pt x="4832" y="23818"/>
                        <a:pt x="-40" y="-42"/>
                      </a:cubicBezTo>
                      <a:close/>
                    </a:path>
                  </a:pathLst>
                </a:custGeom>
                <a:solidFill>
                  <a:srgbClr val="0C8E1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1" name="Google Shape;1111;p43"/>
                <p:cNvSpPr/>
                <p:nvPr/>
              </p:nvSpPr>
              <p:spPr>
                <a:xfrm>
                  <a:off x="5649350" y="3093816"/>
                  <a:ext cx="63273" cy="58517"/>
                </a:xfrm>
                <a:custGeom>
                  <a:rect b="b" l="l" r="r" t="t"/>
                  <a:pathLst>
                    <a:path extrusionOk="0" h="51218" w="55381">
                      <a:moveTo>
                        <a:pt x="53337" y="-42"/>
                      </a:moveTo>
                      <a:lnTo>
                        <a:pt x="55342" y="2733"/>
                      </a:lnTo>
                      <a:lnTo>
                        <a:pt x="52451" y="7782"/>
                      </a:lnTo>
                      <a:cubicBezTo>
                        <a:pt x="48597" y="14834"/>
                        <a:pt x="44473" y="20345"/>
                        <a:pt x="46978" y="28747"/>
                      </a:cubicBezTo>
                      <a:cubicBezTo>
                        <a:pt x="50135" y="36802"/>
                        <a:pt x="47533" y="45974"/>
                        <a:pt x="40619" y="51177"/>
                      </a:cubicBezTo>
                      <a:cubicBezTo>
                        <a:pt x="38091" y="48121"/>
                        <a:pt x="36727" y="44274"/>
                        <a:pt x="36766" y="40309"/>
                      </a:cubicBezTo>
                      <a:lnTo>
                        <a:pt x="39463" y="37842"/>
                      </a:lnTo>
                      <a:cubicBezTo>
                        <a:pt x="39274" y="33299"/>
                        <a:pt x="38022" y="28863"/>
                        <a:pt x="35802" y="24893"/>
                      </a:cubicBezTo>
                      <a:lnTo>
                        <a:pt x="34338" y="26512"/>
                      </a:lnTo>
                      <a:cubicBezTo>
                        <a:pt x="28094" y="26897"/>
                        <a:pt x="18498" y="26319"/>
                        <a:pt x="13102" y="23043"/>
                      </a:cubicBezTo>
                      <a:cubicBezTo>
                        <a:pt x="7591" y="20211"/>
                        <a:pt x="3024" y="15829"/>
                        <a:pt x="-40" y="10441"/>
                      </a:cubicBezTo>
                      <a:cubicBezTo>
                        <a:pt x="1020" y="6182"/>
                        <a:pt x="4365" y="2868"/>
                        <a:pt x="8632" y="1847"/>
                      </a:cubicBezTo>
                      <a:cubicBezTo>
                        <a:pt x="16995" y="-466"/>
                        <a:pt x="24934" y="4776"/>
                        <a:pt x="32179" y="8437"/>
                      </a:cubicBezTo>
                      <a:close/>
                    </a:path>
                  </a:pathLst>
                </a:custGeom>
                <a:solidFill>
                  <a:srgbClr val="48AA3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2" name="Google Shape;1112;p43"/>
                <p:cNvSpPr/>
                <p:nvPr/>
              </p:nvSpPr>
              <p:spPr>
                <a:xfrm>
                  <a:off x="6152468" y="3218758"/>
                  <a:ext cx="69365" cy="54554"/>
                </a:xfrm>
                <a:custGeom>
                  <a:rect b="b" l="l" r="r" t="t"/>
                  <a:pathLst>
                    <a:path extrusionOk="0" h="47750" w="60713">
                      <a:moveTo>
                        <a:pt x="46323" y="-42"/>
                      </a:moveTo>
                      <a:cubicBezTo>
                        <a:pt x="49823" y="648"/>
                        <a:pt x="53118" y="2124"/>
                        <a:pt x="55958" y="4275"/>
                      </a:cubicBezTo>
                      <a:cubicBezTo>
                        <a:pt x="59296" y="7581"/>
                        <a:pt x="61003" y="12194"/>
                        <a:pt x="60622" y="16877"/>
                      </a:cubicBezTo>
                      <a:cubicBezTo>
                        <a:pt x="54108" y="34451"/>
                        <a:pt x="34954" y="40270"/>
                        <a:pt x="19230" y="47708"/>
                      </a:cubicBezTo>
                      <a:lnTo>
                        <a:pt x="-40" y="32986"/>
                      </a:lnTo>
                      <a:cubicBezTo>
                        <a:pt x="5048" y="27668"/>
                        <a:pt x="10867" y="20114"/>
                        <a:pt x="17110" y="16260"/>
                      </a:cubicBezTo>
                      <a:cubicBezTo>
                        <a:pt x="26437" y="10364"/>
                        <a:pt x="36766" y="6279"/>
                        <a:pt x="46323" y="-42"/>
                      </a:cubicBezTo>
                      <a:close/>
                    </a:path>
                  </a:pathLst>
                </a:custGeom>
                <a:solidFill>
                  <a:srgbClr val="48AA3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3" name="Google Shape;1113;p43"/>
                <p:cNvSpPr/>
                <p:nvPr/>
              </p:nvSpPr>
              <p:spPr>
                <a:xfrm>
                  <a:off x="6381253" y="3342247"/>
                  <a:ext cx="69938" cy="125048"/>
                </a:xfrm>
                <a:custGeom>
                  <a:rect b="b" l="l" r="r" t="t"/>
                  <a:pathLst>
                    <a:path extrusionOk="0" h="109451" w="61215">
                      <a:moveTo>
                        <a:pt x="16298" y="-42"/>
                      </a:moveTo>
                      <a:cubicBezTo>
                        <a:pt x="30981" y="4698"/>
                        <a:pt x="34758" y="29865"/>
                        <a:pt x="45973" y="38497"/>
                      </a:cubicBezTo>
                      <a:cubicBezTo>
                        <a:pt x="50405" y="41889"/>
                        <a:pt x="54837" y="37804"/>
                        <a:pt x="59654" y="43739"/>
                      </a:cubicBezTo>
                      <a:cubicBezTo>
                        <a:pt x="60155" y="47092"/>
                        <a:pt x="62545" y="59347"/>
                        <a:pt x="60078" y="62122"/>
                      </a:cubicBezTo>
                      <a:cubicBezTo>
                        <a:pt x="57612" y="64897"/>
                        <a:pt x="56224" y="61660"/>
                        <a:pt x="53719" y="65976"/>
                      </a:cubicBezTo>
                      <a:cubicBezTo>
                        <a:pt x="55500" y="68219"/>
                        <a:pt x="56991" y="70678"/>
                        <a:pt x="58151" y="73298"/>
                      </a:cubicBezTo>
                      <a:cubicBezTo>
                        <a:pt x="60171" y="77719"/>
                        <a:pt x="59704" y="82879"/>
                        <a:pt x="56918" y="86864"/>
                      </a:cubicBezTo>
                      <a:cubicBezTo>
                        <a:pt x="46909" y="92784"/>
                        <a:pt x="37371" y="99470"/>
                        <a:pt x="28399" y="106866"/>
                      </a:cubicBezTo>
                      <a:cubicBezTo>
                        <a:pt x="25385" y="108816"/>
                        <a:pt x="21797" y="109687"/>
                        <a:pt x="18225" y="109333"/>
                      </a:cubicBezTo>
                      <a:cubicBezTo>
                        <a:pt x="15450" y="103089"/>
                        <a:pt x="20190" y="96460"/>
                        <a:pt x="22464" y="90063"/>
                      </a:cubicBezTo>
                      <a:cubicBezTo>
                        <a:pt x="19172" y="83442"/>
                        <a:pt x="17207" y="76243"/>
                        <a:pt x="16683" y="68866"/>
                      </a:cubicBezTo>
                      <a:cubicBezTo>
                        <a:pt x="20113" y="63432"/>
                        <a:pt x="24391" y="63664"/>
                        <a:pt x="28938" y="59232"/>
                      </a:cubicBezTo>
                      <a:cubicBezTo>
                        <a:pt x="23235" y="55378"/>
                        <a:pt x="13947" y="50869"/>
                        <a:pt x="9669" y="45666"/>
                      </a:cubicBezTo>
                      <a:cubicBezTo>
                        <a:pt x="2185" y="35954"/>
                        <a:pt x="-1180" y="23691"/>
                        <a:pt x="304" y="11520"/>
                      </a:cubicBezTo>
                      <a:cubicBezTo>
                        <a:pt x="4505" y="4429"/>
                        <a:pt x="8936" y="2926"/>
                        <a:pt x="16298" y="-42"/>
                      </a:cubicBezTo>
                      <a:close/>
                    </a:path>
                  </a:pathLst>
                </a:custGeom>
                <a:solidFill>
                  <a:srgbClr val="0C8E1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4" name="Google Shape;1114;p43"/>
                <p:cNvSpPr/>
                <p:nvPr/>
              </p:nvSpPr>
              <p:spPr>
                <a:xfrm>
                  <a:off x="5756738" y="3198361"/>
                  <a:ext cx="97718" cy="93135"/>
                </a:xfrm>
                <a:custGeom>
                  <a:rect b="b" l="l" r="r" t="t"/>
                  <a:pathLst>
                    <a:path extrusionOk="0" h="81519" w="85530">
                      <a:moveTo>
                        <a:pt x="11039" y="-42"/>
                      </a:moveTo>
                      <a:lnTo>
                        <a:pt x="14122" y="1076"/>
                      </a:lnTo>
                      <a:cubicBezTo>
                        <a:pt x="18940" y="4005"/>
                        <a:pt x="21406" y="8398"/>
                        <a:pt x="28305" y="7512"/>
                      </a:cubicBezTo>
                      <a:cubicBezTo>
                        <a:pt x="30309" y="7242"/>
                        <a:pt x="33816" y="2463"/>
                        <a:pt x="36013" y="1692"/>
                      </a:cubicBezTo>
                      <a:cubicBezTo>
                        <a:pt x="39562" y="1488"/>
                        <a:pt x="43119" y="1719"/>
                        <a:pt x="46611" y="2386"/>
                      </a:cubicBezTo>
                      <a:cubicBezTo>
                        <a:pt x="58442" y="3812"/>
                        <a:pt x="75978" y="6587"/>
                        <a:pt x="82799" y="17802"/>
                      </a:cubicBezTo>
                      <a:cubicBezTo>
                        <a:pt x="87116" y="24777"/>
                        <a:pt x="84996" y="32562"/>
                        <a:pt x="82337" y="39615"/>
                      </a:cubicBezTo>
                      <a:lnTo>
                        <a:pt x="81566" y="41581"/>
                      </a:lnTo>
                      <a:cubicBezTo>
                        <a:pt x="83535" y="44964"/>
                        <a:pt x="84846" y="48691"/>
                        <a:pt x="85420" y="52564"/>
                      </a:cubicBezTo>
                      <a:cubicBezTo>
                        <a:pt x="86268" y="62353"/>
                        <a:pt x="79331" y="72296"/>
                        <a:pt x="73357" y="79542"/>
                      </a:cubicBezTo>
                      <a:cubicBezTo>
                        <a:pt x="64952" y="81777"/>
                        <a:pt x="56149" y="82082"/>
                        <a:pt x="47613" y="80428"/>
                      </a:cubicBezTo>
                      <a:cubicBezTo>
                        <a:pt x="38826" y="78077"/>
                        <a:pt x="33122" y="74223"/>
                        <a:pt x="23487" y="74223"/>
                      </a:cubicBezTo>
                      <a:cubicBezTo>
                        <a:pt x="20427" y="76509"/>
                        <a:pt x="16704" y="77727"/>
                        <a:pt x="12889" y="77692"/>
                      </a:cubicBezTo>
                      <a:lnTo>
                        <a:pt x="12157" y="74262"/>
                      </a:lnTo>
                      <a:lnTo>
                        <a:pt x="18824" y="67518"/>
                      </a:lnTo>
                      <a:lnTo>
                        <a:pt x="2368" y="52102"/>
                      </a:lnTo>
                      <a:cubicBezTo>
                        <a:pt x="2753" y="41542"/>
                        <a:pt x="3948" y="29364"/>
                        <a:pt x="1173" y="19074"/>
                      </a:cubicBezTo>
                      <a:lnTo>
                        <a:pt x="-22" y="14564"/>
                      </a:lnTo>
                      <a:cubicBezTo>
                        <a:pt x="-446" y="8283"/>
                        <a:pt x="6800" y="3889"/>
                        <a:pt x="11039" y="-42"/>
                      </a:cubicBezTo>
                      <a:close/>
                    </a:path>
                  </a:pathLst>
                </a:custGeom>
                <a:solidFill>
                  <a:srgbClr val="48AA3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5" name="Google Shape;1115;p43"/>
                <p:cNvSpPr/>
                <p:nvPr/>
              </p:nvSpPr>
              <p:spPr>
                <a:xfrm>
                  <a:off x="6349678" y="3536401"/>
                  <a:ext cx="121113" cy="111926"/>
                </a:xfrm>
                <a:custGeom>
                  <a:rect b="b" l="l" r="r" t="t"/>
                  <a:pathLst>
                    <a:path extrusionOk="0" h="97966" w="106007">
                      <a:moveTo>
                        <a:pt x="46502" y="-42"/>
                      </a:moveTo>
                      <a:cubicBezTo>
                        <a:pt x="50105" y="482"/>
                        <a:pt x="53412" y="2240"/>
                        <a:pt x="55867" y="4930"/>
                      </a:cubicBezTo>
                      <a:lnTo>
                        <a:pt x="56484" y="15412"/>
                      </a:lnTo>
                      <a:cubicBezTo>
                        <a:pt x="66966" y="28516"/>
                        <a:pt x="79839" y="49558"/>
                        <a:pt x="93636" y="58384"/>
                      </a:cubicBezTo>
                      <a:cubicBezTo>
                        <a:pt x="98187" y="61186"/>
                        <a:pt x="102338" y="64596"/>
                        <a:pt x="105968" y="68520"/>
                      </a:cubicBezTo>
                      <a:lnTo>
                        <a:pt x="105390" y="76767"/>
                      </a:lnTo>
                      <a:cubicBezTo>
                        <a:pt x="93443" y="90371"/>
                        <a:pt x="75060" y="92375"/>
                        <a:pt x="58218" y="96692"/>
                      </a:cubicBezTo>
                      <a:lnTo>
                        <a:pt x="49161" y="97925"/>
                      </a:lnTo>
                      <a:cubicBezTo>
                        <a:pt x="29159" y="85554"/>
                        <a:pt x="9581" y="77499"/>
                        <a:pt x="987" y="53566"/>
                      </a:cubicBezTo>
                      <a:cubicBezTo>
                        <a:pt x="-759" y="49061"/>
                        <a:pt x="-258" y="43997"/>
                        <a:pt x="2336" y="39923"/>
                      </a:cubicBezTo>
                      <a:cubicBezTo>
                        <a:pt x="6190" y="32871"/>
                        <a:pt x="14707" y="27861"/>
                        <a:pt x="19717" y="21579"/>
                      </a:cubicBezTo>
                      <a:cubicBezTo>
                        <a:pt x="23147" y="17224"/>
                        <a:pt x="24496" y="10017"/>
                        <a:pt x="29044" y="6857"/>
                      </a:cubicBezTo>
                      <a:cubicBezTo>
                        <a:pt x="34566" y="3870"/>
                        <a:pt x="40428" y="1554"/>
                        <a:pt x="46502" y="-42"/>
                      </a:cubicBezTo>
                      <a:close/>
                    </a:path>
                  </a:pathLst>
                </a:custGeom>
                <a:solidFill>
                  <a:srgbClr val="0C8E1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6" name="Google Shape;1116;p43"/>
                <p:cNvSpPr/>
                <p:nvPr/>
              </p:nvSpPr>
              <p:spPr>
                <a:xfrm>
                  <a:off x="5704420" y="3012317"/>
                  <a:ext cx="221960" cy="118659"/>
                </a:xfrm>
                <a:custGeom>
                  <a:rect b="b" l="l" r="r" t="t"/>
                  <a:pathLst>
                    <a:path extrusionOk="0" h="103859" w="194276">
                      <a:moveTo>
                        <a:pt x="119394" y="571"/>
                      </a:moveTo>
                      <a:cubicBezTo>
                        <a:pt x="146102" y="-1703"/>
                        <a:pt x="168069" y="2806"/>
                        <a:pt x="194237" y="6622"/>
                      </a:cubicBezTo>
                      <a:cubicBezTo>
                        <a:pt x="185234" y="10110"/>
                        <a:pt x="176609" y="14499"/>
                        <a:pt x="168493" y="19725"/>
                      </a:cubicBezTo>
                      <a:cubicBezTo>
                        <a:pt x="158396" y="26816"/>
                        <a:pt x="150611" y="35757"/>
                        <a:pt x="139280" y="41307"/>
                      </a:cubicBezTo>
                      <a:cubicBezTo>
                        <a:pt x="123055" y="49015"/>
                        <a:pt x="87021" y="51790"/>
                        <a:pt x="76037" y="64431"/>
                      </a:cubicBezTo>
                      <a:cubicBezTo>
                        <a:pt x="79891" y="69749"/>
                        <a:pt x="89372" y="69711"/>
                        <a:pt x="95307" y="73680"/>
                      </a:cubicBezTo>
                      <a:lnTo>
                        <a:pt x="96193" y="79846"/>
                      </a:lnTo>
                      <a:cubicBezTo>
                        <a:pt x="93842" y="84240"/>
                        <a:pt x="94074" y="84857"/>
                        <a:pt x="89526" y="86629"/>
                      </a:cubicBezTo>
                      <a:cubicBezTo>
                        <a:pt x="82993" y="84564"/>
                        <a:pt x="76037" y="84221"/>
                        <a:pt x="69331" y="85627"/>
                      </a:cubicBezTo>
                      <a:lnTo>
                        <a:pt x="67135" y="86051"/>
                      </a:lnTo>
                      <a:cubicBezTo>
                        <a:pt x="46119" y="89593"/>
                        <a:pt x="25581" y="95555"/>
                        <a:pt x="5934" y="103818"/>
                      </a:cubicBezTo>
                      <a:cubicBezTo>
                        <a:pt x="11715" y="89558"/>
                        <a:pt x="22968" y="77842"/>
                        <a:pt x="27863" y="64200"/>
                      </a:cubicBezTo>
                      <a:cubicBezTo>
                        <a:pt x="26872" y="62369"/>
                        <a:pt x="25566" y="60723"/>
                        <a:pt x="24009" y="59344"/>
                      </a:cubicBezTo>
                      <a:cubicBezTo>
                        <a:pt x="18914" y="55243"/>
                        <a:pt x="12459" y="53220"/>
                        <a:pt x="5934" y="53678"/>
                      </a:cubicBezTo>
                      <a:cubicBezTo>
                        <a:pt x="2851" y="53678"/>
                        <a:pt x="2427" y="52676"/>
                        <a:pt x="-40" y="50942"/>
                      </a:cubicBezTo>
                      <a:cubicBezTo>
                        <a:pt x="608" y="48606"/>
                        <a:pt x="1637" y="46390"/>
                        <a:pt x="3005" y="44390"/>
                      </a:cubicBezTo>
                      <a:cubicBezTo>
                        <a:pt x="15415" y="26816"/>
                        <a:pt x="95692" y="4117"/>
                        <a:pt x="119394" y="571"/>
                      </a:cubicBezTo>
                      <a:close/>
                    </a:path>
                  </a:pathLst>
                </a:custGeom>
                <a:solidFill>
                  <a:srgbClr val="48AA3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7" name="Google Shape;1117;p43"/>
                <p:cNvSpPr/>
                <p:nvPr/>
              </p:nvSpPr>
              <p:spPr>
                <a:xfrm>
                  <a:off x="5813766" y="3016239"/>
                  <a:ext cx="351280" cy="313352"/>
                </a:xfrm>
                <a:custGeom>
                  <a:rect b="b" l="l" r="r" t="t"/>
                  <a:pathLst>
                    <a:path extrusionOk="0" h="274269" w="307466">
                      <a:moveTo>
                        <a:pt x="212929" y="493"/>
                      </a:moveTo>
                      <a:cubicBezTo>
                        <a:pt x="220193" y="-220"/>
                        <a:pt x="227516" y="-220"/>
                        <a:pt x="234781" y="493"/>
                      </a:cubicBezTo>
                      <a:cubicBezTo>
                        <a:pt x="261488" y="4000"/>
                        <a:pt x="290663" y="18838"/>
                        <a:pt x="307427" y="39764"/>
                      </a:cubicBezTo>
                      <a:cubicBezTo>
                        <a:pt x="299037" y="46455"/>
                        <a:pt x="290131" y="52471"/>
                        <a:pt x="280797" y="57762"/>
                      </a:cubicBezTo>
                      <a:lnTo>
                        <a:pt x="282030" y="59843"/>
                      </a:lnTo>
                      <a:cubicBezTo>
                        <a:pt x="286693" y="68091"/>
                        <a:pt x="287695" y="70480"/>
                        <a:pt x="285113" y="79344"/>
                      </a:cubicBezTo>
                      <a:cubicBezTo>
                        <a:pt x="288736" y="88131"/>
                        <a:pt x="287734" y="94298"/>
                        <a:pt x="288543" y="103431"/>
                      </a:cubicBezTo>
                      <a:cubicBezTo>
                        <a:pt x="293245" y="104854"/>
                        <a:pt x="297750" y="106861"/>
                        <a:pt x="301955" y="109405"/>
                      </a:cubicBezTo>
                      <a:cubicBezTo>
                        <a:pt x="306579" y="133030"/>
                        <a:pt x="280334" y="142973"/>
                        <a:pt x="270738" y="160277"/>
                      </a:cubicBezTo>
                      <a:cubicBezTo>
                        <a:pt x="272063" y="163718"/>
                        <a:pt x="273092" y="167260"/>
                        <a:pt x="273821" y="170875"/>
                      </a:cubicBezTo>
                      <a:cubicBezTo>
                        <a:pt x="271347" y="173303"/>
                        <a:pt x="268591" y="175423"/>
                        <a:pt x="265612" y="177196"/>
                      </a:cubicBezTo>
                      <a:cubicBezTo>
                        <a:pt x="258632" y="183100"/>
                        <a:pt x="251210" y="188457"/>
                        <a:pt x="243413" y="193228"/>
                      </a:cubicBezTo>
                      <a:cubicBezTo>
                        <a:pt x="233239" y="198778"/>
                        <a:pt x="219943" y="200435"/>
                        <a:pt x="211349" y="208412"/>
                      </a:cubicBezTo>
                      <a:cubicBezTo>
                        <a:pt x="192965" y="225562"/>
                        <a:pt x="203332" y="252540"/>
                        <a:pt x="193621" y="272388"/>
                      </a:cubicBezTo>
                      <a:cubicBezTo>
                        <a:pt x="190322" y="274087"/>
                        <a:pt x="186549" y="274631"/>
                        <a:pt x="182907" y="273929"/>
                      </a:cubicBezTo>
                      <a:cubicBezTo>
                        <a:pt x="168030" y="273158"/>
                        <a:pt x="155390" y="251461"/>
                        <a:pt x="145716" y="240747"/>
                      </a:cubicBezTo>
                      <a:cubicBezTo>
                        <a:pt x="138008" y="233039"/>
                        <a:pt x="126447" y="223867"/>
                        <a:pt x="121089" y="214617"/>
                      </a:cubicBezTo>
                      <a:cubicBezTo>
                        <a:pt x="116388" y="206447"/>
                        <a:pt x="115540" y="195348"/>
                        <a:pt x="112380" y="186406"/>
                      </a:cubicBezTo>
                      <a:cubicBezTo>
                        <a:pt x="108256" y="175843"/>
                        <a:pt x="103481" y="165545"/>
                        <a:pt x="98082" y="155575"/>
                      </a:cubicBezTo>
                      <a:cubicBezTo>
                        <a:pt x="103920" y="147609"/>
                        <a:pt x="107427" y="138175"/>
                        <a:pt x="108217" y="128328"/>
                      </a:cubicBezTo>
                      <a:cubicBezTo>
                        <a:pt x="101165" y="114454"/>
                        <a:pt x="76923" y="104626"/>
                        <a:pt x="62664" y="100502"/>
                      </a:cubicBezTo>
                      <a:cubicBezTo>
                        <a:pt x="52413" y="97535"/>
                        <a:pt x="43780" y="96649"/>
                        <a:pt x="35686" y="88941"/>
                      </a:cubicBezTo>
                      <a:lnTo>
                        <a:pt x="34376" y="87630"/>
                      </a:lnTo>
                      <a:lnTo>
                        <a:pt x="-40" y="83352"/>
                      </a:lnTo>
                      <a:cubicBezTo>
                        <a:pt x="8593" y="78458"/>
                        <a:pt x="15569" y="71791"/>
                        <a:pt x="23662" y="66164"/>
                      </a:cubicBezTo>
                      <a:cubicBezTo>
                        <a:pt x="34303" y="59389"/>
                        <a:pt x="45333" y="53238"/>
                        <a:pt x="56690" y="47742"/>
                      </a:cubicBezTo>
                      <a:cubicBezTo>
                        <a:pt x="60213" y="46019"/>
                        <a:pt x="63535" y="43915"/>
                        <a:pt x="66595" y="41460"/>
                      </a:cubicBezTo>
                      <a:cubicBezTo>
                        <a:pt x="72954" y="35988"/>
                        <a:pt x="77116" y="28318"/>
                        <a:pt x="83591" y="22884"/>
                      </a:cubicBezTo>
                      <a:cubicBezTo>
                        <a:pt x="93542" y="14945"/>
                        <a:pt x="106183" y="11176"/>
                        <a:pt x="118854" y="12363"/>
                      </a:cubicBezTo>
                      <a:cubicBezTo>
                        <a:pt x="149300" y="15639"/>
                        <a:pt x="183986" y="9550"/>
                        <a:pt x="212929" y="493"/>
                      </a:cubicBezTo>
                      <a:close/>
                    </a:path>
                  </a:pathLst>
                </a:custGeom>
                <a:solidFill>
                  <a:srgbClr val="48AA3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8" name="Google Shape;1118;p43"/>
                <p:cNvSpPr/>
                <p:nvPr/>
              </p:nvSpPr>
              <p:spPr>
                <a:xfrm>
                  <a:off x="5637772" y="4012028"/>
                  <a:ext cx="540772" cy="781156"/>
                </a:xfrm>
                <a:custGeom>
                  <a:rect b="b" l="l" r="r" t="t"/>
                  <a:pathLst>
                    <a:path extrusionOk="0" h="683725" w="473323">
                      <a:moveTo>
                        <a:pt x="128635" y="-42"/>
                      </a:moveTo>
                      <a:cubicBezTo>
                        <a:pt x="135186" y="883"/>
                        <a:pt x="142702" y="6510"/>
                        <a:pt x="148829" y="9400"/>
                      </a:cubicBezTo>
                      <a:cubicBezTo>
                        <a:pt x="166789" y="17802"/>
                        <a:pt x="182705" y="19652"/>
                        <a:pt x="202283" y="20654"/>
                      </a:cubicBezTo>
                      <a:cubicBezTo>
                        <a:pt x="211417" y="29595"/>
                        <a:pt x="218393" y="41889"/>
                        <a:pt x="228297" y="49789"/>
                      </a:cubicBezTo>
                      <a:cubicBezTo>
                        <a:pt x="232922" y="52692"/>
                        <a:pt x="237928" y="54935"/>
                        <a:pt x="243174" y="56457"/>
                      </a:cubicBezTo>
                      <a:cubicBezTo>
                        <a:pt x="253001" y="60542"/>
                        <a:pt x="267184" y="69753"/>
                        <a:pt x="277859" y="69329"/>
                      </a:cubicBezTo>
                      <a:cubicBezTo>
                        <a:pt x="290037" y="68790"/>
                        <a:pt x="300983" y="64704"/>
                        <a:pt x="313508" y="66362"/>
                      </a:cubicBezTo>
                      <a:cubicBezTo>
                        <a:pt x="321539" y="75626"/>
                        <a:pt x="327833" y="86267"/>
                        <a:pt x="332084" y="97771"/>
                      </a:cubicBezTo>
                      <a:cubicBezTo>
                        <a:pt x="335668" y="107483"/>
                        <a:pt x="331236" y="117310"/>
                        <a:pt x="326919" y="125943"/>
                      </a:cubicBezTo>
                      <a:cubicBezTo>
                        <a:pt x="345573" y="145598"/>
                        <a:pt x="372589" y="156466"/>
                        <a:pt x="398603" y="163249"/>
                      </a:cubicBezTo>
                      <a:lnTo>
                        <a:pt x="420763" y="155541"/>
                      </a:lnTo>
                      <a:cubicBezTo>
                        <a:pt x="433905" y="162979"/>
                        <a:pt x="465700" y="180322"/>
                        <a:pt x="471596" y="194274"/>
                      </a:cubicBezTo>
                      <a:cubicBezTo>
                        <a:pt x="474190" y="200409"/>
                        <a:pt x="473777" y="207408"/>
                        <a:pt x="470478" y="213196"/>
                      </a:cubicBezTo>
                      <a:cubicBezTo>
                        <a:pt x="466625" y="219440"/>
                        <a:pt x="461229" y="224758"/>
                        <a:pt x="457028" y="230963"/>
                      </a:cubicBezTo>
                      <a:cubicBezTo>
                        <a:pt x="448769" y="242852"/>
                        <a:pt x="441940" y="255670"/>
                        <a:pt x="436680" y="269155"/>
                      </a:cubicBezTo>
                      <a:cubicBezTo>
                        <a:pt x="426235" y="296711"/>
                        <a:pt x="440148" y="328313"/>
                        <a:pt x="430359" y="355792"/>
                      </a:cubicBezTo>
                      <a:cubicBezTo>
                        <a:pt x="428972" y="359646"/>
                        <a:pt x="426775" y="364039"/>
                        <a:pt x="422381" y="364694"/>
                      </a:cubicBezTo>
                      <a:cubicBezTo>
                        <a:pt x="416601" y="365581"/>
                        <a:pt x="409355" y="363577"/>
                        <a:pt x="403112" y="363885"/>
                      </a:cubicBezTo>
                      <a:cubicBezTo>
                        <a:pt x="386309" y="364694"/>
                        <a:pt x="367771" y="371593"/>
                        <a:pt x="352625" y="378800"/>
                      </a:cubicBezTo>
                      <a:lnTo>
                        <a:pt x="350120" y="379994"/>
                      </a:lnTo>
                      <a:cubicBezTo>
                        <a:pt x="348926" y="389937"/>
                        <a:pt x="349658" y="400998"/>
                        <a:pt x="347885" y="410826"/>
                      </a:cubicBezTo>
                      <a:cubicBezTo>
                        <a:pt x="346921" y="415951"/>
                        <a:pt x="341757" y="421270"/>
                        <a:pt x="340177" y="426473"/>
                      </a:cubicBezTo>
                      <a:cubicBezTo>
                        <a:pt x="338096" y="434674"/>
                        <a:pt x="336473" y="442987"/>
                        <a:pt x="335321" y="451369"/>
                      </a:cubicBezTo>
                      <a:cubicBezTo>
                        <a:pt x="334570" y="456233"/>
                        <a:pt x="332878" y="460908"/>
                        <a:pt x="330350" y="465128"/>
                      </a:cubicBezTo>
                      <a:cubicBezTo>
                        <a:pt x="324993" y="472373"/>
                        <a:pt x="304066" y="475803"/>
                        <a:pt x="295317" y="478539"/>
                      </a:cubicBezTo>
                      <a:cubicBezTo>
                        <a:pt x="282950" y="481823"/>
                        <a:pt x="271076" y="486748"/>
                        <a:pt x="260015" y="493184"/>
                      </a:cubicBezTo>
                      <a:cubicBezTo>
                        <a:pt x="258088" y="500314"/>
                        <a:pt x="266683" y="499235"/>
                        <a:pt x="267723" y="506789"/>
                      </a:cubicBezTo>
                      <a:cubicBezTo>
                        <a:pt x="263222" y="506665"/>
                        <a:pt x="258859" y="508361"/>
                        <a:pt x="255622" y="511491"/>
                      </a:cubicBezTo>
                      <a:cubicBezTo>
                        <a:pt x="255313" y="520008"/>
                        <a:pt x="249725" y="528371"/>
                        <a:pt x="245910" y="535847"/>
                      </a:cubicBezTo>
                      <a:cubicBezTo>
                        <a:pt x="238480" y="535339"/>
                        <a:pt x="231014" y="536082"/>
                        <a:pt x="223827" y="538044"/>
                      </a:cubicBezTo>
                      <a:cubicBezTo>
                        <a:pt x="218377" y="542522"/>
                        <a:pt x="214204" y="548357"/>
                        <a:pt x="211725" y="554963"/>
                      </a:cubicBezTo>
                      <a:lnTo>
                        <a:pt x="207024" y="572691"/>
                      </a:lnTo>
                      <a:cubicBezTo>
                        <a:pt x="197427" y="614159"/>
                        <a:pt x="205251" y="647573"/>
                        <a:pt x="227334" y="683684"/>
                      </a:cubicBezTo>
                      <a:cubicBezTo>
                        <a:pt x="216104" y="682817"/>
                        <a:pt x="204981" y="680894"/>
                        <a:pt x="194113" y="677942"/>
                      </a:cubicBezTo>
                      <a:cubicBezTo>
                        <a:pt x="176262" y="673325"/>
                        <a:pt x="161081" y="661597"/>
                        <a:pt x="152105" y="645492"/>
                      </a:cubicBezTo>
                      <a:cubicBezTo>
                        <a:pt x="144397" y="631348"/>
                        <a:pt x="143935" y="617743"/>
                        <a:pt x="140852" y="602559"/>
                      </a:cubicBezTo>
                      <a:cubicBezTo>
                        <a:pt x="135842" y="577778"/>
                        <a:pt x="128211" y="553730"/>
                        <a:pt x="125937" y="528371"/>
                      </a:cubicBezTo>
                      <a:cubicBezTo>
                        <a:pt x="123586" y="502010"/>
                        <a:pt x="127479" y="474685"/>
                        <a:pt x="129059" y="448363"/>
                      </a:cubicBezTo>
                      <a:cubicBezTo>
                        <a:pt x="129714" y="437534"/>
                        <a:pt x="127979" y="427167"/>
                        <a:pt x="131255" y="416607"/>
                      </a:cubicBezTo>
                      <a:lnTo>
                        <a:pt x="137267" y="413716"/>
                      </a:lnTo>
                      <a:cubicBezTo>
                        <a:pt x="136612" y="382885"/>
                        <a:pt x="129560" y="362420"/>
                        <a:pt x="112256" y="337293"/>
                      </a:cubicBezTo>
                      <a:cubicBezTo>
                        <a:pt x="102463" y="335408"/>
                        <a:pt x="93075" y="331836"/>
                        <a:pt x="84507" y="326733"/>
                      </a:cubicBezTo>
                      <a:cubicBezTo>
                        <a:pt x="63542" y="312820"/>
                        <a:pt x="54331" y="288579"/>
                        <a:pt x="40804" y="268423"/>
                      </a:cubicBezTo>
                      <a:cubicBezTo>
                        <a:pt x="34175" y="258480"/>
                        <a:pt x="22536" y="252352"/>
                        <a:pt x="16678" y="242486"/>
                      </a:cubicBezTo>
                      <a:cubicBezTo>
                        <a:pt x="10126" y="231464"/>
                        <a:pt x="7390" y="217281"/>
                        <a:pt x="4615" y="204910"/>
                      </a:cubicBezTo>
                      <a:cubicBezTo>
                        <a:pt x="2149" y="193927"/>
                        <a:pt x="-1166" y="180708"/>
                        <a:pt x="337" y="169493"/>
                      </a:cubicBezTo>
                      <a:cubicBezTo>
                        <a:pt x="2303" y="154578"/>
                        <a:pt x="17680" y="134345"/>
                        <a:pt x="25157" y="121126"/>
                      </a:cubicBezTo>
                      <a:cubicBezTo>
                        <a:pt x="29812" y="114000"/>
                        <a:pt x="33130" y="106088"/>
                        <a:pt x="34946" y="97771"/>
                      </a:cubicBezTo>
                      <a:cubicBezTo>
                        <a:pt x="36796" y="84899"/>
                        <a:pt x="32787" y="68289"/>
                        <a:pt x="30475" y="55378"/>
                      </a:cubicBezTo>
                      <a:cubicBezTo>
                        <a:pt x="38645" y="40887"/>
                        <a:pt x="50785" y="21155"/>
                        <a:pt x="66664" y="14333"/>
                      </a:cubicBezTo>
                      <a:cubicBezTo>
                        <a:pt x="78225" y="9323"/>
                        <a:pt x="91252" y="11597"/>
                        <a:pt x="103469" y="9786"/>
                      </a:cubicBezTo>
                      <a:cubicBezTo>
                        <a:pt x="112024" y="8553"/>
                        <a:pt x="120927" y="3542"/>
                        <a:pt x="128635" y="-42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9" name="Google Shape;1119;p43"/>
                <p:cNvSpPr/>
                <p:nvPr/>
              </p:nvSpPr>
              <p:spPr>
                <a:xfrm>
                  <a:off x="6285117" y="3654157"/>
                  <a:ext cx="629797" cy="882185"/>
                </a:xfrm>
                <a:custGeom>
                  <a:rect b="b" l="l" r="r" t="t"/>
                  <a:pathLst>
                    <a:path extrusionOk="0" h="772153" w="551245">
                      <a:moveTo>
                        <a:pt x="8942" y="232547"/>
                      </a:moveTo>
                      <a:cubicBezTo>
                        <a:pt x="12796" y="226342"/>
                        <a:pt x="18539" y="218635"/>
                        <a:pt x="19194" y="211196"/>
                      </a:cubicBezTo>
                      <a:cubicBezTo>
                        <a:pt x="20350" y="198132"/>
                        <a:pt x="1658" y="181290"/>
                        <a:pt x="194" y="166876"/>
                      </a:cubicBezTo>
                      <a:cubicBezTo>
                        <a:pt x="-1425" y="150998"/>
                        <a:pt x="5705" y="144909"/>
                        <a:pt x="11447" y="131227"/>
                      </a:cubicBezTo>
                      <a:cubicBezTo>
                        <a:pt x="13259" y="126950"/>
                        <a:pt x="15648" y="118355"/>
                        <a:pt x="19810" y="116236"/>
                      </a:cubicBezTo>
                      <a:cubicBezTo>
                        <a:pt x="23973" y="114116"/>
                        <a:pt x="31102" y="115349"/>
                        <a:pt x="33916" y="111341"/>
                      </a:cubicBezTo>
                      <a:cubicBezTo>
                        <a:pt x="40737" y="101668"/>
                        <a:pt x="40236" y="89374"/>
                        <a:pt x="48599" y="79700"/>
                      </a:cubicBezTo>
                      <a:cubicBezTo>
                        <a:pt x="52599" y="74636"/>
                        <a:pt x="58511" y="71445"/>
                        <a:pt x="64940" y="70875"/>
                      </a:cubicBezTo>
                      <a:lnTo>
                        <a:pt x="69025" y="70489"/>
                      </a:lnTo>
                      <a:cubicBezTo>
                        <a:pt x="87678" y="66096"/>
                        <a:pt x="71068" y="42548"/>
                        <a:pt x="80587" y="30177"/>
                      </a:cubicBezTo>
                      <a:lnTo>
                        <a:pt x="90222" y="31835"/>
                      </a:lnTo>
                      <a:cubicBezTo>
                        <a:pt x="96388" y="31835"/>
                        <a:pt x="104096" y="20889"/>
                        <a:pt x="108682" y="16920"/>
                      </a:cubicBezTo>
                      <a:cubicBezTo>
                        <a:pt x="120745" y="6591"/>
                        <a:pt x="147221" y="8865"/>
                        <a:pt x="162637" y="6745"/>
                      </a:cubicBezTo>
                      <a:cubicBezTo>
                        <a:pt x="176087" y="4896"/>
                        <a:pt x="190424" y="-1425"/>
                        <a:pt x="204105" y="232"/>
                      </a:cubicBezTo>
                      <a:cubicBezTo>
                        <a:pt x="212160" y="1196"/>
                        <a:pt x="218635" y="6476"/>
                        <a:pt x="225726" y="9983"/>
                      </a:cubicBezTo>
                      <a:cubicBezTo>
                        <a:pt x="236286" y="15186"/>
                        <a:pt x="247848" y="19695"/>
                        <a:pt x="257405" y="26632"/>
                      </a:cubicBezTo>
                      <a:cubicBezTo>
                        <a:pt x="272474" y="37577"/>
                        <a:pt x="281377" y="51335"/>
                        <a:pt x="292861" y="65556"/>
                      </a:cubicBezTo>
                      <a:cubicBezTo>
                        <a:pt x="297016" y="71499"/>
                        <a:pt x="303764" y="75095"/>
                        <a:pt x="311013" y="75230"/>
                      </a:cubicBezTo>
                      <a:cubicBezTo>
                        <a:pt x="316351" y="75492"/>
                        <a:pt x="321558" y="73523"/>
                        <a:pt x="325389" y="69796"/>
                      </a:cubicBezTo>
                      <a:cubicBezTo>
                        <a:pt x="335910" y="59352"/>
                        <a:pt x="324309" y="34571"/>
                        <a:pt x="324271" y="21390"/>
                      </a:cubicBezTo>
                      <a:cubicBezTo>
                        <a:pt x="326737" y="18423"/>
                        <a:pt x="327470" y="16804"/>
                        <a:pt x="331709" y="16612"/>
                      </a:cubicBezTo>
                      <a:cubicBezTo>
                        <a:pt x="344196" y="16033"/>
                        <a:pt x="363928" y="27403"/>
                        <a:pt x="373486" y="34802"/>
                      </a:cubicBezTo>
                      <a:lnTo>
                        <a:pt x="375567" y="36459"/>
                      </a:lnTo>
                      <a:cubicBezTo>
                        <a:pt x="378654" y="32968"/>
                        <a:pt x="380874" y="28794"/>
                        <a:pt x="382041" y="24281"/>
                      </a:cubicBezTo>
                      <a:lnTo>
                        <a:pt x="385202" y="29060"/>
                      </a:lnTo>
                      <a:lnTo>
                        <a:pt x="387630" y="21352"/>
                      </a:lnTo>
                      <a:lnTo>
                        <a:pt x="390058" y="28828"/>
                      </a:lnTo>
                      <a:lnTo>
                        <a:pt x="391329" y="28482"/>
                      </a:lnTo>
                      <a:cubicBezTo>
                        <a:pt x="407130" y="52607"/>
                        <a:pt x="422161" y="76926"/>
                        <a:pt x="433723" y="103595"/>
                      </a:cubicBezTo>
                      <a:cubicBezTo>
                        <a:pt x="438347" y="114578"/>
                        <a:pt x="440005" y="125678"/>
                        <a:pt x="445785" y="136392"/>
                      </a:cubicBezTo>
                      <a:cubicBezTo>
                        <a:pt x="453493" y="150459"/>
                        <a:pt x="467059" y="159515"/>
                        <a:pt x="471722" y="174584"/>
                      </a:cubicBezTo>
                      <a:cubicBezTo>
                        <a:pt x="479500" y="199199"/>
                        <a:pt x="491212" y="222392"/>
                        <a:pt x="506408" y="243261"/>
                      </a:cubicBezTo>
                      <a:cubicBezTo>
                        <a:pt x="509761" y="247847"/>
                        <a:pt x="514116" y="254476"/>
                        <a:pt x="519473" y="256789"/>
                      </a:cubicBezTo>
                      <a:cubicBezTo>
                        <a:pt x="527181" y="260103"/>
                        <a:pt x="540207" y="254283"/>
                        <a:pt x="548994" y="255632"/>
                      </a:cubicBezTo>
                      <a:lnTo>
                        <a:pt x="549842" y="259101"/>
                      </a:lnTo>
                      <a:cubicBezTo>
                        <a:pt x="560324" y="305888"/>
                        <a:pt x="507448" y="342539"/>
                        <a:pt x="492534" y="381694"/>
                      </a:cubicBezTo>
                      <a:cubicBezTo>
                        <a:pt x="487446" y="394836"/>
                        <a:pt x="487446" y="410445"/>
                        <a:pt x="486059" y="424319"/>
                      </a:cubicBezTo>
                      <a:cubicBezTo>
                        <a:pt x="483747" y="447712"/>
                        <a:pt x="481242" y="471722"/>
                        <a:pt x="477580" y="494961"/>
                      </a:cubicBezTo>
                      <a:cubicBezTo>
                        <a:pt x="471761" y="531651"/>
                        <a:pt x="446980" y="562444"/>
                        <a:pt x="430986" y="594932"/>
                      </a:cubicBezTo>
                      <a:cubicBezTo>
                        <a:pt x="419926" y="617362"/>
                        <a:pt x="411408" y="641565"/>
                        <a:pt x="398189" y="662800"/>
                      </a:cubicBezTo>
                      <a:cubicBezTo>
                        <a:pt x="375066" y="699721"/>
                        <a:pt x="331555" y="763002"/>
                        <a:pt x="285924" y="771250"/>
                      </a:cubicBezTo>
                      <a:cubicBezTo>
                        <a:pt x="279257" y="772444"/>
                        <a:pt x="275711" y="772946"/>
                        <a:pt x="270277" y="769014"/>
                      </a:cubicBezTo>
                      <a:cubicBezTo>
                        <a:pt x="270277" y="759033"/>
                        <a:pt x="275018" y="749745"/>
                        <a:pt x="278217" y="740303"/>
                      </a:cubicBezTo>
                      <a:cubicBezTo>
                        <a:pt x="281693" y="730209"/>
                        <a:pt x="283993" y="719746"/>
                        <a:pt x="285076" y="709124"/>
                      </a:cubicBezTo>
                      <a:cubicBezTo>
                        <a:pt x="287138" y="686806"/>
                        <a:pt x="287138" y="664346"/>
                        <a:pt x="285076" y="642027"/>
                      </a:cubicBezTo>
                      <a:cubicBezTo>
                        <a:pt x="284229" y="631776"/>
                        <a:pt x="281223" y="619906"/>
                        <a:pt x="282147" y="609654"/>
                      </a:cubicBezTo>
                      <a:cubicBezTo>
                        <a:pt x="283381" y="597707"/>
                        <a:pt x="289855" y="584373"/>
                        <a:pt x="293093" y="572503"/>
                      </a:cubicBezTo>
                      <a:cubicBezTo>
                        <a:pt x="297717" y="554851"/>
                        <a:pt x="300454" y="536584"/>
                        <a:pt x="304115" y="518547"/>
                      </a:cubicBezTo>
                      <a:cubicBezTo>
                        <a:pt x="306003" y="509260"/>
                        <a:pt x="304115" y="501359"/>
                        <a:pt x="302188" y="492186"/>
                      </a:cubicBezTo>
                      <a:cubicBezTo>
                        <a:pt x="297794" y="469834"/>
                        <a:pt x="289046" y="449061"/>
                        <a:pt x="284537" y="427094"/>
                      </a:cubicBezTo>
                      <a:cubicBezTo>
                        <a:pt x="281176" y="409766"/>
                        <a:pt x="279666" y="392135"/>
                        <a:pt x="280028" y="374488"/>
                      </a:cubicBezTo>
                      <a:cubicBezTo>
                        <a:pt x="268281" y="367389"/>
                        <a:pt x="256060" y="361107"/>
                        <a:pt x="243454" y="355680"/>
                      </a:cubicBezTo>
                      <a:cubicBezTo>
                        <a:pt x="227171" y="347094"/>
                        <a:pt x="210449" y="339378"/>
                        <a:pt x="193353" y="332557"/>
                      </a:cubicBezTo>
                      <a:cubicBezTo>
                        <a:pt x="172233" y="340072"/>
                        <a:pt x="158899" y="354023"/>
                        <a:pt x="140207" y="365123"/>
                      </a:cubicBezTo>
                      <a:cubicBezTo>
                        <a:pt x="128368" y="365662"/>
                        <a:pt x="116501" y="365161"/>
                        <a:pt x="104751" y="363619"/>
                      </a:cubicBezTo>
                      <a:lnTo>
                        <a:pt x="98315" y="362733"/>
                      </a:lnTo>
                      <a:cubicBezTo>
                        <a:pt x="79546" y="359727"/>
                        <a:pt x="63629" y="351826"/>
                        <a:pt x="52607" y="336218"/>
                      </a:cubicBezTo>
                      <a:cubicBezTo>
                        <a:pt x="43015" y="322421"/>
                        <a:pt x="34351" y="307999"/>
                        <a:pt x="26670" y="293054"/>
                      </a:cubicBezTo>
                      <a:cubicBezTo>
                        <a:pt x="15532" y="272204"/>
                        <a:pt x="4934" y="257212"/>
                        <a:pt x="8942" y="232547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120" name="Google Shape;1120;p43"/>
            <p:cNvGrpSpPr/>
            <p:nvPr/>
          </p:nvGrpSpPr>
          <p:grpSpPr>
            <a:xfrm>
              <a:off x="609505" y="2070148"/>
              <a:ext cx="3212044" cy="585000"/>
              <a:chOff x="609505" y="2105718"/>
              <a:chExt cx="3212044" cy="585000"/>
            </a:xfrm>
          </p:grpSpPr>
          <p:sp>
            <p:nvSpPr>
              <p:cNvPr id="1121" name="Google Shape;1121;p43"/>
              <p:cNvSpPr txBox="1"/>
              <p:nvPr/>
            </p:nvSpPr>
            <p:spPr>
              <a:xfrm>
                <a:off x="609505" y="2105718"/>
                <a:ext cx="2521200" cy="58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1F1F1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Permitted Air </a:t>
                </a:r>
                <a:endParaRPr/>
              </a:p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1F1F1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Emissions </a:t>
                </a:r>
                <a:endParaRPr/>
              </a:p>
            </p:txBody>
          </p:sp>
          <p:grpSp>
            <p:nvGrpSpPr>
              <p:cNvPr id="1122" name="Google Shape;1122;p43"/>
              <p:cNvGrpSpPr/>
              <p:nvPr/>
            </p:nvGrpSpPr>
            <p:grpSpPr>
              <a:xfrm>
                <a:off x="3328849" y="2140721"/>
                <a:ext cx="492700" cy="514663"/>
                <a:chOff x="5729355" y="1841969"/>
                <a:chExt cx="915629" cy="956444"/>
              </a:xfrm>
            </p:grpSpPr>
            <p:sp>
              <p:nvSpPr>
                <p:cNvPr id="1123" name="Google Shape;1123;p43"/>
                <p:cNvSpPr/>
                <p:nvPr/>
              </p:nvSpPr>
              <p:spPr>
                <a:xfrm>
                  <a:off x="6090702" y="2548625"/>
                  <a:ext cx="179295" cy="249788"/>
                </a:xfrm>
                <a:custGeom>
                  <a:rect b="b" l="l" r="r" t="t"/>
                  <a:pathLst>
                    <a:path extrusionOk="0" h="218633" w="156932">
                      <a:moveTo>
                        <a:pt x="-40" y="922"/>
                      </a:moveTo>
                      <a:lnTo>
                        <a:pt x="4161" y="-42"/>
                      </a:lnTo>
                      <a:lnTo>
                        <a:pt x="11175" y="8013"/>
                      </a:lnTo>
                      <a:cubicBezTo>
                        <a:pt x="33991" y="50025"/>
                        <a:pt x="49834" y="95462"/>
                        <a:pt x="58078" y="142554"/>
                      </a:cubicBezTo>
                      <a:cubicBezTo>
                        <a:pt x="61392" y="161438"/>
                        <a:pt x="62394" y="180630"/>
                        <a:pt x="65786" y="199515"/>
                      </a:cubicBezTo>
                      <a:lnTo>
                        <a:pt x="149185" y="22118"/>
                      </a:lnTo>
                      <a:lnTo>
                        <a:pt x="156892" y="26319"/>
                      </a:lnTo>
                      <a:lnTo>
                        <a:pt x="156469" y="27244"/>
                      </a:lnTo>
                      <a:cubicBezTo>
                        <a:pt x="143211" y="57266"/>
                        <a:pt x="81548" y="210421"/>
                        <a:pt x="61045" y="218592"/>
                      </a:cubicBezTo>
                      <a:cubicBezTo>
                        <a:pt x="55187" y="215162"/>
                        <a:pt x="53954" y="212772"/>
                        <a:pt x="53646" y="205912"/>
                      </a:cubicBezTo>
                      <a:cubicBezTo>
                        <a:pt x="50216" y="132842"/>
                        <a:pt x="30792" y="66747"/>
                        <a:pt x="-40" y="922"/>
                      </a:cubicBezTo>
                      <a:close/>
                    </a:path>
                  </a:pathLst>
                </a:custGeom>
                <a:solidFill>
                  <a:srgbClr val="0C8E1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24" name="Google Shape;1124;p43"/>
                <p:cNvSpPr/>
                <p:nvPr/>
              </p:nvSpPr>
              <p:spPr>
                <a:xfrm>
                  <a:off x="5994004" y="1841969"/>
                  <a:ext cx="284340" cy="405043"/>
                </a:xfrm>
                <a:custGeom>
                  <a:rect b="b" l="l" r="r" t="t"/>
                  <a:pathLst>
                    <a:path extrusionOk="0" h="354523" w="248875">
                      <a:moveTo>
                        <a:pt x="141934" y="-42"/>
                      </a:moveTo>
                      <a:lnTo>
                        <a:pt x="144323" y="960"/>
                      </a:lnTo>
                      <a:cubicBezTo>
                        <a:pt x="171686" y="46745"/>
                        <a:pt x="200514" y="93455"/>
                        <a:pt x="223290" y="141552"/>
                      </a:cubicBezTo>
                      <a:cubicBezTo>
                        <a:pt x="233542" y="163288"/>
                        <a:pt x="244410" y="187452"/>
                        <a:pt x="247493" y="211462"/>
                      </a:cubicBezTo>
                      <a:cubicBezTo>
                        <a:pt x="251347" y="240752"/>
                        <a:pt x="247493" y="270812"/>
                        <a:pt x="228223" y="294437"/>
                      </a:cubicBezTo>
                      <a:cubicBezTo>
                        <a:pt x="206140" y="321106"/>
                        <a:pt x="168295" y="328275"/>
                        <a:pt x="135729" y="331396"/>
                      </a:cubicBezTo>
                      <a:lnTo>
                        <a:pt x="133070" y="146022"/>
                      </a:lnTo>
                      <a:cubicBezTo>
                        <a:pt x="127366" y="159280"/>
                        <a:pt x="130025" y="182326"/>
                        <a:pt x="129794" y="197010"/>
                      </a:cubicBezTo>
                      <a:cubicBezTo>
                        <a:pt x="126981" y="233198"/>
                        <a:pt x="128368" y="270234"/>
                        <a:pt x="129254" y="306654"/>
                      </a:cubicBezTo>
                      <a:cubicBezTo>
                        <a:pt x="129563" y="319950"/>
                        <a:pt x="133455" y="341840"/>
                        <a:pt x="130218" y="354134"/>
                      </a:cubicBezTo>
                      <a:lnTo>
                        <a:pt x="125285" y="354481"/>
                      </a:lnTo>
                      <a:cubicBezTo>
                        <a:pt x="120660" y="347313"/>
                        <a:pt x="126056" y="343151"/>
                        <a:pt x="122395" y="336098"/>
                      </a:cubicBezTo>
                      <a:lnTo>
                        <a:pt x="115727" y="336098"/>
                      </a:lnTo>
                      <a:cubicBezTo>
                        <a:pt x="82352" y="335558"/>
                        <a:pt x="49940" y="325885"/>
                        <a:pt x="26701" y="300757"/>
                      </a:cubicBezTo>
                      <a:cubicBezTo>
                        <a:pt x="8245" y="281264"/>
                        <a:pt x="-1371" y="255031"/>
                        <a:pt x="109" y="228226"/>
                      </a:cubicBezTo>
                      <a:cubicBezTo>
                        <a:pt x="957" y="196971"/>
                        <a:pt x="13675" y="167065"/>
                        <a:pt x="28551" y="140049"/>
                      </a:cubicBezTo>
                      <a:cubicBezTo>
                        <a:pt x="58072" y="86325"/>
                        <a:pt x="97498" y="41696"/>
                        <a:pt x="141934" y="-42"/>
                      </a:cubicBezTo>
                      <a:close/>
                    </a:path>
                  </a:pathLst>
                </a:custGeom>
                <a:solidFill>
                  <a:srgbClr val="3A7D2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25" name="Google Shape;1125;p43"/>
                <p:cNvSpPr/>
                <p:nvPr/>
              </p:nvSpPr>
              <p:spPr>
                <a:xfrm>
                  <a:off x="5729355" y="2143047"/>
                  <a:ext cx="440158" cy="481893"/>
                </a:xfrm>
                <a:custGeom>
                  <a:rect b="b" l="l" r="r" t="t"/>
                  <a:pathLst>
                    <a:path extrusionOk="0" h="421788" w="385259">
                      <a:moveTo>
                        <a:pt x="-40" y="-42"/>
                      </a:moveTo>
                      <a:cubicBezTo>
                        <a:pt x="34646" y="5508"/>
                        <a:pt x="69832" y="10556"/>
                        <a:pt x="104017" y="19536"/>
                      </a:cubicBezTo>
                      <a:cubicBezTo>
                        <a:pt x="197744" y="44355"/>
                        <a:pt x="291511" y="97193"/>
                        <a:pt x="348934" y="177046"/>
                      </a:cubicBezTo>
                      <a:cubicBezTo>
                        <a:pt x="369244" y="205296"/>
                        <a:pt x="390402" y="244760"/>
                        <a:pt x="384082" y="280756"/>
                      </a:cubicBezTo>
                      <a:cubicBezTo>
                        <a:pt x="379843" y="304958"/>
                        <a:pt x="359995" y="344731"/>
                        <a:pt x="339453" y="358605"/>
                      </a:cubicBezTo>
                      <a:cubicBezTo>
                        <a:pt x="335781" y="360829"/>
                        <a:pt x="331688" y="362258"/>
                        <a:pt x="327429" y="362806"/>
                      </a:cubicBezTo>
                      <a:lnTo>
                        <a:pt x="320415" y="354751"/>
                      </a:lnTo>
                      <a:lnTo>
                        <a:pt x="316214" y="355715"/>
                      </a:lnTo>
                      <a:lnTo>
                        <a:pt x="314441" y="352863"/>
                      </a:lnTo>
                      <a:cubicBezTo>
                        <a:pt x="302109" y="332475"/>
                        <a:pt x="292975" y="310123"/>
                        <a:pt x="280565" y="289620"/>
                      </a:cubicBezTo>
                      <a:cubicBezTo>
                        <a:pt x="237632" y="218669"/>
                        <a:pt x="182830" y="156428"/>
                        <a:pt x="121783" y="100546"/>
                      </a:cubicBezTo>
                      <a:lnTo>
                        <a:pt x="120088" y="102319"/>
                      </a:lnTo>
                      <a:cubicBezTo>
                        <a:pt x="198592" y="182866"/>
                        <a:pt x="269119" y="271275"/>
                        <a:pt x="314673" y="375215"/>
                      </a:cubicBezTo>
                      <a:cubicBezTo>
                        <a:pt x="281529" y="407511"/>
                        <a:pt x="250273" y="422272"/>
                        <a:pt x="203333" y="421732"/>
                      </a:cubicBezTo>
                      <a:cubicBezTo>
                        <a:pt x="162943" y="421231"/>
                        <a:pt x="119085" y="401538"/>
                        <a:pt x="90952" y="372749"/>
                      </a:cubicBezTo>
                      <a:cubicBezTo>
                        <a:pt x="31062" y="311356"/>
                        <a:pt x="42585" y="215971"/>
                        <a:pt x="31139" y="137659"/>
                      </a:cubicBezTo>
                      <a:cubicBezTo>
                        <a:pt x="23909" y="91100"/>
                        <a:pt x="13492" y="45092"/>
                        <a:pt x="-40" y="-42"/>
                      </a:cubicBezTo>
                      <a:close/>
                    </a:path>
                  </a:pathLst>
                </a:custGeom>
                <a:solidFill>
                  <a:srgbClr val="3A7D2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26" name="Google Shape;1126;p43"/>
                <p:cNvSpPr/>
                <p:nvPr/>
              </p:nvSpPr>
              <p:spPr>
                <a:xfrm>
                  <a:off x="6201966" y="2117187"/>
                  <a:ext cx="443018" cy="498352"/>
                </a:xfrm>
                <a:custGeom>
                  <a:rect b="b" l="l" r="r" t="t"/>
                  <a:pathLst>
                    <a:path extrusionOk="0" h="436194" w="387762">
                      <a:moveTo>
                        <a:pt x="51852" y="399534"/>
                      </a:moveTo>
                      <a:lnTo>
                        <a:pt x="55706" y="390015"/>
                      </a:lnTo>
                      <a:cubicBezTo>
                        <a:pt x="50080" y="384041"/>
                        <a:pt x="42179" y="380804"/>
                        <a:pt x="36437" y="375023"/>
                      </a:cubicBezTo>
                      <a:cubicBezTo>
                        <a:pt x="9459" y="348546"/>
                        <a:pt x="-908" y="309120"/>
                        <a:pt x="17" y="272470"/>
                      </a:cubicBezTo>
                      <a:cubicBezTo>
                        <a:pt x="1443" y="217166"/>
                        <a:pt x="39057" y="164560"/>
                        <a:pt x="77905" y="128410"/>
                      </a:cubicBezTo>
                      <a:cubicBezTo>
                        <a:pt x="162345" y="49674"/>
                        <a:pt x="275458" y="14796"/>
                        <a:pt x="387723" y="-42"/>
                      </a:cubicBezTo>
                      <a:cubicBezTo>
                        <a:pt x="370935" y="44533"/>
                        <a:pt x="359600" y="90976"/>
                        <a:pt x="353962" y="138276"/>
                      </a:cubicBezTo>
                      <a:cubicBezTo>
                        <a:pt x="342400" y="237592"/>
                        <a:pt x="357816" y="370090"/>
                        <a:pt x="248673" y="420769"/>
                      </a:cubicBezTo>
                      <a:cubicBezTo>
                        <a:pt x="216901" y="435591"/>
                        <a:pt x="181217" y="439846"/>
                        <a:pt x="146852" y="432909"/>
                      </a:cubicBezTo>
                      <a:lnTo>
                        <a:pt x="143576" y="432254"/>
                      </a:lnTo>
                      <a:cubicBezTo>
                        <a:pt x="119335" y="427243"/>
                        <a:pt x="97560" y="415836"/>
                        <a:pt x="82722" y="395757"/>
                      </a:cubicBezTo>
                      <a:lnTo>
                        <a:pt x="82376" y="395294"/>
                      </a:lnTo>
                      <a:cubicBezTo>
                        <a:pt x="120915" y="288078"/>
                        <a:pt x="186008" y="193695"/>
                        <a:pt x="261545" y="109641"/>
                      </a:cubicBezTo>
                      <a:lnTo>
                        <a:pt x="260543" y="108446"/>
                      </a:lnTo>
                      <a:cubicBezTo>
                        <a:pt x="197781" y="168225"/>
                        <a:pt x="144902" y="237584"/>
                        <a:pt x="103880" y="313938"/>
                      </a:cubicBezTo>
                      <a:cubicBezTo>
                        <a:pt x="93205" y="334133"/>
                        <a:pt x="83570" y="354828"/>
                        <a:pt x="73820" y="375601"/>
                      </a:cubicBezTo>
                      <a:cubicBezTo>
                        <a:pt x="69966" y="383964"/>
                        <a:pt x="65495" y="396952"/>
                        <a:pt x="59637" y="403889"/>
                      </a:cubicBezTo>
                      <a:close/>
                    </a:path>
                  </a:pathLst>
                </a:custGeom>
                <a:solidFill>
                  <a:srgbClr val="3A7D2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127" name="Google Shape;1127;p43"/>
            <p:cNvGrpSpPr/>
            <p:nvPr/>
          </p:nvGrpSpPr>
          <p:grpSpPr>
            <a:xfrm>
              <a:off x="609505" y="3227723"/>
              <a:ext cx="3212044" cy="585000"/>
              <a:chOff x="609505" y="3196563"/>
              <a:chExt cx="3212044" cy="585000"/>
            </a:xfrm>
          </p:grpSpPr>
          <p:sp>
            <p:nvSpPr>
              <p:cNvPr id="1128" name="Google Shape;1128;p43"/>
              <p:cNvSpPr txBox="1"/>
              <p:nvPr/>
            </p:nvSpPr>
            <p:spPr>
              <a:xfrm>
                <a:off x="609505" y="3196563"/>
                <a:ext cx="2521200" cy="58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1F1F1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Mixed </a:t>
                </a:r>
                <a:endParaRPr/>
              </a:p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1F1F1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Waste </a:t>
                </a:r>
                <a:endParaRPr/>
              </a:p>
            </p:txBody>
          </p:sp>
          <p:grpSp>
            <p:nvGrpSpPr>
              <p:cNvPr id="1129" name="Google Shape;1129;p43"/>
              <p:cNvGrpSpPr/>
              <p:nvPr/>
            </p:nvGrpSpPr>
            <p:grpSpPr>
              <a:xfrm>
                <a:off x="3328849" y="3231566"/>
                <a:ext cx="492700" cy="514663"/>
                <a:chOff x="5729355" y="1841969"/>
                <a:chExt cx="915629" cy="956444"/>
              </a:xfrm>
            </p:grpSpPr>
            <p:sp>
              <p:nvSpPr>
                <p:cNvPr id="1130" name="Google Shape;1130;p43"/>
                <p:cNvSpPr/>
                <p:nvPr/>
              </p:nvSpPr>
              <p:spPr>
                <a:xfrm>
                  <a:off x="6090702" y="2548625"/>
                  <a:ext cx="179295" cy="249788"/>
                </a:xfrm>
                <a:custGeom>
                  <a:rect b="b" l="l" r="r" t="t"/>
                  <a:pathLst>
                    <a:path extrusionOk="0" h="218633" w="156932">
                      <a:moveTo>
                        <a:pt x="-40" y="922"/>
                      </a:moveTo>
                      <a:lnTo>
                        <a:pt x="4161" y="-42"/>
                      </a:lnTo>
                      <a:lnTo>
                        <a:pt x="11175" y="8013"/>
                      </a:lnTo>
                      <a:cubicBezTo>
                        <a:pt x="33991" y="50025"/>
                        <a:pt x="49834" y="95462"/>
                        <a:pt x="58078" y="142554"/>
                      </a:cubicBezTo>
                      <a:cubicBezTo>
                        <a:pt x="61392" y="161438"/>
                        <a:pt x="62394" y="180630"/>
                        <a:pt x="65786" y="199515"/>
                      </a:cubicBezTo>
                      <a:lnTo>
                        <a:pt x="149185" y="22118"/>
                      </a:lnTo>
                      <a:lnTo>
                        <a:pt x="156892" y="26319"/>
                      </a:lnTo>
                      <a:lnTo>
                        <a:pt x="156469" y="27244"/>
                      </a:lnTo>
                      <a:cubicBezTo>
                        <a:pt x="143211" y="57266"/>
                        <a:pt x="81548" y="210421"/>
                        <a:pt x="61045" y="218592"/>
                      </a:cubicBezTo>
                      <a:cubicBezTo>
                        <a:pt x="55187" y="215162"/>
                        <a:pt x="53954" y="212772"/>
                        <a:pt x="53646" y="205912"/>
                      </a:cubicBezTo>
                      <a:cubicBezTo>
                        <a:pt x="50216" y="132842"/>
                        <a:pt x="30792" y="66747"/>
                        <a:pt x="-40" y="922"/>
                      </a:cubicBezTo>
                      <a:close/>
                    </a:path>
                  </a:pathLst>
                </a:custGeom>
                <a:solidFill>
                  <a:srgbClr val="0C8E1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1" name="Google Shape;1131;p43"/>
                <p:cNvSpPr/>
                <p:nvPr/>
              </p:nvSpPr>
              <p:spPr>
                <a:xfrm>
                  <a:off x="5994004" y="1841969"/>
                  <a:ext cx="284340" cy="405043"/>
                </a:xfrm>
                <a:custGeom>
                  <a:rect b="b" l="l" r="r" t="t"/>
                  <a:pathLst>
                    <a:path extrusionOk="0" h="354523" w="248875">
                      <a:moveTo>
                        <a:pt x="141934" y="-42"/>
                      </a:moveTo>
                      <a:lnTo>
                        <a:pt x="144323" y="960"/>
                      </a:lnTo>
                      <a:cubicBezTo>
                        <a:pt x="171686" y="46745"/>
                        <a:pt x="200514" y="93455"/>
                        <a:pt x="223290" y="141552"/>
                      </a:cubicBezTo>
                      <a:cubicBezTo>
                        <a:pt x="233542" y="163288"/>
                        <a:pt x="244410" y="187452"/>
                        <a:pt x="247493" y="211462"/>
                      </a:cubicBezTo>
                      <a:cubicBezTo>
                        <a:pt x="251347" y="240752"/>
                        <a:pt x="247493" y="270812"/>
                        <a:pt x="228223" y="294437"/>
                      </a:cubicBezTo>
                      <a:cubicBezTo>
                        <a:pt x="206140" y="321106"/>
                        <a:pt x="168295" y="328275"/>
                        <a:pt x="135729" y="331396"/>
                      </a:cubicBezTo>
                      <a:lnTo>
                        <a:pt x="133070" y="146022"/>
                      </a:lnTo>
                      <a:cubicBezTo>
                        <a:pt x="127366" y="159280"/>
                        <a:pt x="130025" y="182326"/>
                        <a:pt x="129794" y="197010"/>
                      </a:cubicBezTo>
                      <a:cubicBezTo>
                        <a:pt x="126981" y="233198"/>
                        <a:pt x="128368" y="270234"/>
                        <a:pt x="129254" y="306654"/>
                      </a:cubicBezTo>
                      <a:cubicBezTo>
                        <a:pt x="129563" y="319950"/>
                        <a:pt x="133455" y="341840"/>
                        <a:pt x="130218" y="354134"/>
                      </a:cubicBezTo>
                      <a:lnTo>
                        <a:pt x="125285" y="354481"/>
                      </a:lnTo>
                      <a:cubicBezTo>
                        <a:pt x="120660" y="347313"/>
                        <a:pt x="126056" y="343151"/>
                        <a:pt x="122395" y="336098"/>
                      </a:cubicBezTo>
                      <a:lnTo>
                        <a:pt x="115727" y="336098"/>
                      </a:lnTo>
                      <a:cubicBezTo>
                        <a:pt x="82352" y="335558"/>
                        <a:pt x="49940" y="325885"/>
                        <a:pt x="26701" y="300757"/>
                      </a:cubicBezTo>
                      <a:cubicBezTo>
                        <a:pt x="8245" y="281264"/>
                        <a:pt x="-1371" y="255031"/>
                        <a:pt x="109" y="228226"/>
                      </a:cubicBezTo>
                      <a:cubicBezTo>
                        <a:pt x="957" y="196971"/>
                        <a:pt x="13675" y="167065"/>
                        <a:pt x="28551" y="140049"/>
                      </a:cubicBezTo>
                      <a:cubicBezTo>
                        <a:pt x="58072" y="86325"/>
                        <a:pt x="97498" y="41696"/>
                        <a:pt x="141934" y="-42"/>
                      </a:cubicBezTo>
                      <a:close/>
                    </a:path>
                  </a:pathLst>
                </a:custGeom>
                <a:solidFill>
                  <a:srgbClr val="3A7D2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2" name="Google Shape;1132;p43"/>
                <p:cNvSpPr/>
                <p:nvPr/>
              </p:nvSpPr>
              <p:spPr>
                <a:xfrm>
                  <a:off x="5729355" y="2143047"/>
                  <a:ext cx="440158" cy="481893"/>
                </a:xfrm>
                <a:custGeom>
                  <a:rect b="b" l="l" r="r" t="t"/>
                  <a:pathLst>
                    <a:path extrusionOk="0" h="421788" w="385259">
                      <a:moveTo>
                        <a:pt x="-40" y="-42"/>
                      </a:moveTo>
                      <a:cubicBezTo>
                        <a:pt x="34646" y="5508"/>
                        <a:pt x="69832" y="10556"/>
                        <a:pt x="104017" y="19536"/>
                      </a:cubicBezTo>
                      <a:cubicBezTo>
                        <a:pt x="197744" y="44355"/>
                        <a:pt x="291511" y="97193"/>
                        <a:pt x="348934" y="177046"/>
                      </a:cubicBezTo>
                      <a:cubicBezTo>
                        <a:pt x="369244" y="205296"/>
                        <a:pt x="390402" y="244760"/>
                        <a:pt x="384082" y="280756"/>
                      </a:cubicBezTo>
                      <a:cubicBezTo>
                        <a:pt x="379843" y="304958"/>
                        <a:pt x="359995" y="344731"/>
                        <a:pt x="339453" y="358605"/>
                      </a:cubicBezTo>
                      <a:cubicBezTo>
                        <a:pt x="335781" y="360829"/>
                        <a:pt x="331688" y="362258"/>
                        <a:pt x="327429" y="362806"/>
                      </a:cubicBezTo>
                      <a:lnTo>
                        <a:pt x="320415" y="354751"/>
                      </a:lnTo>
                      <a:lnTo>
                        <a:pt x="316214" y="355715"/>
                      </a:lnTo>
                      <a:lnTo>
                        <a:pt x="314441" y="352863"/>
                      </a:lnTo>
                      <a:cubicBezTo>
                        <a:pt x="302109" y="332475"/>
                        <a:pt x="292975" y="310123"/>
                        <a:pt x="280565" y="289620"/>
                      </a:cubicBezTo>
                      <a:cubicBezTo>
                        <a:pt x="237632" y="218669"/>
                        <a:pt x="182830" y="156428"/>
                        <a:pt x="121783" y="100546"/>
                      </a:cubicBezTo>
                      <a:lnTo>
                        <a:pt x="120088" y="102319"/>
                      </a:lnTo>
                      <a:cubicBezTo>
                        <a:pt x="198592" y="182866"/>
                        <a:pt x="269119" y="271275"/>
                        <a:pt x="314673" y="375215"/>
                      </a:cubicBezTo>
                      <a:cubicBezTo>
                        <a:pt x="281529" y="407511"/>
                        <a:pt x="250273" y="422272"/>
                        <a:pt x="203333" y="421732"/>
                      </a:cubicBezTo>
                      <a:cubicBezTo>
                        <a:pt x="162943" y="421231"/>
                        <a:pt x="119085" y="401538"/>
                        <a:pt x="90952" y="372749"/>
                      </a:cubicBezTo>
                      <a:cubicBezTo>
                        <a:pt x="31062" y="311356"/>
                        <a:pt x="42585" y="215971"/>
                        <a:pt x="31139" y="137659"/>
                      </a:cubicBezTo>
                      <a:cubicBezTo>
                        <a:pt x="23909" y="91100"/>
                        <a:pt x="13492" y="45092"/>
                        <a:pt x="-40" y="-42"/>
                      </a:cubicBezTo>
                      <a:close/>
                    </a:path>
                  </a:pathLst>
                </a:custGeom>
                <a:solidFill>
                  <a:srgbClr val="3A7D2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3" name="Google Shape;1133;p43"/>
                <p:cNvSpPr/>
                <p:nvPr/>
              </p:nvSpPr>
              <p:spPr>
                <a:xfrm>
                  <a:off x="6201966" y="2117187"/>
                  <a:ext cx="443018" cy="498352"/>
                </a:xfrm>
                <a:custGeom>
                  <a:rect b="b" l="l" r="r" t="t"/>
                  <a:pathLst>
                    <a:path extrusionOk="0" h="436194" w="387762">
                      <a:moveTo>
                        <a:pt x="51852" y="399534"/>
                      </a:moveTo>
                      <a:lnTo>
                        <a:pt x="55706" y="390015"/>
                      </a:lnTo>
                      <a:cubicBezTo>
                        <a:pt x="50080" y="384041"/>
                        <a:pt x="42179" y="380804"/>
                        <a:pt x="36437" y="375023"/>
                      </a:cubicBezTo>
                      <a:cubicBezTo>
                        <a:pt x="9459" y="348546"/>
                        <a:pt x="-908" y="309120"/>
                        <a:pt x="17" y="272470"/>
                      </a:cubicBezTo>
                      <a:cubicBezTo>
                        <a:pt x="1443" y="217166"/>
                        <a:pt x="39057" y="164560"/>
                        <a:pt x="77905" y="128410"/>
                      </a:cubicBezTo>
                      <a:cubicBezTo>
                        <a:pt x="162345" y="49674"/>
                        <a:pt x="275458" y="14796"/>
                        <a:pt x="387723" y="-42"/>
                      </a:cubicBezTo>
                      <a:cubicBezTo>
                        <a:pt x="370935" y="44533"/>
                        <a:pt x="359600" y="90976"/>
                        <a:pt x="353962" y="138276"/>
                      </a:cubicBezTo>
                      <a:cubicBezTo>
                        <a:pt x="342400" y="237592"/>
                        <a:pt x="357816" y="370090"/>
                        <a:pt x="248673" y="420769"/>
                      </a:cubicBezTo>
                      <a:cubicBezTo>
                        <a:pt x="216901" y="435591"/>
                        <a:pt x="181217" y="439846"/>
                        <a:pt x="146852" y="432909"/>
                      </a:cubicBezTo>
                      <a:lnTo>
                        <a:pt x="143576" y="432254"/>
                      </a:lnTo>
                      <a:cubicBezTo>
                        <a:pt x="119335" y="427243"/>
                        <a:pt x="97560" y="415836"/>
                        <a:pt x="82722" y="395757"/>
                      </a:cubicBezTo>
                      <a:lnTo>
                        <a:pt x="82376" y="395294"/>
                      </a:lnTo>
                      <a:cubicBezTo>
                        <a:pt x="120915" y="288078"/>
                        <a:pt x="186008" y="193695"/>
                        <a:pt x="261545" y="109641"/>
                      </a:cubicBezTo>
                      <a:lnTo>
                        <a:pt x="260543" y="108446"/>
                      </a:lnTo>
                      <a:cubicBezTo>
                        <a:pt x="197781" y="168225"/>
                        <a:pt x="144902" y="237584"/>
                        <a:pt x="103880" y="313938"/>
                      </a:cubicBezTo>
                      <a:cubicBezTo>
                        <a:pt x="93205" y="334133"/>
                        <a:pt x="83570" y="354828"/>
                        <a:pt x="73820" y="375601"/>
                      </a:cubicBezTo>
                      <a:cubicBezTo>
                        <a:pt x="69966" y="383964"/>
                        <a:pt x="65495" y="396952"/>
                        <a:pt x="59637" y="403889"/>
                      </a:cubicBezTo>
                      <a:close/>
                    </a:path>
                  </a:pathLst>
                </a:custGeom>
                <a:solidFill>
                  <a:srgbClr val="3A7D2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134" name="Google Shape;1134;p43"/>
            <p:cNvGrpSpPr/>
            <p:nvPr/>
          </p:nvGrpSpPr>
          <p:grpSpPr>
            <a:xfrm>
              <a:off x="609505" y="4349728"/>
              <a:ext cx="3212044" cy="585000"/>
              <a:chOff x="609505" y="4243132"/>
              <a:chExt cx="3212044" cy="585000"/>
            </a:xfrm>
          </p:grpSpPr>
          <p:sp>
            <p:nvSpPr>
              <p:cNvPr id="1135" name="Google Shape;1135;p43"/>
              <p:cNvSpPr txBox="1"/>
              <p:nvPr/>
            </p:nvSpPr>
            <p:spPr>
              <a:xfrm>
                <a:off x="609505" y="4243132"/>
                <a:ext cx="2521200" cy="58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1F1F1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Radioactive </a:t>
                </a:r>
                <a:endParaRPr/>
              </a:p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1F1F1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Waste </a:t>
                </a:r>
                <a:endParaRPr/>
              </a:p>
            </p:txBody>
          </p:sp>
          <p:grpSp>
            <p:nvGrpSpPr>
              <p:cNvPr id="1136" name="Google Shape;1136;p43"/>
              <p:cNvGrpSpPr/>
              <p:nvPr/>
            </p:nvGrpSpPr>
            <p:grpSpPr>
              <a:xfrm>
                <a:off x="3328849" y="4278135"/>
                <a:ext cx="492700" cy="514663"/>
                <a:chOff x="5729355" y="1841969"/>
                <a:chExt cx="915629" cy="956444"/>
              </a:xfrm>
            </p:grpSpPr>
            <p:sp>
              <p:nvSpPr>
                <p:cNvPr id="1137" name="Google Shape;1137;p43"/>
                <p:cNvSpPr/>
                <p:nvPr/>
              </p:nvSpPr>
              <p:spPr>
                <a:xfrm>
                  <a:off x="6090702" y="2548625"/>
                  <a:ext cx="179295" cy="249788"/>
                </a:xfrm>
                <a:custGeom>
                  <a:rect b="b" l="l" r="r" t="t"/>
                  <a:pathLst>
                    <a:path extrusionOk="0" h="218633" w="156932">
                      <a:moveTo>
                        <a:pt x="-40" y="922"/>
                      </a:moveTo>
                      <a:lnTo>
                        <a:pt x="4161" y="-42"/>
                      </a:lnTo>
                      <a:lnTo>
                        <a:pt x="11175" y="8013"/>
                      </a:lnTo>
                      <a:cubicBezTo>
                        <a:pt x="33991" y="50025"/>
                        <a:pt x="49834" y="95462"/>
                        <a:pt x="58078" y="142554"/>
                      </a:cubicBezTo>
                      <a:cubicBezTo>
                        <a:pt x="61392" y="161438"/>
                        <a:pt x="62394" y="180630"/>
                        <a:pt x="65786" y="199515"/>
                      </a:cubicBezTo>
                      <a:lnTo>
                        <a:pt x="149185" y="22118"/>
                      </a:lnTo>
                      <a:lnTo>
                        <a:pt x="156892" y="26319"/>
                      </a:lnTo>
                      <a:lnTo>
                        <a:pt x="156469" y="27244"/>
                      </a:lnTo>
                      <a:cubicBezTo>
                        <a:pt x="143211" y="57266"/>
                        <a:pt x="81548" y="210421"/>
                        <a:pt x="61045" y="218592"/>
                      </a:cubicBezTo>
                      <a:cubicBezTo>
                        <a:pt x="55187" y="215162"/>
                        <a:pt x="53954" y="212772"/>
                        <a:pt x="53646" y="205912"/>
                      </a:cubicBezTo>
                      <a:cubicBezTo>
                        <a:pt x="50216" y="132842"/>
                        <a:pt x="30792" y="66747"/>
                        <a:pt x="-40" y="922"/>
                      </a:cubicBezTo>
                      <a:close/>
                    </a:path>
                  </a:pathLst>
                </a:custGeom>
                <a:solidFill>
                  <a:srgbClr val="0C8E1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8" name="Google Shape;1138;p43"/>
                <p:cNvSpPr/>
                <p:nvPr/>
              </p:nvSpPr>
              <p:spPr>
                <a:xfrm>
                  <a:off x="5994004" y="1841969"/>
                  <a:ext cx="284340" cy="405043"/>
                </a:xfrm>
                <a:custGeom>
                  <a:rect b="b" l="l" r="r" t="t"/>
                  <a:pathLst>
                    <a:path extrusionOk="0" h="354523" w="248875">
                      <a:moveTo>
                        <a:pt x="141934" y="-42"/>
                      </a:moveTo>
                      <a:lnTo>
                        <a:pt x="144323" y="960"/>
                      </a:lnTo>
                      <a:cubicBezTo>
                        <a:pt x="171686" y="46745"/>
                        <a:pt x="200514" y="93455"/>
                        <a:pt x="223290" y="141552"/>
                      </a:cubicBezTo>
                      <a:cubicBezTo>
                        <a:pt x="233542" y="163288"/>
                        <a:pt x="244410" y="187452"/>
                        <a:pt x="247493" y="211462"/>
                      </a:cubicBezTo>
                      <a:cubicBezTo>
                        <a:pt x="251347" y="240752"/>
                        <a:pt x="247493" y="270812"/>
                        <a:pt x="228223" y="294437"/>
                      </a:cubicBezTo>
                      <a:cubicBezTo>
                        <a:pt x="206140" y="321106"/>
                        <a:pt x="168295" y="328275"/>
                        <a:pt x="135729" y="331396"/>
                      </a:cubicBezTo>
                      <a:lnTo>
                        <a:pt x="133070" y="146022"/>
                      </a:lnTo>
                      <a:cubicBezTo>
                        <a:pt x="127366" y="159280"/>
                        <a:pt x="130025" y="182326"/>
                        <a:pt x="129794" y="197010"/>
                      </a:cubicBezTo>
                      <a:cubicBezTo>
                        <a:pt x="126981" y="233198"/>
                        <a:pt x="128368" y="270234"/>
                        <a:pt x="129254" y="306654"/>
                      </a:cubicBezTo>
                      <a:cubicBezTo>
                        <a:pt x="129563" y="319950"/>
                        <a:pt x="133455" y="341840"/>
                        <a:pt x="130218" y="354134"/>
                      </a:cubicBezTo>
                      <a:lnTo>
                        <a:pt x="125285" y="354481"/>
                      </a:lnTo>
                      <a:cubicBezTo>
                        <a:pt x="120660" y="347313"/>
                        <a:pt x="126056" y="343151"/>
                        <a:pt x="122395" y="336098"/>
                      </a:cubicBezTo>
                      <a:lnTo>
                        <a:pt x="115727" y="336098"/>
                      </a:lnTo>
                      <a:cubicBezTo>
                        <a:pt x="82352" y="335558"/>
                        <a:pt x="49940" y="325885"/>
                        <a:pt x="26701" y="300757"/>
                      </a:cubicBezTo>
                      <a:cubicBezTo>
                        <a:pt x="8245" y="281264"/>
                        <a:pt x="-1371" y="255031"/>
                        <a:pt x="109" y="228226"/>
                      </a:cubicBezTo>
                      <a:cubicBezTo>
                        <a:pt x="957" y="196971"/>
                        <a:pt x="13675" y="167065"/>
                        <a:pt x="28551" y="140049"/>
                      </a:cubicBezTo>
                      <a:cubicBezTo>
                        <a:pt x="58072" y="86325"/>
                        <a:pt x="97498" y="41696"/>
                        <a:pt x="141934" y="-42"/>
                      </a:cubicBezTo>
                      <a:close/>
                    </a:path>
                  </a:pathLst>
                </a:custGeom>
                <a:solidFill>
                  <a:srgbClr val="3A7D2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9" name="Google Shape;1139;p43"/>
                <p:cNvSpPr/>
                <p:nvPr/>
              </p:nvSpPr>
              <p:spPr>
                <a:xfrm>
                  <a:off x="5729355" y="2143047"/>
                  <a:ext cx="440158" cy="481893"/>
                </a:xfrm>
                <a:custGeom>
                  <a:rect b="b" l="l" r="r" t="t"/>
                  <a:pathLst>
                    <a:path extrusionOk="0" h="421788" w="385259">
                      <a:moveTo>
                        <a:pt x="-40" y="-42"/>
                      </a:moveTo>
                      <a:cubicBezTo>
                        <a:pt x="34646" y="5508"/>
                        <a:pt x="69832" y="10556"/>
                        <a:pt x="104017" y="19536"/>
                      </a:cubicBezTo>
                      <a:cubicBezTo>
                        <a:pt x="197744" y="44355"/>
                        <a:pt x="291511" y="97193"/>
                        <a:pt x="348934" y="177046"/>
                      </a:cubicBezTo>
                      <a:cubicBezTo>
                        <a:pt x="369244" y="205296"/>
                        <a:pt x="390402" y="244760"/>
                        <a:pt x="384082" y="280756"/>
                      </a:cubicBezTo>
                      <a:cubicBezTo>
                        <a:pt x="379843" y="304958"/>
                        <a:pt x="359995" y="344731"/>
                        <a:pt x="339453" y="358605"/>
                      </a:cubicBezTo>
                      <a:cubicBezTo>
                        <a:pt x="335781" y="360829"/>
                        <a:pt x="331688" y="362258"/>
                        <a:pt x="327429" y="362806"/>
                      </a:cubicBezTo>
                      <a:lnTo>
                        <a:pt x="320415" y="354751"/>
                      </a:lnTo>
                      <a:lnTo>
                        <a:pt x="316214" y="355715"/>
                      </a:lnTo>
                      <a:lnTo>
                        <a:pt x="314441" y="352863"/>
                      </a:lnTo>
                      <a:cubicBezTo>
                        <a:pt x="302109" y="332475"/>
                        <a:pt x="292975" y="310123"/>
                        <a:pt x="280565" y="289620"/>
                      </a:cubicBezTo>
                      <a:cubicBezTo>
                        <a:pt x="237632" y="218669"/>
                        <a:pt x="182830" y="156428"/>
                        <a:pt x="121783" y="100546"/>
                      </a:cubicBezTo>
                      <a:lnTo>
                        <a:pt x="120088" y="102319"/>
                      </a:lnTo>
                      <a:cubicBezTo>
                        <a:pt x="198592" y="182866"/>
                        <a:pt x="269119" y="271275"/>
                        <a:pt x="314673" y="375215"/>
                      </a:cubicBezTo>
                      <a:cubicBezTo>
                        <a:pt x="281529" y="407511"/>
                        <a:pt x="250273" y="422272"/>
                        <a:pt x="203333" y="421732"/>
                      </a:cubicBezTo>
                      <a:cubicBezTo>
                        <a:pt x="162943" y="421231"/>
                        <a:pt x="119085" y="401538"/>
                        <a:pt x="90952" y="372749"/>
                      </a:cubicBezTo>
                      <a:cubicBezTo>
                        <a:pt x="31062" y="311356"/>
                        <a:pt x="42585" y="215971"/>
                        <a:pt x="31139" y="137659"/>
                      </a:cubicBezTo>
                      <a:cubicBezTo>
                        <a:pt x="23909" y="91100"/>
                        <a:pt x="13492" y="45092"/>
                        <a:pt x="-40" y="-42"/>
                      </a:cubicBezTo>
                      <a:close/>
                    </a:path>
                  </a:pathLst>
                </a:custGeom>
                <a:solidFill>
                  <a:srgbClr val="3A7D2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0" name="Google Shape;1140;p43"/>
                <p:cNvSpPr/>
                <p:nvPr/>
              </p:nvSpPr>
              <p:spPr>
                <a:xfrm>
                  <a:off x="6201966" y="2117187"/>
                  <a:ext cx="443018" cy="498352"/>
                </a:xfrm>
                <a:custGeom>
                  <a:rect b="b" l="l" r="r" t="t"/>
                  <a:pathLst>
                    <a:path extrusionOk="0" h="436194" w="387762">
                      <a:moveTo>
                        <a:pt x="51852" y="399534"/>
                      </a:moveTo>
                      <a:lnTo>
                        <a:pt x="55706" y="390015"/>
                      </a:lnTo>
                      <a:cubicBezTo>
                        <a:pt x="50080" y="384041"/>
                        <a:pt x="42179" y="380804"/>
                        <a:pt x="36437" y="375023"/>
                      </a:cubicBezTo>
                      <a:cubicBezTo>
                        <a:pt x="9459" y="348546"/>
                        <a:pt x="-908" y="309120"/>
                        <a:pt x="17" y="272470"/>
                      </a:cubicBezTo>
                      <a:cubicBezTo>
                        <a:pt x="1443" y="217166"/>
                        <a:pt x="39057" y="164560"/>
                        <a:pt x="77905" y="128410"/>
                      </a:cubicBezTo>
                      <a:cubicBezTo>
                        <a:pt x="162345" y="49674"/>
                        <a:pt x="275458" y="14796"/>
                        <a:pt x="387723" y="-42"/>
                      </a:cubicBezTo>
                      <a:cubicBezTo>
                        <a:pt x="370935" y="44533"/>
                        <a:pt x="359600" y="90976"/>
                        <a:pt x="353962" y="138276"/>
                      </a:cubicBezTo>
                      <a:cubicBezTo>
                        <a:pt x="342400" y="237592"/>
                        <a:pt x="357816" y="370090"/>
                        <a:pt x="248673" y="420769"/>
                      </a:cubicBezTo>
                      <a:cubicBezTo>
                        <a:pt x="216901" y="435591"/>
                        <a:pt x="181217" y="439846"/>
                        <a:pt x="146852" y="432909"/>
                      </a:cubicBezTo>
                      <a:lnTo>
                        <a:pt x="143576" y="432254"/>
                      </a:lnTo>
                      <a:cubicBezTo>
                        <a:pt x="119335" y="427243"/>
                        <a:pt x="97560" y="415836"/>
                        <a:pt x="82722" y="395757"/>
                      </a:cubicBezTo>
                      <a:lnTo>
                        <a:pt x="82376" y="395294"/>
                      </a:lnTo>
                      <a:cubicBezTo>
                        <a:pt x="120915" y="288078"/>
                        <a:pt x="186008" y="193695"/>
                        <a:pt x="261545" y="109641"/>
                      </a:cubicBezTo>
                      <a:lnTo>
                        <a:pt x="260543" y="108446"/>
                      </a:lnTo>
                      <a:cubicBezTo>
                        <a:pt x="197781" y="168225"/>
                        <a:pt x="144902" y="237584"/>
                        <a:pt x="103880" y="313938"/>
                      </a:cubicBezTo>
                      <a:cubicBezTo>
                        <a:pt x="93205" y="334133"/>
                        <a:pt x="83570" y="354828"/>
                        <a:pt x="73820" y="375601"/>
                      </a:cubicBezTo>
                      <a:cubicBezTo>
                        <a:pt x="69966" y="383964"/>
                        <a:pt x="65495" y="396952"/>
                        <a:pt x="59637" y="403889"/>
                      </a:cubicBezTo>
                      <a:close/>
                    </a:path>
                  </a:pathLst>
                </a:custGeom>
                <a:solidFill>
                  <a:srgbClr val="3A7D2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141" name="Google Shape;1141;p43"/>
            <p:cNvGrpSpPr/>
            <p:nvPr/>
          </p:nvGrpSpPr>
          <p:grpSpPr>
            <a:xfrm>
              <a:off x="609505" y="5471733"/>
              <a:ext cx="3212044" cy="585000"/>
              <a:chOff x="609505" y="5471733"/>
              <a:chExt cx="3212044" cy="585000"/>
            </a:xfrm>
          </p:grpSpPr>
          <p:sp>
            <p:nvSpPr>
              <p:cNvPr id="1142" name="Google Shape;1142;p43"/>
              <p:cNvSpPr txBox="1"/>
              <p:nvPr/>
            </p:nvSpPr>
            <p:spPr>
              <a:xfrm>
                <a:off x="609505" y="5471733"/>
                <a:ext cx="2521200" cy="58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600">
                    <a:solidFill>
                      <a:srgbClr val="1F1F1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Hazardous </a:t>
                </a:r>
                <a:endParaRPr/>
              </a:p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600">
                    <a:solidFill>
                      <a:srgbClr val="1F1F1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Waste </a:t>
                </a:r>
                <a:endParaRPr sz="16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grpSp>
            <p:nvGrpSpPr>
              <p:cNvPr id="1143" name="Google Shape;1143;p43"/>
              <p:cNvGrpSpPr/>
              <p:nvPr/>
            </p:nvGrpSpPr>
            <p:grpSpPr>
              <a:xfrm>
                <a:off x="3328849" y="5506736"/>
                <a:ext cx="492700" cy="514663"/>
                <a:chOff x="5729355" y="1841969"/>
                <a:chExt cx="915629" cy="956444"/>
              </a:xfrm>
            </p:grpSpPr>
            <p:sp>
              <p:nvSpPr>
                <p:cNvPr id="1144" name="Google Shape;1144;p43"/>
                <p:cNvSpPr/>
                <p:nvPr/>
              </p:nvSpPr>
              <p:spPr>
                <a:xfrm>
                  <a:off x="6090702" y="2548625"/>
                  <a:ext cx="179295" cy="249788"/>
                </a:xfrm>
                <a:custGeom>
                  <a:rect b="b" l="l" r="r" t="t"/>
                  <a:pathLst>
                    <a:path extrusionOk="0" h="218633" w="156932">
                      <a:moveTo>
                        <a:pt x="-40" y="922"/>
                      </a:moveTo>
                      <a:lnTo>
                        <a:pt x="4161" y="-42"/>
                      </a:lnTo>
                      <a:lnTo>
                        <a:pt x="11175" y="8013"/>
                      </a:lnTo>
                      <a:cubicBezTo>
                        <a:pt x="33991" y="50025"/>
                        <a:pt x="49834" y="95462"/>
                        <a:pt x="58078" y="142554"/>
                      </a:cubicBezTo>
                      <a:cubicBezTo>
                        <a:pt x="61392" y="161438"/>
                        <a:pt x="62394" y="180630"/>
                        <a:pt x="65786" y="199515"/>
                      </a:cubicBezTo>
                      <a:lnTo>
                        <a:pt x="149185" y="22118"/>
                      </a:lnTo>
                      <a:lnTo>
                        <a:pt x="156892" y="26319"/>
                      </a:lnTo>
                      <a:lnTo>
                        <a:pt x="156469" y="27244"/>
                      </a:lnTo>
                      <a:cubicBezTo>
                        <a:pt x="143211" y="57266"/>
                        <a:pt x="81548" y="210421"/>
                        <a:pt x="61045" y="218592"/>
                      </a:cubicBezTo>
                      <a:cubicBezTo>
                        <a:pt x="55187" y="215162"/>
                        <a:pt x="53954" y="212772"/>
                        <a:pt x="53646" y="205912"/>
                      </a:cubicBezTo>
                      <a:cubicBezTo>
                        <a:pt x="50216" y="132842"/>
                        <a:pt x="30792" y="66747"/>
                        <a:pt x="-40" y="922"/>
                      </a:cubicBezTo>
                      <a:close/>
                    </a:path>
                  </a:pathLst>
                </a:custGeom>
                <a:solidFill>
                  <a:srgbClr val="0C8E1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5" name="Google Shape;1145;p43"/>
                <p:cNvSpPr/>
                <p:nvPr/>
              </p:nvSpPr>
              <p:spPr>
                <a:xfrm>
                  <a:off x="5994004" y="1841969"/>
                  <a:ext cx="284340" cy="405043"/>
                </a:xfrm>
                <a:custGeom>
                  <a:rect b="b" l="l" r="r" t="t"/>
                  <a:pathLst>
                    <a:path extrusionOk="0" h="354523" w="248875">
                      <a:moveTo>
                        <a:pt x="141934" y="-42"/>
                      </a:moveTo>
                      <a:lnTo>
                        <a:pt x="144323" y="960"/>
                      </a:lnTo>
                      <a:cubicBezTo>
                        <a:pt x="171686" y="46745"/>
                        <a:pt x="200514" y="93455"/>
                        <a:pt x="223290" y="141552"/>
                      </a:cubicBezTo>
                      <a:cubicBezTo>
                        <a:pt x="233542" y="163288"/>
                        <a:pt x="244410" y="187452"/>
                        <a:pt x="247493" y="211462"/>
                      </a:cubicBezTo>
                      <a:cubicBezTo>
                        <a:pt x="251347" y="240752"/>
                        <a:pt x="247493" y="270812"/>
                        <a:pt x="228223" y="294437"/>
                      </a:cubicBezTo>
                      <a:cubicBezTo>
                        <a:pt x="206140" y="321106"/>
                        <a:pt x="168295" y="328275"/>
                        <a:pt x="135729" y="331396"/>
                      </a:cubicBezTo>
                      <a:lnTo>
                        <a:pt x="133070" y="146022"/>
                      </a:lnTo>
                      <a:cubicBezTo>
                        <a:pt x="127366" y="159280"/>
                        <a:pt x="130025" y="182326"/>
                        <a:pt x="129794" y="197010"/>
                      </a:cubicBezTo>
                      <a:cubicBezTo>
                        <a:pt x="126981" y="233198"/>
                        <a:pt x="128368" y="270234"/>
                        <a:pt x="129254" y="306654"/>
                      </a:cubicBezTo>
                      <a:cubicBezTo>
                        <a:pt x="129563" y="319950"/>
                        <a:pt x="133455" y="341840"/>
                        <a:pt x="130218" y="354134"/>
                      </a:cubicBezTo>
                      <a:lnTo>
                        <a:pt x="125285" y="354481"/>
                      </a:lnTo>
                      <a:cubicBezTo>
                        <a:pt x="120660" y="347313"/>
                        <a:pt x="126056" y="343151"/>
                        <a:pt x="122395" y="336098"/>
                      </a:cubicBezTo>
                      <a:lnTo>
                        <a:pt x="115727" y="336098"/>
                      </a:lnTo>
                      <a:cubicBezTo>
                        <a:pt x="82352" y="335558"/>
                        <a:pt x="49940" y="325885"/>
                        <a:pt x="26701" y="300757"/>
                      </a:cubicBezTo>
                      <a:cubicBezTo>
                        <a:pt x="8245" y="281264"/>
                        <a:pt x="-1371" y="255031"/>
                        <a:pt x="109" y="228226"/>
                      </a:cubicBezTo>
                      <a:cubicBezTo>
                        <a:pt x="957" y="196971"/>
                        <a:pt x="13675" y="167065"/>
                        <a:pt x="28551" y="140049"/>
                      </a:cubicBezTo>
                      <a:cubicBezTo>
                        <a:pt x="58072" y="86325"/>
                        <a:pt x="97498" y="41696"/>
                        <a:pt x="141934" y="-42"/>
                      </a:cubicBezTo>
                      <a:close/>
                    </a:path>
                  </a:pathLst>
                </a:custGeom>
                <a:solidFill>
                  <a:srgbClr val="3A7D2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6" name="Google Shape;1146;p43"/>
                <p:cNvSpPr/>
                <p:nvPr/>
              </p:nvSpPr>
              <p:spPr>
                <a:xfrm>
                  <a:off x="5729355" y="2143047"/>
                  <a:ext cx="440158" cy="481893"/>
                </a:xfrm>
                <a:custGeom>
                  <a:rect b="b" l="l" r="r" t="t"/>
                  <a:pathLst>
                    <a:path extrusionOk="0" h="421788" w="385259">
                      <a:moveTo>
                        <a:pt x="-40" y="-42"/>
                      </a:moveTo>
                      <a:cubicBezTo>
                        <a:pt x="34646" y="5508"/>
                        <a:pt x="69832" y="10556"/>
                        <a:pt x="104017" y="19536"/>
                      </a:cubicBezTo>
                      <a:cubicBezTo>
                        <a:pt x="197744" y="44355"/>
                        <a:pt x="291511" y="97193"/>
                        <a:pt x="348934" y="177046"/>
                      </a:cubicBezTo>
                      <a:cubicBezTo>
                        <a:pt x="369244" y="205296"/>
                        <a:pt x="390402" y="244760"/>
                        <a:pt x="384082" y="280756"/>
                      </a:cubicBezTo>
                      <a:cubicBezTo>
                        <a:pt x="379843" y="304958"/>
                        <a:pt x="359995" y="344731"/>
                        <a:pt x="339453" y="358605"/>
                      </a:cubicBezTo>
                      <a:cubicBezTo>
                        <a:pt x="335781" y="360829"/>
                        <a:pt x="331688" y="362258"/>
                        <a:pt x="327429" y="362806"/>
                      </a:cubicBezTo>
                      <a:lnTo>
                        <a:pt x="320415" y="354751"/>
                      </a:lnTo>
                      <a:lnTo>
                        <a:pt x="316214" y="355715"/>
                      </a:lnTo>
                      <a:lnTo>
                        <a:pt x="314441" y="352863"/>
                      </a:lnTo>
                      <a:cubicBezTo>
                        <a:pt x="302109" y="332475"/>
                        <a:pt x="292975" y="310123"/>
                        <a:pt x="280565" y="289620"/>
                      </a:cubicBezTo>
                      <a:cubicBezTo>
                        <a:pt x="237632" y="218669"/>
                        <a:pt x="182830" y="156428"/>
                        <a:pt x="121783" y="100546"/>
                      </a:cubicBezTo>
                      <a:lnTo>
                        <a:pt x="120088" y="102319"/>
                      </a:lnTo>
                      <a:cubicBezTo>
                        <a:pt x="198592" y="182866"/>
                        <a:pt x="269119" y="271275"/>
                        <a:pt x="314673" y="375215"/>
                      </a:cubicBezTo>
                      <a:cubicBezTo>
                        <a:pt x="281529" y="407511"/>
                        <a:pt x="250273" y="422272"/>
                        <a:pt x="203333" y="421732"/>
                      </a:cubicBezTo>
                      <a:cubicBezTo>
                        <a:pt x="162943" y="421231"/>
                        <a:pt x="119085" y="401538"/>
                        <a:pt x="90952" y="372749"/>
                      </a:cubicBezTo>
                      <a:cubicBezTo>
                        <a:pt x="31062" y="311356"/>
                        <a:pt x="42585" y="215971"/>
                        <a:pt x="31139" y="137659"/>
                      </a:cubicBezTo>
                      <a:cubicBezTo>
                        <a:pt x="23909" y="91100"/>
                        <a:pt x="13492" y="45092"/>
                        <a:pt x="-40" y="-42"/>
                      </a:cubicBezTo>
                      <a:close/>
                    </a:path>
                  </a:pathLst>
                </a:custGeom>
                <a:solidFill>
                  <a:srgbClr val="3A7D2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7" name="Google Shape;1147;p43"/>
                <p:cNvSpPr/>
                <p:nvPr/>
              </p:nvSpPr>
              <p:spPr>
                <a:xfrm>
                  <a:off x="6201966" y="2117187"/>
                  <a:ext cx="443018" cy="498352"/>
                </a:xfrm>
                <a:custGeom>
                  <a:rect b="b" l="l" r="r" t="t"/>
                  <a:pathLst>
                    <a:path extrusionOk="0" h="436194" w="387762">
                      <a:moveTo>
                        <a:pt x="51852" y="399534"/>
                      </a:moveTo>
                      <a:lnTo>
                        <a:pt x="55706" y="390015"/>
                      </a:lnTo>
                      <a:cubicBezTo>
                        <a:pt x="50080" y="384041"/>
                        <a:pt x="42179" y="380804"/>
                        <a:pt x="36437" y="375023"/>
                      </a:cubicBezTo>
                      <a:cubicBezTo>
                        <a:pt x="9459" y="348546"/>
                        <a:pt x="-908" y="309120"/>
                        <a:pt x="17" y="272470"/>
                      </a:cubicBezTo>
                      <a:cubicBezTo>
                        <a:pt x="1443" y="217166"/>
                        <a:pt x="39057" y="164560"/>
                        <a:pt x="77905" y="128410"/>
                      </a:cubicBezTo>
                      <a:cubicBezTo>
                        <a:pt x="162345" y="49674"/>
                        <a:pt x="275458" y="14796"/>
                        <a:pt x="387723" y="-42"/>
                      </a:cubicBezTo>
                      <a:cubicBezTo>
                        <a:pt x="370935" y="44533"/>
                        <a:pt x="359600" y="90976"/>
                        <a:pt x="353962" y="138276"/>
                      </a:cubicBezTo>
                      <a:cubicBezTo>
                        <a:pt x="342400" y="237592"/>
                        <a:pt x="357816" y="370090"/>
                        <a:pt x="248673" y="420769"/>
                      </a:cubicBezTo>
                      <a:cubicBezTo>
                        <a:pt x="216901" y="435591"/>
                        <a:pt x="181217" y="439846"/>
                        <a:pt x="146852" y="432909"/>
                      </a:cubicBezTo>
                      <a:lnTo>
                        <a:pt x="143576" y="432254"/>
                      </a:lnTo>
                      <a:cubicBezTo>
                        <a:pt x="119335" y="427243"/>
                        <a:pt x="97560" y="415836"/>
                        <a:pt x="82722" y="395757"/>
                      </a:cubicBezTo>
                      <a:lnTo>
                        <a:pt x="82376" y="395294"/>
                      </a:lnTo>
                      <a:cubicBezTo>
                        <a:pt x="120915" y="288078"/>
                        <a:pt x="186008" y="193695"/>
                        <a:pt x="261545" y="109641"/>
                      </a:cubicBezTo>
                      <a:lnTo>
                        <a:pt x="260543" y="108446"/>
                      </a:lnTo>
                      <a:cubicBezTo>
                        <a:pt x="197781" y="168225"/>
                        <a:pt x="144902" y="237584"/>
                        <a:pt x="103880" y="313938"/>
                      </a:cubicBezTo>
                      <a:cubicBezTo>
                        <a:pt x="93205" y="334133"/>
                        <a:pt x="83570" y="354828"/>
                        <a:pt x="73820" y="375601"/>
                      </a:cubicBezTo>
                      <a:cubicBezTo>
                        <a:pt x="69966" y="383964"/>
                        <a:pt x="65495" y="396952"/>
                        <a:pt x="59637" y="403889"/>
                      </a:cubicBezTo>
                      <a:close/>
                    </a:path>
                  </a:pathLst>
                </a:custGeom>
                <a:solidFill>
                  <a:srgbClr val="3A7D2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148" name="Google Shape;1148;p43"/>
            <p:cNvGrpSpPr/>
            <p:nvPr/>
          </p:nvGrpSpPr>
          <p:grpSpPr>
            <a:xfrm>
              <a:off x="8617258" y="5485473"/>
              <a:ext cx="2466299" cy="585000"/>
              <a:chOff x="8197310" y="5485473"/>
              <a:chExt cx="2466299" cy="585000"/>
            </a:xfrm>
          </p:grpSpPr>
          <p:sp>
            <p:nvSpPr>
              <p:cNvPr id="1149" name="Google Shape;1149;p43"/>
              <p:cNvSpPr txBox="1"/>
              <p:nvPr/>
            </p:nvSpPr>
            <p:spPr>
              <a:xfrm>
                <a:off x="8936209" y="5485473"/>
                <a:ext cx="1727400" cy="58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600">
                    <a:solidFill>
                      <a:srgbClr val="1F1F1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Hazardous Waste </a:t>
                </a:r>
                <a:endParaRPr sz="16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grpSp>
            <p:nvGrpSpPr>
              <p:cNvPr id="1150" name="Google Shape;1150;p43"/>
              <p:cNvGrpSpPr/>
              <p:nvPr/>
            </p:nvGrpSpPr>
            <p:grpSpPr>
              <a:xfrm>
                <a:off x="8197310" y="5537514"/>
                <a:ext cx="492700" cy="514663"/>
                <a:chOff x="5729355" y="1841969"/>
                <a:chExt cx="915629" cy="956444"/>
              </a:xfrm>
            </p:grpSpPr>
            <p:sp>
              <p:nvSpPr>
                <p:cNvPr id="1151" name="Google Shape;1151;p43"/>
                <p:cNvSpPr/>
                <p:nvPr/>
              </p:nvSpPr>
              <p:spPr>
                <a:xfrm>
                  <a:off x="6090702" y="2548625"/>
                  <a:ext cx="179295" cy="249788"/>
                </a:xfrm>
                <a:custGeom>
                  <a:rect b="b" l="l" r="r" t="t"/>
                  <a:pathLst>
                    <a:path extrusionOk="0" h="218633" w="156932">
                      <a:moveTo>
                        <a:pt x="-40" y="922"/>
                      </a:moveTo>
                      <a:lnTo>
                        <a:pt x="4161" y="-42"/>
                      </a:lnTo>
                      <a:lnTo>
                        <a:pt x="11175" y="8013"/>
                      </a:lnTo>
                      <a:cubicBezTo>
                        <a:pt x="33991" y="50025"/>
                        <a:pt x="49834" y="95462"/>
                        <a:pt x="58078" y="142554"/>
                      </a:cubicBezTo>
                      <a:cubicBezTo>
                        <a:pt x="61392" y="161438"/>
                        <a:pt x="62394" y="180630"/>
                        <a:pt x="65786" y="199515"/>
                      </a:cubicBezTo>
                      <a:lnTo>
                        <a:pt x="149185" y="22118"/>
                      </a:lnTo>
                      <a:lnTo>
                        <a:pt x="156892" y="26319"/>
                      </a:lnTo>
                      <a:lnTo>
                        <a:pt x="156469" y="27244"/>
                      </a:lnTo>
                      <a:cubicBezTo>
                        <a:pt x="143211" y="57266"/>
                        <a:pt x="81548" y="210421"/>
                        <a:pt x="61045" y="218592"/>
                      </a:cubicBezTo>
                      <a:cubicBezTo>
                        <a:pt x="55187" y="215162"/>
                        <a:pt x="53954" y="212772"/>
                        <a:pt x="53646" y="205912"/>
                      </a:cubicBezTo>
                      <a:cubicBezTo>
                        <a:pt x="50216" y="132842"/>
                        <a:pt x="30792" y="66747"/>
                        <a:pt x="-40" y="922"/>
                      </a:cubicBezTo>
                      <a:close/>
                    </a:path>
                  </a:pathLst>
                </a:custGeom>
                <a:solidFill>
                  <a:srgbClr val="0C8E1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2" name="Google Shape;1152;p43"/>
                <p:cNvSpPr/>
                <p:nvPr/>
              </p:nvSpPr>
              <p:spPr>
                <a:xfrm>
                  <a:off x="5994004" y="1841969"/>
                  <a:ext cx="284340" cy="405043"/>
                </a:xfrm>
                <a:custGeom>
                  <a:rect b="b" l="l" r="r" t="t"/>
                  <a:pathLst>
                    <a:path extrusionOk="0" h="354523" w="248875">
                      <a:moveTo>
                        <a:pt x="141934" y="-42"/>
                      </a:moveTo>
                      <a:lnTo>
                        <a:pt x="144323" y="960"/>
                      </a:lnTo>
                      <a:cubicBezTo>
                        <a:pt x="171686" y="46745"/>
                        <a:pt x="200514" y="93455"/>
                        <a:pt x="223290" y="141552"/>
                      </a:cubicBezTo>
                      <a:cubicBezTo>
                        <a:pt x="233542" y="163288"/>
                        <a:pt x="244410" y="187452"/>
                        <a:pt x="247493" y="211462"/>
                      </a:cubicBezTo>
                      <a:cubicBezTo>
                        <a:pt x="251347" y="240752"/>
                        <a:pt x="247493" y="270812"/>
                        <a:pt x="228223" y="294437"/>
                      </a:cubicBezTo>
                      <a:cubicBezTo>
                        <a:pt x="206140" y="321106"/>
                        <a:pt x="168295" y="328275"/>
                        <a:pt x="135729" y="331396"/>
                      </a:cubicBezTo>
                      <a:lnTo>
                        <a:pt x="133070" y="146022"/>
                      </a:lnTo>
                      <a:cubicBezTo>
                        <a:pt x="127366" y="159280"/>
                        <a:pt x="130025" y="182326"/>
                        <a:pt x="129794" y="197010"/>
                      </a:cubicBezTo>
                      <a:cubicBezTo>
                        <a:pt x="126981" y="233198"/>
                        <a:pt x="128368" y="270234"/>
                        <a:pt x="129254" y="306654"/>
                      </a:cubicBezTo>
                      <a:cubicBezTo>
                        <a:pt x="129563" y="319950"/>
                        <a:pt x="133455" y="341840"/>
                        <a:pt x="130218" y="354134"/>
                      </a:cubicBezTo>
                      <a:lnTo>
                        <a:pt x="125285" y="354481"/>
                      </a:lnTo>
                      <a:cubicBezTo>
                        <a:pt x="120660" y="347313"/>
                        <a:pt x="126056" y="343151"/>
                        <a:pt x="122395" y="336098"/>
                      </a:cubicBezTo>
                      <a:lnTo>
                        <a:pt x="115727" y="336098"/>
                      </a:lnTo>
                      <a:cubicBezTo>
                        <a:pt x="82352" y="335558"/>
                        <a:pt x="49940" y="325885"/>
                        <a:pt x="26701" y="300757"/>
                      </a:cubicBezTo>
                      <a:cubicBezTo>
                        <a:pt x="8245" y="281264"/>
                        <a:pt x="-1371" y="255031"/>
                        <a:pt x="109" y="228226"/>
                      </a:cubicBezTo>
                      <a:cubicBezTo>
                        <a:pt x="957" y="196971"/>
                        <a:pt x="13675" y="167065"/>
                        <a:pt x="28551" y="140049"/>
                      </a:cubicBezTo>
                      <a:cubicBezTo>
                        <a:pt x="58072" y="86325"/>
                        <a:pt x="97498" y="41696"/>
                        <a:pt x="141934" y="-42"/>
                      </a:cubicBezTo>
                      <a:close/>
                    </a:path>
                  </a:pathLst>
                </a:custGeom>
                <a:solidFill>
                  <a:srgbClr val="3A7D2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3" name="Google Shape;1153;p43"/>
                <p:cNvSpPr/>
                <p:nvPr/>
              </p:nvSpPr>
              <p:spPr>
                <a:xfrm>
                  <a:off x="5729355" y="2143047"/>
                  <a:ext cx="440158" cy="481893"/>
                </a:xfrm>
                <a:custGeom>
                  <a:rect b="b" l="l" r="r" t="t"/>
                  <a:pathLst>
                    <a:path extrusionOk="0" h="421788" w="385259">
                      <a:moveTo>
                        <a:pt x="-40" y="-42"/>
                      </a:moveTo>
                      <a:cubicBezTo>
                        <a:pt x="34646" y="5508"/>
                        <a:pt x="69832" y="10556"/>
                        <a:pt x="104017" y="19536"/>
                      </a:cubicBezTo>
                      <a:cubicBezTo>
                        <a:pt x="197744" y="44355"/>
                        <a:pt x="291511" y="97193"/>
                        <a:pt x="348934" y="177046"/>
                      </a:cubicBezTo>
                      <a:cubicBezTo>
                        <a:pt x="369244" y="205296"/>
                        <a:pt x="390402" y="244760"/>
                        <a:pt x="384082" y="280756"/>
                      </a:cubicBezTo>
                      <a:cubicBezTo>
                        <a:pt x="379843" y="304958"/>
                        <a:pt x="359995" y="344731"/>
                        <a:pt x="339453" y="358605"/>
                      </a:cubicBezTo>
                      <a:cubicBezTo>
                        <a:pt x="335781" y="360829"/>
                        <a:pt x="331688" y="362258"/>
                        <a:pt x="327429" y="362806"/>
                      </a:cubicBezTo>
                      <a:lnTo>
                        <a:pt x="320415" y="354751"/>
                      </a:lnTo>
                      <a:lnTo>
                        <a:pt x="316214" y="355715"/>
                      </a:lnTo>
                      <a:lnTo>
                        <a:pt x="314441" y="352863"/>
                      </a:lnTo>
                      <a:cubicBezTo>
                        <a:pt x="302109" y="332475"/>
                        <a:pt x="292975" y="310123"/>
                        <a:pt x="280565" y="289620"/>
                      </a:cubicBezTo>
                      <a:cubicBezTo>
                        <a:pt x="237632" y="218669"/>
                        <a:pt x="182830" y="156428"/>
                        <a:pt x="121783" y="100546"/>
                      </a:cubicBezTo>
                      <a:lnTo>
                        <a:pt x="120088" y="102319"/>
                      </a:lnTo>
                      <a:cubicBezTo>
                        <a:pt x="198592" y="182866"/>
                        <a:pt x="269119" y="271275"/>
                        <a:pt x="314673" y="375215"/>
                      </a:cubicBezTo>
                      <a:cubicBezTo>
                        <a:pt x="281529" y="407511"/>
                        <a:pt x="250273" y="422272"/>
                        <a:pt x="203333" y="421732"/>
                      </a:cubicBezTo>
                      <a:cubicBezTo>
                        <a:pt x="162943" y="421231"/>
                        <a:pt x="119085" y="401538"/>
                        <a:pt x="90952" y="372749"/>
                      </a:cubicBezTo>
                      <a:cubicBezTo>
                        <a:pt x="31062" y="311356"/>
                        <a:pt x="42585" y="215971"/>
                        <a:pt x="31139" y="137659"/>
                      </a:cubicBezTo>
                      <a:cubicBezTo>
                        <a:pt x="23909" y="91100"/>
                        <a:pt x="13492" y="45092"/>
                        <a:pt x="-40" y="-42"/>
                      </a:cubicBezTo>
                      <a:close/>
                    </a:path>
                  </a:pathLst>
                </a:custGeom>
                <a:solidFill>
                  <a:srgbClr val="3A7D2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4" name="Google Shape;1154;p43"/>
                <p:cNvSpPr/>
                <p:nvPr/>
              </p:nvSpPr>
              <p:spPr>
                <a:xfrm>
                  <a:off x="6201966" y="2117187"/>
                  <a:ext cx="443018" cy="498352"/>
                </a:xfrm>
                <a:custGeom>
                  <a:rect b="b" l="l" r="r" t="t"/>
                  <a:pathLst>
                    <a:path extrusionOk="0" h="436194" w="387762">
                      <a:moveTo>
                        <a:pt x="51852" y="399534"/>
                      </a:moveTo>
                      <a:lnTo>
                        <a:pt x="55706" y="390015"/>
                      </a:lnTo>
                      <a:cubicBezTo>
                        <a:pt x="50080" y="384041"/>
                        <a:pt x="42179" y="380804"/>
                        <a:pt x="36437" y="375023"/>
                      </a:cubicBezTo>
                      <a:cubicBezTo>
                        <a:pt x="9459" y="348546"/>
                        <a:pt x="-908" y="309120"/>
                        <a:pt x="17" y="272470"/>
                      </a:cubicBezTo>
                      <a:cubicBezTo>
                        <a:pt x="1443" y="217166"/>
                        <a:pt x="39057" y="164560"/>
                        <a:pt x="77905" y="128410"/>
                      </a:cubicBezTo>
                      <a:cubicBezTo>
                        <a:pt x="162345" y="49674"/>
                        <a:pt x="275458" y="14796"/>
                        <a:pt x="387723" y="-42"/>
                      </a:cubicBezTo>
                      <a:cubicBezTo>
                        <a:pt x="370935" y="44533"/>
                        <a:pt x="359600" y="90976"/>
                        <a:pt x="353962" y="138276"/>
                      </a:cubicBezTo>
                      <a:cubicBezTo>
                        <a:pt x="342400" y="237592"/>
                        <a:pt x="357816" y="370090"/>
                        <a:pt x="248673" y="420769"/>
                      </a:cubicBezTo>
                      <a:cubicBezTo>
                        <a:pt x="216901" y="435591"/>
                        <a:pt x="181217" y="439846"/>
                        <a:pt x="146852" y="432909"/>
                      </a:cubicBezTo>
                      <a:lnTo>
                        <a:pt x="143576" y="432254"/>
                      </a:lnTo>
                      <a:cubicBezTo>
                        <a:pt x="119335" y="427243"/>
                        <a:pt x="97560" y="415836"/>
                        <a:pt x="82722" y="395757"/>
                      </a:cubicBezTo>
                      <a:lnTo>
                        <a:pt x="82376" y="395294"/>
                      </a:lnTo>
                      <a:cubicBezTo>
                        <a:pt x="120915" y="288078"/>
                        <a:pt x="186008" y="193695"/>
                        <a:pt x="261545" y="109641"/>
                      </a:cubicBezTo>
                      <a:lnTo>
                        <a:pt x="260543" y="108446"/>
                      </a:lnTo>
                      <a:cubicBezTo>
                        <a:pt x="197781" y="168225"/>
                        <a:pt x="144902" y="237584"/>
                        <a:pt x="103880" y="313938"/>
                      </a:cubicBezTo>
                      <a:cubicBezTo>
                        <a:pt x="93205" y="334133"/>
                        <a:pt x="83570" y="354828"/>
                        <a:pt x="73820" y="375601"/>
                      </a:cubicBezTo>
                      <a:cubicBezTo>
                        <a:pt x="69966" y="383964"/>
                        <a:pt x="65495" y="396952"/>
                        <a:pt x="59637" y="403889"/>
                      </a:cubicBezTo>
                      <a:close/>
                    </a:path>
                  </a:pathLst>
                </a:custGeom>
                <a:solidFill>
                  <a:srgbClr val="3A7D2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155" name="Google Shape;1155;p43"/>
            <p:cNvGrpSpPr/>
            <p:nvPr/>
          </p:nvGrpSpPr>
          <p:grpSpPr>
            <a:xfrm>
              <a:off x="8617258" y="4253100"/>
              <a:ext cx="3015900" cy="831000"/>
              <a:chOff x="8197310" y="4200179"/>
              <a:chExt cx="3015900" cy="831000"/>
            </a:xfrm>
          </p:grpSpPr>
          <p:sp>
            <p:nvSpPr>
              <p:cNvPr id="1156" name="Google Shape;1156;p43"/>
              <p:cNvSpPr txBox="1"/>
              <p:nvPr/>
            </p:nvSpPr>
            <p:spPr>
              <a:xfrm>
                <a:off x="8936210" y="4200179"/>
                <a:ext cx="2277000" cy="8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1F1F1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Storage, use, &amp; Transportation of Radioactive Materials </a:t>
                </a:r>
                <a:endParaRPr sz="1600">
                  <a:solidFill>
                    <a:srgbClr val="1F1F1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grpSp>
            <p:nvGrpSpPr>
              <p:cNvPr id="1157" name="Google Shape;1157;p43"/>
              <p:cNvGrpSpPr/>
              <p:nvPr/>
            </p:nvGrpSpPr>
            <p:grpSpPr>
              <a:xfrm>
                <a:off x="8197310" y="4404460"/>
                <a:ext cx="492700" cy="514663"/>
                <a:chOff x="5729355" y="1841969"/>
                <a:chExt cx="915629" cy="956444"/>
              </a:xfrm>
            </p:grpSpPr>
            <p:sp>
              <p:nvSpPr>
                <p:cNvPr id="1158" name="Google Shape;1158;p43"/>
                <p:cNvSpPr/>
                <p:nvPr/>
              </p:nvSpPr>
              <p:spPr>
                <a:xfrm>
                  <a:off x="6090702" y="2548625"/>
                  <a:ext cx="179295" cy="249788"/>
                </a:xfrm>
                <a:custGeom>
                  <a:rect b="b" l="l" r="r" t="t"/>
                  <a:pathLst>
                    <a:path extrusionOk="0" h="218633" w="156932">
                      <a:moveTo>
                        <a:pt x="-40" y="922"/>
                      </a:moveTo>
                      <a:lnTo>
                        <a:pt x="4161" y="-42"/>
                      </a:lnTo>
                      <a:lnTo>
                        <a:pt x="11175" y="8013"/>
                      </a:lnTo>
                      <a:cubicBezTo>
                        <a:pt x="33991" y="50025"/>
                        <a:pt x="49834" y="95462"/>
                        <a:pt x="58078" y="142554"/>
                      </a:cubicBezTo>
                      <a:cubicBezTo>
                        <a:pt x="61392" y="161438"/>
                        <a:pt x="62394" y="180630"/>
                        <a:pt x="65786" y="199515"/>
                      </a:cubicBezTo>
                      <a:lnTo>
                        <a:pt x="149185" y="22118"/>
                      </a:lnTo>
                      <a:lnTo>
                        <a:pt x="156892" y="26319"/>
                      </a:lnTo>
                      <a:lnTo>
                        <a:pt x="156469" y="27244"/>
                      </a:lnTo>
                      <a:cubicBezTo>
                        <a:pt x="143211" y="57266"/>
                        <a:pt x="81548" y="210421"/>
                        <a:pt x="61045" y="218592"/>
                      </a:cubicBezTo>
                      <a:cubicBezTo>
                        <a:pt x="55187" y="215162"/>
                        <a:pt x="53954" y="212772"/>
                        <a:pt x="53646" y="205912"/>
                      </a:cubicBezTo>
                      <a:cubicBezTo>
                        <a:pt x="50216" y="132842"/>
                        <a:pt x="30792" y="66747"/>
                        <a:pt x="-40" y="922"/>
                      </a:cubicBezTo>
                      <a:close/>
                    </a:path>
                  </a:pathLst>
                </a:custGeom>
                <a:solidFill>
                  <a:srgbClr val="0C8E1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9" name="Google Shape;1159;p43"/>
                <p:cNvSpPr/>
                <p:nvPr/>
              </p:nvSpPr>
              <p:spPr>
                <a:xfrm>
                  <a:off x="5994004" y="1841969"/>
                  <a:ext cx="284340" cy="405043"/>
                </a:xfrm>
                <a:custGeom>
                  <a:rect b="b" l="l" r="r" t="t"/>
                  <a:pathLst>
                    <a:path extrusionOk="0" h="354523" w="248875">
                      <a:moveTo>
                        <a:pt x="141934" y="-42"/>
                      </a:moveTo>
                      <a:lnTo>
                        <a:pt x="144323" y="960"/>
                      </a:lnTo>
                      <a:cubicBezTo>
                        <a:pt x="171686" y="46745"/>
                        <a:pt x="200514" y="93455"/>
                        <a:pt x="223290" y="141552"/>
                      </a:cubicBezTo>
                      <a:cubicBezTo>
                        <a:pt x="233542" y="163288"/>
                        <a:pt x="244410" y="187452"/>
                        <a:pt x="247493" y="211462"/>
                      </a:cubicBezTo>
                      <a:cubicBezTo>
                        <a:pt x="251347" y="240752"/>
                        <a:pt x="247493" y="270812"/>
                        <a:pt x="228223" y="294437"/>
                      </a:cubicBezTo>
                      <a:cubicBezTo>
                        <a:pt x="206140" y="321106"/>
                        <a:pt x="168295" y="328275"/>
                        <a:pt x="135729" y="331396"/>
                      </a:cubicBezTo>
                      <a:lnTo>
                        <a:pt x="133070" y="146022"/>
                      </a:lnTo>
                      <a:cubicBezTo>
                        <a:pt x="127366" y="159280"/>
                        <a:pt x="130025" y="182326"/>
                        <a:pt x="129794" y="197010"/>
                      </a:cubicBezTo>
                      <a:cubicBezTo>
                        <a:pt x="126981" y="233198"/>
                        <a:pt x="128368" y="270234"/>
                        <a:pt x="129254" y="306654"/>
                      </a:cubicBezTo>
                      <a:cubicBezTo>
                        <a:pt x="129563" y="319950"/>
                        <a:pt x="133455" y="341840"/>
                        <a:pt x="130218" y="354134"/>
                      </a:cubicBezTo>
                      <a:lnTo>
                        <a:pt x="125285" y="354481"/>
                      </a:lnTo>
                      <a:cubicBezTo>
                        <a:pt x="120660" y="347313"/>
                        <a:pt x="126056" y="343151"/>
                        <a:pt x="122395" y="336098"/>
                      </a:cubicBezTo>
                      <a:lnTo>
                        <a:pt x="115727" y="336098"/>
                      </a:lnTo>
                      <a:cubicBezTo>
                        <a:pt x="82352" y="335558"/>
                        <a:pt x="49940" y="325885"/>
                        <a:pt x="26701" y="300757"/>
                      </a:cubicBezTo>
                      <a:cubicBezTo>
                        <a:pt x="8245" y="281264"/>
                        <a:pt x="-1371" y="255031"/>
                        <a:pt x="109" y="228226"/>
                      </a:cubicBezTo>
                      <a:cubicBezTo>
                        <a:pt x="957" y="196971"/>
                        <a:pt x="13675" y="167065"/>
                        <a:pt x="28551" y="140049"/>
                      </a:cubicBezTo>
                      <a:cubicBezTo>
                        <a:pt x="58072" y="86325"/>
                        <a:pt x="97498" y="41696"/>
                        <a:pt x="141934" y="-42"/>
                      </a:cubicBezTo>
                      <a:close/>
                    </a:path>
                  </a:pathLst>
                </a:custGeom>
                <a:solidFill>
                  <a:srgbClr val="3A7D2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60" name="Google Shape;1160;p43"/>
                <p:cNvSpPr/>
                <p:nvPr/>
              </p:nvSpPr>
              <p:spPr>
                <a:xfrm>
                  <a:off x="5729355" y="2143047"/>
                  <a:ext cx="440158" cy="481893"/>
                </a:xfrm>
                <a:custGeom>
                  <a:rect b="b" l="l" r="r" t="t"/>
                  <a:pathLst>
                    <a:path extrusionOk="0" h="421788" w="385259">
                      <a:moveTo>
                        <a:pt x="-40" y="-42"/>
                      </a:moveTo>
                      <a:cubicBezTo>
                        <a:pt x="34646" y="5508"/>
                        <a:pt x="69832" y="10556"/>
                        <a:pt x="104017" y="19536"/>
                      </a:cubicBezTo>
                      <a:cubicBezTo>
                        <a:pt x="197744" y="44355"/>
                        <a:pt x="291511" y="97193"/>
                        <a:pt x="348934" y="177046"/>
                      </a:cubicBezTo>
                      <a:cubicBezTo>
                        <a:pt x="369244" y="205296"/>
                        <a:pt x="390402" y="244760"/>
                        <a:pt x="384082" y="280756"/>
                      </a:cubicBezTo>
                      <a:cubicBezTo>
                        <a:pt x="379843" y="304958"/>
                        <a:pt x="359995" y="344731"/>
                        <a:pt x="339453" y="358605"/>
                      </a:cubicBezTo>
                      <a:cubicBezTo>
                        <a:pt x="335781" y="360829"/>
                        <a:pt x="331688" y="362258"/>
                        <a:pt x="327429" y="362806"/>
                      </a:cubicBezTo>
                      <a:lnTo>
                        <a:pt x="320415" y="354751"/>
                      </a:lnTo>
                      <a:lnTo>
                        <a:pt x="316214" y="355715"/>
                      </a:lnTo>
                      <a:lnTo>
                        <a:pt x="314441" y="352863"/>
                      </a:lnTo>
                      <a:cubicBezTo>
                        <a:pt x="302109" y="332475"/>
                        <a:pt x="292975" y="310123"/>
                        <a:pt x="280565" y="289620"/>
                      </a:cubicBezTo>
                      <a:cubicBezTo>
                        <a:pt x="237632" y="218669"/>
                        <a:pt x="182830" y="156428"/>
                        <a:pt x="121783" y="100546"/>
                      </a:cubicBezTo>
                      <a:lnTo>
                        <a:pt x="120088" y="102319"/>
                      </a:lnTo>
                      <a:cubicBezTo>
                        <a:pt x="198592" y="182866"/>
                        <a:pt x="269119" y="271275"/>
                        <a:pt x="314673" y="375215"/>
                      </a:cubicBezTo>
                      <a:cubicBezTo>
                        <a:pt x="281529" y="407511"/>
                        <a:pt x="250273" y="422272"/>
                        <a:pt x="203333" y="421732"/>
                      </a:cubicBezTo>
                      <a:cubicBezTo>
                        <a:pt x="162943" y="421231"/>
                        <a:pt x="119085" y="401538"/>
                        <a:pt x="90952" y="372749"/>
                      </a:cubicBezTo>
                      <a:cubicBezTo>
                        <a:pt x="31062" y="311356"/>
                        <a:pt x="42585" y="215971"/>
                        <a:pt x="31139" y="137659"/>
                      </a:cubicBezTo>
                      <a:cubicBezTo>
                        <a:pt x="23909" y="91100"/>
                        <a:pt x="13492" y="45092"/>
                        <a:pt x="-40" y="-42"/>
                      </a:cubicBezTo>
                      <a:close/>
                    </a:path>
                  </a:pathLst>
                </a:custGeom>
                <a:solidFill>
                  <a:srgbClr val="3A7D2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61" name="Google Shape;1161;p43"/>
                <p:cNvSpPr/>
                <p:nvPr/>
              </p:nvSpPr>
              <p:spPr>
                <a:xfrm>
                  <a:off x="6201966" y="2117187"/>
                  <a:ext cx="443018" cy="498352"/>
                </a:xfrm>
                <a:custGeom>
                  <a:rect b="b" l="l" r="r" t="t"/>
                  <a:pathLst>
                    <a:path extrusionOk="0" h="436194" w="387762">
                      <a:moveTo>
                        <a:pt x="51852" y="399534"/>
                      </a:moveTo>
                      <a:lnTo>
                        <a:pt x="55706" y="390015"/>
                      </a:lnTo>
                      <a:cubicBezTo>
                        <a:pt x="50080" y="384041"/>
                        <a:pt x="42179" y="380804"/>
                        <a:pt x="36437" y="375023"/>
                      </a:cubicBezTo>
                      <a:cubicBezTo>
                        <a:pt x="9459" y="348546"/>
                        <a:pt x="-908" y="309120"/>
                        <a:pt x="17" y="272470"/>
                      </a:cubicBezTo>
                      <a:cubicBezTo>
                        <a:pt x="1443" y="217166"/>
                        <a:pt x="39057" y="164560"/>
                        <a:pt x="77905" y="128410"/>
                      </a:cubicBezTo>
                      <a:cubicBezTo>
                        <a:pt x="162345" y="49674"/>
                        <a:pt x="275458" y="14796"/>
                        <a:pt x="387723" y="-42"/>
                      </a:cubicBezTo>
                      <a:cubicBezTo>
                        <a:pt x="370935" y="44533"/>
                        <a:pt x="359600" y="90976"/>
                        <a:pt x="353962" y="138276"/>
                      </a:cubicBezTo>
                      <a:cubicBezTo>
                        <a:pt x="342400" y="237592"/>
                        <a:pt x="357816" y="370090"/>
                        <a:pt x="248673" y="420769"/>
                      </a:cubicBezTo>
                      <a:cubicBezTo>
                        <a:pt x="216901" y="435591"/>
                        <a:pt x="181217" y="439846"/>
                        <a:pt x="146852" y="432909"/>
                      </a:cubicBezTo>
                      <a:lnTo>
                        <a:pt x="143576" y="432254"/>
                      </a:lnTo>
                      <a:cubicBezTo>
                        <a:pt x="119335" y="427243"/>
                        <a:pt x="97560" y="415836"/>
                        <a:pt x="82722" y="395757"/>
                      </a:cubicBezTo>
                      <a:lnTo>
                        <a:pt x="82376" y="395294"/>
                      </a:lnTo>
                      <a:cubicBezTo>
                        <a:pt x="120915" y="288078"/>
                        <a:pt x="186008" y="193695"/>
                        <a:pt x="261545" y="109641"/>
                      </a:cubicBezTo>
                      <a:lnTo>
                        <a:pt x="260543" y="108446"/>
                      </a:lnTo>
                      <a:cubicBezTo>
                        <a:pt x="197781" y="168225"/>
                        <a:pt x="144902" y="237584"/>
                        <a:pt x="103880" y="313938"/>
                      </a:cubicBezTo>
                      <a:cubicBezTo>
                        <a:pt x="93205" y="334133"/>
                        <a:pt x="83570" y="354828"/>
                        <a:pt x="73820" y="375601"/>
                      </a:cubicBezTo>
                      <a:cubicBezTo>
                        <a:pt x="69966" y="383964"/>
                        <a:pt x="65495" y="396952"/>
                        <a:pt x="59637" y="403889"/>
                      </a:cubicBezTo>
                      <a:close/>
                    </a:path>
                  </a:pathLst>
                </a:custGeom>
                <a:solidFill>
                  <a:srgbClr val="3A7D2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162" name="Google Shape;1162;p43"/>
            <p:cNvGrpSpPr/>
            <p:nvPr/>
          </p:nvGrpSpPr>
          <p:grpSpPr>
            <a:xfrm>
              <a:off x="8617258" y="3020728"/>
              <a:ext cx="3015899" cy="831000"/>
              <a:chOff x="8197310" y="2978879"/>
              <a:chExt cx="3015899" cy="831000"/>
            </a:xfrm>
          </p:grpSpPr>
          <p:sp>
            <p:nvSpPr>
              <p:cNvPr id="1163" name="Google Shape;1163;p43"/>
              <p:cNvSpPr txBox="1"/>
              <p:nvPr/>
            </p:nvSpPr>
            <p:spPr>
              <a:xfrm>
                <a:off x="8936209" y="2978879"/>
                <a:ext cx="2277000" cy="8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1F1F1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Storage, use, &amp; Transportation of chemicals </a:t>
                </a:r>
                <a:endParaRPr sz="1600">
                  <a:solidFill>
                    <a:srgbClr val="1F1F1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grpSp>
            <p:nvGrpSpPr>
              <p:cNvPr id="1164" name="Google Shape;1164;p43"/>
              <p:cNvGrpSpPr/>
              <p:nvPr/>
            </p:nvGrpSpPr>
            <p:grpSpPr>
              <a:xfrm>
                <a:off x="8197310" y="3044660"/>
                <a:ext cx="492700" cy="514663"/>
                <a:chOff x="5729355" y="1841969"/>
                <a:chExt cx="915629" cy="956444"/>
              </a:xfrm>
            </p:grpSpPr>
            <p:sp>
              <p:nvSpPr>
                <p:cNvPr id="1165" name="Google Shape;1165;p43"/>
                <p:cNvSpPr/>
                <p:nvPr/>
              </p:nvSpPr>
              <p:spPr>
                <a:xfrm>
                  <a:off x="6090702" y="2548625"/>
                  <a:ext cx="179295" cy="249788"/>
                </a:xfrm>
                <a:custGeom>
                  <a:rect b="b" l="l" r="r" t="t"/>
                  <a:pathLst>
                    <a:path extrusionOk="0" h="218633" w="156932">
                      <a:moveTo>
                        <a:pt x="-40" y="922"/>
                      </a:moveTo>
                      <a:lnTo>
                        <a:pt x="4161" y="-42"/>
                      </a:lnTo>
                      <a:lnTo>
                        <a:pt x="11175" y="8013"/>
                      </a:lnTo>
                      <a:cubicBezTo>
                        <a:pt x="33991" y="50025"/>
                        <a:pt x="49834" y="95462"/>
                        <a:pt x="58078" y="142554"/>
                      </a:cubicBezTo>
                      <a:cubicBezTo>
                        <a:pt x="61392" y="161438"/>
                        <a:pt x="62394" y="180630"/>
                        <a:pt x="65786" y="199515"/>
                      </a:cubicBezTo>
                      <a:lnTo>
                        <a:pt x="149185" y="22118"/>
                      </a:lnTo>
                      <a:lnTo>
                        <a:pt x="156892" y="26319"/>
                      </a:lnTo>
                      <a:lnTo>
                        <a:pt x="156469" y="27244"/>
                      </a:lnTo>
                      <a:cubicBezTo>
                        <a:pt x="143211" y="57266"/>
                        <a:pt x="81548" y="210421"/>
                        <a:pt x="61045" y="218592"/>
                      </a:cubicBezTo>
                      <a:cubicBezTo>
                        <a:pt x="55187" y="215162"/>
                        <a:pt x="53954" y="212772"/>
                        <a:pt x="53646" y="205912"/>
                      </a:cubicBezTo>
                      <a:cubicBezTo>
                        <a:pt x="50216" y="132842"/>
                        <a:pt x="30792" y="66747"/>
                        <a:pt x="-40" y="922"/>
                      </a:cubicBezTo>
                      <a:close/>
                    </a:path>
                  </a:pathLst>
                </a:custGeom>
                <a:solidFill>
                  <a:srgbClr val="0C8E1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66" name="Google Shape;1166;p43"/>
                <p:cNvSpPr/>
                <p:nvPr/>
              </p:nvSpPr>
              <p:spPr>
                <a:xfrm>
                  <a:off x="5994004" y="1841969"/>
                  <a:ext cx="284340" cy="405043"/>
                </a:xfrm>
                <a:custGeom>
                  <a:rect b="b" l="l" r="r" t="t"/>
                  <a:pathLst>
                    <a:path extrusionOk="0" h="354523" w="248875">
                      <a:moveTo>
                        <a:pt x="141934" y="-42"/>
                      </a:moveTo>
                      <a:lnTo>
                        <a:pt x="144323" y="960"/>
                      </a:lnTo>
                      <a:cubicBezTo>
                        <a:pt x="171686" y="46745"/>
                        <a:pt x="200514" y="93455"/>
                        <a:pt x="223290" y="141552"/>
                      </a:cubicBezTo>
                      <a:cubicBezTo>
                        <a:pt x="233542" y="163288"/>
                        <a:pt x="244410" y="187452"/>
                        <a:pt x="247493" y="211462"/>
                      </a:cubicBezTo>
                      <a:cubicBezTo>
                        <a:pt x="251347" y="240752"/>
                        <a:pt x="247493" y="270812"/>
                        <a:pt x="228223" y="294437"/>
                      </a:cubicBezTo>
                      <a:cubicBezTo>
                        <a:pt x="206140" y="321106"/>
                        <a:pt x="168295" y="328275"/>
                        <a:pt x="135729" y="331396"/>
                      </a:cubicBezTo>
                      <a:lnTo>
                        <a:pt x="133070" y="146022"/>
                      </a:lnTo>
                      <a:cubicBezTo>
                        <a:pt x="127366" y="159280"/>
                        <a:pt x="130025" y="182326"/>
                        <a:pt x="129794" y="197010"/>
                      </a:cubicBezTo>
                      <a:cubicBezTo>
                        <a:pt x="126981" y="233198"/>
                        <a:pt x="128368" y="270234"/>
                        <a:pt x="129254" y="306654"/>
                      </a:cubicBezTo>
                      <a:cubicBezTo>
                        <a:pt x="129563" y="319950"/>
                        <a:pt x="133455" y="341840"/>
                        <a:pt x="130218" y="354134"/>
                      </a:cubicBezTo>
                      <a:lnTo>
                        <a:pt x="125285" y="354481"/>
                      </a:lnTo>
                      <a:cubicBezTo>
                        <a:pt x="120660" y="347313"/>
                        <a:pt x="126056" y="343151"/>
                        <a:pt x="122395" y="336098"/>
                      </a:cubicBezTo>
                      <a:lnTo>
                        <a:pt x="115727" y="336098"/>
                      </a:lnTo>
                      <a:cubicBezTo>
                        <a:pt x="82352" y="335558"/>
                        <a:pt x="49940" y="325885"/>
                        <a:pt x="26701" y="300757"/>
                      </a:cubicBezTo>
                      <a:cubicBezTo>
                        <a:pt x="8245" y="281264"/>
                        <a:pt x="-1371" y="255031"/>
                        <a:pt x="109" y="228226"/>
                      </a:cubicBezTo>
                      <a:cubicBezTo>
                        <a:pt x="957" y="196971"/>
                        <a:pt x="13675" y="167065"/>
                        <a:pt x="28551" y="140049"/>
                      </a:cubicBezTo>
                      <a:cubicBezTo>
                        <a:pt x="58072" y="86325"/>
                        <a:pt x="97498" y="41696"/>
                        <a:pt x="141934" y="-42"/>
                      </a:cubicBezTo>
                      <a:close/>
                    </a:path>
                  </a:pathLst>
                </a:custGeom>
                <a:solidFill>
                  <a:srgbClr val="3A7D2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67" name="Google Shape;1167;p43"/>
                <p:cNvSpPr/>
                <p:nvPr/>
              </p:nvSpPr>
              <p:spPr>
                <a:xfrm>
                  <a:off x="5729355" y="2143047"/>
                  <a:ext cx="440158" cy="481893"/>
                </a:xfrm>
                <a:custGeom>
                  <a:rect b="b" l="l" r="r" t="t"/>
                  <a:pathLst>
                    <a:path extrusionOk="0" h="421788" w="385259">
                      <a:moveTo>
                        <a:pt x="-40" y="-42"/>
                      </a:moveTo>
                      <a:cubicBezTo>
                        <a:pt x="34646" y="5508"/>
                        <a:pt x="69832" y="10556"/>
                        <a:pt x="104017" y="19536"/>
                      </a:cubicBezTo>
                      <a:cubicBezTo>
                        <a:pt x="197744" y="44355"/>
                        <a:pt x="291511" y="97193"/>
                        <a:pt x="348934" y="177046"/>
                      </a:cubicBezTo>
                      <a:cubicBezTo>
                        <a:pt x="369244" y="205296"/>
                        <a:pt x="390402" y="244760"/>
                        <a:pt x="384082" y="280756"/>
                      </a:cubicBezTo>
                      <a:cubicBezTo>
                        <a:pt x="379843" y="304958"/>
                        <a:pt x="359995" y="344731"/>
                        <a:pt x="339453" y="358605"/>
                      </a:cubicBezTo>
                      <a:cubicBezTo>
                        <a:pt x="335781" y="360829"/>
                        <a:pt x="331688" y="362258"/>
                        <a:pt x="327429" y="362806"/>
                      </a:cubicBezTo>
                      <a:lnTo>
                        <a:pt x="320415" y="354751"/>
                      </a:lnTo>
                      <a:lnTo>
                        <a:pt x="316214" y="355715"/>
                      </a:lnTo>
                      <a:lnTo>
                        <a:pt x="314441" y="352863"/>
                      </a:lnTo>
                      <a:cubicBezTo>
                        <a:pt x="302109" y="332475"/>
                        <a:pt x="292975" y="310123"/>
                        <a:pt x="280565" y="289620"/>
                      </a:cubicBezTo>
                      <a:cubicBezTo>
                        <a:pt x="237632" y="218669"/>
                        <a:pt x="182830" y="156428"/>
                        <a:pt x="121783" y="100546"/>
                      </a:cubicBezTo>
                      <a:lnTo>
                        <a:pt x="120088" y="102319"/>
                      </a:lnTo>
                      <a:cubicBezTo>
                        <a:pt x="198592" y="182866"/>
                        <a:pt x="269119" y="271275"/>
                        <a:pt x="314673" y="375215"/>
                      </a:cubicBezTo>
                      <a:cubicBezTo>
                        <a:pt x="281529" y="407511"/>
                        <a:pt x="250273" y="422272"/>
                        <a:pt x="203333" y="421732"/>
                      </a:cubicBezTo>
                      <a:cubicBezTo>
                        <a:pt x="162943" y="421231"/>
                        <a:pt x="119085" y="401538"/>
                        <a:pt x="90952" y="372749"/>
                      </a:cubicBezTo>
                      <a:cubicBezTo>
                        <a:pt x="31062" y="311356"/>
                        <a:pt x="42585" y="215971"/>
                        <a:pt x="31139" y="137659"/>
                      </a:cubicBezTo>
                      <a:cubicBezTo>
                        <a:pt x="23909" y="91100"/>
                        <a:pt x="13492" y="45092"/>
                        <a:pt x="-40" y="-42"/>
                      </a:cubicBezTo>
                      <a:close/>
                    </a:path>
                  </a:pathLst>
                </a:custGeom>
                <a:solidFill>
                  <a:srgbClr val="3A7D2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68" name="Google Shape;1168;p43"/>
                <p:cNvSpPr/>
                <p:nvPr/>
              </p:nvSpPr>
              <p:spPr>
                <a:xfrm>
                  <a:off x="6201966" y="2117187"/>
                  <a:ext cx="443018" cy="498352"/>
                </a:xfrm>
                <a:custGeom>
                  <a:rect b="b" l="l" r="r" t="t"/>
                  <a:pathLst>
                    <a:path extrusionOk="0" h="436194" w="387762">
                      <a:moveTo>
                        <a:pt x="51852" y="399534"/>
                      </a:moveTo>
                      <a:lnTo>
                        <a:pt x="55706" y="390015"/>
                      </a:lnTo>
                      <a:cubicBezTo>
                        <a:pt x="50080" y="384041"/>
                        <a:pt x="42179" y="380804"/>
                        <a:pt x="36437" y="375023"/>
                      </a:cubicBezTo>
                      <a:cubicBezTo>
                        <a:pt x="9459" y="348546"/>
                        <a:pt x="-908" y="309120"/>
                        <a:pt x="17" y="272470"/>
                      </a:cubicBezTo>
                      <a:cubicBezTo>
                        <a:pt x="1443" y="217166"/>
                        <a:pt x="39057" y="164560"/>
                        <a:pt x="77905" y="128410"/>
                      </a:cubicBezTo>
                      <a:cubicBezTo>
                        <a:pt x="162345" y="49674"/>
                        <a:pt x="275458" y="14796"/>
                        <a:pt x="387723" y="-42"/>
                      </a:cubicBezTo>
                      <a:cubicBezTo>
                        <a:pt x="370935" y="44533"/>
                        <a:pt x="359600" y="90976"/>
                        <a:pt x="353962" y="138276"/>
                      </a:cubicBezTo>
                      <a:cubicBezTo>
                        <a:pt x="342400" y="237592"/>
                        <a:pt x="357816" y="370090"/>
                        <a:pt x="248673" y="420769"/>
                      </a:cubicBezTo>
                      <a:cubicBezTo>
                        <a:pt x="216901" y="435591"/>
                        <a:pt x="181217" y="439846"/>
                        <a:pt x="146852" y="432909"/>
                      </a:cubicBezTo>
                      <a:lnTo>
                        <a:pt x="143576" y="432254"/>
                      </a:lnTo>
                      <a:cubicBezTo>
                        <a:pt x="119335" y="427243"/>
                        <a:pt x="97560" y="415836"/>
                        <a:pt x="82722" y="395757"/>
                      </a:cubicBezTo>
                      <a:lnTo>
                        <a:pt x="82376" y="395294"/>
                      </a:lnTo>
                      <a:cubicBezTo>
                        <a:pt x="120915" y="288078"/>
                        <a:pt x="186008" y="193695"/>
                        <a:pt x="261545" y="109641"/>
                      </a:cubicBezTo>
                      <a:lnTo>
                        <a:pt x="260543" y="108446"/>
                      </a:lnTo>
                      <a:cubicBezTo>
                        <a:pt x="197781" y="168225"/>
                        <a:pt x="144902" y="237584"/>
                        <a:pt x="103880" y="313938"/>
                      </a:cubicBezTo>
                      <a:cubicBezTo>
                        <a:pt x="93205" y="334133"/>
                        <a:pt x="83570" y="354828"/>
                        <a:pt x="73820" y="375601"/>
                      </a:cubicBezTo>
                      <a:cubicBezTo>
                        <a:pt x="69966" y="383964"/>
                        <a:pt x="65495" y="396952"/>
                        <a:pt x="59637" y="403889"/>
                      </a:cubicBezTo>
                      <a:close/>
                    </a:path>
                  </a:pathLst>
                </a:custGeom>
                <a:solidFill>
                  <a:srgbClr val="3A7D2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169" name="Google Shape;1169;p43"/>
            <p:cNvGrpSpPr/>
            <p:nvPr/>
          </p:nvGrpSpPr>
          <p:grpSpPr>
            <a:xfrm>
              <a:off x="8617258" y="2070148"/>
              <a:ext cx="3015899" cy="585000"/>
              <a:chOff x="8617258" y="2034578"/>
              <a:chExt cx="3015899" cy="585000"/>
            </a:xfrm>
          </p:grpSpPr>
          <p:sp>
            <p:nvSpPr>
              <p:cNvPr id="1170" name="Google Shape;1170;p43"/>
              <p:cNvSpPr txBox="1"/>
              <p:nvPr/>
            </p:nvSpPr>
            <p:spPr>
              <a:xfrm>
                <a:off x="9356157" y="2034578"/>
                <a:ext cx="2277000" cy="58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1F1F1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Regulated Liquid Discharges </a:t>
                </a:r>
                <a:endParaRPr/>
              </a:p>
            </p:txBody>
          </p:sp>
          <p:grpSp>
            <p:nvGrpSpPr>
              <p:cNvPr id="1171" name="Google Shape;1171;p43"/>
              <p:cNvGrpSpPr/>
              <p:nvPr/>
            </p:nvGrpSpPr>
            <p:grpSpPr>
              <a:xfrm>
                <a:off x="8617258" y="2069581"/>
                <a:ext cx="492700" cy="514663"/>
                <a:chOff x="5729355" y="1841969"/>
                <a:chExt cx="915629" cy="956444"/>
              </a:xfrm>
            </p:grpSpPr>
            <p:sp>
              <p:nvSpPr>
                <p:cNvPr id="1172" name="Google Shape;1172;p43"/>
                <p:cNvSpPr/>
                <p:nvPr/>
              </p:nvSpPr>
              <p:spPr>
                <a:xfrm>
                  <a:off x="6090702" y="2548625"/>
                  <a:ext cx="179295" cy="249788"/>
                </a:xfrm>
                <a:custGeom>
                  <a:rect b="b" l="l" r="r" t="t"/>
                  <a:pathLst>
                    <a:path extrusionOk="0" h="218633" w="156932">
                      <a:moveTo>
                        <a:pt x="-40" y="922"/>
                      </a:moveTo>
                      <a:lnTo>
                        <a:pt x="4161" y="-42"/>
                      </a:lnTo>
                      <a:lnTo>
                        <a:pt x="11175" y="8013"/>
                      </a:lnTo>
                      <a:cubicBezTo>
                        <a:pt x="33991" y="50025"/>
                        <a:pt x="49834" y="95462"/>
                        <a:pt x="58078" y="142554"/>
                      </a:cubicBezTo>
                      <a:cubicBezTo>
                        <a:pt x="61392" y="161438"/>
                        <a:pt x="62394" y="180630"/>
                        <a:pt x="65786" y="199515"/>
                      </a:cubicBezTo>
                      <a:lnTo>
                        <a:pt x="149185" y="22118"/>
                      </a:lnTo>
                      <a:lnTo>
                        <a:pt x="156892" y="26319"/>
                      </a:lnTo>
                      <a:lnTo>
                        <a:pt x="156469" y="27244"/>
                      </a:lnTo>
                      <a:cubicBezTo>
                        <a:pt x="143211" y="57266"/>
                        <a:pt x="81548" y="210421"/>
                        <a:pt x="61045" y="218592"/>
                      </a:cubicBezTo>
                      <a:cubicBezTo>
                        <a:pt x="55187" y="215162"/>
                        <a:pt x="53954" y="212772"/>
                        <a:pt x="53646" y="205912"/>
                      </a:cubicBezTo>
                      <a:cubicBezTo>
                        <a:pt x="50216" y="132842"/>
                        <a:pt x="30792" y="66747"/>
                        <a:pt x="-40" y="922"/>
                      </a:cubicBezTo>
                      <a:close/>
                    </a:path>
                  </a:pathLst>
                </a:custGeom>
                <a:solidFill>
                  <a:srgbClr val="0C8E1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73" name="Google Shape;1173;p43"/>
                <p:cNvSpPr/>
                <p:nvPr/>
              </p:nvSpPr>
              <p:spPr>
                <a:xfrm>
                  <a:off x="5994004" y="1841969"/>
                  <a:ext cx="284340" cy="405043"/>
                </a:xfrm>
                <a:custGeom>
                  <a:rect b="b" l="l" r="r" t="t"/>
                  <a:pathLst>
                    <a:path extrusionOk="0" h="354523" w="248875">
                      <a:moveTo>
                        <a:pt x="141934" y="-42"/>
                      </a:moveTo>
                      <a:lnTo>
                        <a:pt x="144323" y="960"/>
                      </a:lnTo>
                      <a:cubicBezTo>
                        <a:pt x="171686" y="46745"/>
                        <a:pt x="200514" y="93455"/>
                        <a:pt x="223290" y="141552"/>
                      </a:cubicBezTo>
                      <a:cubicBezTo>
                        <a:pt x="233542" y="163288"/>
                        <a:pt x="244410" y="187452"/>
                        <a:pt x="247493" y="211462"/>
                      </a:cubicBezTo>
                      <a:cubicBezTo>
                        <a:pt x="251347" y="240752"/>
                        <a:pt x="247493" y="270812"/>
                        <a:pt x="228223" y="294437"/>
                      </a:cubicBezTo>
                      <a:cubicBezTo>
                        <a:pt x="206140" y="321106"/>
                        <a:pt x="168295" y="328275"/>
                        <a:pt x="135729" y="331396"/>
                      </a:cubicBezTo>
                      <a:lnTo>
                        <a:pt x="133070" y="146022"/>
                      </a:lnTo>
                      <a:cubicBezTo>
                        <a:pt x="127366" y="159280"/>
                        <a:pt x="130025" y="182326"/>
                        <a:pt x="129794" y="197010"/>
                      </a:cubicBezTo>
                      <a:cubicBezTo>
                        <a:pt x="126981" y="233198"/>
                        <a:pt x="128368" y="270234"/>
                        <a:pt x="129254" y="306654"/>
                      </a:cubicBezTo>
                      <a:cubicBezTo>
                        <a:pt x="129563" y="319950"/>
                        <a:pt x="133455" y="341840"/>
                        <a:pt x="130218" y="354134"/>
                      </a:cubicBezTo>
                      <a:lnTo>
                        <a:pt x="125285" y="354481"/>
                      </a:lnTo>
                      <a:cubicBezTo>
                        <a:pt x="120660" y="347313"/>
                        <a:pt x="126056" y="343151"/>
                        <a:pt x="122395" y="336098"/>
                      </a:cubicBezTo>
                      <a:lnTo>
                        <a:pt x="115727" y="336098"/>
                      </a:lnTo>
                      <a:cubicBezTo>
                        <a:pt x="82352" y="335558"/>
                        <a:pt x="49940" y="325885"/>
                        <a:pt x="26701" y="300757"/>
                      </a:cubicBezTo>
                      <a:cubicBezTo>
                        <a:pt x="8245" y="281264"/>
                        <a:pt x="-1371" y="255031"/>
                        <a:pt x="109" y="228226"/>
                      </a:cubicBezTo>
                      <a:cubicBezTo>
                        <a:pt x="957" y="196971"/>
                        <a:pt x="13675" y="167065"/>
                        <a:pt x="28551" y="140049"/>
                      </a:cubicBezTo>
                      <a:cubicBezTo>
                        <a:pt x="58072" y="86325"/>
                        <a:pt x="97498" y="41696"/>
                        <a:pt x="141934" y="-42"/>
                      </a:cubicBezTo>
                      <a:close/>
                    </a:path>
                  </a:pathLst>
                </a:custGeom>
                <a:solidFill>
                  <a:srgbClr val="3A7D2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74" name="Google Shape;1174;p43"/>
                <p:cNvSpPr/>
                <p:nvPr/>
              </p:nvSpPr>
              <p:spPr>
                <a:xfrm>
                  <a:off x="5729355" y="2143047"/>
                  <a:ext cx="440158" cy="481893"/>
                </a:xfrm>
                <a:custGeom>
                  <a:rect b="b" l="l" r="r" t="t"/>
                  <a:pathLst>
                    <a:path extrusionOk="0" h="421788" w="385259">
                      <a:moveTo>
                        <a:pt x="-40" y="-42"/>
                      </a:moveTo>
                      <a:cubicBezTo>
                        <a:pt x="34646" y="5508"/>
                        <a:pt x="69832" y="10556"/>
                        <a:pt x="104017" y="19536"/>
                      </a:cubicBezTo>
                      <a:cubicBezTo>
                        <a:pt x="197744" y="44355"/>
                        <a:pt x="291511" y="97193"/>
                        <a:pt x="348934" y="177046"/>
                      </a:cubicBezTo>
                      <a:cubicBezTo>
                        <a:pt x="369244" y="205296"/>
                        <a:pt x="390402" y="244760"/>
                        <a:pt x="384082" y="280756"/>
                      </a:cubicBezTo>
                      <a:cubicBezTo>
                        <a:pt x="379843" y="304958"/>
                        <a:pt x="359995" y="344731"/>
                        <a:pt x="339453" y="358605"/>
                      </a:cubicBezTo>
                      <a:cubicBezTo>
                        <a:pt x="335781" y="360829"/>
                        <a:pt x="331688" y="362258"/>
                        <a:pt x="327429" y="362806"/>
                      </a:cubicBezTo>
                      <a:lnTo>
                        <a:pt x="320415" y="354751"/>
                      </a:lnTo>
                      <a:lnTo>
                        <a:pt x="316214" y="355715"/>
                      </a:lnTo>
                      <a:lnTo>
                        <a:pt x="314441" y="352863"/>
                      </a:lnTo>
                      <a:cubicBezTo>
                        <a:pt x="302109" y="332475"/>
                        <a:pt x="292975" y="310123"/>
                        <a:pt x="280565" y="289620"/>
                      </a:cubicBezTo>
                      <a:cubicBezTo>
                        <a:pt x="237632" y="218669"/>
                        <a:pt x="182830" y="156428"/>
                        <a:pt x="121783" y="100546"/>
                      </a:cubicBezTo>
                      <a:lnTo>
                        <a:pt x="120088" y="102319"/>
                      </a:lnTo>
                      <a:cubicBezTo>
                        <a:pt x="198592" y="182866"/>
                        <a:pt x="269119" y="271275"/>
                        <a:pt x="314673" y="375215"/>
                      </a:cubicBezTo>
                      <a:cubicBezTo>
                        <a:pt x="281529" y="407511"/>
                        <a:pt x="250273" y="422272"/>
                        <a:pt x="203333" y="421732"/>
                      </a:cubicBezTo>
                      <a:cubicBezTo>
                        <a:pt x="162943" y="421231"/>
                        <a:pt x="119085" y="401538"/>
                        <a:pt x="90952" y="372749"/>
                      </a:cubicBezTo>
                      <a:cubicBezTo>
                        <a:pt x="31062" y="311356"/>
                        <a:pt x="42585" y="215971"/>
                        <a:pt x="31139" y="137659"/>
                      </a:cubicBezTo>
                      <a:cubicBezTo>
                        <a:pt x="23909" y="91100"/>
                        <a:pt x="13492" y="45092"/>
                        <a:pt x="-40" y="-42"/>
                      </a:cubicBezTo>
                      <a:close/>
                    </a:path>
                  </a:pathLst>
                </a:custGeom>
                <a:solidFill>
                  <a:srgbClr val="3A7D2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75" name="Google Shape;1175;p43"/>
                <p:cNvSpPr/>
                <p:nvPr/>
              </p:nvSpPr>
              <p:spPr>
                <a:xfrm>
                  <a:off x="6201966" y="2117187"/>
                  <a:ext cx="443018" cy="498352"/>
                </a:xfrm>
                <a:custGeom>
                  <a:rect b="b" l="l" r="r" t="t"/>
                  <a:pathLst>
                    <a:path extrusionOk="0" h="436194" w="387762">
                      <a:moveTo>
                        <a:pt x="51852" y="399534"/>
                      </a:moveTo>
                      <a:lnTo>
                        <a:pt x="55706" y="390015"/>
                      </a:lnTo>
                      <a:cubicBezTo>
                        <a:pt x="50080" y="384041"/>
                        <a:pt x="42179" y="380804"/>
                        <a:pt x="36437" y="375023"/>
                      </a:cubicBezTo>
                      <a:cubicBezTo>
                        <a:pt x="9459" y="348546"/>
                        <a:pt x="-908" y="309120"/>
                        <a:pt x="17" y="272470"/>
                      </a:cubicBezTo>
                      <a:cubicBezTo>
                        <a:pt x="1443" y="217166"/>
                        <a:pt x="39057" y="164560"/>
                        <a:pt x="77905" y="128410"/>
                      </a:cubicBezTo>
                      <a:cubicBezTo>
                        <a:pt x="162345" y="49674"/>
                        <a:pt x="275458" y="14796"/>
                        <a:pt x="387723" y="-42"/>
                      </a:cubicBezTo>
                      <a:cubicBezTo>
                        <a:pt x="370935" y="44533"/>
                        <a:pt x="359600" y="90976"/>
                        <a:pt x="353962" y="138276"/>
                      </a:cubicBezTo>
                      <a:cubicBezTo>
                        <a:pt x="342400" y="237592"/>
                        <a:pt x="357816" y="370090"/>
                        <a:pt x="248673" y="420769"/>
                      </a:cubicBezTo>
                      <a:cubicBezTo>
                        <a:pt x="216901" y="435591"/>
                        <a:pt x="181217" y="439846"/>
                        <a:pt x="146852" y="432909"/>
                      </a:cubicBezTo>
                      <a:lnTo>
                        <a:pt x="143576" y="432254"/>
                      </a:lnTo>
                      <a:cubicBezTo>
                        <a:pt x="119335" y="427243"/>
                        <a:pt x="97560" y="415836"/>
                        <a:pt x="82722" y="395757"/>
                      </a:cubicBezTo>
                      <a:lnTo>
                        <a:pt x="82376" y="395294"/>
                      </a:lnTo>
                      <a:cubicBezTo>
                        <a:pt x="120915" y="288078"/>
                        <a:pt x="186008" y="193695"/>
                        <a:pt x="261545" y="109641"/>
                      </a:cubicBezTo>
                      <a:lnTo>
                        <a:pt x="260543" y="108446"/>
                      </a:lnTo>
                      <a:cubicBezTo>
                        <a:pt x="197781" y="168225"/>
                        <a:pt x="144902" y="237584"/>
                        <a:pt x="103880" y="313938"/>
                      </a:cubicBezTo>
                      <a:cubicBezTo>
                        <a:pt x="93205" y="334133"/>
                        <a:pt x="83570" y="354828"/>
                        <a:pt x="73820" y="375601"/>
                      </a:cubicBezTo>
                      <a:cubicBezTo>
                        <a:pt x="69966" y="383964"/>
                        <a:pt x="65495" y="396952"/>
                        <a:pt x="59637" y="403889"/>
                      </a:cubicBezTo>
                      <a:close/>
                    </a:path>
                  </a:pathLst>
                </a:custGeom>
                <a:solidFill>
                  <a:srgbClr val="3A7D2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44"/>
          <p:cNvSpPr txBox="1"/>
          <p:nvPr/>
        </p:nvSpPr>
        <p:spPr>
          <a:xfrm>
            <a:off x="0" y="29425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1F1F1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Environmental Aspect </a:t>
            </a:r>
            <a:endParaRPr b="1" sz="3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81" name="Google Shape;1181;p44"/>
          <p:cNvSpPr txBox="1"/>
          <p:nvPr/>
        </p:nvSpPr>
        <p:spPr>
          <a:xfrm>
            <a:off x="0" y="896187"/>
            <a:ext cx="1219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1F1F1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Upstream &amp; Downstream Environmental Aspects </a:t>
            </a:r>
            <a:endParaRPr sz="1400">
              <a:solidFill>
                <a:srgbClr val="1F1F1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82" name="Google Shape;1182;p44"/>
          <p:cNvSpPr/>
          <p:nvPr/>
        </p:nvSpPr>
        <p:spPr>
          <a:xfrm>
            <a:off x="4841230" y="4049884"/>
            <a:ext cx="792685" cy="47344"/>
          </a:xfrm>
          <a:custGeom>
            <a:rect b="b" l="l" r="r" t="t"/>
            <a:pathLst>
              <a:path extrusionOk="0" h="47344" w="792685">
                <a:moveTo>
                  <a:pt x="0" y="0"/>
                </a:moveTo>
                <a:lnTo>
                  <a:pt x="792686" y="0"/>
                </a:lnTo>
                <a:lnTo>
                  <a:pt x="792686" y="47345"/>
                </a:lnTo>
                <a:lnTo>
                  <a:pt x="0" y="47345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44"/>
          <p:cNvSpPr/>
          <p:nvPr/>
        </p:nvSpPr>
        <p:spPr>
          <a:xfrm>
            <a:off x="7350606" y="4073653"/>
            <a:ext cx="3247" cy="3247"/>
          </a:xfrm>
          <a:custGeom>
            <a:rect b="b" l="l" r="r" t="t"/>
            <a:pathLst>
              <a:path extrusionOk="0" h="3247" w="3247">
                <a:moveTo>
                  <a:pt x="-792" y="-885"/>
                </a:moveTo>
                <a:lnTo>
                  <a:pt x="-792" y="-885"/>
                </a:lnTo>
                <a:close/>
              </a:path>
            </a:pathLst>
          </a:custGeom>
          <a:solidFill>
            <a:srgbClr val="F68A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44"/>
          <p:cNvSpPr/>
          <p:nvPr/>
        </p:nvSpPr>
        <p:spPr>
          <a:xfrm>
            <a:off x="6557921" y="4049884"/>
            <a:ext cx="792685" cy="47344"/>
          </a:xfrm>
          <a:custGeom>
            <a:rect b="b" l="l" r="r" t="t"/>
            <a:pathLst>
              <a:path extrusionOk="0" h="47344" w="792685">
                <a:moveTo>
                  <a:pt x="0" y="0"/>
                </a:moveTo>
                <a:lnTo>
                  <a:pt x="792686" y="0"/>
                </a:lnTo>
                <a:lnTo>
                  <a:pt x="792686" y="47345"/>
                </a:lnTo>
                <a:lnTo>
                  <a:pt x="0" y="47345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44"/>
          <p:cNvSpPr/>
          <p:nvPr/>
        </p:nvSpPr>
        <p:spPr>
          <a:xfrm rot="-2700000">
            <a:off x="5634012" y="3611290"/>
            <a:ext cx="924551" cy="924551"/>
          </a:xfrm>
          <a:custGeom>
            <a:rect b="b" l="l" r="r" t="t"/>
            <a:pathLst>
              <a:path extrusionOk="0" h="924037" w="924037">
                <a:moveTo>
                  <a:pt x="923246" y="461134"/>
                </a:moveTo>
                <a:cubicBezTo>
                  <a:pt x="923246" y="716300"/>
                  <a:pt x="716393" y="923152"/>
                  <a:pt x="461227" y="923152"/>
                </a:cubicBezTo>
                <a:cubicBezTo>
                  <a:pt x="206061" y="923152"/>
                  <a:pt x="-792" y="716300"/>
                  <a:pt x="-792" y="461134"/>
                </a:cubicBezTo>
                <a:cubicBezTo>
                  <a:pt x="-792" y="205968"/>
                  <a:pt x="206061" y="-885"/>
                  <a:pt x="461227" y="-885"/>
                </a:cubicBezTo>
                <a:cubicBezTo>
                  <a:pt x="716393" y="-885"/>
                  <a:pt x="923246" y="205968"/>
                  <a:pt x="923246" y="46113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44"/>
          <p:cNvSpPr/>
          <p:nvPr/>
        </p:nvSpPr>
        <p:spPr>
          <a:xfrm>
            <a:off x="5704089" y="3681743"/>
            <a:ext cx="783625" cy="783625"/>
          </a:xfrm>
          <a:custGeom>
            <a:rect b="b" l="l" r="r" t="t"/>
            <a:pathLst>
              <a:path extrusionOk="0" h="783625" w="783625">
                <a:moveTo>
                  <a:pt x="391054" y="782741"/>
                </a:moveTo>
                <a:cubicBezTo>
                  <a:pt x="174657" y="782773"/>
                  <a:pt x="-759" y="607357"/>
                  <a:pt x="-792" y="390960"/>
                </a:cubicBezTo>
                <a:cubicBezTo>
                  <a:pt x="-824" y="174564"/>
                  <a:pt x="174592" y="-853"/>
                  <a:pt x="390989" y="-885"/>
                </a:cubicBezTo>
                <a:cubicBezTo>
                  <a:pt x="607386" y="-918"/>
                  <a:pt x="782802" y="174499"/>
                  <a:pt x="782834" y="390895"/>
                </a:cubicBezTo>
                <a:cubicBezTo>
                  <a:pt x="782834" y="390928"/>
                  <a:pt x="782834" y="390993"/>
                  <a:pt x="782834" y="391025"/>
                </a:cubicBezTo>
                <a:cubicBezTo>
                  <a:pt x="782543" y="607259"/>
                  <a:pt x="607289" y="782481"/>
                  <a:pt x="391054" y="782741"/>
                </a:cubicBezTo>
                <a:close/>
                <a:moveTo>
                  <a:pt x="391054" y="46460"/>
                </a:moveTo>
                <a:cubicBezTo>
                  <a:pt x="200798" y="46427"/>
                  <a:pt x="46586" y="200639"/>
                  <a:pt x="46554" y="390895"/>
                </a:cubicBezTo>
                <a:cubicBezTo>
                  <a:pt x="46521" y="581152"/>
                  <a:pt x="200733" y="735364"/>
                  <a:pt x="390989" y="735396"/>
                </a:cubicBezTo>
                <a:cubicBezTo>
                  <a:pt x="581213" y="735429"/>
                  <a:pt x="735425" y="581249"/>
                  <a:pt x="735490" y="391025"/>
                </a:cubicBezTo>
                <a:cubicBezTo>
                  <a:pt x="735328" y="200834"/>
                  <a:pt x="581246" y="46687"/>
                  <a:pt x="391054" y="46460"/>
                </a:cubicBez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44"/>
          <p:cNvSpPr/>
          <p:nvPr/>
        </p:nvSpPr>
        <p:spPr>
          <a:xfrm>
            <a:off x="2171693" y="1625910"/>
            <a:ext cx="2669644" cy="1519777"/>
          </a:xfrm>
          <a:custGeom>
            <a:rect b="b" l="l" r="r" t="t"/>
            <a:pathLst>
              <a:path extrusionOk="0" h="1519777" w="2669644">
                <a:moveTo>
                  <a:pt x="-785" y="1518892"/>
                </a:moveTo>
                <a:lnTo>
                  <a:pt x="-785" y="448697"/>
                </a:lnTo>
                <a:cubicBezTo>
                  <a:pt x="-1045" y="431746"/>
                  <a:pt x="6382" y="415607"/>
                  <a:pt x="19413" y="404794"/>
                </a:cubicBezTo>
                <a:lnTo>
                  <a:pt x="475684" y="13890"/>
                </a:lnTo>
                <a:cubicBezTo>
                  <a:pt x="490459" y="1226"/>
                  <a:pt x="504227" y="-885"/>
                  <a:pt x="522834" y="-885"/>
                </a:cubicBezTo>
                <a:lnTo>
                  <a:pt x="1057364" y="-885"/>
                </a:lnTo>
                <a:cubicBezTo>
                  <a:pt x="1238852" y="-1093"/>
                  <a:pt x="1389232" y="139916"/>
                  <a:pt x="1400663" y="321047"/>
                </a:cubicBezTo>
                <a:cubicBezTo>
                  <a:pt x="1422062" y="654507"/>
                  <a:pt x="1699409" y="918346"/>
                  <a:pt x="2038195" y="918346"/>
                </a:cubicBezTo>
                <a:cubicBezTo>
                  <a:pt x="2224847" y="918541"/>
                  <a:pt x="2402212" y="836905"/>
                  <a:pt x="2523464" y="695001"/>
                </a:cubicBezTo>
                <a:cubicBezTo>
                  <a:pt x="2553144" y="660385"/>
                  <a:pt x="2605262" y="656358"/>
                  <a:pt x="2639910" y="686038"/>
                </a:cubicBezTo>
                <a:cubicBezTo>
                  <a:pt x="2658225" y="701722"/>
                  <a:pt x="2668746" y="724615"/>
                  <a:pt x="2668746" y="748743"/>
                </a:cubicBezTo>
                <a:lnTo>
                  <a:pt x="2668746" y="815051"/>
                </a:lnTo>
                <a:cubicBezTo>
                  <a:pt x="2668746" y="917664"/>
                  <a:pt x="2670142" y="1504150"/>
                  <a:pt x="2662868" y="151889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44"/>
          <p:cNvSpPr/>
          <p:nvPr/>
        </p:nvSpPr>
        <p:spPr>
          <a:xfrm rot="-798371">
            <a:off x="3665304" y="1358652"/>
            <a:ext cx="1090537" cy="1090537"/>
          </a:xfrm>
          <a:custGeom>
            <a:rect b="b" l="l" r="r" t="t"/>
            <a:pathLst>
              <a:path extrusionOk="0" h="1091270" w="1091270">
                <a:moveTo>
                  <a:pt x="1090479" y="544750"/>
                </a:moveTo>
                <a:cubicBezTo>
                  <a:pt x="1090479" y="846096"/>
                  <a:pt x="846189" y="1090385"/>
                  <a:pt x="544843" y="1090385"/>
                </a:cubicBezTo>
                <a:cubicBezTo>
                  <a:pt x="243497" y="1090385"/>
                  <a:pt x="-792" y="846096"/>
                  <a:pt x="-792" y="544750"/>
                </a:cubicBezTo>
                <a:cubicBezTo>
                  <a:pt x="-792" y="243404"/>
                  <a:pt x="243497" y="-885"/>
                  <a:pt x="544843" y="-885"/>
                </a:cubicBezTo>
                <a:cubicBezTo>
                  <a:pt x="846189" y="-885"/>
                  <a:pt x="1090479" y="243404"/>
                  <a:pt x="1090479" y="54475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p44"/>
          <p:cNvSpPr/>
          <p:nvPr/>
        </p:nvSpPr>
        <p:spPr>
          <a:xfrm>
            <a:off x="2171700" y="2743808"/>
            <a:ext cx="2669693" cy="3591814"/>
          </a:xfrm>
          <a:custGeom>
            <a:rect b="b" l="l" r="r" t="t"/>
            <a:pathLst>
              <a:path extrusionOk="0" h="3591814" w="2669693">
                <a:moveTo>
                  <a:pt x="227425" y="-885"/>
                </a:moveTo>
                <a:lnTo>
                  <a:pt x="101042" y="-885"/>
                </a:lnTo>
                <a:cubicBezTo>
                  <a:pt x="44868" y="-723"/>
                  <a:pt x="-633" y="44771"/>
                  <a:pt x="-792" y="100949"/>
                </a:cubicBezTo>
                <a:lnTo>
                  <a:pt x="-792" y="3275946"/>
                </a:lnTo>
                <a:cubicBezTo>
                  <a:pt x="-792" y="3449901"/>
                  <a:pt x="140230" y="3590930"/>
                  <a:pt x="314192" y="3590930"/>
                </a:cubicBezTo>
                <a:lnTo>
                  <a:pt x="2353919" y="3590930"/>
                </a:lnTo>
                <a:cubicBezTo>
                  <a:pt x="2527873" y="3590930"/>
                  <a:pt x="2668902" y="3449901"/>
                  <a:pt x="2668902" y="3275946"/>
                </a:cubicBezTo>
                <a:lnTo>
                  <a:pt x="2668902" y="100949"/>
                </a:lnTo>
                <a:cubicBezTo>
                  <a:pt x="2668739" y="44771"/>
                  <a:pt x="2623213" y="-723"/>
                  <a:pt x="2567035" y="-885"/>
                </a:cubicBezTo>
                <a:lnTo>
                  <a:pt x="844630" y="-885"/>
                </a:lnTo>
                <a:cubicBezTo>
                  <a:pt x="791537" y="-885"/>
                  <a:pt x="742471" y="27431"/>
                  <a:pt x="715909" y="73412"/>
                </a:cubicBezTo>
                <a:lnTo>
                  <a:pt x="536011" y="385148"/>
                </a:lnTo>
                <a:lnTo>
                  <a:pt x="356114" y="73412"/>
                </a:lnTo>
                <a:cubicBezTo>
                  <a:pt x="329574" y="27431"/>
                  <a:pt x="280514" y="-885"/>
                  <a:pt x="227425" y="-88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63500" sx="102000" rotWithShape="0" algn="ctr" sy="102000">
              <a:srgbClr val="000000">
                <a:alpha val="98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0" name="Google Shape;1190;p44"/>
          <p:cNvSpPr/>
          <p:nvPr/>
        </p:nvSpPr>
        <p:spPr>
          <a:xfrm>
            <a:off x="7350535" y="1625910"/>
            <a:ext cx="2669644" cy="1519777"/>
          </a:xfrm>
          <a:custGeom>
            <a:rect b="b" l="l" r="r" t="t"/>
            <a:pathLst>
              <a:path extrusionOk="0" h="1519777" w="2669644">
                <a:moveTo>
                  <a:pt x="-785" y="1518892"/>
                </a:moveTo>
                <a:lnTo>
                  <a:pt x="-785" y="448697"/>
                </a:lnTo>
                <a:cubicBezTo>
                  <a:pt x="-1045" y="431746"/>
                  <a:pt x="6391" y="415607"/>
                  <a:pt x="19413" y="404794"/>
                </a:cubicBezTo>
                <a:lnTo>
                  <a:pt x="475684" y="13890"/>
                </a:lnTo>
                <a:cubicBezTo>
                  <a:pt x="490458" y="1226"/>
                  <a:pt x="504226" y="-885"/>
                  <a:pt x="522834" y="-885"/>
                </a:cubicBezTo>
                <a:lnTo>
                  <a:pt x="1057363" y="-885"/>
                </a:lnTo>
                <a:cubicBezTo>
                  <a:pt x="1238852" y="-1093"/>
                  <a:pt x="1389232" y="139916"/>
                  <a:pt x="1400662" y="321047"/>
                </a:cubicBezTo>
                <a:cubicBezTo>
                  <a:pt x="1422062" y="654507"/>
                  <a:pt x="1699409" y="918346"/>
                  <a:pt x="2038195" y="918346"/>
                </a:cubicBezTo>
                <a:cubicBezTo>
                  <a:pt x="2224847" y="918541"/>
                  <a:pt x="2402212" y="836905"/>
                  <a:pt x="2523463" y="695001"/>
                </a:cubicBezTo>
                <a:cubicBezTo>
                  <a:pt x="2553144" y="660385"/>
                  <a:pt x="2605261" y="656358"/>
                  <a:pt x="2639910" y="686038"/>
                </a:cubicBezTo>
                <a:cubicBezTo>
                  <a:pt x="2658224" y="701722"/>
                  <a:pt x="2668745" y="724615"/>
                  <a:pt x="2668745" y="748743"/>
                </a:cubicBezTo>
                <a:lnTo>
                  <a:pt x="2668745" y="815051"/>
                </a:lnTo>
                <a:cubicBezTo>
                  <a:pt x="2668745" y="917664"/>
                  <a:pt x="2670141" y="1504150"/>
                  <a:pt x="2662868" y="151889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44"/>
          <p:cNvSpPr/>
          <p:nvPr/>
        </p:nvSpPr>
        <p:spPr>
          <a:xfrm rot="-2700000">
            <a:off x="8843985" y="1358777"/>
            <a:ext cx="1091942" cy="1091942"/>
          </a:xfrm>
          <a:custGeom>
            <a:rect b="b" l="l" r="r" t="t"/>
            <a:pathLst>
              <a:path extrusionOk="0" h="1091335" w="1091335">
                <a:moveTo>
                  <a:pt x="1090544" y="544783"/>
                </a:moveTo>
                <a:cubicBezTo>
                  <a:pt x="1090544" y="846147"/>
                  <a:pt x="846240" y="1090451"/>
                  <a:pt x="544876" y="1090451"/>
                </a:cubicBezTo>
                <a:cubicBezTo>
                  <a:pt x="243512" y="1090451"/>
                  <a:pt x="-792" y="846147"/>
                  <a:pt x="-792" y="544783"/>
                </a:cubicBezTo>
                <a:cubicBezTo>
                  <a:pt x="-792" y="243419"/>
                  <a:pt x="243512" y="-885"/>
                  <a:pt x="544876" y="-885"/>
                </a:cubicBezTo>
                <a:cubicBezTo>
                  <a:pt x="846240" y="-885"/>
                  <a:pt x="1090544" y="243419"/>
                  <a:pt x="1090544" y="54478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44"/>
          <p:cNvSpPr/>
          <p:nvPr/>
        </p:nvSpPr>
        <p:spPr>
          <a:xfrm>
            <a:off x="7350542" y="2743793"/>
            <a:ext cx="2669660" cy="3591828"/>
          </a:xfrm>
          <a:custGeom>
            <a:rect b="b" l="l" r="r" t="t"/>
            <a:pathLst>
              <a:path extrusionOk="0" h="3591828" w="2669660">
                <a:moveTo>
                  <a:pt x="227424" y="-871"/>
                </a:moveTo>
                <a:lnTo>
                  <a:pt x="101042" y="-871"/>
                </a:lnTo>
                <a:cubicBezTo>
                  <a:pt x="44864" y="-708"/>
                  <a:pt x="-630" y="44786"/>
                  <a:pt x="-792" y="100963"/>
                </a:cubicBezTo>
                <a:lnTo>
                  <a:pt x="-792" y="3275961"/>
                </a:lnTo>
                <a:cubicBezTo>
                  <a:pt x="-792" y="3449915"/>
                  <a:pt x="140236" y="3590944"/>
                  <a:pt x="314192" y="3590944"/>
                </a:cubicBezTo>
                <a:lnTo>
                  <a:pt x="2353886" y="3590944"/>
                </a:lnTo>
                <a:cubicBezTo>
                  <a:pt x="2527841" y="3590944"/>
                  <a:pt x="2668869" y="3449915"/>
                  <a:pt x="2668869" y="3275961"/>
                </a:cubicBezTo>
                <a:lnTo>
                  <a:pt x="2668869" y="100963"/>
                </a:lnTo>
                <a:cubicBezTo>
                  <a:pt x="2668706" y="44786"/>
                  <a:pt x="2623212" y="-708"/>
                  <a:pt x="2567035" y="-871"/>
                </a:cubicBezTo>
                <a:lnTo>
                  <a:pt x="844629" y="-871"/>
                </a:lnTo>
                <a:cubicBezTo>
                  <a:pt x="791537" y="-871"/>
                  <a:pt x="742471" y="27445"/>
                  <a:pt x="715909" y="73426"/>
                </a:cubicBezTo>
                <a:lnTo>
                  <a:pt x="536011" y="385162"/>
                </a:lnTo>
                <a:lnTo>
                  <a:pt x="356146" y="73426"/>
                </a:lnTo>
                <a:cubicBezTo>
                  <a:pt x="330135" y="26926"/>
                  <a:pt x="280712" y="-1618"/>
                  <a:pt x="227424" y="-87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63500" sx="102000" rotWithShape="0" algn="ctr" sy="102000">
              <a:srgbClr val="000000">
                <a:alpha val="98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44"/>
          <p:cNvSpPr/>
          <p:nvPr/>
        </p:nvSpPr>
        <p:spPr>
          <a:xfrm>
            <a:off x="3744245" y="1437992"/>
            <a:ext cx="932869" cy="932901"/>
          </a:xfrm>
          <a:custGeom>
            <a:rect b="b" l="l" r="r" t="t"/>
            <a:pathLst>
              <a:path extrusionOk="0" h="932901" w="932869">
                <a:moveTo>
                  <a:pt x="465643" y="932017"/>
                </a:moveTo>
                <a:cubicBezTo>
                  <a:pt x="208461" y="932017"/>
                  <a:pt x="-792" y="722764"/>
                  <a:pt x="-792" y="465550"/>
                </a:cubicBezTo>
                <a:cubicBezTo>
                  <a:pt x="-792" y="208335"/>
                  <a:pt x="208461" y="-885"/>
                  <a:pt x="465643" y="-885"/>
                </a:cubicBezTo>
                <a:cubicBezTo>
                  <a:pt x="722825" y="-885"/>
                  <a:pt x="932078" y="208368"/>
                  <a:pt x="932078" y="465550"/>
                </a:cubicBezTo>
                <a:cubicBezTo>
                  <a:pt x="932078" y="722732"/>
                  <a:pt x="722858" y="932017"/>
                  <a:pt x="465643" y="932017"/>
                </a:cubicBezTo>
                <a:close/>
                <a:moveTo>
                  <a:pt x="465643" y="53701"/>
                </a:moveTo>
                <a:cubicBezTo>
                  <a:pt x="238173" y="53701"/>
                  <a:pt x="53762" y="238106"/>
                  <a:pt x="53762" y="465582"/>
                </a:cubicBezTo>
                <a:cubicBezTo>
                  <a:pt x="53762" y="693052"/>
                  <a:pt x="238173" y="877463"/>
                  <a:pt x="465643" y="877463"/>
                </a:cubicBezTo>
                <a:cubicBezTo>
                  <a:pt x="693113" y="877463"/>
                  <a:pt x="877492" y="693085"/>
                  <a:pt x="877524" y="465615"/>
                </a:cubicBezTo>
                <a:cubicBezTo>
                  <a:pt x="877264" y="238246"/>
                  <a:pt x="693015" y="53987"/>
                  <a:pt x="465643" y="5370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44"/>
          <p:cNvSpPr/>
          <p:nvPr/>
        </p:nvSpPr>
        <p:spPr>
          <a:xfrm>
            <a:off x="8923086" y="1437992"/>
            <a:ext cx="932869" cy="932901"/>
          </a:xfrm>
          <a:custGeom>
            <a:rect b="b" l="l" r="r" t="t"/>
            <a:pathLst>
              <a:path extrusionOk="0" h="932901" w="932869">
                <a:moveTo>
                  <a:pt x="465644" y="932017"/>
                </a:moveTo>
                <a:cubicBezTo>
                  <a:pt x="208462" y="932017"/>
                  <a:pt x="-792" y="722764"/>
                  <a:pt x="-792" y="465550"/>
                </a:cubicBezTo>
                <a:cubicBezTo>
                  <a:pt x="-792" y="208335"/>
                  <a:pt x="208462" y="-885"/>
                  <a:pt x="465644" y="-885"/>
                </a:cubicBezTo>
                <a:cubicBezTo>
                  <a:pt x="722826" y="-885"/>
                  <a:pt x="932078" y="208368"/>
                  <a:pt x="932078" y="465550"/>
                </a:cubicBezTo>
                <a:cubicBezTo>
                  <a:pt x="932078" y="722732"/>
                  <a:pt x="722858" y="932017"/>
                  <a:pt x="465644" y="932017"/>
                </a:cubicBezTo>
                <a:close/>
                <a:moveTo>
                  <a:pt x="465644" y="53701"/>
                </a:moveTo>
                <a:cubicBezTo>
                  <a:pt x="238174" y="53701"/>
                  <a:pt x="53762" y="238106"/>
                  <a:pt x="53762" y="465582"/>
                </a:cubicBezTo>
                <a:cubicBezTo>
                  <a:pt x="53762" y="693052"/>
                  <a:pt x="238174" y="877463"/>
                  <a:pt x="465644" y="877463"/>
                </a:cubicBezTo>
                <a:cubicBezTo>
                  <a:pt x="693114" y="877463"/>
                  <a:pt x="877493" y="693085"/>
                  <a:pt x="877525" y="465615"/>
                </a:cubicBezTo>
                <a:cubicBezTo>
                  <a:pt x="877265" y="238246"/>
                  <a:pt x="693016" y="53987"/>
                  <a:pt x="465644" y="5370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44"/>
          <p:cNvSpPr/>
          <p:nvPr/>
        </p:nvSpPr>
        <p:spPr>
          <a:xfrm>
            <a:off x="2761725" y="6156536"/>
            <a:ext cx="1489448" cy="178988"/>
          </a:xfrm>
          <a:custGeom>
            <a:rect b="b" l="l" r="r" t="t"/>
            <a:pathLst>
              <a:path extrusionOk="0" h="178988" w="1489448">
                <a:moveTo>
                  <a:pt x="134111" y="0"/>
                </a:moveTo>
                <a:lnTo>
                  <a:pt x="1355434" y="0"/>
                </a:lnTo>
                <a:cubicBezTo>
                  <a:pt x="1429449" y="0"/>
                  <a:pt x="1489448" y="60009"/>
                  <a:pt x="1489448" y="134014"/>
                </a:cubicBezTo>
                <a:lnTo>
                  <a:pt x="1489448" y="178988"/>
                </a:lnTo>
                <a:lnTo>
                  <a:pt x="1489448" y="178988"/>
                </a:lnTo>
                <a:lnTo>
                  <a:pt x="0" y="178988"/>
                </a:lnTo>
                <a:lnTo>
                  <a:pt x="0" y="178988"/>
                </a:lnTo>
                <a:lnTo>
                  <a:pt x="0" y="134014"/>
                </a:lnTo>
                <a:cubicBezTo>
                  <a:pt x="0" y="60009"/>
                  <a:pt x="59999" y="0"/>
                  <a:pt x="134014" y="0"/>
                </a:cubicBezTo>
                <a:cubicBezTo>
                  <a:pt x="134046" y="0"/>
                  <a:pt x="134079" y="0"/>
                  <a:pt x="13411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44"/>
          <p:cNvSpPr/>
          <p:nvPr/>
        </p:nvSpPr>
        <p:spPr>
          <a:xfrm>
            <a:off x="7940599" y="6156536"/>
            <a:ext cx="1489577" cy="178988"/>
          </a:xfrm>
          <a:custGeom>
            <a:rect b="b" l="l" r="r" t="t"/>
            <a:pathLst>
              <a:path extrusionOk="0" h="178988" w="1489577">
                <a:moveTo>
                  <a:pt x="133982" y="0"/>
                </a:moveTo>
                <a:lnTo>
                  <a:pt x="1355564" y="0"/>
                </a:lnTo>
                <a:cubicBezTo>
                  <a:pt x="1429569" y="0"/>
                  <a:pt x="1489578" y="60009"/>
                  <a:pt x="1489578" y="134014"/>
                </a:cubicBezTo>
                <a:lnTo>
                  <a:pt x="1489578" y="178988"/>
                </a:lnTo>
                <a:lnTo>
                  <a:pt x="1489578" y="178988"/>
                </a:lnTo>
                <a:lnTo>
                  <a:pt x="0" y="178988"/>
                </a:lnTo>
                <a:lnTo>
                  <a:pt x="0" y="178988"/>
                </a:lnTo>
                <a:lnTo>
                  <a:pt x="0" y="134014"/>
                </a:lnTo>
                <a:cubicBezTo>
                  <a:pt x="0" y="60009"/>
                  <a:pt x="59977" y="33"/>
                  <a:pt x="1339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44"/>
          <p:cNvSpPr txBox="1"/>
          <p:nvPr/>
        </p:nvSpPr>
        <p:spPr>
          <a:xfrm>
            <a:off x="2332081" y="3407224"/>
            <a:ext cx="23031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Noto Sans Symbols"/>
              <a:buChar char="▪"/>
            </a:pPr>
            <a:r>
              <a:rPr b="0" i="0" lang="en-US" sz="1200">
                <a:solidFill>
                  <a:srgbClr val="1F1F1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Extraction of Raw Materials and Resources </a:t>
            </a:r>
            <a:endParaRPr/>
          </a:p>
          <a:p>
            <a:pPr indent="-285750" lvl="0" marL="285750" marR="0" rtl="0" algn="l"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Noto Sans Symbols"/>
              <a:buChar char="▪"/>
            </a:pPr>
            <a:r>
              <a:rPr b="0" i="0" lang="en-US" sz="1200">
                <a:solidFill>
                  <a:srgbClr val="1F1F1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Sources of Energy Production </a:t>
            </a:r>
            <a:endParaRPr/>
          </a:p>
          <a:p>
            <a:pPr indent="-285750" lvl="0" marL="285750" marR="0" rtl="0" algn="l"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Noto Sans Symbols"/>
              <a:buChar char="▪"/>
            </a:pPr>
            <a:r>
              <a:rPr b="0" i="0" lang="en-US" sz="1200">
                <a:solidFill>
                  <a:srgbClr val="1F1F1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Packaging Used by Suppliers </a:t>
            </a:r>
            <a:endParaRPr/>
          </a:p>
          <a:p>
            <a:pPr indent="-285750" lvl="0" marL="285750" marR="0" rtl="0" algn="l"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Noto Sans Symbols"/>
              <a:buChar char="▪"/>
            </a:pPr>
            <a:r>
              <a:rPr b="0" i="0" lang="en-US" sz="1200">
                <a:solidFill>
                  <a:srgbClr val="1F1F1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Chemical Content of a Product </a:t>
            </a:r>
            <a:endParaRPr/>
          </a:p>
          <a:p>
            <a:pPr indent="-285750" lvl="0" marL="285750" marR="0" rtl="0" algn="l"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Noto Sans Symbols"/>
              <a:buChar char="▪"/>
            </a:pPr>
            <a:r>
              <a:rPr b="0" i="0" lang="en-US" sz="1200">
                <a:solidFill>
                  <a:srgbClr val="1F1F1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Manufacturing Processes Used by Suppliers 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98" name="Google Shape;1198;p44"/>
          <p:cNvSpPr txBox="1"/>
          <p:nvPr/>
        </p:nvSpPr>
        <p:spPr>
          <a:xfrm>
            <a:off x="7532179" y="3407224"/>
            <a:ext cx="23031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Noto Sans Symbols"/>
              <a:buChar char="▪"/>
            </a:pPr>
            <a:r>
              <a:rPr b="0" i="0" lang="en-US" sz="1200">
                <a:solidFill>
                  <a:srgbClr val="1F1F1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Extraction of Raw Materials and Resources </a:t>
            </a:r>
            <a:endParaRPr/>
          </a:p>
          <a:p>
            <a:pPr indent="-285750" lvl="0" marL="285750" marR="0" rtl="0" algn="l"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Noto Sans Symbols"/>
              <a:buChar char="▪"/>
            </a:pPr>
            <a:r>
              <a:rPr b="0" i="0" lang="en-US" sz="1200">
                <a:solidFill>
                  <a:srgbClr val="1F1F1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Sources of Energy Production </a:t>
            </a:r>
            <a:endParaRPr/>
          </a:p>
          <a:p>
            <a:pPr indent="-285750" lvl="0" marL="285750" marR="0" rtl="0" algn="l"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Noto Sans Symbols"/>
              <a:buChar char="▪"/>
            </a:pPr>
            <a:r>
              <a:rPr b="0" i="0" lang="en-US" sz="1200">
                <a:solidFill>
                  <a:srgbClr val="1F1F1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Packaging Used by Suppliers </a:t>
            </a:r>
            <a:endParaRPr/>
          </a:p>
          <a:p>
            <a:pPr indent="-285750" lvl="0" marL="285750" marR="0" rtl="0" algn="l"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Noto Sans Symbols"/>
              <a:buChar char="▪"/>
            </a:pPr>
            <a:r>
              <a:rPr b="0" i="0" lang="en-US" sz="1200">
                <a:solidFill>
                  <a:srgbClr val="1F1F1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Chemical Content of a Product </a:t>
            </a:r>
            <a:endParaRPr/>
          </a:p>
          <a:p>
            <a:pPr indent="-285750" lvl="0" marL="285750" marR="0" rtl="0" algn="l"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Noto Sans Symbols"/>
              <a:buChar char="▪"/>
            </a:pPr>
            <a:r>
              <a:rPr b="0" i="0" lang="en-US" sz="1200">
                <a:solidFill>
                  <a:srgbClr val="1F1F1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Manufacturing Processes Used by Suppliers 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99" name="Google Shape;1199;p44"/>
          <p:cNvSpPr txBox="1"/>
          <p:nvPr/>
        </p:nvSpPr>
        <p:spPr>
          <a:xfrm>
            <a:off x="2295028" y="1942736"/>
            <a:ext cx="1816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Upstream Environmental Aspects </a:t>
            </a:r>
            <a:endParaRPr b="1" sz="1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00" name="Google Shape;1200;p44"/>
          <p:cNvSpPr txBox="1"/>
          <p:nvPr/>
        </p:nvSpPr>
        <p:spPr>
          <a:xfrm>
            <a:off x="7448138" y="1942736"/>
            <a:ext cx="1816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Downstream Environmental Aspects </a:t>
            </a:r>
            <a:endParaRPr/>
          </a:p>
        </p:txBody>
      </p:sp>
      <p:pic>
        <p:nvPicPr>
          <p:cNvPr descr="up arrow Icon - Free PNG &amp; SVG 636009 - Noun Project" id="1201" name="Google Shape;120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4407" y="1666524"/>
            <a:ext cx="490382" cy="490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p arrow Icon - Free PNG &amp; SVG 636009 - Noun Project" id="1202" name="Google Shape;1202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9144329" y="1666524"/>
            <a:ext cx="490382" cy="490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nvironmental Impact Icons - Free SVG &amp; PNG Environmental ..." id="1203" name="Google Shape;1203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39861" y="3826180"/>
            <a:ext cx="447408" cy="447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45"/>
          <p:cNvSpPr txBox="1"/>
          <p:nvPr/>
        </p:nvSpPr>
        <p:spPr>
          <a:xfrm>
            <a:off x="0" y="29425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1F1F1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Environmental Aspect </a:t>
            </a:r>
            <a:endParaRPr b="1" sz="3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209" name="Google Shape;1209;p45"/>
          <p:cNvGrpSpPr/>
          <p:nvPr/>
        </p:nvGrpSpPr>
        <p:grpSpPr>
          <a:xfrm>
            <a:off x="681559" y="1571701"/>
            <a:ext cx="10829140" cy="4437495"/>
            <a:chOff x="884075" y="1704471"/>
            <a:chExt cx="10180634" cy="4171754"/>
          </a:xfrm>
        </p:grpSpPr>
        <p:grpSp>
          <p:nvGrpSpPr>
            <p:cNvPr id="1210" name="Google Shape;1210;p45"/>
            <p:cNvGrpSpPr/>
            <p:nvPr/>
          </p:nvGrpSpPr>
          <p:grpSpPr>
            <a:xfrm>
              <a:off x="4171197" y="1704471"/>
              <a:ext cx="3849282" cy="4171754"/>
              <a:chOff x="4292079" y="1370085"/>
              <a:chExt cx="3607236" cy="3909431"/>
            </a:xfrm>
          </p:grpSpPr>
          <p:sp>
            <p:nvSpPr>
              <p:cNvPr id="1211" name="Google Shape;1211;p45"/>
              <p:cNvSpPr/>
              <p:nvPr/>
            </p:nvSpPr>
            <p:spPr>
              <a:xfrm>
                <a:off x="4365879" y="1830552"/>
                <a:ext cx="3460242" cy="1811940"/>
              </a:xfrm>
              <a:custGeom>
                <a:rect b="b" l="l" r="r" t="t"/>
                <a:pathLst>
                  <a:path extrusionOk="0" h="1811940" w="3460242">
                    <a:moveTo>
                      <a:pt x="3460242" y="1730121"/>
                    </a:moveTo>
                    <a:cubicBezTo>
                      <a:pt x="3460242" y="1714024"/>
                      <a:pt x="3460052" y="1698022"/>
                      <a:pt x="3459575" y="1682020"/>
                    </a:cubicBezTo>
                    <a:lnTo>
                      <a:pt x="3459575" y="1681353"/>
                    </a:lnTo>
                    <a:cubicBezTo>
                      <a:pt x="3459194" y="1668399"/>
                      <a:pt x="3458718" y="1655445"/>
                      <a:pt x="3458051" y="1642586"/>
                    </a:cubicBezTo>
                    <a:cubicBezTo>
                      <a:pt x="3457480" y="1631537"/>
                      <a:pt x="3456813" y="1620584"/>
                      <a:pt x="3456051" y="1609535"/>
                    </a:cubicBezTo>
                    <a:cubicBezTo>
                      <a:pt x="3455289" y="1597628"/>
                      <a:pt x="3454337" y="1585817"/>
                      <a:pt x="3453289" y="1574006"/>
                    </a:cubicBezTo>
                    <a:cubicBezTo>
                      <a:pt x="3453194" y="1573625"/>
                      <a:pt x="3453194" y="1573244"/>
                      <a:pt x="3453194" y="1572863"/>
                    </a:cubicBezTo>
                    <a:cubicBezTo>
                      <a:pt x="3447955" y="1514094"/>
                      <a:pt x="3439668" y="1456182"/>
                      <a:pt x="3428714" y="1399318"/>
                    </a:cubicBezTo>
                    <a:cubicBezTo>
                      <a:pt x="3377279" y="1133475"/>
                      <a:pt x="3264980" y="889445"/>
                      <a:pt x="3106865" y="682181"/>
                    </a:cubicBezTo>
                    <a:cubicBezTo>
                      <a:pt x="3071622" y="635889"/>
                      <a:pt x="3034094" y="591503"/>
                      <a:pt x="2994470" y="549116"/>
                    </a:cubicBezTo>
                    <a:cubicBezTo>
                      <a:pt x="2993993" y="548735"/>
                      <a:pt x="2993708" y="548450"/>
                      <a:pt x="2993422" y="548069"/>
                    </a:cubicBezTo>
                    <a:cubicBezTo>
                      <a:pt x="2959989" y="512255"/>
                      <a:pt x="2925032" y="477965"/>
                      <a:pt x="2888647" y="445198"/>
                    </a:cubicBezTo>
                    <a:cubicBezTo>
                      <a:pt x="2881408" y="438722"/>
                      <a:pt x="2874074" y="432149"/>
                      <a:pt x="2866739" y="425768"/>
                    </a:cubicBezTo>
                    <a:cubicBezTo>
                      <a:pt x="2860072" y="419957"/>
                      <a:pt x="2853404" y="414242"/>
                      <a:pt x="2846737" y="408527"/>
                    </a:cubicBezTo>
                    <a:cubicBezTo>
                      <a:pt x="2845975" y="407956"/>
                      <a:pt x="2845213" y="407289"/>
                      <a:pt x="2844451" y="406622"/>
                    </a:cubicBezTo>
                    <a:cubicBezTo>
                      <a:pt x="2822067" y="387668"/>
                      <a:pt x="2799112" y="369380"/>
                      <a:pt x="2775776" y="351568"/>
                    </a:cubicBezTo>
                    <a:cubicBezTo>
                      <a:pt x="2775680" y="351568"/>
                      <a:pt x="2775680" y="351568"/>
                      <a:pt x="2775585" y="351568"/>
                    </a:cubicBezTo>
                    <a:cubicBezTo>
                      <a:pt x="2729579" y="316516"/>
                      <a:pt x="2681859" y="283845"/>
                      <a:pt x="2632424" y="253651"/>
                    </a:cubicBezTo>
                    <a:cubicBezTo>
                      <a:pt x="2622423" y="247460"/>
                      <a:pt x="2612422" y="241459"/>
                      <a:pt x="2602230" y="235649"/>
                    </a:cubicBezTo>
                    <a:cubicBezTo>
                      <a:pt x="2521363" y="188214"/>
                      <a:pt x="2436209" y="147256"/>
                      <a:pt x="2347627" y="113538"/>
                    </a:cubicBezTo>
                    <a:cubicBezTo>
                      <a:pt x="2325434" y="104966"/>
                      <a:pt x="2303050" y="96965"/>
                      <a:pt x="2280476" y="89440"/>
                    </a:cubicBezTo>
                    <a:cubicBezTo>
                      <a:pt x="2257901" y="81820"/>
                      <a:pt x="2235137" y="74676"/>
                      <a:pt x="2212181" y="68104"/>
                    </a:cubicBezTo>
                    <a:cubicBezTo>
                      <a:pt x="2189226" y="61436"/>
                      <a:pt x="2166080" y="55245"/>
                      <a:pt x="2142649" y="49530"/>
                    </a:cubicBezTo>
                    <a:cubicBezTo>
                      <a:pt x="2131028" y="46673"/>
                      <a:pt x="2119312" y="44006"/>
                      <a:pt x="2107502" y="41339"/>
                    </a:cubicBezTo>
                    <a:cubicBezTo>
                      <a:pt x="2067306" y="32385"/>
                      <a:pt x="2026730" y="24765"/>
                      <a:pt x="1985582" y="18764"/>
                    </a:cubicBezTo>
                    <a:lnTo>
                      <a:pt x="1985582" y="18669"/>
                    </a:lnTo>
                    <a:cubicBezTo>
                      <a:pt x="1975580" y="17240"/>
                      <a:pt x="1965674" y="15907"/>
                      <a:pt x="1955673" y="14573"/>
                    </a:cubicBezTo>
                    <a:cubicBezTo>
                      <a:pt x="1954816" y="14478"/>
                      <a:pt x="1953959" y="14383"/>
                      <a:pt x="1953197" y="14288"/>
                    </a:cubicBezTo>
                    <a:cubicBezTo>
                      <a:pt x="1933480" y="11716"/>
                      <a:pt x="1913573" y="9525"/>
                      <a:pt x="1893665" y="7715"/>
                    </a:cubicBezTo>
                    <a:cubicBezTo>
                      <a:pt x="1891856" y="7525"/>
                      <a:pt x="1890046" y="7334"/>
                      <a:pt x="1888236" y="7239"/>
                    </a:cubicBezTo>
                    <a:cubicBezTo>
                      <a:pt x="1878520" y="6287"/>
                      <a:pt x="1868805" y="5525"/>
                      <a:pt x="1859090" y="4763"/>
                    </a:cubicBezTo>
                    <a:cubicBezTo>
                      <a:pt x="1850898" y="4191"/>
                      <a:pt x="1842611" y="3620"/>
                      <a:pt x="1834325" y="3143"/>
                    </a:cubicBezTo>
                    <a:cubicBezTo>
                      <a:pt x="1830324" y="2858"/>
                      <a:pt x="1826228" y="2667"/>
                      <a:pt x="1822228" y="2477"/>
                    </a:cubicBezTo>
                    <a:cubicBezTo>
                      <a:pt x="1813465" y="2000"/>
                      <a:pt x="1804702" y="1619"/>
                      <a:pt x="1795843" y="1238"/>
                    </a:cubicBezTo>
                    <a:lnTo>
                      <a:pt x="1794891" y="1238"/>
                    </a:lnTo>
                    <a:cubicBezTo>
                      <a:pt x="1785747" y="857"/>
                      <a:pt x="1776603" y="572"/>
                      <a:pt x="1767364" y="381"/>
                    </a:cubicBezTo>
                    <a:cubicBezTo>
                      <a:pt x="1764792" y="381"/>
                      <a:pt x="1762316" y="286"/>
                      <a:pt x="1759744" y="286"/>
                    </a:cubicBezTo>
                    <a:cubicBezTo>
                      <a:pt x="1749933" y="95"/>
                      <a:pt x="1740027" y="0"/>
                      <a:pt x="1730121" y="0"/>
                    </a:cubicBezTo>
                    <a:cubicBezTo>
                      <a:pt x="1720215" y="0"/>
                      <a:pt x="1710309" y="95"/>
                      <a:pt x="1700498" y="286"/>
                    </a:cubicBezTo>
                    <a:cubicBezTo>
                      <a:pt x="1697927" y="286"/>
                      <a:pt x="1695450" y="381"/>
                      <a:pt x="1692878" y="381"/>
                    </a:cubicBezTo>
                    <a:cubicBezTo>
                      <a:pt x="1683639" y="572"/>
                      <a:pt x="1674495" y="857"/>
                      <a:pt x="1665351" y="1238"/>
                    </a:cubicBezTo>
                    <a:lnTo>
                      <a:pt x="1664399" y="1238"/>
                    </a:lnTo>
                    <a:cubicBezTo>
                      <a:pt x="1655540" y="1619"/>
                      <a:pt x="1646777" y="2000"/>
                      <a:pt x="1638014" y="2477"/>
                    </a:cubicBezTo>
                    <a:cubicBezTo>
                      <a:pt x="1634014" y="2667"/>
                      <a:pt x="1629918" y="2858"/>
                      <a:pt x="1625918" y="3143"/>
                    </a:cubicBezTo>
                    <a:cubicBezTo>
                      <a:pt x="1617631" y="3620"/>
                      <a:pt x="1609344" y="4191"/>
                      <a:pt x="1601153" y="4763"/>
                    </a:cubicBezTo>
                    <a:cubicBezTo>
                      <a:pt x="1591437" y="5525"/>
                      <a:pt x="1581722" y="6287"/>
                      <a:pt x="1572006" y="7239"/>
                    </a:cubicBezTo>
                    <a:cubicBezTo>
                      <a:pt x="1570196" y="7334"/>
                      <a:pt x="1568387" y="7525"/>
                      <a:pt x="1566577" y="7715"/>
                    </a:cubicBezTo>
                    <a:cubicBezTo>
                      <a:pt x="1546670" y="9525"/>
                      <a:pt x="1526762" y="11716"/>
                      <a:pt x="1507046" y="14288"/>
                    </a:cubicBezTo>
                    <a:cubicBezTo>
                      <a:pt x="1506284" y="14383"/>
                      <a:pt x="1505426" y="14478"/>
                      <a:pt x="1504569" y="14573"/>
                    </a:cubicBezTo>
                    <a:cubicBezTo>
                      <a:pt x="1494568" y="15907"/>
                      <a:pt x="1484662" y="17240"/>
                      <a:pt x="1474660" y="18669"/>
                    </a:cubicBezTo>
                    <a:lnTo>
                      <a:pt x="1474660" y="18764"/>
                    </a:lnTo>
                    <a:cubicBezTo>
                      <a:pt x="1433513" y="24765"/>
                      <a:pt x="1392936" y="32385"/>
                      <a:pt x="1352741" y="41339"/>
                    </a:cubicBezTo>
                    <a:cubicBezTo>
                      <a:pt x="1340930" y="44006"/>
                      <a:pt x="1329214" y="46673"/>
                      <a:pt x="1317593" y="49530"/>
                    </a:cubicBezTo>
                    <a:cubicBezTo>
                      <a:pt x="1294162" y="55245"/>
                      <a:pt x="1271016" y="61436"/>
                      <a:pt x="1248061" y="68104"/>
                    </a:cubicBezTo>
                    <a:cubicBezTo>
                      <a:pt x="1225106" y="74676"/>
                      <a:pt x="1202341" y="81820"/>
                      <a:pt x="1179767" y="89440"/>
                    </a:cubicBezTo>
                    <a:cubicBezTo>
                      <a:pt x="1157192" y="96965"/>
                      <a:pt x="1134809" y="104966"/>
                      <a:pt x="1112615" y="113538"/>
                    </a:cubicBezTo>
                    <a:cubicBezTo>
                      <a:pt x="1024033" y="147256"/>
                      <a:pt x="938879" y="188214"/>
                      <a:pt x="858012" y="235649"/>
                    </a:cubicBezTo>
                    <a:cubicBezTo>
                      <a:pt x="847820" y="241459"/>
                      <a:pt x="837819" y="247460"/>
                      <a:pt x="827818" y="253651"/>
                    </a:cubicBezTo>
                    <a:cubicBezTo>
                      <a:pt x="778383" y="283845"/>
                      <a:pt x="730663" y="316516"/>
                      <a:pt x="684657" y="351568"/>
                    </a:cubicBezTo>
                    <a:cubicBezTo>
                      <a:pt x="684562" y="351568"/>
                      <a:pt x="684562" y="351568"/>
                      <a:pt x="684467" y="351568"/>
                    </a:cubicBezTo>
                    <a:cubicBezTo>
                      <a:pt x="661130" y="369380"/>
                      <a:pt x="638175" y="387668"/>
                      <a:pt x="615791" y="406622"/>
                    </a:cubicBezTo>
                    <a:cubicBezTo>
                      <a:pt x="615029" y="407289"/>
                      <a:pt x="614267" y="407956"/>
                      <a:pt x="613505" y="408527"/>
                    </a:cubicBezTo>
                    <a:cubicBezTo>
                      <a:pt x="606838" y="414242"/>
                      <a:pt x="600170" y="419957"/>
                      <a:pt x="593503" y="425768"/>
                    </a:cubicBezTo>
                    <a:cubicBezTo>
                      <a:pt x="586168" y="432149"/>
                      <a:pt x="578834" y="438722"/>
                      <a:pt x="571595" y="445198"/>
                    </a:cubicBezTo>
                    <a:cubicBezTo>
                      <a:pt x="535210" y="477965"/>
                      <a:pt x="500253" y="512255"/>
                      <a:pt x="466820" y="548069"/>
                    </a:cubicBezTo>
                    <a:cubicBezTo>
                      <a:pt x="466534" y="548450"/>
                      <a:pt x="466154" y="548735"/>
                      <a:pt x="465773" y="549116"/>
                    </a:cubicBezTo>
                    <a:cubicBezTo>
                      <a:pt x="459486" y="555879"/>
                      <a:pt x="453200" y="562737"/>
                      <a:pt x="446913" y="569690"/>
                    </a:cubicBezTo>
                    <a:cubicBezTo>
                      <a:pt x="440341" y="576929"/>
                      <a:pt x="433864" y="584264"/>
                      <a:pt x="427387" y="591598"/>
                    </a:cubicBezTo>
                    <a:cubicBezTo>
                      <a:pt x="421005" y="598932"/>
                      <a:pt x="414623" y="606361"/>
                      <a:pt x="408242" y="613886"/>
                    </a:cubicBezTo>
                    <a:cubicBezTo>
                      <a:pt x="401955" y="621316"/>
                      <a:pt x="395669" y="628840"/>
                      <a:pt x="389477" y="636461"/>
                    </a:cubicBezTo>
                    <a:cubicBezTo>
                      <a:pt x="383286" y="644081"/>
                      <a:pt x="377190" y="651701"/>
                      <a:pt x="371094" y="659321"/>
                    </a:cubicBezTo>
                    <a:lnTo>
                      <a:pt x="353092" y="682466"/>
                    </a:lnTo>
                    <a:lnTo>
                      <a:pt x="353092" y="682561"/>
                    </a:lnTo>
                    <a:cubicBezTo>
                      <a:pt x="195167" y="889730"/>
                      <a:pt x="82963" y="1133666"/>
                      <a:pt x="31528" y="1399318"/>
                    </a:cubicBezTo>
                    <a:cubicBezTo>
                      <a:pt x="20574" y="1456182"/>
                      <a:pt x="12287" y="1514094"/>
                      <a:pt x="7048" y="1572863"/>
                    </a:cubicBezTo>
                    <a:cubicBezTo>
                      <a:pt x="7048" y="1573244"/>
                      <a:pt x="7048" y="1573625"/>
                      <a:pt x="6953" y="1574006"/>
                    </a:cubicBezTo>
                    <a:cubicBezTo>
                      <a:pt x="5906" y="1585817"/>
                      <a:pt x="4953" y="1597628"/>
                      <a:pt x="4191" y="1609535"/>
                    </a:cubicBezTo>
                    <a:cubicBezTo>
                      <a:pt x="3429" y="1620584"/>
                      <a:pt x="2762" y="1631537"/>
                      <a:pt x="2191" y="1642586"/>
                    </a:cubicBezTo>
                    <a:cubicBezTo>
                      <a:pt x="1524" y="1655445"/>
                      <a:pt x="1048" y="1668399"/>
                      <a:pt x="667" y="1681353"/>
                    </a:cubicBezTo>
                    <a:cubicBezTo>
                      <a:pt x="190" y="1697546"/>
                      <a:pt x="0" y="1713833"/>
                      <a:pt x="0" y="1730121"/>
                    </a:cubicBezTo>
                    <a:cubicBezTo>
                      <a:pt x="0" y="1757553"/>
                      <a:pt x="667" y="1784795"/>
                      <a:pt x="1905" y="1811941"/>
                    </a:cubicBezTo>
                    <a:lnTo>
                      <a:pt x="3458337" y="1811941"/>
                    </a:lnTo>
                    <a:lnTo>
                      <a:pt x="3458337" y="1810893"/>
                    </a:lnTo>
                    <a:cubicBezTo>
                      <a:pt x="3459575" y="1784128"/>
                      <a:pt x="3460242" y="1757172"/>
                      <a:pt x="3460242" y="1730121"/>
                    </a:cubicBezTo>
                    <a:close/>
                  </a:path>
                </a:pathLst>
              </a:custGeom>
              <a:solidFill>
                <a:srgbClr val="F6FA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212" name="Google Shape;1212;p45"/>
              <p:cNvGrpSpPr/>
              <p:nvPr/>
            </p:nvGrpSpPr>
            <p:grpSpPr>
              <a:xfrm>
                <a:off x="4613982" y="2296420"/>
                <a:ext cx="489031" cy="1062170"/>
                <a:chOff x="4613982" y="2296420"/>
                <a:chExt cx="489031" cy="1062170"/>
              </a:xfrm>
            </p:grpSpPr>
            <p:grpSp>
              <p:nvGrpSpPr>
                <p:cNvPr id="1213" name="Google Shape;1213;p45"/>
                <p:cNvGrpSpPr/>
                <p:nvPr/>
              </p:nvGrpSpPr>
              <p:grpSpPr>
                <a:xfrm>
                  <a:off x="4740363" y="2616479"/>
                  <a:ext cx="230791" cy="742111"/>
                  <a:chOff x="4740363" y="2616479"/>
                  <a:chExt cx="230791" cy="742111"/>
                </a:xfrm>
              </p:grpSpPr>
              <p:sp>
                <p:nvSpPr>
                  <p:cNvPr id="1214" name="Google Shape;1214;p45"/>
                  <p:cNvSpPr/>
                  <p:nvPr/>
                </p:nvSpPr>
                <p:spPr>
                  <a:xfrm>
                    <a:off x="4740363" y="2616488"/>
                    <a:ext cx="230790" cy="742102"/>
                  </a:xfrm>
                  <a:custGeom>
                    <a:rect b="b" l="l" r="r" t="t"/>
                    <a:pathLst>
                      <a:path extrusionOk="0" h="742102" w="230790">
                        <a:moveTo>
                          <a:pt x="230791" y="725281"/>
                        </a:moveTo>
                        <a:cubicBezTo>
                          <a:pt x="230791" y="732501"/>
                          <a:pt x="226285" y="738654"/>
                          <a:pt x="219913" y="741045"/>
                        </a:cubicBezTo>
                        <a:cubicBezTo>
                          <a:pt x="218056" y="741731"/>
                          <a:pt x="216036" y="742102"/>
                          <a:pt x="213970" y="742102"/>
                        </a:cubicBezTo>
                        <a:lnTo>
                          <a:pt x="16773" y="742102"/>
                        </a:lnTo>
                        <a:cubicBezTo>
                          <a:pt x="7487" y="742102"/>
                          <a:pt x="0" y="734568"/>
                          <a:pt x="0" y="725281"/>
                        </a:cubicBezTo>
                        <a:cubicBezTo>
                          <a:pt x="0" y="718061"/>
                          <a:pt x="4562" y="711965"/>
                          <a:pt x="10935" y="709574"/>
                        </a:cubicBezTo>
                        <a:lnTo>
                          <a:pt x="86773" y="686752"/>
                        </a:lnTo>
                        <a:lnTo>
                          <a:pt x="99403" y="16611"/>
                        </a:lnTo>
                        <a:lnTo>
                          <a:pt x="99460" y="14326"/>
                        </a:lnTo>
                        <a:cubicBezTo>
                          <a:pt x="99517" y="12363"/>
                          <a:pt x="99936" y="10506"/>
                          <a:pt x="100632" y="8811"/>
                        </a:cubicBezTo>
                        <a:cubicBezTo>
                          <a:pt x="102803" y="3610"/>
                          <a:pt x="107794" y="0"/>
                          <a:pt x="113633" y="0"/>
                        </a:cubicBezTo>
                        <a:cubicBezTo>
                          <a:pt x="121329" y="0"/>
                          <a:pt x="127587" y="6315"/>
                          <a:pt x="127806" y="14278"/>
                        </a:cubicBezTo>
                        <a:lnTo>
                          <a:pt x="143942" y="686762"/>
                        </a:lnTo>
                        <a:lnTo>
                          <a:pt x="219885" y="709584"/>
                        </a:lnTo>
                        <a:cubicBezTo>
                          <a:pt x="226228" y="711956"/>
                          <a:pt x="230791" y="718061"/>
                          <a:pt x="230791" y="725281"/>
                        </a:cubicBezTo>
                        <a:close/>
                      </a:path>
                    </a:pathLst>
                  </a:custGeom>
                  <a:solidFill>
                    <a:srgbClr val="8FD0B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15" name="Google Shape;1215;p45"/>
                  <p:cNvSpPr/>
                  <p:nvPr/>
                </p:nvSpPr>
                <p:spPr>
                  <a:xfrm>
                    <a:off x="4839757" y="2616479"/>
                    <a:ext cx="131397" cy="741054"/>
                  </a:xfrm>
                  <a:custGeom>
                    <a:rect b="b" l="l" r="r" t="t"/>
                    <a:pathLst>
                      <a:path extrusionOk="0" h="741054" w="131397">
                        <a:moveTo>
                          <a:pt x="131397" y="725291"/>
                        </a:moveTo>
                        <a:cubicBezTo>
                          <a:pt x="131397" y="732511"/>
                          <a:pt x="126892" y="738664"/>
                          <a:pt x="120520" y="741055"/>
                        </a:cubicBezTo>
                        <a:cubicBezTo>
                          <a:pt x="120463" y="733892"/>
                          <a:pt x="115900" y="727891"/>
                          <a:pt x="109585" y="725510"/>
                        </a:cubicBezTo>
                        <a:lnTo>
                          <a:pt x="33699" y="702688"/>
                        </a:lnTo>
                        <a:lnTo>
                          <a:pt x="17516" y="30204"/>
                        </a:lnTo>
                        <a:cubicBezTo>
                          <a:pt x="17355" y="22241"/>
                          <a:pt x="11039" y="15926"/>
                          <a:pt x="3343" y="15926"/>
                        </a:cubicBezTo>
                        <a:cubicBezTo>
                          <a:pt x="2229" y="15926"/>
                          <a:pt x="1114" y="16192"/>
                          <a:pt x="0" y="16612"/>
                        </a:cubicBezTo>
                        <a:lnTo>
                          <a:pt x="57" y="14326"/>
                        </a:lnTo>
                        <a:cubicBezTo>
                          <a:pt x="114" y="12363"/>
                          <a:pt x="533" y="10506"/>
                          <a:pt x="1229" y="8811"/>
                        </a:cubicBezTo>
                        <a:cubicBezTo>
                          <a:pt x="3400" y="3610"/>
                          <a:pt x="8391" y="0"/>
                          <a:pt x="14230" y="0"/>
                        </a:cubicBezTo>
                        <a:cubicBezTo>
                          <a:pt x="21927" y="0"/>
                          <a:pt x="28184" y="6315"/>
                          <a:pt x="28404" y="14278"/>
                        </a:cubicBezTo>
                        <a:lnTo>
                          <a:pt x="44539" y="686762"/>
                        </a:lnTo>
                        <a:lnTo>
                          <a:pt x="120482" y="709584"/>
                        </a:lnTo>
                        <a:cubicBezTo>
                          <a:pt x="126835" y="711965"/>
                          <a:pt x="131397" y="718071"/>
                          <a:pt x="131397" y="725291"/>
                        </a:cubicBezTo>
                        <a:close/>
                      </a:path>
                    </a:pathLst>
                  </a:custGeom>
                  <a:solidFill>
                    <a:srgbClr val="8FD0B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216" name="Google Shape;1216;p45"/>
                <p:cNvSpPr/>
                <p:nvPr/>
              </p:nvSpPr>
              <p:spPr>
                <a:xfrm>
                  <a:off x="4828832" y="2541422"/>
                  <a:ext cx="53854" cy="53854"/>
                </a:xfrm>
                <a:custGeom>
                  <a:rect b="b" l="l" r="r" t="t"/>
                  <a:pathLst>
                    <a:path extrusionOk="0" h="53854" w="53854">
                      <a:moveTo>
                        <a:pt x="53854" y="26927"/>
                      </a:moveTo>
                      <a:cubicBezTo>
                        <a:pt x="53854" y="41796"/>
                        <a:pt x="41796" y="53854"/>
                        <a:pt x="26927" y="53854"/>
                      </a:cubicBezTo>
                      <a:cubicBezTo>
                        <a:pt x="12059" y="53854"/>
                        <a:pt x="0" y="41796"/>
                        <a:pt x="0" y="26927"/>
                      </a:cubicBezTo>
                      <a:cubicBezTo>
                        <a:pt x="0" y="12059"/>
                        <a:pt x="12059" y="0"/>
                        <a:pt x="26927" y="0"/>
                      </a:cubicBezTo>
                      <a:cubicBezTo>
                        <a:pt x="41796" y="0"/>
                        <a:pt x="53854" y="12049"/>
                        <a:pt x="53854" y="26927"/>
                      </a:cubicBezTo>
                      <a:close/>
                    </a:path>
                  </a:pathLst>
                </a:custGeom>
                <a:solidFill>
                  <a:srgbClr val="8FD0B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7" name="Google Shape;1217;p45"/>
                <p:cNvSpPr/>
                <p:nvPr/>
              </p:nvSpPr>
              <p:spPr>
                <a:xfrm>
                  <a:off x="4828822" y="2541393"/>
                  <a:ext cx="53863" cy="53863"/>
                </a:xfrm>
                <a:custGeom>
                  <a:rect b="b" l="l" r="r" t="t"/>
                  <a:pathLst>
                    <a:path extrusionOk="0" h="53863" w="53863">
                      <a:moveTo>
                        <a:pt x="53864" y="26956"/>
                      </a:moveTo>
                      <a:cubicBezTo>
                        <a:pt x="53864" y="41815"/>
                        <a:pt x="41815" y="53864"/>
                        <a:pt x="26956" y="53864"/>
                      </a:cubicBezTo>
                      <a:cubicBezTo>
                        <a:pt x="23717" y="53864"/>
                        <a:pt x="20584" y="53283"/>
                        <a:pt x="17726" y="52216"/>
                      </a:cubicBezTo>
                      <a:lnTo>
                        <a:pt x="17669" y="52216"/>
                      </a:lnTo>
                      <a:cubicBezTo>
                        <a:pt x="7325" y="48444"/>
                        <a:pt x="0" y="38576"/>
                        <a:pt x="0" y="26956"/>
                      </a:cubicBezTo>
                      <a:cubicBezTo>
                        <a:pt x="0" y="15335"/>
                        <a:pt x="7325" y="5458"/>
                        <a:pt x="17669" y="1695"/>
                      </a:cubicBezTo>
                      <a:cubicBezTo>
                        <a:pt x="20536" y="581"/>
                        <a:pt x="23717" y="0"/>
                        <a:pt x="26956" y="0"/>
                      </a:cubicBezTo>
                      <a:cubicBezTo>
                        <a:pt x="41824" y="0"/>
                        <a:pt x="53864" y="12097"/>
                        <a:pt x="53864" y="26956"/>
                      </a:cubicBezTo>
                      <a:close/>
                    </a:path>
                  </a:pathLst>
                </a:custGeom>
                <a:solidFill>
                  <a:srgbClr val="8FD0B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8" name="Google Shape;1218;p45"/>
                <p:cNvSpPr/>
                <p:nvPr/>
              </p:nvSpPr>
              <p:spPr>
                <a:xfrm>
                  <a:off x="4839214" y="2551804"/>
                  <a:ext cx="33089" cy="33089"/>
                </a:xfrm>
                <a:custGeom>
                  <a:rect b="b" l="l" r="r" t="t"/>
                  <a:pathLst>
                    <a:path extrusionOk="0" h="33089" w="33089">
                      <a:moveTo>
                        <a:pt x="33090" y="16545"/>
                      </a:moveTo>
                      <a:cubicBezTo>
                        <a:pt x="33090" y="25679"/>
                        <a:pt x="25679" y="33090"/>
                        <a:pt x="16545" y="33090"/>
                      </a:cubicBezTo>
                      <a:cubicBezTo>
                        <a:pt x="7410" y="33090"/>
                        <a:pt x="0" y="25679"/>
                        <a:pt x="0" y="16545"/>
                      </a:cubicBezTo>
                      <a:cubicBezTo>
                        <a:pt x="0" y="7410"/>
                        <a:pt x="7410" y="0"/>
                        <a:pt x="16545" y="0"/>
                      </a:cubicBezTo>
                      <a:cubicBezTo>
                        <a:pt x="25679" y="0"/>
                        <a:pt x="33090" y="7401"/>
                        <a:pt x="33090" y="16545"/>
                      </a:cubicBezTo>
                      <a:close/>
                    </a:path>
                  </a:pathLst>
                </a:custGeom>
                <a:solidFill>
                  <a:srgbClr val="8FD0B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9" name="Google Shape;1219;p45"/>
                <p:cNvSpPr/>
                <p:nvPr/>
              </p:nvSpPr>
              <p:spPr>
                <a:xfrm>
                  <a:off x="4841214" y="2553804"/>
                  <a:ext cx="29089" cy="29089"/>
                </a:xfrm>
                <a:custGeom>
                  <a:rect b="b" l="l" r="r" t="t"/>
                  <a:pathLst>
                    <a:path extrusionOk="0" h="29089" w="29089">
                      <a:moveTo>
                        <a:pt x="29089" y="14545"/>
                      </a:moveTo>
                      <a:cubicBezTo>
                        <a:pt x="29089" y="22574"/>
                        <a:pt x="22574" y="29089"/>
                        <a:pt x="14545" y="29089"/>
                      </a:cubicBezTo>
                      <a:cubicBezTo>
                        <a:pt x="6515" y="29089"/>
                        <a:pt x="0" y="22574"/>
                        <a:pt x="0" y="14545"/>
                      </a:cubicBezTo>
                      <a:cubicBezTo>
                        <a:pt x="0" y="6515"/>
                        <a:pt x="6515" y="0"/>
                        <a:pt x="14545" y="0"/>
                      </a:cubicBezTo>
                      <a:cubicBezTo>
                        <a:pt x="22574" y="0"/>
                        <a:pt x="29089" y="6506"/>
                        <a:pt x="29089" y="14545"/>
                      </a:cubicBezTo>
                      <a:close/>
                    </a:path>
                  </a:pathLst>
                </a:custGeom>
                <a:solidFill>
                  <a:srgbClr val="8FD0B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0" name="Google Shape;1220;p45"/>
                <p:cNvSpPr/>
                <p:nvPr/>
              </p:nvSpPr>
              <p:spPr>
                <a:xfrm>
                  <a:off x="4848253" y="2560843"/>
                  <a:ext cx="15011" cy="15011"/>
                </a:xfrm>
                <a:custGeom>
                  <a:rect b="b" l="l" r="r" t="t"/>
                  <a:pathLst>
                    <a:path extrusionOk="0" h="15011" w="15011">
                      <a:moveTo>
                        <a:pt x="15011" y="7506"/>
                      </a:moveTo>
                      <a:cubicBezTo>
                        <a:pt x="15011" y="11649"/>
                        <a:pt x="11649" y="15011"/>
                        <a:pt x="7506" y="15011"/>
                      </a:cubicBezTo>
                      <a:cubicBezTo>
                        <a:pt x="3362" y="15011"/>
                        <a:pt x="0" y="11649"/>
                        <a:pt x="0" y="7506"/>
                      </a:cubicBezTo>
                      <a:cubicBezTo>
                        <a:pt x="0" y="3362"/>
                        <a:pt x="3362" y="0"/>
                        <a:pt x="7506" y="0"/>
                      </a:cubicBezTo>
                      <a:cubicBezTo>
                        <a:pt x="11649" y="0"/>
                        <a:pt x="15011" y="3353"/>
                        <a:pt x="15011" y="7506"/>
                      </a:cubicBezTo>
                      <a:close/>
                    </a:path>
                  </a:pathLst>
                </a:custGeom>
                <a:solidFill>
                  <a:srgbClr val="8FD0B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1" name="Google Shape;1221;p45"/>
                <p:cNvSpPr/>
                <p:nvPr/>
              </p:nvSpPr>
              <p:spPr>
                <a:xfrm>
                  <a:off x="4849796" y="2562386"/>
                  <a:ext cx="11915" cy="11925"/>
                </a:xfrm>
                <a:custGeom>
                  <a:rect b="b" l="l" r="r" t="t"/>
                  <a:pathLst>
                    <a:path extrusionOk="0" h="11925" w="11915">
                      <a:moveTo>
                        <a:pt x="11916" y="5963"/>
                      </a:moveTo>
                      <a:cubicBezTo>
                        <a:pt x="11916" y="9258"/>
                        <a:pt x="9249" y="11925"/>
                        <a:pt x="5953" y="11925"/>
                      </a:cubicBezTo>
                      <a:cubicBezTo>
                        <a:pt x="2667" y="11925"/>
                        <a:pt x="0" y="9258"/>
                        <a:pt x="0" y="5963"/>
                      </a:cubicBezTo>
                      <a:cubicBezTo>
                        <a:pt x="0" y="2677"/>
                        <a:pt x="2667" y="0"/>
                        <a:pt x="5953" y="0"/>
                      </a:cubicBezTo>
                      <a:cubicBezTo>
                        <a:pt x="9249" y="0"/>
                        <a:pt x="11916" y="2667"/>
                        <a:pt x="11916" y="5963"/>
                      </a:cubicBezTo>
                      <a:close/>
                    </a:path>
                  </a:pathLst>
                </a:custGeom>
                <a:solidFill>
                  <a:srgbClr val="8FD0B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2" name="Google Shape;1222;p45"/>
                <p:cNvSpPr/>
                <p:nvPr/>
              </p:nvSpPr>
              <p:spPr>
                <a:xfrm>
                  <a:off x="4846491" y="2541393"/>
                  <a:ext cx="36194" cy="53863"/>
                </a:xfrm>
                <a:custGeom>
                  <a:rect b="b" l="l" r="r" t="t"/>
                  <a:pathLst>
                    <a:path extrusionOk="0" h="53863" w="36194">
                      <a:moveTo>
                        <a:pt x="36195" y="26956"/>
                      </a:moveTo>
                      <a:cubicBezTo>
                        <a:pt x="36195" y="41815"/>
                        <a:pt x="24146" y="53864"/>
                        <a:pt x="9287" y="53864"/>
                      </a:cubicBezTo>
                      <a:cubicBezTo>
                        <a:pt x="6048" y="53864"/>
                        <a:pt x="2915" y="53283"/>
                        <a:pt x="57" y="52216"/>
                      </a:cubicBezTo>
                      <a:cubicBezTo>
                        <a:pt x="10297" y="48396"/>
                        <a:pt x="17621" y="38576"/>
                        <a:pt x="17621" y="26956"/>
                      </a:cubicBezTo>
                      <a:cubicBezTo>
                        <a:pt x="17621" y="15335"/>
                        <a:pt x="10249" y="5515"/>
                        <a:pt x="0" y="1695"/>
                      </a:cubicBezTo>
                      <a:cubicBezTo>
                        <a:pt x="2867" y="581"/>
                        <a:pt x="6048" y="0"/>
                        <a:pt x="9287" y="0"/>
                      </a:cubicBezTo>
                      <a:cubicBezTo>
                        <a:pt x="24155" y="0"/>
                        <a:pt x="36195" y="12097"/>
                        <a:pt x="36195" y="26956"/>
                      </a:cubicBezTo>
                      <a:close/>
                    </a:path>
                  </a:pathLst>
                </a:custGeom>
                <a:solidFill>
                  <a:srgbClr val="8FD0BA">
                    <a:alpha val="98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223" name="Google Shape;1223;p45"/>
                <p:cNvGrpSpPr/>
                <p:nvPr/>
              </p:nvGrpSpPr>
              <p:grpSpPr>
                <a:xfrm>
                  <a:off x="4851101" y="2528077"/>
                  <a:ext cx="9296" cy="18992"/>
                  <a:chOff x="4851101" y="2528077"/>
                  <a:chExt cx="9296" cy="18992"/>
                </a:xfrm>
              </p:grpSpPr>
              <p:sp>
                <p:nvSpPr>
                  <p:cNvPr id="1224" name="Google Shape;1224;p45"/>
                  <p:cNvSpPr/>
                  <p:nvPr/>
                </p:nvSpPr>
                <p:spPr>
                  <a:xfrm>
                    <a:off x="4851101" y="2528077"/>
                    <a:ext cx="9296" cy="18992"/>
                  </a:xfrm>
                  <a:custGeom>
                    <a:rect b="b" l="l" r="r" t="t"/>
                    <a:pathLst>
                      <a:path extrusionOk="0" h="18992" w="9296">
                        <a:moveTo>
                          <a:pt x="9296" y="4610"/>
                        </a:moveTo>
                        <a:lnTo>
                          <a:pt x="9296" y="14373"/>
                        </a:lnTo>
                        <a:cubicBezTo>
                          <a:pt x="9296" y="16926"/>
                          <a:pt x="7229" y="18993"/>
                          <a:pt x="4677" y="18993"/>
                        </a:cubicBezTo>
                        <a:cubicBezTo>
                          <a:pt x="4096" y="18993"/>
                          <a:pt x="3505" y="18888"/>
                          <a:pt x="3029" y="18669"/>
                        </a:cubicBezTo>
                        <a:cubicBezTo>
                          <a:pt x="1229" y="18031"/>
                          <a:pt x="0" y="16335"/>
                          <a:pt x="0" y="14373"/>
                        </a:cubicBezTo>
                        <a:lnTo>
                          <a:pt x="0" y="4610"/>
                        </a:lnTo>
                        <a:cubicBezTo>
                          <a:pt x="0" y="2648"/>
                          <a:pt x="1219" y="943"/>
                          <a:pt x="3029" y="314"/>
                        </a:cubicBezTo>
                        <a:cubicBezTo>
                          <a:pt x="3505" y="105"/>
                          <a:pt x="4086" y="0"/>
                          <a:pt x="4677" y="0"/>
                        </a:cubicBezTo>
                        <a:cubicBezTo>
                          <a:pt x="7229" y="0"/>
                          <a:pt x="9296" y="2067"/>
                          <a:pt x="9296" y="4610"/>
                        </a:cubicBezTo>
                        <a:close/>
                      </a:path>
                    </a:pathLst>
                  </a:custGeom>
                  <a:solidFill>
                    <a:srgbClr val="8FD0B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25" name="Google Shape;1225;p45"/>
                  <p:cNvSpPr/>
                  <p:nvPr/>
                </p:nvSpPr>
                <p:spPr>
                  <a:xfrm>
                    <a:off x="4854130" y="2528077"/>
                    <a:ext cx="6267" cy="18992"/>
                  </a:xfrm>
                  <a:custGeom>
                    <a:rect b="b" l="l" r="r" t="t"/>
                    <a:pathLst>
                      <a:path extrusionOk="0" h="18992" w="6267">
                        <a:moveTo>
                          <a:pt x="6267" y="4610"/>
                        </a:moveTo>
                        <a:lnTo>
                          <a:pt x="6267" y="14373"/>
                        </a:lnTo>
                        <a:cubicBezTo>
                          <a:pt x="6267" y="16926"/>
                          <a:pt x="4200" y="18993"/>
                          <a:pt x="1648" y="18993"/>
                        </a:cubicBezTo>
                        <a:cubicBezTo>
                          <a:pt x="1067" y="18993"/>
                          <a:pt x="476" y="18888"/>
                          <a:pt x="0" y="18669"/>
                        </a:cubicBezTo>
                        <a:cubicBezTo>
                          <a:pt x="1695" y="17983"/>
                          <a:pt x="2915" y="16335"/>
                          <a:pt x="2915" y="14373"/>
                        </a:cubicBezTo>
                        <a:lnTo>
                          <a:pt x="2915" y="4610"/>
                        </a:lnTo>
                        <a:cubicBezTo>
                          <a:pt x="2915" y="2648"/>
                          <a:pt x="1695" y="1000"/>
                          <a:pt x="0" y="314"/>
                        </a:cubicBezTo>
                        <a:cubicBezTo>
                          <a:pt x="476" y="105"/>
                          <a:pt x="1057" y="0"/>
                          <a:pt x="1648" y="0"/>
                        </a:cubicBezTo>
                        <a:cubicBezTo>
                          <a:pt x="4200" y="0"/>
                          <a:pt x="6267" y="2067"/>
                          <a:pt x="6267" y="4610"/>
                        </a:cubicBezTo>
                        <a:close/>
                      </a:path>
                    </a:pathLst>
                  </a:custGeom>
                  <a:solidFill>
                    <a:srgbClr val="8FD0BA">
                      <a:alpha val="98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226" name="Google Shape;1226;p45"/>
                <p:cNvGrpSpPr/>
                <p:nvPr/>
              </p:nvGrpSpPr>
              <p:grpSpPr>
                <a:xfrm>
                  <a:off x="4875093" y="2573519"/>
                  <a:ext cx="18262" cy="12975"/>
                  <a:chOff x="4875093" y="2573519"/>
                  <a:chExt cx="18262" cy="12975"/>
                </a:xfrm>
              </p:grpSpPr>
              <p:sp>
                <p:nvSpPr>
                  <p:cNvPr id="1227" name="Google Shape;1227;p45"/>
                  <p:cNvSpPr/>
                  <p:nvPr/>
                </p:nvSpPr>
                <p:spPr>
                  <a:xfrm>
                    <a:off x="4875093" y="2573519"/>
                    <a:ext cx="18256" cy="12975"/>
                  </a:xfrm>
                  <a:custGeom>
                    <a:rect b="b" l="l" r="r" t="t"/>
                    <a:pathLst>
                      <a:path extrusionOk="0" h="12975" w="18256">
                        <a:moveTo>
                          <a:pt x="11907" y="12632"/>
                        </a:moveTo>
                        <a:lnTo>
                          <a:pt x="2868" y="8937"/>
                        </a:lnTo>
                        <a:cubicBezTo>
                          <a:pt x="506" y="7975"/>
                          <a:pt x="-618" y="5270"/>
                          <a:pt x="344" y="2917"/>
                        </a:cubicBezTo>
                        <a:cubicBezTo>
                          <a:pt x="563" y="2374"/>
                          <a:pt x="887" y="1879"/>
                          <a:pt x="1258" y="1517"/>
                        </a:cubicBezTo>
                        <a:cubicBezTo>
                          <a:pt x="2535" y="88"/>
                          <a:pt x="4564" y="-398"/>
                          <a:pt x="6383" y="345"/>
                        </a:cubicBezTo>
                        <a:lnTo>
                          <a:pt x="15422" y="4041"/>
                        </a:lnTo>
                        <a:cubicBezTo>
                          <a:pt x="17241" y="4784"/>
                          <a:pt x="18346" y="6555"/>
                          <a:pt x="18251" y="8470"/>
                        </a:cubicBezTo>
                        <a:cubicBezTo>
                          <a:pt x="18270" y="8994"/>
                          <a:pt x="18146" y="9575"/>
                          <a:pt x="17927" y="10118"/>
                        </a:cubicBezTo>
                        <a:cubicBezTo>
                          <a:pt x="16965" y="12461"/>
                          <a:pt x="14260" y="13595"/>
                          <a:pt x="11907" y="12632"/>
                        </a:cubicBezTo>
                        <a:close/>
                      </a:path>
                    </a:pathLst>
                  </a:custGeom>
                  <a:solidFill>
                    <a:srgbClr val="8FD0B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28" name="Google Shape;1228;p45"/>
                  <p:cNvSpPr/>
                  <p:nvPr/>
                </p:nvSpPr>
                <p:spPr>
                  <a:xfrm>
                    <a:off x="4875093" y="2575036"/>
                    <a:ext cx="18262" cy="11458"/>
                  </a:xfrm>
                  <a:custGeom>
                    <a:rect b="b" l="l" r="r" t="t"/>
                    <a:pathLst>
                      <a:path extrusionOk="0" h="11458" w="18262">
                        <a:moveTo>
                          <a:pt x="11907" y="11116"/>
                        </a:moveTo>
                        <a:lnTo>
                          <a:pt x="2868" y="7420"/>
                        </a:lnTo>
                        <a:cubicBezTo>
                          <a:pt x="506" y="6458"/>
                          <a:pt x="-618" y="3753"/>
                          <a:pt x="344" y="1400"/>
                        </a:cubicBezTo>
                        <a:cubicBezTo>
                          <a:pt x="563" y="857"/>
                          <a:pt x="887" y="362"/>
                          <a:pt x="1258" y="0"/>
                        </a:cubicBezTo>
                        <a:cubicBezTo>
                          <a:pt x="1249" y="1829"/>
                          <a:pt x="2316" y="3581"/>
                          <a:pt x="4135" y="4324"/>
                        </a:cubicBezTo>
                        <a:lnTo>
                          <a:pt x="13174" y="8020"/>
                        </a:lnTo>
                        <a:cubicBezTo>
                          <a:pt x="14993" y="8763"/>
                          <a:pt x="16975" y="8258"/>
                          <a:pt x="18260" y="6944"/>
                        </a:cubicBezTo>
                        <a:cubicBezTo>
                          <a:pt x="18280" y="7468"/>
                          <a:pt x="18156" y="8049"/>
                          <a:pt x="17937" y="8591"/>
                        </a:cubicBezTo>
                        <a:cubicBezTo>
                          <a:pt x="16965" y="10944"/>
                          <a:pt x="14260" y="12078"/>
                          <a:pt x="11907" y="11116"/>
                        </a:cubicBezTo>
                        <a:close/>
                      </a:path>
                    </a:pathLst>
                  </a:custGeom>
                  <a:solidFill>
                    <a:srgbClr val="8FD0BA">
                      <a:alpha val="98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229" name="Google Shape;1229;p45"/>
                <p:cNvGrpSpPr/>
                <p:nvPr/>
              </p:nvGrpSpPr>
              <p:grpSpPr>
                <a:xfrm>
                  <a:off x="4819200" y="2575239"/>
                  <a:ext cx="17982" cy="13625"/>
                  <a:chOff x="4819200" y="2575239"/>
                  <a:chExt cx="17982" cy="13625"/>
                </a:xfrm>
              </p:grpSpPr>
              <p:sp>
                <p:nvSpPr>
                  <p:cNvPr id="1230" name="Google Shape;1230;p45"/>
                  <p:cNvSpPr/>
                  <p:nvPr/>
                </p:nvSpPr>
                <p:spPr>
                  <a:xfrm>
                    <a:off x="4819200" y="2575239"/>
                    <a:ext cx="17982" cy="13625"/>
                  </a:xfrm>
                  <a:custGeom>
                    <a:rect b="b" l="l" r="r" t="t"/>
                    <a:pathLst>
                      <a:path extrusionOk="0" h="13625" w="17982">
                        <a:moveTo>
                          <a:pt x="2564" y="4835"/>
                        </a:moveTo>
                        <a:lnTo>
                          <a:pt x="11308" y="482"/>
                        </a:lnTo>
                        <a:cubicBezTo>
                          <a:pt x="13584" y="-651"/>
                          <a:pt x="16366" y="282"/>
                          <a:pt x="17499" y="2559"/>
                        </a:cubicBezTo>
                        <a:cubicBezTo>
                          <a:pt x="17756" y="3083"/>
                          <a:pt x="17928" y="3654"/>
                          <a:pt x="17947" y="4168"/>
                        </a:cubicBezTo>
                        <a:cubicBezTo>
                          <a:pt x="18185" y="6064"/>
                          <a:pt x="17204" y="7921"/>
                          <a:pt x="15442" y="8788"/>
                        </a:cubicBezTo>
                        <a:lnTo>
                          <a:pt x="6698" y="13141"/>
                        </a:lnTo>
                        <a:cubicBezTo>
                          <a:pt x="4936" y="14017"/>
                          <a:pt x="2878" y="13674"/>
                          <a:pt x="1497" y="12350"/>
                        </a:cubicBezTo>
                        <a:cubicBezTo>
                          <a:pt x="1097" y="12017"/>
                          <a:pt x="735" y="11541"/>
                          <a:pt x="478" y="11017"/>
                        </a:cubicBezTo>
                        <a:cubicBezTo>
                          <a:pt x="-646" y="8740"/>
                          <a:pt x="278" y="5969"/>
                          <a:pt x="2564" y="4835"/>
                        </a:cubicBezTo>
                        <a:close/>
                      </a:path>
                    </a:pathLst>
                  </a:custGeom>
                  <a:solidFill>
                    <a:srgbClr val="8FD0B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31" name="Google Shape;1231;p45"/>
                  <p:cNvSpPr/>
                  <p:nvPr/>
                </p:nvSpPr>
                <p:spPr>
                  <a:xfrm>
                    <a:off x="4819200" y="2575239"/>
                    <a:ext cx="17946" cy="12350"/>
                  </a:xfrm>
                  <a:custGeom>
                    <a:rect b="b" l="l" r="r" t="t"/>
                    <a:pathLst>
                      <a:path extrusionOk="0" h="12350" w="17946">
                        <a:moveTo>
                          <a:pt x="2564" y="4835"/>
                        </a:moveTo>
                        <a:lnTo>
                          <a:pt x="11308" y="482"/>
                        </a:lnTo>
                        <a:cubicBezTo>
                          <a:pt x="13584" y="-651"/>
                          <a:pt x="16366" y="282"/>
                          <a:pt x="17499" y="2559"/>
                        </a:cubicBezTo>
                        <a:cubicBezTo>
                          <a:pt x="17756" y="3083"/>
                          <a:pt x="17928" y="3654"/>
                          <a:pt x="17947" y="4168"/>
                        </a:cubicBezTo>
                        <a:cubicBezTo>
                          <a:pt x="16575" y="2959"/>
                          <a:pt x="14556" y="2597"/>
                          <a:pt x="12794" y="3473"/>
                        </a:cubicBezTo>
                        <a:lnTo>
                          <a:pt x="4050" y="7826"/>
                        </a:lnTo>
                        <a:cubicBezTo>
                          <a:pt x="2288" y="8702"/>
                          <a:pt x="1364" y="10522"/>
                          <a:pt x="1497" y="12350"/>
                        </a:cubicBezTo>
                        <a:cubicBezTo>
                          <a:pt x="1097" y="12017"/>
                          <a:pt x="735" y="11541"/>
                          <a:pt x="478" y="11017"/>
                        </a:cubicBezTo>
                        <a:cubicBezTo>
                          <a:pt x="-646" y="8740"/>
                          <a:pt x="278" y="5969"/>
                          <a:pt x="2564" y="4835"/>
                        </a:cubicBezTo>
                        <a:close/>
                      </a:path>
                    </a:pathLst>
                  </a:custGeom>
                  <a:solidFill>
                    <a:srgbClr val="8FD0BA">
                      <a:alpha val="98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232" name="Google Shape;1232;p45"/>
                <p:cNvGrpSpPr/>
                <p:nvPr/>
              </p:nvGrpSpPr>
              <p:grpSpPr>
                <a:xfrm>
                  <a:off x="4832283" y="2296420"/>
                  <a:ext cx="46950" cy="235981"/>
                  <a:chOff x="4832283" y="2296420"/>
                  <a:chExt cx="46950" cy="235981"/>
                </a:xfrm>
              </p:grpSpPr>
              <p:sp>
                <p:nvSpPr>
                  <p:cNvPr id="1233" name="Google Shape;1233;p45"/>
                  <p:cNvSpPr/>
                  <p:nvPr/>
                </p:nvSpPr>
                <p:spPr>
                  <a:xfrm>
                    <a:off x="4832283" y="2296420"/>
                    <a:ext cx="46950" cy="235981"/>
                  </a:xfrm>
                  <a:custGeom>
                    <a:rect b="b" l="l" r="r" t="t"/>
                    <a:pathLst>
                      <a:path extrusionOk="0" h="235981" w="46950">
                        <a:moveTo>
                          <a:pt x="26705" y="235610"/>
                        </a:moveTo>
                        <a:cubicBezTo>
                          <a:pt x="25657" y="235791"/>
                          <a:pt x="24610" y="235982"/>
                          <a:pt x="23505" y="235982"/>
                        </a:cubicBezTo>
                        <a:cubicBezTo>
                          <a:pt x="22333" y="235982"/>
                          <a:pt x="21295" y="235801"/>
                          <a:pt x="20247" y="235610"/>
                        </a:cubicBezTo>
                        <a:cubicBezTo>
                          <a:pt x="18342" y="235239"/>
                          <a:pt x="16561" y="234506"/>
                          <a:pt x="15018" y="233458"/>
                        </a:cubicBezTo>
                        <a:cubicBezTo>
                          <a:pt x="-1089" y="222695"/>
                          <a:pt x="16" y="179842"/>
                          <a:pt x="16" y="179842"/>
                        </a:cubicBezTo>
                        <a:lnTo>
                          <a:pt x="8503" y="15002"/>
                        </a:lnTo>
                        <a:cubicBezTo>
                          <a:pt x="8503" y="9839"/>
                          <a:pt x="11084" y="5286"/>
                          <a:pt x="15018" y="2581"/>
                        </a:cubicBezTo>
                        <a:cubicBezTo>
                          <a:pt x="17475" y="924"/>
                          <a:pt x="20371" y="0"/>
                          <a:pt x="23505" y="0"/>
                        </a:cubicBezTo>
                        <a:cubicBezTo>
                          <a:pt x="31744" y="0"/>
                          <a:pt x="38449" y="6706"/>
                          <a:pt x="38449" y="15002"/>
                        </a:cubicBezTo>
                        <a:lnTo>
                          <a:pt x="46936" y="179842"/>
                        </a:lnTo>
                        <a:cubicBezTo>
                          <a:pt x="46927" y="179842"/>
                          <a:pt x="48279" y="231486"/>
                          <a:pt x="26705" y="235610"/>
                        </a:cubicBezTo>
                        <a:close/>
                      </a:path>
                    </a:pathLst>
                  </a:custGeom>
                  <a:solidFill>
                    <a:srgbClr val="8FD0B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34" name="Google Shape;1234;p45"/>
                  <p:cNvSpPr/>
                  <p:nvPr/>
                </p:nvSpPr>
                <p:spPr>
                  <a:xfrm>
                    <a:off x="4847282" y="2296420"/>
                    <a:ext cx="31944" cy="235981"/>
                  </a:xfrm>
                  <a:custGeom>
                    <a:rect b="b" l="l" r="r" t="t"/>
                    <a:pathLst>
                      <a:path extrusionOk="0" h="235981" w="31944">
                        <a:moveTo>
                          <a:pt x="31928" y="179842"/>
                        </a:moveTo>
                        <a:cubicBezTo>
                          <a:pt x="31928" y="179842"/>
                          <a:pt x="33280" y="231486"/>
                          <a:pt x="11697" y="235610"/>
                        </a:cubicBezTo>
                        <a:cubicBezTo>
                          <a:pt x="10649" y="235791"/>
                          <a:pt x="9601" y="235982"/>
                          <a:pt x="8496" y="235982"/>
                        </a:cubicBezTo>
                        <a:cubicBezTo>
                          <a:pt x="7325" y="235982"/>
                          <a:pt x="6286" y="235801"/>
                          <a:pt x="5239" y="235610"/>
                        </a:cubicBezTo>
                        <a:cubicBezTo>
                          <a:pt x="3334" y="235239"/>
                          <a:pt x="1553" y="234506"/>
                          <a:pt x="10" y="233458"/>
                        </a:cubicBezTo>
                        <a:cubicBezTo>
                          <a:pt x="16183" y="222761"/>
                          <a:pt x="15069" y="179842"/>
                          <a:pt x="15069" y="179842"/>
                        </a:cubicBezTo>
                        <a:lnTo>
                          <a:pt x="6582" y="15002"/>
                        </a:lnTo>
                        <a:cubicBezTo>
                          <a:pt x="6582" y="9839"/>
                          <a:pt x="4000" y="5286"/>
                          <a:pt x="0" y="2581"/>
                        </a:cubicBezTo>
                        <a:cubicBezTo>
                          <a:pt x="2457" y="924"/>
                          <a:pt x="5353" y="0"/>
                          <a:pt x="8487" y="0"/>
                        </a:cubicBezTo>
                        <a:cubicBezTo>
                          <a:pt x="16726" y="0"/>
                          <a:pt x="23431" y="6706"/>
                          <a:pt x="23431" y="15002"/>
                        </a:cubicBezTo>
                        <a:lnTo>
                          <a:pt x="31928" y="179842"/>
                        </a:lnTo>
                        <a:close/>
                      </a:path>
                    </a:pathLst>
                  </a:custGeom>
                  <a:solidFill>
                    <a:srgbClr val="8FD0BA">
                      <a:alpha val="98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235" name="Google Shape;1235;p45"/>
                <p:cNvGrpSpPr/>
                <p:nvPr/>
              </p:nvGrpSpPr>
              <p:grpSpPr>
                <a:xfrm>
                  <a:off x="4613982" y="2576654"/>
                  <a:ext cx="211874" cy="127433"/>
                  <a:chOff x="4613982" y="2576654"/>
                  <a:chExt cx="211874" cy="127433"/>
                </a:xfrm>
              </p:grpSpPr>
              <p:sp>
                <p:nvSpPr>
                  <p:cNvPr id="1236" name="Google Shape;1236;p45"/>
                  <p:cNvSpPr/>
                  <p:nvPr/>
                </p:nvSpPr>
                <p:spPr>
                  <a:xfrm>
                    <a:off x="4613991" y="2576654"/>
                    <a:ext cx="211865" cy="127433"/>
                  </a:xfrm>
                  <a:custGeom>
                    <a:rect b="b" l="l" r="r" t="t"/>
                    <a:pathLst>
                      <a:path extrusionOk="0" h="127433" w="211865">
                        <a:moveTo>
                          <a:pt x="208192" y="5916"/>
                        </a:moveTo>
                        <a:cubicBezTo>
                          <a:pt x="208849" y="6754"/>
                          <a:pt x="209497" y="7583"/>
                          <a:pt x="210021" y="8564"/>
                        </a:cubicBezTo>
                        <a:cubicBezTo>
                          <a:pt x="210573" y="9593"/>
                          <a:pt x="210897" y="10602"/>
                          <a:pt x="211230" y="11612"/>
                        </a:cubicBezTo>
                        <a:cubicBezTo>
                          <a:pt x="211802" y="13469"/>
                          <a:pt x="211983" y="15384"/>
                          <a:pt x="211792" y="17232"/>
                        </a:cubicBezTo>
                        <a:cubicBezTo>
                          <a:pt x="209868" y="36510"/>
                          <a:pt x="171521" y="55675"/>
                          <a:pt x="171521" y="55675"/>
                        </a:cubicBezTo>
                        <a:lnTo>
                          <a:pt x="22035" y="125655"/>
                        </a:lnTo>
                        <a:cubicBezTo>
                          <a:pt x="17473" y="128084"/>
                          <a:pt x="12244" y="127941"/>
                          <a:pt x="8014" y="125741"/>
                        </a:cubicBezTo>
                        <a:cubicBezTo>
                          <a:pt x="5395" y="124350"/>
                          <a:pt x="3223" y="122235"/>
                          <a:pt x="1747" y="119464"/>
                        </a:cubicBezTo>
                        <a:cubicBezTo>
                          <a:pt x="-2120" y="112186"/>
                          <a:pt x="642" y="103128"/>
                          <a:pt x="7967" y="99223"/>
                        </a:cubicBezTo>
                        <a:lnTo>
                          <a:pt x="149480" y="14260"/>
                        </a:lnTo>
                        <a:cubicBezTo>
                          <a:pt x="149461" y="14269"/>
                          <a:pt x="194409" y="-11200"/>
                          <a:pt x="208192" y="5916"/>
                        </a:cubicBezTo>
                        <a:close/>
                      </a:path>
                    </a:pathLst>
                  </a:custGeom>
                  <a:solidFill>
                    <a:srgbClr val="8FD0B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37" name="Google Shape;1237;p45"/>
                  <p:cNvSpPr/>
                  <p:nvPr/>
                </p:nvSpPr>
                <p:spPr>
                  <a:xfrm>
                    <a:off x="4613982" y="2576654"/>
                    <a:ext cx="211874" cy="125740"/>
                  </a:xfrm>
                  <a:custGeom>
                    <a:rect b="b" l="l" r="r" t="t"/>
                    <a:pathLst>
                      <a:path extrusionOk="0" h="125740" w="211874">
                        <a:moveTo>
                          <a:pt x="149470" y="14269"/>
                        </a:moveTo>
                        <a:cubicBezTo>
                          <a:pt x="149470" y="14269"/>
                          <a:pt x="194419" y="-11200"/>
                          <a:pt x="208201" y="5916"/>
                        </a:cubicBezTo>
                        <a:cubicBezTo>
                          <a:pt x="208859" y="6754"/>
                          <a:pt x="209506" y="7583"/>
                          <a:pt x="210030" y="8564"/>
                        </a:cubicBezTo>
                        <a:cubicBezTo>
                          <a:pt x="210583" y="9593"/>
                          <a:pt x="210907" y="10602"/>
                          <a:pt x="211240" y="11612"/>
                        </a:cubicBezTo>
                        <a:cubicBezTo>
                          <a:pt x="211811" y="13469"/>
                          <a:pt x="211992" y="15384"/>
                          <a:pt x="211802" y="17232"/>
                        </a:cubicBezTo>
                        <a:cubicBezTo>
                          <a:pt x="194762" y="7983"/>
                          <a:pt x="157395" y="29128"/>
                          <a:pt x="157395" y="29128"/>
                        </a:cubicBezTo>
                        <a:lnTo>
                          <a:pt x="15882" y="114091"/>
                        </a:lnTo>
                        <a:cubicBezTo>
                          <a:pt x="11320" y="116520"/>
                          <a:pt x="8519" y="120940"/>
                          <a:pt x="8014" y="125740"/>
                        </a:cubicBezTo>
                        <a:cubicBezTo>
                          <a:pt x="5395" y="124350"/>
                          <a:pt x="3223" y="122235"/>
                          <a:pt x="1747" y="119464"/>
                        </a:cubicBezTo>
                        <a:cubicBezTo>
                          <a:pt x="-2120" y="112186"/>
                          <a:pt x="642" y="103128"/>
                          <a:pt x="7967" y="99223"/>
                        </a:cubicBezTo>
                        <a:lnTo>
                          <a:pt x="149470" y="14269"/>
                        </a:lnTo>
                        <a:close/>
                      </a:path>
                    </a:pathLst>
                  </a:custGeom>
                  <a:solidFill>
                    <a:srgbClr val="8FD0BA">
                      <a:alpha val="98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238" name="Google Shape;1238;p45"/>
                <p:cNvGrpSpPr/>
                <p:nvPr/>
              </p:nvGrpSpPr>
              <p:grpSpPr>
                <a:xfrm>
                  <a:off x="4886755" y="2574306"/>
                  <a:ext cx="216258" cy="118892"/>
                  <a:chOff x="4886755" y="2574306"/>
                  <a:chExt cx="216258" cy="118892"/>
                </a:xfrm>
              </p:grpSpPr>
              <p:sp>
                <p:nvSpPr>
                  <p:cNvPr id="1239" name="Google Shape;1239;p45"/>
                  <p:cNvSpPr/>
                  <p:nvPr/>
                </p:nvSpPr>
                <p:spPr>
                  <a:xfrm>
                    <a:off x="4886755" y="2574306"/>
                    <a:ext cx="216258" cy="118892"/>
                  </a:xfrm>
                  <a:custGeom>
                    <a:rect b="b" l="l" r="r" t="t"/>
                    <a:pathLst>
                      <a:path extrusionOk="0" h="118892" w="216258">
                        <a:moveTo>
                          <a:pt x="446" y="12493"/>
                        </a:moveTo>
                        <a:cubicBezTo>
                          <a:pt x="722" y="11474"/>
                          <a:pt x="1008" y="10445"/>
                          <a:pt x="1475" y="9445"/>
                        </a:cubicBezTo>
                        <a:cubicBezTo>
                          <a:pt x="1970" y="8388"/>
                          <a:pt x="2589" y="7521"/>
                          <a:pt x="3199" y="6654"/>
                        </a:cubicBezTo>
                        <a:cubicBezTo>
                          <a:pt x="4351" y="5092"/>
                          <a:pt x="5780" y="3797"/>
                          <a:pt x="7380" y="2853"/>
                        </a:cubicBezTo>
                        <a:cubicBezTo>
                          <a:pt x="23992" y="-7110"/>
                          <a:pt x="62263" y="12217"/>
                          <a:pt x="62263" y="12217"/>
                        </a:cubicBezTo>
                        <a:lnTo>
                          <a:pt x="207643" y="90379"/>
                        </a:lnTo>
                        <a:cubicBezTo>
                          <a:pt x="212311" y="92589"/>
                          <a:pt x="215321" y="96865"/>
                          <a:pt x="216083" y="101580"/>
                        </a:cubicBezTo>
                        <a:cubicBezTo>
                          <a:pt x="216530" y="104514"/>
                          <a:pt x="216130" y="107524"/>
                          <a:pt x="214787" y="110353"/>
                        </a:cubicBezTo>
                        <a:cubicBezTo>
                          <a:pt x="211263" y="117801"/>
                          <a:pt x="202338" y="120992"/>
                          <a:pt x="194842" y="117439"/>
                        </a:cubicBezTo>
                        <a:lnTo>
                          <a:pt x="42213" y="54612"/>
                        </a:lnTo>
                        <a:cubicBezTo>
                          <a:pt x="42213" y="54622"/>
                          <a:pt x="-5059" y="33762"/>
                          <a:pt x="446" y="12493"/>
                        </a:cubicBezTo>
                        <a:close/>
                      </a:path>
                    </a:pathLst>
                  </a:custGeom>
                  <a:solidFill>
                    <a:srgbClr val="8FD0B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40" name="Google Shape;1240;p45"/>
                  <p:cNvSpPr/>
                  <p:nvPr/>
                </p:nvSpPr>
                <p:spPr>
                  <a:xfrm>
                    <a:off x="4886764" y="2577150"/>
                    <a:ext cx="216248" cy="116048"/>
                  </a:xfrm>
                  <a:custGeom>
                    <a:rect b="b" l="l" r="r" t="t"/>
                    <a:pathLst>
                      <a:path extrusionOk="0" h="116048" w="216248">
                        <a:moveTo>
                          <a:pt x="42204" y="51778"/>
                        </a:moveTo>
                        <a:cubicBezTo>
                          <a:pt x="42204" y="51778"/>
                          <a:pt x="-5059" y="30909"/>
                          <a:pt x="446" y="9639"/>
                        </a:cubicBezTo>
                        <a:cubicBezTo>
                          <a:pt x="722" y="8620"/>
                          <a:pt x="1008" y="7591"/>
                          <a:pt x="1475" y="6591"/>
                        </a:cubicBezTo>
                        <a:cubicBezTo>
                          <a:pt x="1970" y="5534"/>
                          <a:pt x="2589" y="4667"/>
                          <a:pt x="3199" y="3800"/>
                        </a:cubicBezTo>
                        <a:cubicBezTo>
                          <a:pt x="4351" y="2238"/>
                          <a:pt x="5780" y="943"/>
                          <a:pt x="7380" y="0"/>
                        </a:cubicBezTo>
                        <a:cubicBezTo>
                          <a:pt x="10133" y="19193"/>
                          <a:pt x="49405" y="36547"/>
                          <a:pt x="49405" y="36547"/>
                        </a:cubicBezTo>
                        <a:lnTo>
                          <a:pt x="202033" y="99374"/>
                        </a:lnTo>
                        <a:cubicBezTo>
                          <a:pt x="206700" y="101584"/>
                          <a:pt x="211920" y="101194"/>
                          <a:pt x="216073" y="98736"/>
                        </a:cubicBezTo>
                        <a:cubicBezTo>
                          <a:pt x="216521" y="101670"/>
                          <a:pt x="216121" y="104680"/>
                          <a:pt x="214778" y="107509"/>
                        </a:cubicBezTo>
                        <a:cubicBezTo>
                          <a:pt x="211254" y="114957"/>
                          <a:pt x="202328" y="118148"/>
                          <a:pt x="194832" y="114595"/>
                        </a:cubicBezTo>
                        <a:lnTo>
                          <a:pt x="42204" y="51778"/>
                        </a:lnTo>
                        <a:close/>
                      </a:path>
                    </a:pathLst>
                  </a:custGeom>
                  <a:solidFill>
                    <a:srgbClr val="8FD0BA">
                      <a:alpha val="98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1241" name="Google Shape;1241;p45"/>
              <p:cNvGrpSpPr/>
              <p:nvPr/>
            </p:nvGrpSpPr>
            <p:grpSpPr>
              <a:xfrm>
                <a:off x="6230736" y="2397756"/>
                <a:ext cx="489059" cy="1062171"/>
                <a:chOff x="6230736" y="2397756"/>
                <a:chExt cx="489059" cy="1062171"/>
              </a:xfrm>
            </p:grpSpPr>
            <p:grpSp>
              <p:nvGrpSpPr>
                <p:cNvPr id="1242" name="Google Shape;1242;p45"/>
                <p:cNvGrpSpPr/>
                <p:nvPr/>
              </p:nvGrpSpPr>
              <p:grpSpPr>
                <a:xfrm>
                  <a:off x="6357127" y="2717825"/>
                  <a:ext cx="230790" cy="742102"/>
                  <a:chOff x="6357127" y="2717825"/>
                  <a:chExt cx="230790" cy="742102"/>
                </a:xfrm>
              </p:grpSpPr>
              <p:sp>
                <p:nvSpPr>
                  <p:cNvPr id="1243" name="Google Shape;1243;p45"/>
                  <p:cNvSpPr/>
                  <p:nvPr/>
                </p:nvSpPr>
                <p:spPr>
                  <a:xfrm>
                    <a:off x="6357127" y="2717825"/>
                    <a:ext cx="230790" cy="742102"/>
                  </a:xfrm>
                  <a:custGeom>
                    <a:rect b="b" l="l" r="r" t="t"/>
                    <a:pathLst>
                      <a:path extrusionOk="0" h="742102" w="230790">
                        <a:moveTo>
                          <a:pt x="230791" y="725281"/>
                        </a:moveTo>
                        <a:cubicBezTo>
                          <a:pt x="230791" y="732501"/>
                          <a:pt x="226276" y="738654"/>
                          <a:pt x="219913" y="741045"/>
                        </a:cubicBezTo>
                        <a:cubicBezTo>
                          <a:pt x="218056" y="741731"/>
                          <a:pt x="216037" y="742102"/>
                          <a:pt x="213970" y="742102"/>
                        </a:cubicBezTo>
                        <a:lnTo>
                          <a:pt x="16764" y="742102"/>
                        </a:lnTo>
                        <a:cubicBezTo>
                          <a:pt x="7477" y="742102"/>
                          <a:pt x="0" y="734568"/>
                          <a:pt x="0" y="725281"/>
                        </a:cubicBezTo>
                        <a:cubicBezTo>
                          <a:pt x="0" y="718061"/>
                          <a:pt x="4563" y="711965"/>
                          <a:pt x="10935" y="709574"/>
                        </a:cubicBezTo>
                        <a:lnTo>
                          <a:pt x="86773" y="686753"/>
                        </a:lnTo>
                        <a:lnTo>
                          <a:pt x="99403" y="16612"/>
                        </a:lnTo>
                        <a:lnTo>
                          <a:pt x="99450" y="14326"/>
                        </a:lnTo>
                        <a:cubicBezTo>
                          <a:pt x="99508" y="12363"/>
                          <a:pt x="99927" y="10506"/>
                          <a:pt x="100612" y="8811"/>
                        </a:cubicBezTo>
                        <a:cubicBezTo>
                          <a:pt x="102794" y="3610"/>
                          <a:pt x="107775" y="0"/>
                          <a:pt x="113614" y="0"/>
                        </a:cubicBezTo>
                        <a:cubicBezTo>
                          <a:pt x="121310" y="0"/>
                          <a:pt x="127568" y="6315"/>
                          <a:pt x="127787" y="14278"/>
                        </a:cubicBezTo>
                        <a:lnTo>
                          <a:pt x="143923" y="686762"/>
                        </a:lnTo>
                        <a:lnTo>
                          <a:pt x="219865" y="709584"/>
                        </a:lnTo>
                        <a:cubicBezTo>
                          <a:pt x="226228" y="711956"/>
                          <a:pt x="230791" y="718061"/>
                          <a:pt x="230791" y="725281"/>
                        </a:cubicBezTo>
                        <a:close/>
                      </a:path>
                    </a:pathLst>
                  </a:custGeom>
                  <a:solidFill>
                    <a:srgbClr val="8FD0B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44" name="Google Shape;1244;p45"/>
                  <p:cNvSpPr/>
                  <p:nvPr/>
                </p:nvSpPr>
                <p:spPr>
                  <a:xfrm>
                    <a:off x="6456530" y="2717825"/>
                    <a:ext cx="131387" cy="741045"/>
                  </a:xfrm>
                  <a:custGeom>
                    <a:rect b="b" l="l" r="r" t="t"/>
                    <a:pathLst>
                      <a:path extrusionOk="0" h="741045" w="131387">
                        <a:moveTo>
                          <a:pt x="131388" y="725281"/>
                        </a:moveTo>
                        <a:cubicBezTo>
                          <a:pt x="131388" y="732501"/>
                          <a:pt x="126873" y="738654"/>
                          <a:pt x="120510" y="741045"/>
                        </a:cubicBezTo>
                        <a:cubicBezTo>
                          <a:pt x="120453" y="733882"/>
                          <a:pt x="115891" y="727881"/>
                          <a:pt x="109576" y="725500"/>
                        </a:cubicBezTo>
                        <a:lnTo>
                          <a:pt x="33690" y="702678"/>
                        </a:lnTo>
                        <a:lnTo>
                          <a:pt x="17507" y="30204"/>
                        </a:lnTo>
                        <a:cubicBezTo>
                          <a:pt x="17345" y="22241"/>
                          <a:pt x="11030" y="15926"/>
                          <a:pt x="3343" y="15926"/>
                        </a:cubicBezTo>
                        <a:cubicBezTo>
                          <a:pt x="2229" y="15926"/>
                          <a:pt x="1114" y="16192"/>
                          <a:pt x="0" y="16612"/>
                        </a:cubicBezTo>
                        <a:lnTo>
                          <a:pt x="47" y="14326"/>
                        </a:lnTo>
                        <a:cubicBezTo>
                          <a:pt x="105" y="12363"/>
                          <a:pt x="524" y="10506"/>
                          <a:pt x="1210" y="8811"/>
                        </a:cubicBezTo>
                        <a:cubicBezTo>
                          <a:pt x="3391" y="3610"/>
                          <a:pt x="8372" y="0"/>
                          <a:pt x="14211" y="0"/>
                        </a:cubicBezTo>
                        <a:cubicBezTo>
                          <a:pt x="21907" y="0"/>
                          <a:pt x="28165" y="6315"/>
                          <a:pt x="28384" y="14278"/>
                        </a:cubicBezTo>
                        <a:lnTo>
                          <a:pt x="44520" y="686762"/>
                        </a:lnTo>
                        <a:lnTo>
                          <a:pt x="120462" y="709584"/>
                        </a:lnTo>
                        <a:cubicBezTo>
                          <a:pt x="126825" y="711956"/>
                          <a:pt x="131388" y="718061"/>
                          <a:pt x="131388" y="725281"/>
                        </a:cubicBezTo>
                        <a:close/>
                      </a:path>
                    </a:pathLst>
                  </a:custGeom>
                  <a:solidFill>
                    <a:srgbClr val="8FD0B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245" name="Google Shape;1245;p45"/>
                <p:cNvSpPr/>
                <p:nvPr/>
              </p:nvSpPr>
              <p:spPr>
                <a:xfrm>
                  <a:off x="6445596" y="2642758"/>
                  <a:ext cx="53854" cy="53854"/>
                </a:xfrm>
                <a:custGeom>
                  <a:rect b="b" l="l" r="r" t="t"/>
                  <a:pathLst>
                    <a:path extrusionOk="0" h="53854" w="53854">
                      <a:moveTo>
                        <a:pt x="53854" y="26927"/>
                      </a:moveTo>
                      <a:cubicBezTo>
                        <a:pt x="53854" y="41796"/>
                        <a:pt x="41796" y="53854"/>
                        <a:pt x="26927" y="53854"/>
                      </a:cubicBezTo>
                      <a:cubicBezTo>
                        <a:pt x="12059" y="53854"/>
                        <a:pt x="0" y="41796"/>
                        <a:pt x="0" y="26927"/>
                      </a:cubicBezTo>
                      <a:cubicBezTo>
                        <a:pt x="0" y="12059"/>
                        <a:pt x="12059" y="0"/>
                        <a:pt x="26927" y="0"/>
                      </a:cubicBezTo>
                      <a:cubicBezTo>
                        <a:pt x="41796" y="0"/>
                        <a:pt x="53854" y="12059"/>
                        <a:pt x="53854" y="26927"/>
                      </a:cubicBezTo>
                      <a:close/>
                    </a:path>
                  </a:pathLst>
                </a:custGeom>
                <a:solidFill>
                  <a:srgbClr val="8FD0B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46" name="Google Shape;1246;p45"/>
                <p:cNvSpPr/>
                <p:nvPr/>
              </p:nvSpPr>
              <p:spPr>
                <a:xfrm>
                  <a:off x="6445586" y="2642730"/>
                  <a:ext cx="53863" cy="53863"/>
                </a:xfrm>
                <a:custGeom>
                  <a:rect b="b" l="l" r="r" t="t"/>
                  <a:pathLst>
                    <a:path extrusionOk="0" h="53863" w="53863">
                      <a:moveTo>
                        <a:pt x="53864" y="26956"/>
                      </a:moveTo>
                      <a:cubicBezTo>
                        <a:pt x="53864" y="41815"/>
                        <a:pt x="41815" y="53864"/>
                        <a:pt x="26956" y="53864"/>
                      </a:cubicBezTo>
                      <a:cubicBezTo>
                        <a:pt x="23717" y="53864"/>
                        <a:pt x="20593" y="53283"/>
                        <a:pt x="17726" y="52216"/>
                      </a:cubicBezTo>
                      <a:lnTo>
                        <a:pt x="17669" y="52216"/>
                      </a:lnTo>
                      <a:cubicBezTo>
                        <a:pt x="7325" y="48444"/>
                        <a:pt x="0" y="38576"/>
                        <a:pt x="0" y="26956"/>
                      </a:cubicBezTo>
                      <a:cubicBezTo>
                        <a:pt x="0" y="15335"/>
                        <a:pt x="7325" y="5467"/>
                        <a:pt x="17669" y="1696"/>
                      </a:cubicBezTo>
                      <a:cubicBezTo>
                        <a:pt x="20536" y="581"/>
                        <a:pt x="23717" y="0"/>
                        <a:pt x="26956" y="0"/>
                      </a:cubicBezTo>
                      <a:cubicBezTo>
                        <a:pt x="41824" y="0"/>
                        <a:pt x="53864" y="12097"/>
                        <a:pt x="53864" y="26956"/>
                      </a:cubicBezTo>
                      <a:close/>
                    </a:path>
                  </a:pathLst>
                </a:custGeom>
                <a:solidFill>
                  <a:srgbClr val="8FD0B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47" name="Google Shape;1247;p45"/>
                <p:cNvSpPr/>
                <p:nvPr/>
              </p:nvSpPr>
              <p:spPr>
                <a:xfrm>
                  <a:off x="6455978" y="2653141"/>
                  <a:ext cx="33089" cy="33089"/>
                </a:xfrm>
                <a:custGeom>
                  <a:rect b="b" l="l" r="r" t="t"/>
                  <a:pathLst>
                    <a:path extrusionOk="0" h="33089" w="33089">
                      <a:moveTo>
                        <a:pt x="33090" y="16545"/>
                      </a:moveTo>
                      <a:cubicBezTo>
                        <a:pt x="33090" y="25679"/>
                        <a:pt x="25680" y="33090"/>
                        <a:pt x="16545" y="33090"/>
                      </a:cubicBezTo>
                      <a:cubicBezTo>
                        <a:pt x="7411" y="33090"/>
                        <a:pt x="0" y="25679"/>
                        <a:pt x="0" y="16545"/>
                      </a:cubicBezTo>
                      <a:cubicBezTo>
                        <a:pt x="0" y="7410"/>
                        <a:pt x="7411" y="0"/>
                        <a:pt x="16545" y="0"/>
                      </a:cubicBezTo>
                      <a:cubicBezTo>
                        <a:pt x="25680" y="0"/>
                        <a:pt x="33090" y="7401"/>
                        <a:pt x="33090" y="16545"/>
                      </a:cubicBezTo>
                      <a:close/>
                    </a:path>
                  </a:pathLst>
                </a:custGeom>
                <a:solidFill>
                  <a:srgbClr val="8FD0B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48" name="Google Shape;1248;p45"/>
                <p:cNvSpPr/>
                <p:nvPr/>
              </p:nvSpPr>
              <p:spPr>
                <a:xfrm>
                  <a:off x="6457978" y="2655141"/>
                  <a:ext cx="29089" cy="29089"/>
                </a:xfrm>
                <a:custGeom>
                  <a:rect b="b" l="l" r="r" t="t"/>
                  <a:pathLst>
                    <a:path extrusionOk="0" h="29089" w="29089">
                      <a:moveTo>
                        <a:pt x="29090" y="14545"/>
                      </a:moveTo>
                      <a:cubicBezTo>
                        <a:pt x="29090" y="22574"/>
                        <a:pt x="22574" y="29089"/>
                        <a:pt x="14545" y="29089"/>
                      </a:cubicBezTo>
                      <a:cubicBezTo>
                        <a:pt x="6515" y="29089"/>
                        <a:pt x="0" y="22574"/>
                        <a:pt x="0" y="14545"/>
                      </a:cubicBezTo>
                      <a:cubicBezTo>
                        <a:pt x="0" y="6515"/>
                        <a:pt x="6515" y="0"/>
                        <a:pt x="14545" y="0"/>
                      </a:cubicBezTo>
                      <a:cubicBezTo>
                        <a:pt x="22574" y="0"/>
                        <a:pt x="29090" y="6515"/>
                        <a:pt x="29090" y="14545"/>
                      </a:cubicBezTo>
                      <a:close/>
                    </a:path>
                  </a:pathLst>
                </a:custGeom>
                <a:solidFill>
                  <a:srgbClr val="8FD0B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49" name="Google Shape;1249;p45"/>
                <p:cNvSpPr/>
                <p:nvPr/>
              </p:nvSpPr>
              <p:spPr>
                <a:xfrm>
                  <a:off x="6465017" y="2662180"/>
                  <a:ext cx="15011" cy="15011"/>
                </a:xfrm>
                <a:custGeom>
                  <a:rect b="b" l="l" r="r" t="t"/>
                  <a:pathLst>
                    <a:path extrusionOk="0" h="15011" w="15011">
                      <a:moveTo>
                        <a:pt x="15011" y="7506"/>
                      </a:moveTo>
                      <a:cubicBezTo>
                        <a:pt x="15011" y="11649"/>
                        <a:pt x="11649" y="15011"/>
                        <a:pt x="7506" y="15011"/>
                      </a:cubicBezTo>
                      <a:cubicBezTo>
                        <a:pt x="3362" y="15011"/>
                        <a:pt x="0" y="11649"/>
                        <a:pt x="0" y="7506"/>
                      </a:cubicBezTo>
                      <a:cubicBezTo>
                        <a:pt x="0" y="3362"/>
                        <a:pt x="3362" y="0"/>
                        <a:pt x="7506" y="0"/>
                      </a:cubicBezTo>
                      <a:cubicBezTo>
                        <a:pt x="11649" y="-10"/>
                        <a:pt x="15011" y="3353"/>
                        <a:pt x="15011" y="7506"/>
                      </a:cubicBezTo>
                      <a:close/>
                    </a:path>
                  </a:pathLst>
                </a:custGeom>
                <a:solidFill>
                  <a:srgbClr val="8FD0B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50" name="Google Shape;1250;p45"/>
                <p:cNvSpPr/>
                <p:nvPr/>
              </p:nvSpPr>
              <p:spPr>
                <a:xfrm>
                  <a:off x="6466560" y="2663723"/>
                  <a:ext cx="11915" cy="11925"/>
                </a:xfrm>
                <a:custGeom>
                  <a:rect b="b" l="l" r="r" t="t"/>
                  <a:pathLst>
                    <a:path extrusionOk="0" h="11925" w="11915">
                      <a:moveTo>
                        <a:pt x="11916" y="5963"/>
                      </a:moveTo>
                      <a:cubicBezTo>
                        <a:pt x="11916" y="9258"/>
                        <a:pt x="9249" y="11925"/>
                        <a:pt x="5963" y="11925"/>
                      </a:cubicBezTo>
                      <a:cubicBezTo>
                        <a:pt x="2667" y="11925"/>
                        <a:pt x="0" y="9258"/>
                        <a:pt x="0" y="5963"/>
                      </a:cubicBezTo>
                      <a:cubicBezTo>
                        <a:pt x="0" y="2676"/>
                        <a:pt x="2667" y="0"/>
                        <a:pt x="5963" y="0"/>
                      </a:cubicBezTo>
                      <a:cubicBezTo>
                        <a:pt x="9249" y="0"/>
                        <a:pt x="11916" y="2667"/>
                        <a:pt x="11916" y="5963"/>
                      </a:cubicBezTo>
                      <a:close/>
                    </a:path>
                  </a:pathLst>
                </a:custGeom>
                <a:solidFill>
                  <a:srgbClr val="8FD0B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51" name="Google Shape;1251;p45"/>
                <p:cNvSpPr/>
                <p:nvPr/>
              </p:nvSpPr>
              <p:spPr>
                <a:xfrm>
                  <a:off x="6463255" y="2642730"/>
                  <a:ext cx="36194" cy="53863"/>
                </a:xfrm>
                <a:custGeom>
                  <a:rect b="b" l="l" r="r" t="t"/>
                  <a:pathLst>
                    <a:path extrusionOk="0" h="53863" w="36194">
                      <a:moveTo>
                        <a:pt x="36195" y="26956"/>
                      </a:moveTo>
                      <a:cubicBezTo>
                        <a:pt x="36195" y="41815"/>
                        <a:pt x="24146" y="53864"/>
                        <a:pt x="9287" y="53864"/>
                      </a:cubicBezTo>
                      <a:cubicBezTo>
                        <a:pt x="6048" y="53864"/>
                        <a:pt x="2924" y="53283"/>
                        <a:pt x="57" y="52216"/>
                      </a:cubicBezTo>
                      <a:cubicBezTo>
                        <a:pt x="10296" y="48397"/>
                        <a:pt x="17621" y="38576"/>
                        <a:pt x="17621" y="26956"/>
                      </a:cubicBezTo>
                      <a:cubicBezTo>
                        <a:pt x="17621" y="15335"/>
                        <a:pt x="10249" y="5515"/>
                        <a:pt x="0" y="1696"/>
                      </a:cubicBezTo>
                      <a:cubicBezTo>
                        <a:pt x="2867" y="581"/>
                        <a:pt x="6048" y="0"/>
                        <a:pt x="9287" y="0"/>
                      </a:cubicBezTo>
                      <a:cubicBezTo>
                        <a:pt x="24155" y="0"/>
                        <a:pt x="36195" y="12097"/>
                        <a:pt x="36195" y="26956"/>
                      </a:cubicBezTo>
                      <a:close/>
                    </a:path>
                  </a:pathLst>
                </a:custGeom>
                <a:solidFill>
                  <a:srgbClr val="8FD0BA">
                    <a:alpha val="98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252" name="Google Shape;1252;p45"/>
                <p:cNvGrpSpPr/>
                <p:nvPr/>
              </p:nvGrpSpPr>
              <p:grpSpPr>
                <a:xfrm>
                  <a:off x="6467865" y="2629414"/>
                  <a:ext cx="9296" cy="18992"/>
                  <a:chOff x="6467865" y="2629414"/>
                  <a:chExt cx="9296" cy="18992"/>
                </a:xfrm>
              </p:grpSpPr>
              <p:sp>
                <p:nvSpPr>
                  <p:cNvPr id="1253" name="Google Shape;1253;p45"/>
                  <p:cNvSpPr/>
                  <p:nvPr/>
                </p:nvSpPr>
                <p:spPr>
                  <a:xfrm>
                    <a:off x="6467865" y="2629414"/>
                    <a:ext cx="9296" cy="18992"/>
                  </a:xfrm>
                  <a:custGeom>
                    <a:rect b="b" l="l" r="r" t="t"/>
                    <a:pathLst>
                      <a:path extrusionOk="0" h="18992" w="9296">
                        <a:moveTo>
                          <a:pt x="9297" y="4610"/>
                        </a:moveTo>
                        <a:lnTo>
                          <a:pt x="9297" y="14373"/>
                        </a:lnTo>
                        <a:cubicBezTo>
                          <a:pt x="9297" y="16926"/>
                          <a:pt x="7230" y="18993"/>
                          <a:pt x="4677" y="18993"/>
                        </a:cubicBezTo>
                        <a:cubicBezTo>
                          <a:pt x="4096" y="18993"/>
                          <a:pt x="3515" y="18888"/>
                          <a:pt x="3029" y="18669"/>
                        </a:cubicBezTo>
                        <a:cubicBezTo>
                          <a:pt x="1229" y="18031"/>
                          <a:pt x="0" y="16335"/>
                          <a:pt x="0" y="14373"/>
                        </a:cubicBezTo>
                        <a:lnTo>
                          <a:pt x="0" y="4610"/>
                        </a:lnTo>
                        <a:cubicBezTo>
                          <a:pt x="0" y="2648"/>
                          <a:pt x="1219" y="953"/>
                          <a:pt x="3029" y="314"/>
                        </a:cubicBezTo>
                        <a:cubicBezTo>
                          <a:pt x="3505" y="105"/>
                          <a:pt x="4086" y="0"/>
                          <a:pt x="4677" y="0"/>
                        </a:cubicBezTo>
                        <a:cubicBezTo>
                          <a:pt x="7230" y="0"/>
                          <a:pt x="9297" y="2067"/>
                          <a:pt x="9297" y="4610"/>
                        </a:cubicBezTo>
                        <a:close/>
                      </a:path>
                    </a:pathLst>
                  </a:custGeom>
                  <a:solidFill>
                    <a:srgbClr val="8FD0B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54" name="Google Shape;1254;p45"/>
                  <p:cNvSpPr/>
                  <p:nvPr/>
                </p:nvSpPr>
                <p:spPr>
                  <a:xfrm>
                    <a:off x="6470894" y="2629414"/>
                    <a:ext cx="6267" cy="18992"/>
                  </a:xfrm>
                  <a:custGeom>
                    <a:rect b="b" l="l" r="r" t="t"/>
                    <a:pathLst>
                      <a:path extrusionOk="0" h="18992" w="6267">
                        <a:moveTo>
                          <a:pt x="6267" y="4610"/>
                        </a:moveTo>
                        <a:lnTo>
                          <a:pt x="6267" y="14373"/>
                        </a:lnTo>
                        <a:cubicBezTo>
                          <a:pt x="6267" y="16926"/>
                          <a:pt x="4200" y="18993"/>
                          <a:pt x="1648" y="18993"/>
                        </a:cubicBezTo>
                        <a:cubicBezTo>
                          <a:pt x="1067" y="18993"/>
                          <a:pt x="486" y="18888"/>
                          <a:pt x="0" y="18669"/>
                        </a:cubicBezTo>
                        <a:cubicBezTo>
                          <a:pt x="1695" y="17983"/>
                          <a:pt x="2915" y="16335"/>
                          <a:pt x="2915" y="14373"/>
                        </a:cubicBezTo>
                        <a:lnTo>
                          <a:pt x="2915" y="4610"/>
                        </a:lnTo>
                        <a:cubicBezTo>
                          <a:pt x="2915" y="2648"/>
                          <a:pt x="1695" y="1000"/>
                          <a:pt x="0" y="314"/>
                        </a:cubicBezTo>
                        <a:cubicBezTo>
                          <a:pt x="476" y="105"/>
                          <a:pt x="1057" y="0"/>
                          <a:pt x="1648" y="0"/>
                        </a:cubicBezTo>
                        <a:cubicBezTo>
                          <a:pt x="4200" y="0"/>
                          <a:pt x="6267" y="2067"/>
                          <a:pt x="6267" y="4610"/>
                        </a:cubicBezTo>
                        <a:close/>
                      </a:path>
                    </a:pathLst>
                  </a:custGeom>
                  <a:solidFill>
                    <a:srgbClr val="8FD0BA">
                      <a:alpha val="98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255" name="Google Shape;1255;p45"/>
                <p:cNvGrpSpPr/>
                <p:nvPr/>
              </p:nvGrpSpPr>
              <p:grpSpPr>
                <a:xfrm>
                  <a:off x="6491857" y="2674855"/>
                  <a:ext cx="18262" cy="12975"/>
                  <a:chOff x="6491857" y="2674855"/>
                  <a:chExt cx="18262" cy="12975"/>
                </a:xfrm>
              </p:grpSpPr>
              <p:sp>
                <p:nvSpPr>
                  <p:cNvPr id="1256" name="Google Shape;1256;p45"/>
                  <p:cNvSpPr/>
                  <p:nvPr/>
                </p:nvSpPr>
                <p:spPr>
                  <a:xfrm>
                    <a:off x="6491857" y="2674855"/>
                    <a:ext cx="18256" cy="12975"/>
                  </a:xfrm>
                  <a:custGeom>
                    <a:rect b="b" l="l" r="r" t="t"/>
                    <a:pathLst>
                      <a:path extrusionOk="0" h="12975" w="18256">
                        <a:moveTo>
                          <a:pt x="11907" y="12633"/>
                        </a:moveTo>
                        <a:lnTo>
                          <a:pt x="2868" y="8937"/>
                        </a:lnTo>
                        <a:cubicBezTo>
                          <a:pt x="506" y="7975"/>
                          <a:pt x="-618" y="5270"/>
                          <a:pt x="344" y="2917"/>
                        </a:cubicBezTo>
                        <a:cubicBezTo>
                          <a:pt x="563" y="2374"/>
                          <a:pt x="887" y="1879"/>
                          <a:pt x="1258" y="1517"/>
                        </a:cubicBezTo>
                        <a:cubicBezTo>
                          <a:pt x="2535" y="88"/>
                          <a:pt x="4564" y="-398"/>
                          <a:pt x="6383" y="345"/>
                        </a:cubicBezTo>
                        <a:lnTo>
                          <a:pt x="15422" y="4041"/>
                        </a:lnTo>
                        <a:cubicBezTo>
                          <a:pt x="17241" y="4784"/>
                          <a:pt x="18346" y="6556"/>
                          <a:pt x="18251" y="8470"/>
                        </a:cubicBezTo>
                        <a:cubicBezTo>
                          <a:pt x="18270" y="8994"/>
                          <a:pt x="18146" y="9575"/>
                          <a:pt x="17927" y="10118"/>
                        </a:cubicBezTo>
                        <a:cubicBezTo>
                          <a:pt x="16965" y="12461"/>
                          <a:pt x="14260" y="13595"/>
                          <a:pt x="11907" y="12633"/>
                        </a:cubicBezTo>
                        <a:close/>
                      </a:path>
                    </a:pathLst>
                  </a:custGeom>
                  <a:solidFill>
                    <a:srgbClr val="8FD0B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57" name="Google Shape;1257;p45"/>
                  <p:cNvSpPr/>
                  <p:nvPr/>
                </p:nvSpPr>
                <p:spPr>
                  <a:xfrm>
                    <a:off x="6491857" y="2676372"/>
                    <a:ext cx="18262" cy="11458"/>
                  </a:xfrm>
                  <a:custGeom>
                    <a:rect b="b" l="l" r="r" t="t"/>
                    <a:pathLst>
                      <a:path extrusionOk="0" h="11458" w="18262">
                        <a:moveTo>
                          <a:pt x="11907" y="11116"/>
                        </a:moveTo>
                        <a:lnTo>
                          <a:pt x="2868" y="7420"/>
                        </a:lnTo>
                        <a:cubicBezTo>
                          <a:pt x="506" y="6458"/>
                          <a:pt x="-618" y="3753"/>
                          <a:pt x="344" y="1400"/>
                        </a:cubicBezTo>
                        <a:cubicBezTo>
                          <a:pt x="563" y="857"/>
                          <a:pt x="887" y="362"/>
                          <a:pt x="1258" y="0"/>
                        </a:cubicBezTo>
                        <a:cubicBezTo>
                          <a:pt x="1249" y="1829"/>
                          <a:pt x="2316" y="3581"/>
                          <a:pt x="4135" y="4324"/>
                        </a:cubicBezTo>
                        <a:lnTo>
                          <a:pt x="13174" y="8020"/>
                        </a:lnTo>
                        <a:cubicBezTo>
                          <a:pt x="14993" y="8763"/>
                          <a:pt x="16975" y="8258"/>
                          <a:pt x="18260" y="6944"/>
                        </a:cubicBezTo>
                        <a:cubicBezTo>
                          <a:pt x="18280" y="7468"/>
                          <a:pt x="18156" y="8049"/>
                          <a:pt x="17937" y="8592"/>
                        </a:cubicBezTo>
                        <a:cubicBezTo>
                          <a:pt x="16965" y="10944"/>
                          <a:pt x="14260" y="12078"/>
                          <a:pt x="11907" y="11116"/>
                        </a:cubicBezTo>
                        <a:close/>
                      </a:path>
                    </a:pathLst>
                  </a:custGeom>
                  <a:solidFill>
                    <a:srgbClr val="8FD0BA">
                      <a:alpha val="98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258" name="Google Shape;1258;p45"/>
                <p:cNvGrpSpPr/>
                <p:nvPr/>
              </p:nvGrpSpPr>
              <p:grpSpPr>
                <a:xfrm>
                  <a:off x="6435969" y="2676576"/>
                  <a:ext cx="17976" cy="13625"/>
                  <a:chOff x="6435969" y="2676576"/>
                  <a:chExt cx="17976" cy="13625"/>
                </a:xfrm>
              </p:grpSpPr>
              <p:sp>
                <p:nvSpPr>
                  <p:cNvPr id="1259" name="Google Shape;1259;p45"/>
                  <p:cNvSpPr/>
                  <p:nvPr/>
                </p:nvSpPr>
                <p:spPr>
                  <a:xfrm>
                    <a:off x="6435969" y="2676576"/>
                    <a:ext cx="17976" cy="13625"/>
                  </a:xfrm>
                  <a:custGeom>
                    <a:rect b="b" l="l" r="r" t="t"/>
                    <a:pathLst>
                      <a:path extrusionOk="0" h="13625" w="17976">
                        <a:moveTo>
                          <a:pt x="2559" y="4835"/>
                        </a:moveTo>
                        <a:lnTo>
                          <a:pt x="11303" y="482"/>
                        </a:lnTo>
                        <a:cubicBezTo>
                          <a:pt x="13579" y="-651"/>
                          <a:pt x="16361" y="282"/>
                          <a:pt x="17494" y="2559"/>
                        </a:cubicBezTo>
                        <a:cubicBezTo>
                          <a:pt x="17751" y="3083"/>
                          <a:pt x="17923" y="3654"/>
                          <a:pt x="17942" y="4168"/>
                        </a:cubicBezTo>
                        <a:cubicBezTo>
                          <a:pt x="18180" y="6064"/>
                          <a:pt x="17199" y="7921"/>
                          <a:pt x="15446" y="8788"/>
                        </a:cubicBezTo>
                        <a:lnTo>
                          <a:pt x="6702" y="13141"/>
                        </a:lnTo>
                        <a:cubicBezTo>
                          <a:pt x="4940" y="14017"/>
                          <a:pt x="2883" y="13674"/>
                          <a:pt x="1502" y="12350"/>
                        </a:cubicBezTo>
                        <a:cubicBezTo>
                          <a:pt x="1102" y="12017"/>
                          <a:pt x="739" y="11541"/>
                          <a:pt x="482" y="11017"/>
                        </a:cubicBezTo>
                        <a:cubicBezTo>
                          <a:pt x="-651" y="8741"/>
                          <a:pt x="282" y="5969"/>
                          <a:pt x="2559" y="4835"/>
                        </a:cubicBezTo>
                        <a:close/>
                      </a:path>
                    </a:pathLst>
                  </a:custGeom>
                  <a:solidFill>
                    <a:srgbClr val="8FD0B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60" name="Google Shape;1260;p45"/>
                  <p:cNvSpPr/>
                  <p:nvPr/>
                </p:nvSpPr>
                <p:spPr>
                  <a:xfrm>
                    <a:off x="6435973" y="2676576"/>
                    <a:ext cx="17938" cy="12350"/>
                  </a:xfrm>
                  <a:custGeom>
                    <a:rect b="b" l="l" r="r" t="t"/>
                    <a:pathLst>
                      <a:path extrusionOk="0" h="12350" w="17938">
                        <a:moveTo>
                          <a:pt x="2555" y="4835"/>
                        </a:moveTo>
                        <a:lnTo>
                          <a:pt x="11299" y="482"/>
                        </a:lnTo>
                        <a:cubicBezTo>
                          <a:pt x="13576" y="-651"/>
                          <a:pt x="16357" y="282"/>
                          <a:pt x="17491" y="2559"/>
                        </a:cubicBezTo>
                        <a:cubicBezTo>
                          <a:pt x="17748" y="3083"/>
                          <a:pt x="17919" y="3654"/>
                          <a:pt x="17938" y="4168"/>
                        </a:cubicBezTo>
                        <a:cubicBezTo>
                          <a:pt x="16567" y="2959"/>
                          <a:pt x="14547" y="2597"/>
                          <a:pt x="12795" y="3473"/>
                        </a:cubicBezTo>
                        <a:lnTo>
                          <a:pt x="4051" y="7826"/>
                        </a:lnTo>
                        <a:cubicBezTo>
                          <a:pt x="2298" y="8702"/>
                          <a:pt x="1365" y="10522"/>
                          <a:pt x="1508" y="12350"/>
                        </a:cubicBezTo>
                        <a:cubicBezTo>
                          <a:pt x="1108" y="12017"/>
                          <a:pt x="746" y="11541"/>
                          <a:pt x="488" y="11017"/>
                        </a:cubicBezTo>
                        <a:cubicBezTo>
                          <a:pt x="-655" y="8741"/>
                          <a:pt x="279" y="5969"/>
                          <a:pt x="2555" y="4835"/>
                        </a:cubicBezTo>
                        <a:close/>
                      </a:path>
                    </a:pathLst>
                  </a:custGeom>
                  <a:solidFill>
                    <a:srgbClr val="8FD0BA">
                      <a:alpha val="98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261" name="Google Shape;1261;p45"/>
                <p:cNvGrpSpPr/>
                <p:nvPr/>
              </p:nvGrpSpPr>
              <p:grpSpPr>
                <a:xfrm>
                  <a:off x="6449046" y="2397756"/>
                  <a:ext cx="46944" cy="235981"/>
                  <a:chOff x="6449046" y="2397756"/>
                  <a:chExt cx="46944" cy="235981"/>
                </a:xfrm>
              </p:grpSpPr>
              <p:sp>
                <p:nvSpPr>
                  <p:cNvPr id="1262" name="Google Shape;1262;p45"/>
                  <p:cNvSpPr/>
                  <p:nvPr/>
                </p:nvSpPr>
                <p:spPr>
                  <a:xfrm>
                    <a:off x="6449046" y="2397756"/>
                    <a:ext cx="46943" cy="235981"/>
                  </a:xfrm>
                  <a:custGeom>
                    <a:rect b="b" l="l" r="r" t="t"/>
                    <a:pathLst>
                      <a:path extrusionOk="0" h="235981" w="46943">
                        <a:moveTo>
                          <a:pt x="26705" y="235610"/>
                        </a:moveTo>
                        <a:cubicBezTo>
                          <a:pt x="25658" y="235791"/>
                          <a:pt x="24610" y="235982"/>
                          <a:pt x="23505" y="235982"/>
                        </a:cubicBezTo>
                        <a:cubicBezTo>
                          <a:pt x="22333" y="235982"/>
                          <a:pt x="21285" y="235801"/>
                          <a:pt x="20247" y="235610"/>
                        </a:cubicBezTo>
                        <a:cubicBezTo>
                          <a:pt x="18342" y="235239"/>
                          <a:pt x="16561" y="234505"/>
                          <a:pt x="15018" y="233458"/>
                        </a:cubicBezTo>
                        <a:cubicBezTo>
                          <a:pt x="-1089" y="222695"/>
                          <a:pt x="16" y="179842"/>
                          <a:pt x="16" y="179842"/>
                        </a:cubicBezTo>
                        <a:lnTo>
                          <a:pt x="8503" y="15002"/>
                        </a:lnTo>
                        <a:cubicBezTo>
                          <a:pt x="8503" y="9839"/>
                          <a:pt x="11084" y="5286"/>
                          <a:pt x="15018" y="2581"/>
                        </a:cubicBezTo>
                        <a:cubicBezTo>
                          <a:pt x="17475" y="924"/>
                          <a:pt x="20371" y="0"/>
                          <a:pt x="23505" y="0"/>
                        </a:cubicBezTo>
                        <a:cubicBezTo>
                          <a:pt x="31744" y="0"/>
                          <a:pt x="38440" y="6706"/>
                          <a:pt x="38440" y="15002"/>
                        </a:cubicBezTo>
                        <a:lnTo>
                          <a:pt x="46927" y="179842"/>
                        </a:lnTo>
                        <a:cubicBezTo>
                          <a:pt x="46927" y="179842"/>
                          <a:pt x="48279" y="231486"/>
                          <a:pt x="26705" y="235610"/>
                        </a:cubicBezTo>
                        <a:close/>
                      </a:path>
                    </a:pathLst>
                  </a:custGeom>
                  <a:solidFill>
                    <a:srgbClr val="8FD0B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63" name="Google Shape;1263;p45"/>
                  <p:cNvSpPr/>
                  <p:nvPr/>
                </p:nvSpPr>
                <p:spPr>
                  <a:xfrm>
                    <a:off x="6464046" y="2397756"/>
                    <a:ext cx="31944" cy="235981"/>
                  </a:xfrm>
                  <a:custGeom>
                    <a:rect b="b" l="l" r="r" t="t"/>
                    <a:pathLst>
                      <a:path extrusionOk="0" h="235981" w="31944">
                        <a:moveTo>
                          <a:pt x="31928" y="179842"/>
                        </a:moveTo>
                        <a:cubicBezTo>
                          <a:pt x="31928" y="179842"/>
                          <a:pt x="33280" y="231486"/>
                          <a:pt x="11697" y="235610"/>
                        </a:cubicBezTo>
                        <a:cubicBezTo>
                          <a:pt x="10649" y="235791"/>
                          <a:pt x="9601" y="235982"/>
                          <a:pt x="8496" y="235982"/>
                        </a:cubicBezTo>
                        <a:cubicBezTo>
                          <a:pt x="7325" y="235982"/>
                          <a:pt x="6277" y="235801"/>
                          <a:pt x="5239" y="235610"/>
                        </a:cubicBezTo>
                        <a:cubicBezTo>
                          <a:pt x="3334" y="235239"/>
                          <a:pt x="1553" y="234505"/>
                          <a:pt x="9" y="233458"/>
                        </a:cubicBezTo>
                        <a:cubicBezTo>
                          <a:pt x="16183" y="222761"/>
                          <a:pt x="15068" y="179842"/>
                          <a:pt x="15068" y="179842"/>
                        </a:cubicBezTo>
                        <a:lnTo>
                          <a:pt x="6582" y="15002"/>
                        </a:lnTo>
                        <a:cubicBezTo>
                          <a:pt x="6582" y="9839"/>
                          <a:pt x="4000" y="5286"/>
                          <a:pt x="0" y="2581"/>
                        </a:cubicBezTo>
                        <a:cubicBezTo>
                          <a:pt x="2457" y="924"/>
                          <a:pt x="5353" y="0"/>
                          <a:pt x="8487" y="0"/>
                        </a:cubicBezTo>
                        <a:cubicBezTo>
                          <a:pt x="16726" y="0"/>
                          <a:pt x="23422" y="6706"/>
                          <a:pt x="23422" y="15002"/>
                        </a:cubicBezTo>
                        <a:lnTo>
                          <a:pt x="31928" y="179842"/>
                        </a:lnTo>
                        <a:close/>
                      </a:path>
                    </a:pathLst>
                  </a:custGeom>
                  <a:solidFill>
                    <a:srgbClr val="8FD0BA">
                      <a:alpha val="98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264" name="Google Shape;1264;p45"/>
                <p:cNvGrpSpPr/>
                <p:nvPr/>
              </p:nvGrpSpPr>
              <p:grpSpPr>
                <a:xfrm>
                  <a:off x="6230736" y="2677990"/>
                  <a:ext cx="211880" cy="127433"/>
                  <a:chOff x="6230736" y="2677990"/>
                  <a:chExt cx="211880" cy="127433"/>
                </a:xfrm>
              </p:grpSpPr>
              <p:sp>
                <p:nvSpPr>
                  <p:cNvPr id="1265" name="Google Shape;1265;p45"/>
                  <p:cNvSpPr/>
                  <p:nvPr/>
                </p:nvSpPr>
                <p:spPr>
                  <a:xfrm>
                    <a:off x="6230736" y="2677990"/>
                    <a:ext cx="211880" cy="127433"/>
                  </a:xfrm>
                  <a:custGeom>
                    <a:rect b="b" l="l" r="r" t="t"/>
                    <a:pathLst>
                      <a:path extrusionOk="0" h="127433" w="211880">
                        <a:moveTo>
                          <a:pt x="208211" y="5916"/>
                        </a:moveTo>
                        <a:cubicBezTo>
                          <a:pt x="208868" y="6754"/>
                          <a:pt x="209516" y="7583"/>
                          <a:pt x="210040" y="8564"/>
                        </a:cubicBezTo>
                        <a:cubicBezTo>
                          <a:pt x="210592" y="9593"/>
                          <a:pt x="210916" y="10602"/>
                          <a:pt x="211249" y="11612"/>
                        </a:cubicBezTo>
                        <a:cubicBezTo>
                          <a:pt x="211821" y="13469"/>
                          <a:pt x="212002" y="15384"/>
                          <a:pt x="211802" y="17232"/>
                        </a:cubicBezTo>
                        <a:cubicBezTo>
                          <a:pt x="209878" y="36510"/>
                          <a:pt x="171530" y="55675"/>
                          <a:pt x="171530" y="55675"/>
                        </a:cubicBezTo>
                        <a:lnTo>
                          <a:pt x="22045" y="125655"/>
                        </a:lnTo>
                        <a:cubicBezTo>
                          <a:pt x="17482" y="128084"/>
                          <a:pt x="12253" y="127941"/>
                          <a:pt x="8014" y="125741"/>
                        </a:cubicBezTo>
                        <a:cubicBezTo>
                          <a:pt x="5395" y="124350"/>
                          <a:pt x="3223" y="122235"/>
                          <a:pt x="1747" y="119464"/>
                        </a:cubicBezTo>
                        <a:cubicBezTo>
                          <a:pt x="-2120" y="112187"/>
                          <a:pt x="642" y="103128"/>
                          <a:pt x="7967" y="99223"/>
                        </a:cubicBezTo>
                        <a:lnTo>
                          <a:pt x="149480" y="14260"/>
                        </a:lnTo>
                        <a:cubicBezTo>
                          <a:pt x="149480" y="14269"/>
                          <a:pt x="194438" y="-11200"/>
                          <a:pt x="208211" y="5916"/>
                        </a:cubicBezTo>
                        <a:close/>
                      </a:path>
                    </a:pathLst>
                  </a:custGeom>
                  <a:solidFill>
                    <a:srgbClr val="8FD0B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66" name="Google Shape;1266;p45"/>
                  <p:cNvSpPr/>
                  <p:nvPr/>
                </p:nvSpPr>
                <p:spPr>
                  <a:xfrm>
                    <a:off x="6230736" y="2677990"/>
                    <a:ext cx="211880" cy="125731"/>
                  </a:xfrm>
                  <a:custGeom>
                    <a:rect b="b" l="l" r="r" t="t"/>
                    <a:pathLst>
                      <a:path extrusionOk="0" h="125731" w="211880">
                        <a:moveTo>
                          <a:pt x="149480" y="14269"/>
                        </a:moveTo>
                        <a:cubicBezTo>
                          <a:pt x="149480" y="14269"/>
                          <a:pt x="194428" y="-11200"/>
                          <a:pt x="208211" y="5916"/>
                        </a:cubicBezTo>
                        <a:cubicBezTo>
                          <a:pt x="208868" y="6754"/>
                          <a:pt x="209516" y="7583"/>
                          <a:pt x="210040" y="8564"/>
                        </a:cubicBezTo>
                        <a:cubicBezTo>
                          <a:pt x="210592" y="9593"/>
                          <a:pt x="210916" y="10602"/>
                          <a:pt x="211249" y="11612"/>
                        </a:cubicBezTo>
                        <a:cubicBezTo>
                          <a:pt x="211821" y="13469"/>
                          <a:pt x="212002" y="15384"/>
                          <a:pt x="211802" y="17232"/>
                        </a:cubicBezTo>
                        <a:cubicBezTo>
                          <a:pt x="194761" y="7983"/>
                          <a:pt x="157395" y="29128"/>
                          <a:pt x="157395" y="29128"/>
                        </a:cubicBezTo>
                        <a:lnTo>
                          <a:pt x="15882" y="114091"/>
                        </a:lnTo>
                        <a:cubicBezTo>
                          <a:pt x="11320" y="116520"/>
                          <a:pt x="8519" y="120940"/>
                          <a:pt x="8014" y="125731"/>
                        </a:cubicBezTo>
                        <a:cubicBezTo>
                          <a:pt x="5395" y="124340"/>
                          <a:pt x="3223" y="122226"/>
                          <a:pt x="1747" y="119454"/>
                        </a:cubicBezTo>
                        <a:cubicBezTo>
                          <a:pt x="-2120" y="112177"/>
                          <a:pt x="642" y="103119"/>
                          <a:pt x="7967" y="99213"/>
                        </a:cubicBezTo>
                        <a:lnTo>
                          <a:pt x="149480" y="14269"/>
                        </a:lnTo>
                        <a:close/>
                      </a:path>
                    </a:pathLst>
                  </a:custGeom>
                  <a:solidFill>
                    <a:srgbClr val="8FD0BA">
                      <a:alpha val="98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267" name="Google Shape;1267;p45"/>
                <p:cNvGrpSpPr/>
                <p:nvPr/>
              </p:nvGrpSpPr>
              <p:grpSpPr>
                <a:xfrm>
                  <a:off x="6503528" y="2675643"/>
                  <a:ext cx="216267" cy="118892"/>
                  <a:chOff x="6503528" y="2675643"/>
                  <a:chExt cx="216267" cy="118892"/>
                </a:xfrm>
              </p:grpSpPr>
              <p:sp>
                <p:nvSpPr>
                  <p:cNvPr id="1268" name="Google Shape;1268;p45"/>
                  <p:cNvSpPr/>
                  <p:nvPr/>
                </p:nvSpPr>
                <p:spPr>
                  <a:xfrm>
                    <a:off x="6503528" y="2675643"/>
                    <a:ext cx="216267" cy="118892"/>
                  </a:xfrm>
                  <a:custGeom>
                    <a:rect b="b" l="l" r="r" t="t"/>
                    <a:pathLst>
                      <a:path extrusionOk="0" h="118892" w="216267">
                        <a:moveTo>
                          <a:pt x="446" y="12493"/>
                        </a:moveTo>
                        <a:cubicBezTo>
                          <a:pt x="732" y="11474"/>
                          <a:pt x="1008" y="10445"/>
                          <a:pt x="1484" y="9445"/>
                        </a:cubicBezTo>
                        <a:cubicBezTo>
                          <a:pt x="1980" y="8387"/>
                          <a:pt x="2599" y="7521"/>
                          <a:pt x="3209" y="6654"/>
                        </a:cubicBezTo>
                        <a:cubicBezTo>
                          <a:pt x="4361" y="5092"/>
                          <a:pt x="5790" y="3796"/>
                          <a:pt x="7390" y="2854"/>
                        </a:cubicBezTo>
                        <a:cubicBezTo>
                          <a:pt x="24001" y="-7110"/>
                          <a:pt x="62273" y="12217"/>
                          <a:pt x="62273" y="12217"/>
                        </a:cubicBezTo>
                        <a:lnTo>
                          <a:pt x="207653" y="90379"/>
                        </a:lnTo>
                        <a:cubicBezTo>
                          <a:pt x="212320" y="92589"/>
                          <a:pt x="215330" y="96865"/>
                          <a:pt x="216092" y="101580"/>
                        </a:cubicBezTo>
                        <a:cubicBezTo>
                          <a:pt x="216540" y="104514"/>
                          <a:pt x="216140" y="107524"/>
                          <a:pt x="214797" y="110353"/>
                        </a:cubicBezTo>
                        <a:cubicBezTo>
                          <a:pt x="211273" y="117801"/>
                          <a:pt x="202348" y="120992"/>
                          <a:pt x="194851" y="117439"/>
                        </a:cubicBezTo>
                        <a:lnTo>
                          <a:pt x="42213" y="54612"/>
                        </a:lnTo>
                        <a:cubicBezTo>
                          <a:pt x="42204" y="54622"/>
                          <a:pt x="-5059" y="33762"/>
                          <a:pt x="446" y="12493"/>
                        </a:cubicBezTo>
                        <a:close/>
                      </a:path>
                    </a:pathLst>
                  </a:custGeom>
                  <a:solidFill>
                    <a:srgbClr val="8FD0B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69" name="Google Shape;1269;p45"/>
                  <p:cNvSpPr/>
                  <p:nvPr/>
                </p:nvSpPr>
                <p:spPr>
                  <a:xfrm>
                    <a:off x="6503528" y="2678487"/>
                    <a:ext cx="216258" cy="116048"/>
                  </a:xfrm>
                  <a:custGeom>
                    <a:rect b="b" l="l" r="r" t="t"/>
                    <a:pathLst>
                      <a:path extrusionOk="0" h="116048" w="216258">
                        <a:moveTo>
                          <a:pt x="42204" y="51778"/>
                        </a:moveTo>
                        <a:cubicBezTo>
                          <a:pt x="42204" y="51778"/>
                          <a:pt x="-5059" y="30909"/>
                          <a:pt x="446" y="9639"/>
                        </a:cubicBezTo>
                        <a:cubicBezTo>
                          <a:pt x="732" y="8620"/>
                          <a:pt x="1008" y="7592"/>
                          <a:pt x="1484" y="6591"/>
                        </a:cubicBezTo>
                        <a:cubicBezTo>
                          <a:pt x="1980" y="5534"/>
                          <a:pt x="2599" y="4667"/>
                          <a:pt x="3209" y="3800"/>
                        </a:cubicBezTo>
                        <a:cubicBezTo>
                          <a:pt x="4361" y="2238"/>
                          <a:pt x="5790" y="943"/>
                          <a:pt x="7390" y="0"/>
                        </a:cubicBezTo>
                        <a:cubicBezTo>
                          <a:pt x="10143" y="19193"/>
                          <a:pt x="49414" y="36547"/>
                          <a:pt x="49414" y="36547"/>
                        </a:cubicBezTo>
                        <a:lnTo>
                          <a:pt x="202043" y="99374"/>
                        </a:lnTo>
                        <a:cubicBezTo>
                          <a:pt x="206710" y="101584"/>
                          <a:pt x="211930" y="101194"/>
                          <a:pt x="216083" y="98736"/>
                        </a:cubicBezTo>
                        <a:cubicBezTo>
                          <a:pt x="216530" y="101670"/>
                          <a:pt x="216130" y="104680"/>
                          <a:pt x="214787" y="107509"/>
                        </a:cubicBezTo>
                        <a:cubicBezTo>
                          <a:pt x="211263" y="114957"/>
                          <a:pt x="202338" y="118148"/>
                          <a:pt x="194842" y="114595"/>
                        </a:cubicBezTo>
                        <a:lnTo>
                          <a:pt x="42204" y="51778"/>
                        </a:lnTo>
                        <a:close/>
                      </a:path>
                    </a:pathLst>
                  </a:custGeom>
                  <a:solidFill>
                    <a:srgbClr val="8FD0BA">
                      <a:alpha val="98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270" name="Google Shape;1270;p45"/>
              <p:cNvSpPr/>
              <p:nvPr/>
            </p:nvSpPr>
            <p:spPr>
              <a:xfrm>
                <a:off x="4365879" y="3467576"/>
                <a:ext cx="3460242" cy="1811940"/>
              </a:xfrm>
              <a:custGeom>
                <a:rect b="b" l="l" r="r" t="t"/>
                <a:pathLst>
                  <a:path extrusionOk="0" h="1811940" w="3460242">
                    <a:moveTo>
                      <a:pt x="3460242" y="81820"/>
                    </a:moveTo>
                    <a:cubicBezTo>
                      <a:pt x="3460242" y="97917"/>
                      <a:pt x="3460052" y="113919"/>
                      <a:pt x="3459575" y="129921"/>
                    </a:cubicBezTo>
                    <a:lnTo>
                      <a:pt x="3459575" y="130588"/>
                    </a:lnTo>
                    <a:cubicBezTo>
                      <a:pt x="3459194" y="143542"/>
                      <a:pt x="3458718" y="156496"/>
                      <a:pt x="3458051" y="169354"/>
                    </a:cubicBezTo>
                    <a:cubicBezTo>
                      <a:pt x="3457480" y="180403"/>
                      <a:pt x="3456813" y="191357"/>
                      <a:pt x="3456051" y="202406"/>
                    </a:cubicBezTo>
                    <a:cubicBezTo>
                      <a:pt x="3455289" y="214312"/>
                      <a:pt x="3454337" y="226124"/>
                      <a:pt x="3453289" y="237934"/>
                    </a:cubicBezTo>
                    <a:cubicBezTo>
                      <a:pt x="3453194" y="238316"/>
                      <a:pt x="3453194" y="238696"/>
                      <a:pt x="3453194" y="239077"/>
                    </a:cubicBezTo>
                    <a:cubicBezTo>
                      <a:pt x="3447955" y="297847"/>
                      <a:pt x="3439668" y="355759"/>
                      <a:pt x="3428714" y="412623"/>
                    </a:cubicBezTo>
                    <a:cubicBezTo>
                      <a:pt x="3377279" y="678466"/>
                      <a:pt x="3264980" y="922496"/>
                      <a:pt x="3106865" y="1129760"/>
                    </a:cubicBezTo>
                    <a:cubicBezTo>
                      <a:pt x="3071622" y="1176052"/>
                      <a:pt x="3034094" y="1220438"/>
                      <a:pt x="2994470" y="1262825"/>
                    </a:cubicBezTo>
                    <a:cubicBezTo>
                      <a:pt x="2993993" y="1263206"/>
                      <a:pt x="2993708" y="1263491"/>
                      <a:pt x="2993422" y="1263872"/>
                    </a:cubicBezTo>
                    <a:cubicBezTo>
                      <a:pt x="2959989" y="1299686"/>
                      <a:pt x="2925032" y="1333976"/>
                      <a:pt x="2888647" y="1366742"/>
                    </a:cubicBezTo>
                    <a:cubicBezTo>
                      <a:pt x="2881408" y="1373219"/>
                      <a:pt x="2874074" y="1379792"/>
                      <a:pt x="2866739" y="1386173"/>
                    </a:cubicBezTo>
                    <a:cubicBezTo>
                      <a:pt x="2860072" y="1391984"/>
                      <a:pt x="2853404" y="1397699"/>
                      <a:pt x="2846737" y="1403414"/>
                    </a:cubicBezTo>
                    <a:cubicBezTo>
                      <a:pt x="2845975" y="1403985"/>
                      <a:pt x="2845213" y="1404652"/>
                      <a:pt x="2844451" y="1405318"/>
                    </a:cubicBezTo>
                    <a:cubicBezTo>
                      <a:pt x="2822067" y="1424273"/>
                      <a:pt x="2799112" y="1442561"/>
                      <a:pt x="2775776" y="1460373"/>
                    </a:cubicBezTo>
                    <a:cubicBezTo>
                      <a:pt x="2775680" y="1460373"/>
                      <a:pt x="2775680" y="1460373"/>
                      <a:pt x="2775585" y="1460373"/>
                    </a:cubicBezTo>
                    <a:cubicBezTo>
                      <a:pt x="2729579" y="1495425"/>
                      <a:pt x="2681859" y="1528096"/>
                      <a:pt x="2632424" y="1558290"/>
                    </a:cubicBezTo>
                    <a:cubicBezTo>
                      <a:pt x="2622423" y="1564481"/>
                      <a:pt x="2612422" y="1570482"/>
                      <a:pt x="2602230" y="1576292"/>
                    </a:cubicBezTo>
                    <a:cubicBezTo>
                      <a:pt x="2521363" y="1623727"/>
                      <a:pt x="2436209" y="1664684"/>
                      <a:pt x="2347627" y="1698403"/>
                    </a:cubicBezTo>
                    <a:cubicBezTo>
                      <a:pt x="2325434" y="1706975"/>
                      <a:pt x="2303050" y="1714976"/>
                      <a:pt x="2280476" y="1722501"/>
                    </a:cubicBezTo>
                    <a:cubicBezTo>
                      <a:pt x="2257901" y="1730121"/>
                      <a:pt x="2235137" y="1737265"/>
                      <a:pt x="2212181" y="1743837"/>
                    </a:cubicBezTo>
                    <a:cubicBezTo>
                      <a:pt x="2189226" y="1750504"/>
                      <a:pt x="2166080" y="1756696"/>
                      <a:pt x="2142649" y="1762411"/>
                    </a:cubicBezTo>
                    <a:cubicBezTo>
                      <a:pt x="2131028" y="1765268"/>
                      <a:pt x="2119312" y="1767935"/>
                      <a:pt x="2107502" y="1770602"/>
                    </a:cubicBezTo>
                    <a:cubicBezTo>
                      <a:pt x="2067306" y="1779556"/>
                      <a:pt x="2026730" y="1787176"/>
                      <a:pt x="1985582" y="1793177"/>
                    </a:cubicBezTo>
                    <a:lnTo>
                      <a:pt x="1985582" y="1793272"/>
                    </a:lnTo>
                    <a:cubicBezTo>
                      <a:pt x="1975580" y="1794701"/>
                      <a:pt x="1965674" y="1796034"/>
                      <a:pt x="1955673" y="1797368"/>
                    </a:cubicBezTo>
                    <a:cubicBezTo>
                      <a:pt x="1954816" y="1797463"/>
                      <a:pt x="1953959" y="1797558"/>
                      <a:pt x="1953197" y="1797653"/>
                    </a:cubicBezTo>
                    <a:cubicBezTo>
                      <a:pt x="1933480" y="1800225"/>
                      <a:pt x="1913573" y="1802416"/>
                      <a:pt x="1893665" y="1804226"/>
                    </a:cubicBezTo>
                    <a:cubicBezTo>
                      <a:pt x="1891856" y="1804416"/>
                      <a:pt x="1890046" y="1804607"/>
                      <a:pt x="1888236" y="1804702"/>
                    </a:cubicBezTo>
                    <a:cubicBezTo>
                      <a:pt x="1878520" y="1805654"/>
                      <a:pt x="1868805" y="1806416"/>
                      <a:pt x="1859090" y="1807178"/>
                    </a:cubicBezTo>
                    <a:cubicBezTo>
                      <a:pt x="1850898" y="1807750"/>
                      <a:pt x="1842611" y="1808321"/>
                      <a:pt x="1834325" y="1808798"/>
                    </a:cubicBezTo>
                    <a:cubicBezTo>
                      <a:pt x="1830324" y="1809083"/>
                      <a:pt x="1826228" y="1809274"/>
                      <a:pt x="1822228" y="1809464"/>
                    </a:cubicBezTo>
                    <a:cubicBezTo>
                      <a:pt x="1813465" y="1809941"/>
                      <a:pt x="1804702" y="1810321"/>
                      <a:pt x="1795843" y="1810702"/>
                    </a:cubicBezTo>
                    <a:lnTo>
                      <a:pt x="1794891" y="1810702"/>
                    </a:lnTo>
                    <a:cubicBezTo>
                      <a:pt x="1785747" y="1811084"/>
                      <a:pt x="1776603" y="1811369"/>
                      <a:pt x="1767364" y="1811560"/>
                    </a:cubicBezTo>
                    <a:cubicBezTo>
                      <a:pt x="1764792" y="1811560"/>
                      <a:pt x="1762316" y="1811655"/>
                      <a:pt x="1759744" y="1811655"/>
                    </a:cubicBezTo>
                    <a:cubicBezTo>
                      <a:pt x="1749933" y="1811845"/>
                      <a:pt x="1740027" y="1811941"/>
                      <a:pt x="1730121" y="1811941"/>
                    </a:cubicBezTo>
                    <a:cubicBezTo>
                      <a:pt x="1720215" y="1811941"/>
                      <a:pt x="1710309" y="1811845"/>
                      <a:pt x="1700498" y="1811655"/>
                    </a:cubicBezTo>
                    <a:cubicBezTo>
                      <a:pt x="1697927" y="1811655"/>
                      <a:pt x="1695450" y="1811560"/>
                      <a:pt x="1692878" y="1811560"/>
                    </a:cubicBezTo>
                    <a:cubicBezTo>
                      <a:pt x="1683639" y="1811369"/>
                      <a:pt x="1674495" y="1811084"/>
                      <a:pt x="1665351" y="1810702"/>
                    </a:cubicBezTo>
                    <a:lnTo>
                      <a:pt x="1664399" y="1810702"/>
                    </a:lnTo>
                    <a:cubicBezTo>
                      <a:pt x="1655540" y="1810321"/>
                      <a:pt x="1646777" y="1809941"/>
                      <a:pt x="1638014" y="1809464"/>
                    </a:cubicBezTo>
                    <a:cubicBezTo>
                      <a:pt x="1634014" y="1809274"/>
                      <a:pt x="1629918" y="1809083"/>
                      <a:pt x="1625918" y="1808798"/>
                    </a:cubicBezTo>
                    <a:cubicBezTo>
                      <a:pt x="1617631" y="1808321"/>
                      <a:pt x="1609344" y="1807750"/>
                      <a:pt x="1601153" y="1807178"/>
                    </a:cubicBezTo>
                    <a:cubicBezTo>
                      <a:pt x="1591437" y="1806416"/>
                      <a:pt x="1581722" y="1805654"/>
                      <a:pt x="1572006" y="1804702"/>
                    </a:cubicBezTo>
                    <a:cubicBezTo>
                      <a:pt x="1570196" y="1804607"/>
                      <a:pt x="1568387" y="1804416"/>
                      <a:pt x="1566577" y="1804226"/>
                    </a:cubicBezTo>
                    <a:cubicBezTo>
                      <a:pt x="1546670" y="1802416"/>
                      <a:pt x="1526762" y="1800225"/>
                      <a:pt x="1507046" y="1797653"/>
                    </a:cubicBezTo>
                    <a:cubicBezTo>
                      <a:pt x="1506284" y="1797558"/>
                      <a:pt x="1505426" y="1797463"/>
                      <a:pt x="1504569" y="1797368"/>
                    </a:cubicBezTo>
                    <a:cubicBezTo>
                      <a:pt x="1494568" y="1796034"/>
                      <a:pt x="1484662" y="1794701"/>
                      <a:pt x="1474660" y="1793272"/>
                    </a:cubicBezTo>
                    <a:lnTo>
                      <a:pt x="1474660" y="1793177"/>
                    </a:lnTo>
                    <a:cubicBezTo>
                      <a:pt x="1433513" y="1787176"/>
                      <a:pt x="1392936" y="1779556"/>
                      <a:pt x="1352741" y="1770602"/>
                    </a:cubicBezTo>
                    <a:cubicBezTo>
                      <a:pt x="1340930" y="1767935"/>
                      <a:pt x="1329214" y="1765268"/>
                      <a:pt x="1317593" y="1762411"/>
                    </a:cubicBezTo>
                    <a:cubicBezTo>
                      <a:pt x="1294162" y="1756696"/>
                      <a:pt x="1271016" y="1750504"/>
                      <a:pt x="1248061" y="1743837"/>
                    </a:cubicBezTo>
                    <a:cubicBezTo>
                      <a:pt x="1225106" y="1737265"/>
                      <a:pt x="1202341" y="1730121"/>
                      <a:pt x="1179767" y="1722501"/>
                    </a:cubicBezTo>
                    <a:cubicBezTo>
                      <a:pt x="1157192" y="1714976"/>
                      <a:pt x="1134809" y="1706975"/>
                      <a:pt x="1112615" y="1698403"/>
                    </a:cubicBezTo>
                    <a:cubicBezTo>
                      <a:pt x="1024033" y="1664684"/>
                      <a:pt x="938879" y="1623727"/>
                      <a:pt x="858012" y="1576292"/>
                    </a:cubicBezTo>
                    <a:cubicBezTo>
                      <a:pt x="847820" y="1570482"/>
                      <a:pt x="837819" y="1564481"/>
                      <a:pt x="827818" y="1558290"/>
                    </a:cubicBezTo>
                    <a:cubicBezTo>
                      <a:pt x="778383" y="1528096"/>
                      <a:pt x="730663" y="1495425"/>
                      <a:pt x="684657" y="1460373"/>
                    </a:cubicBezTo>
                    <a:cubicBezTo>
                      <a:pt x="684562" y="1460373"/>
                      <a:pt x="684562" y="1460373"/>
                      <a:pt x="684467" y="1460373"/>
                    </a:cubicBezTo>
                    <a:cubicBezTo>
                      <a:pt x="661130" y="1442561"/>
                      <a:pt x="638175" y="1424273"/>
                      <a:pt x="615791" y="1405318"/>
                    </a:cubicBezTo>
                    <a:cubicBezTo>
                      <a:pt x="615029" y="1404652"/>
                      <a:pt x="614267" y="1403985"/>
                      <a:pt x="613505" y="1403414"/>
                    </a:cubicBezTo>
                    <a:cubicBezTo>
                      <a:pt x="606838" y="1397699"/>
                      <a:pt x="600170" y="1391984"/>
                      <a:pt x="593503" y="1386173"/>
                    </a:cubicBezTo>
                    <a:cubicBezTo>
                      <a:pt x="586168" y="1379792"/>
                      <a:pt x="578834" y="1373219"/>
                      <a:pt x="571595" y="1366742"/>
                    </a:cubicBezTo>
                    <a:cubicBezTo>
                      <a:pt x="535210" y="1333976"/>
                      <a:pt x="500253" y="1299686"/>
                      <a:pt x="466820" y="1263872"/>
                    </a:cubicBezTo>
                    <a:cubicBezTo>
                      <a:pt x="466534" y="1263491"/>
                      <a:pt x="466154" y="1263206"/>
                      <a:pt x="465773" y="1262825"/>
                    </a:cubicBezTo>
                    <a:cubicBezTo>
                      <a:pt x="459486" y="1256062"/>
                      <a:pt x="453200" y="1249204"/>
                      <a:pt x="446913" y="1242251"/>
                    </a:cubicBezTo>
                    <a:cubicBezTo>
                      <a:pt x="440341" y="1235011"/>
                      <a:pt x="433864" y="1227677"/>
                      <a:pt x="427387" y="1220343"/>
                    </a:cubicBezTo>
                    <a:cubicBezTo>
                      <a:pt x="421005" y="1213009"/>
                      <a:pt x="414623" y="1205579"/>
                      <a:pt x="408242" y="1198054"/>
                    </a:cubicBezTo>
                    <a:cubicBezTo>
                      <a:pt x="401955" y="1190625"/>
                      <a:pt x="395669" y="1183100"/>
                      <a:pt x="389477" y="1175480"/>
                    </a:cubicBezTo>
                    <a:cubicBezTo>
                      <a:pt x="383286" y="1167860"/>
                      <a:pt x="377190" y="1160240"/>
                      <a:pt x="371094" y="1152620"/>
                    </a:cubicBezTo>
                    <a:lnTo>
                      <a:pt x="353092" y="1129475"/>
                    </a:lnTo>
                    <a:lnTo>
                      <a:pt x="353092" y="1129379"/>
                    </a:lnTo>
                    <a:cubicBezTo>
                      <a:pt x="195167" y="922210"/>
                      <a:pt x="82963" y="678275"/>
                      <a:pt x="31528" y="412623"/>
                    </a:cubicBezTo>
                    <a:cubicBezTo>
                      <a:pt x="20574" y="355759"/>
                      <a:pt x="12287" y="297847"/>
                      <a:pt x="7048" y="239077"/>
                    </a:cubicBezTo>
                    <a:cubicBezTo>
                      <a:pt x="7048" y="238696"/>
                      <a:pt x="7048" y="238316"/>
                      <a:pt x="6953" y="237934"/>
                    </a:cubicBezTo>
                    <a:cubicBezTo>
                      <a:pt x="5906" y="226124"/>
                      <a:pt x="4953" y="214312"/>
                      <a:pt x="4191" y="202406"/>
                    </a:cubicBezTo>
                    <a:cubicBezTo>
                      <a:pt x="3429" y="191357"/>
                      <a:pt x="2762" y="180403"/>
                      <a:pt x="2191" y="169354"/>
                    </a:cubicBezTo>
                    <a:cubicBezTo>
                      <a:pt x="1524" y="156496"/>
                      <a:pt x="1048" y="143542"/>
                      <a:pt x="667" y="130588"/>
                    </a:cubicBezTo>
                    <a:cubicBezTo>
                      <a:pt x="190" y="114395"/>
                      <a:pt x="0" y="98108"/>
                      <a:pt x="0" y="81820"/>
                    </a:cubicBezTo>
                    <a:cubicBezTo>
                      <a:pt x="0" y="54388"/>
                      <a:pt x="667" y="27146"/>
                      <a:pt x="1905" y="0"/>
                    </a:cubicBezTo>
                    <a:lnTo>
                      <a:pt x="3458337" y="0"/>
                    </a:lnTo>
                    <a:lnTo>
                      <a:pt x="3458337" y="1048"/>
                    </a:lnTo>
                    <a:cubicBezTo>
                      <a:pt x="3459575" y="27813"/>
                      <a:pt x="3460242" y="54769"/>
                      <a:pt x="3460242" y="8182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271" name="Google Shape;1271;p45"/>
              <p:cNvGrpSpPr/>
              <p:nvPr/>
            </p:nvGrpSpPr>
            <p:grpSpPr>
              <a:xfrm>
                <a:off x="5504307" y="2935833"/>
                <a:ext cx="787203" cy="540839"/>
                <a:chOff x="5504307" y="2935833"/>
                <a:chExt cx="787203" cy="540839"/>
              </a:xfrm>
            </p:grpSpPr>
            <p:sp>
              <p:nvSpPr>
                <p:cNvPr id="1272" name="Google Shape;1272;p45"/>
                <p:cNvSpPr/>
                <p:nvPr/>
              </p:nvSpPr>
              <p:spPr>
                <a:xfrm>
                  <a:off x="5504307" y="2935833"/>
                  <a:ext cx="787203" cy="540839"/>
                </a:xfrm>
                <a:custGeom>
                  <a:rect b="b" l="l" r="r" t="t"/>
                  <a:pathLst>
                    <a:path extrusionOk="0" h="540839" w="787203">
                      <a:moveTo>
                        <a:pt x="787203" y="540839"/>
                      </a:moveTo>
                      <a:lnTo>
                        <a:pt x="0" y="540839"/>
                      </a:lnTo>
                      <a:lnTo>
                        <a:pt x="354940" y="20498"/>
                      </a:lnTo>
                      <a:cubicBezTo>
                        <a:pt x="364246" y="6868"/>
                        <a:pt x="378866" y="0"/>
                        <a:pt x="393602" y="0"/>
                      </a:cubicBezTo>
                      <a:cubicBezTo>
                        <a:pt x="408337" y="0"/>
                        <a:pt x="423072" y="6868"/>
                        <a:pt x="432378" y="20498"/>
                      </a:cubicBezTo>
                      <a:lnTo>
                        <a:pt x="787203" y="54083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73" name="Google Shape;1273;p45"/>
                <p:cNvSpPr/>
                <p:nvPr/>
              </p:nvSpPr>
              <p:spPr>
                <a:xfrm>
                  <a:off x="5504307" y="2935833"/>
                  <a:ext cx="393601" cy="540839"/>
                </a:xfrm>
                <a:custGeom>
                  <a:rect b="b" l="l" r="r" t="t"/>
                  <a:pathLst>
                    <a:path extrusionOk="0" h="540839" w="393601">
                      <a:moveTo>
                        <a:pt x="393602" y="0"/>
                      </a:moveTo>
                      <a:lnTo>
                        <a:pt x="393602" y="539839"/>
                      </a:lnTo>
                      <a:lnTo>
                        <a:pt x="0" y="540839"/>
                      </a:lnTo>
                      <a:lnTo>
                        <a:pt x="354940" y="20498"/>
                      </a:lnTo>
                      <a:cubicBezTo>
                        <a:pt x="364246" y="6868"/>
                        <a:pt x="378866" y="0"/>
                        <a:pt x="393602" y="0"/>
                      </a:cubicBezTo>
                      <a:close/>
                    </a:path>
                  </a:pathLst>
                </a:custGeom>
                <a:solidFill>
                  <a:srgbClr val="0B769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74" name="Google Shape;1274;p45"/>
              <p:cNvGrpSpPr/>
              <p:nvPr/>
            </p:nvGrpSpPr>
            <p:grpSpPr>
              <a:xfrm>
                <a:off x="4481245" y="2590647"/>
                <a:ext cx="1253481" cy="886025"/>
                <a:chOff x="4481245" y="2590647"/>
                <a:chExt cx="1253481" cy="886025"/>
              </a:xfrm>
            </p:grpSpPr>
            <p:sp>
              <p:nvSpPr>
                <p:cNvPr id="1275" name="Google Shape;1275;p45"/>
                <p:cNvSpPr/>
                <p:nvPr/>
              </p:nvSpPr>
              <p:spPr>
                <a:xfrm>
                  <a:off x="4481245" y="2590647"/>
                  <a:ext cx="1253480" cy="886025"/>
                </a:xfrm>
                <a:custGeom>
                  <a:rect b="b" l="l" r="r" t="t"/>
                  <a:pathLst>
                    <a:path extrusionOk="0" h="886025" w="1253480">
                      <a:moveTo>
                        <a:pt x="1253481" y="886025"/>
                      </a:moveTo>
                      <a:lnTo>
                        <a:pt x="0" y="886025"/>
                      </a:lnTo>
                      <a:lnTo>
                        <a:pt x="563318" y="34014"/>
                      </a:lnTo>
                      <a:cubicBezTo>
                        <a:pt x="578387" y="11306"/>
                        <a:pt x="602532" y="0"/>
                        <a:pt x="626688" y="0"/>
                      </a:cubicBezTo>
                      <a:cubicBezTo>
                        <a:pt x="650843" y="0"/>
                        <a:pt x="674989" y="11297"/>
                        <a:pt x="690058" y="34014"/>
                      </a:cubicBezTo>
                      <a:lnTo>
                        <a:pt x="1252823" y="885035"/>
                      </a:lnTo>
                      <a:lnTo>
                        <a:pt x="1253481" y="886025"/>
                      </a:lnTo>
                      <a:close/>
                    </a:path>
                  </a:pathLst>
                </a:custGeom>
                <a:solidFill>
                  <a:srgbClr val="0B769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76" name="Google Shape;1276;p45"/>
                <p:cNvSpPr/>
                <p:nvPr/>
              </p:nvSpPr>
              <p:spPr>
                <a:xfrm>
                  <a:off x="5107924" y="2590647"/>
                  <a:ext cx="626802" cy="885024"/>
                </a:xfrm>
                <a:custGeom>
                  <a:rect b="b" l="l" r="r" t="t"/>
                  <a:pathLst>
                    <a:path extrusionOk="0" h="885024" w="626802">
                      <a:moveTo>
                        <a:pt x="626802" y="885025"/>
                      </a:moveTo>
                      <a:lnTo>
                        <a:pt x="0" y="885025"/>
                      </a:lnTo>
                      <a:lnTo>
                        <a:pt x="0" y="0"/>
                      </a:lnTo>
                      <a:cubicBezTo>
                        <a:pt x="24155" y="0"/>
                        <a:pt x="48301" y="11297"/>
                        <a:pt x="63370" y="34014"/>
                      </a:cubicBezTo>
                      <a:lnTo>
                        <a:pt x="626802" y="885025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77" name="Google Shape;1277;p45"/>
              <p:cNvGrpSpPr/>
              <p:nvPr/>
            </p:nvGrpSpPr>
            <p:grpSpPr>
              <a:xfrm>
                <a:off x="4292079" y="2817275"/>
                <a:ext cx="256070" cy="600028"/>
                <a:chOff x="4292079" y="2817275"/>
                <a:chExt cx="256070" cy="600028"/>
              </a:xfrm>
            </p:grpSpPr>
            <p:sp>
              <p:nvSpPr>
                <p:cNvPr id="1278" name="Google Shape;1278;p45"/>
                <p:cNvSpPr/>
                <p:nvPr/>
              </p:nvSpPr>
              <p:spPr>
                <a:xfrm>
                  <a:off x="4292079" y="2817275"/>
                  <a:ext cx="256070" cy="481317"/>
                </a:xfrm>
                <a:custGeom>
                  <a:rect b="b" l="l" r="r" t="t"/>
                  <a:pathLst>
                    <a:path extrusionOk="0" h="481317" w="256070">
                      <a:moveTo>
                        <a:pt x="128035" y="481317"/>
                      </a:moveTo>
                      <a:lnTo>
                        <a:pt x="128035" y="481317"/>
                      </a:lnTo>
                      <a:cubicBezTo>
                        <a:pt x="57617" y="481317"/>
                        <a:pt x="0" y="423701"/>
                        <a:pt x="0" y="353282"/>
                      </a:cubicBezTo>
                      <a:lnTo>
                        <a:pt x="0" y="128035"/>
                      </a:lnTo>
                      <a:cubicBezTo>
                        <a:pt x="0" y="57617"/>
                        <a:pt x="57617" y="0"/>
                        <a:pt x="128035" y="0"/>
                      </a:cubicBezTo>
                      <a:lnTo>
                        <a:pt x="128035" y="0"/>
                      </a:lnTo>
                      <a:cubicBezTo>
                        <a:pt x="198453" y="0"/>
                        <a:pt x="256070" y="57617"/>
                        <a:pt x="256070" y="128035"/>
                      </a:cubicBezTo>
                      <a:lnTo>
                        <a:pt x="256070" y="353282"/>
                      </a:lnTo>
                      <a:cubicBezTo>
                        <a:pt x="256070" y="423701"/>
                        <a:pt x="198453" y="481317"/>
                        <a:pt x="128035" y="481317"/>
                      </a:cubicBezTo>
                      <a:close/>
                    </a:path>
                  </a:pathLst>
                </a:custGeom>
                <a:solidFill>
                  <a:srgbClr val="00673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79" name="Google Shape;1279;p45"/>
                <p:cNvSpPr/>
                <p:nvPr/>
              </p:nvSpPr>
              <p:spPr>
                <a:xfrm>
                  <a:off x="4292079" y="2817314"/>
                  <a:ext cx="128073" cy="481231"/>
                </a:xfrm>
                <a:custGeom>
                  <a:rect b="b" l="l" r="r" t="t"/>
                  <a:pathLst>
                    <a:path extrusionOk="0" h="481231" w="128073">
                      <a:moveTo>
                        <a:pt x="128073" y="0"/>
                      </a:moveTo>
                      <a:lnTo>
                        <a:pt x="128073" y="481232"/>
                      </a:lnTo>
                      <a:cubicBezTo>
                        <a:pt x="57645" y="481232"/>
                        <a:pt x="0" y="423701"/>
                        <a:pt x="0" y="353273"/>
                      </a:cubicBezTo>
                      <a:lnTo>
                        <a:pt x="0" y="127968"/>
                      </a:lnTo>
                      <a:cubicBezTo>
                        <a:pt x="0" y="57531"/>
                        <a:pt x="57645" y="0"/>
                        <a:pt x="128073" y="0"/>
                      </a:cubicBezTo>
                      <a:close/>
                    </a:path>
                  </a:pathLst>
                </a:custGeom>
                <a:solidFill>
                  <a:srgbClr val="03AD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80" name="Google Shape;1280;p45"/>
                <p:cNvSpPr/>
                <p:nvPr/>
              </p:nvSpPr>
              <p:spPr>
                <a:xfrm>
                  <a:off x="4408931" y="3179892"/>
                  <a:ext cx="82657" cy="237410"/>
                </a:xfrm>
                <a:custGeom>
                  <a:rect b="b" l="l" r="r" t="t"/>
                  <a:pathLst>
                    <a:path extrusionOk="0" h="237410" w="82657">
                      <a:moveTo>
                        <a:pt x="82658" y="33747"/>
                      </a:moveTo>
                      <a:cubicBezTo>
                        <a:pt x="82658" y="36890"/>
                        <a:pt x="81315" y="39919"/>
                        <a:pt x="78848" y="42158"/>
                      </a:cubicBezTo>
                      <a:lnTo>
                        <a:pt x="22441" y="91726"/>
                      </a:lnTo>
                      <a:lnTo>
                        <a:pt x="22441" y="237411"/>
                      </a:lnTo>
                      <a:lnTo>
                        <a:pt x="0" y="237411"/>
                      </a:lnTo>
                      <a:lnTo>
                        <a:pt x="0" y="11211"/>
                      </a:lnTo>
                      <a:cubicBezTo>
                        <a:pt x="0" y="5039"/>
                        <a:pt x="5048" y="0"/>
                        <a:pt x="11211" y="0"/>
                      </a:cubicBezTo>
                      <a:cubicBezTo>
                        <a:pt x="17374" y="0"/>
                        <a:pt x="22422" y="5048"/>
                        <a:pt x="22422" y="11211"/>
                      </a:cubicBezTo>
                      <a:lnTo>
                        <a:pt x="22422" y="61789"/>
                      </a:lnTo>
                      <a:lnTo>
                        <a:pt x="64027" y="25337"/>
                      </a:lnTo>
                      <a:cubicBezTo>
                        <a:pt x="68628" y="21184"/>
                        <a:pt x="75800" y="21746"/>
                        <a:pt x="79839" y="26346"/>
                      </a:cubicBezTo>
                      <a:cubicBezTo>
                        <a:pt x="81648" y="28480"/>
                        <a:pt x="82658" y="31175"/>
                        <a:pt x="82658" y="33747"/>
                      </a:cubicBezTo>
                      <a:close/>
                    </a:path>
                  </a:pathLst>
                </a:custGeom>
                <a:solidFill>
                  <a:srgbClr val="724C2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81" name="Google Shape;1281;p45"/>
                <p:cNvSpPr/>
                <p:nvPr/>
              </p:nvSpPr>
              <p:spPr>
                <a:xfrm>
                  <a:off x="4349124" y="3011662"/>
                  <a:ext cx="82638" cy="142989"/>
                </a:xfrm>
                <a:custGeom>
                  <a:rect b="b" l="l" r="r" t="t"/>
                  <a:pathLst>
                    <a:path extrusionOk="0" h="142989" w="82638">
                      <a:moveTo>
                        <a:pt x="0" y="33757"/>
                      </a:moveTo>
                      <a:cubicBezTo>
                        <a:pt x="0" y="36900"/>
                        <a:pt x="1343" y="39929"/>
                        <a:pt x="3810" y="42167"/>
                      </a:cubicBezTo>
                      <a:lnTo>
                        <a:pt x="60217" y="91735"/>
                      </a:lnTo>
                      <a:lnTo>
                        <a:pt x="60217" y="131778"/>
                      </a:lnTo>
                      <a:cubicBezTo>
                        <a:pt x="60217" y="137970"/>
                        <a:pt x="65237" y="142989"/>
                        <a:pt x="71428" y="142989"/>
                      </a:cubicBezTo>
                      <a:lnTo>
                        <a:pt x="71428" y="142989"/>
                      </a:lnTo>
                      <a:cubicBezTo>
                        <a:pt x="77619" y="142989"/>
                        <a:pt x="82639" y="137970"/>
                        <a:pt x="82639" y="131778"/>
                      </a:cubicBezTo>
                      <a:lnTo>
                        <a:pt x="82639" y="11211"/>
                      </a:lnTo>
                      <a:cubicBezTo>
                        <a:pt x="82639" y="5039"/>
                        <a:pt x="77591" y="0"/>
                        <a:pt x="71428" y="0"/>
                      </a:cubicBezTo>
                      <a:cubicBezTo>
                        <a:pt x="65256" y="0"/>
                        <a:pt x="60217" y="5048"/>
                        <a:pt x="60217" y="11211"/>
                      </a:cubicBezTo>
                      <a:lnTo>
                        <a:pt x="60217" y="61789"/>
                      </a:lnTo>
                      <a:lnTo>
                        <a:pt x="18612" y="25337"/>
                      </a:lnTo>
                      <a:cubicBezTo>
                        <a:pt x="14011" y="21184"/>
                        <a:pt x="6839" y="21746"/>
                        <a:pt x="2800" y="26346"/>
                      </a:cubicBezTo>
                      <a:cubicBezTo>
                        <a:pt x="1010" y="28489"/>
                        <a:pt x="0" y="31175"/>
                        <a:pt x="0" y="33757"/>
                      </a:cubicBezTo>
                      <a:close/>
                    </a:path>
                  </a:pathLst>
                </a:custGeom>
                <a:solidFill>
                  <a:srgbClr val="724C2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82" name="Google Shape;1282;p45"/>
                <p:cNvSpPr/>
                <p:nvPr/>
              </p:nvSpPr>
              <p:spPr>
                <a:xfrm>
                  <a:off x="4408931" y="3179883"/>
                  <a:ext cx="11220" cy="237420"/>
                </a:xfrm>
                <a:custGeom>
                  <a:rect b="b" l="l" r="r" t="t"/>
                  <a:pathLst>
                    <a:path extrusionOk="0" h="237420" w="11220">
                      <a:moveTo>
                        <a:pt x="11220" y="0"/>
                      </a:moveTo>
                      <a:lnTo>
                        <a:pt x="11220" y="237420"/>
                      </a:lnTo>
                      <a:lnTo>
                        <a:pt x="0" y="237420"/>
                      </a:lnTo>
                      <a:lnTo>
                        <a:pt x="0" y="11221"/>
                      </a:lnTo>
                      <a:cubicBezTo>
                        <a:pt x="0" y="5048"/>
                        <a:pt x="5048" y="0"/>
                        <a:pt x="11220" y="0"/>
                      </a:cubicBezTo>
                      <a:close/>
                    </a:path>
                  </a:pathLst>
                </a:custGeom>
                <a:solidFill>
                  <a:srgbClr val="8E634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83" name="Google Shape;1283;p45"/>
                <p:cNvSpPr/>
                <p:nvPr/>
              </p:nvSpPr>
              <p:spPr>
                <a:xfrm>
                  <a:off x="4349162" y="3011662"/>
                  <a:ext cx="70989" cy="142989"/>
                </a:xfrm>
                <a:custGeom>
                  <a:rect b="b" l="l" r="r" t="t"/>
                  <a:pathLst>
                    <a:path extrusionOk="0" h="142989" w="70989">
                      <a:moveTo>
                        <a:pt x="70990" y="0"/>
                      </a:moveTo>
                      <a:lnTo>
                        <a:pt x="70990" y="142989"/>
                      </a:lnTo>
                      <a:cubicBezTo>
                        <a:pt x="64932" y="142761"/>
                        <a:pt x="60227" y="137827"/>
                        <a:pt x="60227" y="131769"/>
                      </a:cubicBezTo>
                      <a:lnTo>
                        <a:pt x="60227" y="91735"/>
                      </a:lnTo>
                      <a:lnTo>
                        <a:pt x="3810" y="42167"/>
                      </a:lnTo>
                      <a:cubicBezTo>
                        <a:pt x="1343" y="39929"/>
                        <a:pt x="0" y="36900"/>
                        <a:pt x="0" y="33757"/>
                      </a:cubicBezTo>
                      <a:cubicBezTo>
                        <a:pt x="0" y="31175"/>
                        <a:pt x="1010" y="28489"/>
                        <a:pt x="2810" y="26356"/>
                      </a:cubicBezTo>
                      <a:cubicBezTo>
                        <a:pt x="6848" y="21755"/>
                        <a:pt x="14021" y="21193"/>
                        <a:pt x="18621" y="25346"/>
                      </a:cubicBezTo>
                      <a:lnTo>
                        <a:pt x="60227" y="61798"/>
                      </a:lnTo>
                      <a:lnTo>
                        <a:pt x="60227" y="11221"/>
                      </a:lnTo>
                      <a:cubicBezTo>
                        <a:pt x="60217" y="5163"/>
                        <a:pt x="65046" y="229"/>
                        <a:pt x="70990" y="0"/>
                      </a:cubicBezTo>
                      <a:close/>
                    </a:path>
                  </a:pathLst>
                </a:custGeom>
                <a:solidFill>
                  <a:srgbClr val="8E634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84" name="Google Shape;1284;p45"/>
              <p:cNvGrpSpPr/>
              <p:nvPr/>
            </p:nvGrpSpPr>
            <p:grpSpPr>
              <a:xfrm>
                <a:off x="5203659" y="2964751"/>
                <a:ext cx="730101" cy="511750"/>
                <a:chOff x="5203659" y="2964751"/>
                <a:chExt cx="730101" cy="511750"/>
              </a:xfrm>
            </p:grpSpPr>
            <p:sp>
              <p:nvSpPr>
                <p:cNvPr id="1285" name="Google Shape;1285;p45"/>
                <p:cNvSpPr/>
                <p:nvPr/>
              </p:nvSpPr>
              <p:spPr>
                <a:xfrm>
                  <a:off x="5203698" y="2964768"/>
                  <a:ext cx="730062" cy="511733"/>
                </a:xfrm>
                <a:custGeom>
                  <a:rect b="b" l="l" r="r" t="t"/>
                  <a:pathLst>
                    <a:path extrusionOk="0" h="511733" w="730062">
                      <a:moveTo>
                        <a:pt x="730063" y="511733"/>
                      </a:moveTo>
                      <a:lnTo>
                        <a:pt x="0" y="511733"/>
                      </a:lnTo>
                      <a:lnTo>
                        <a:pt x="152981" y="246700"/>
                      </a:lnTo>
                      <a:lnTo>
                        <a:pt x="235601" y="103530"/>
                      </a:lnTo>
                      <a:lnTo>
                        <a:pt x="260547" y="60315"/>
                      </a:lnTo>
                      <a:cubicBezTo>
                        <a:pt x="306972" y="-20105"/>
                        <a:pt x="423081" y="-20105"/>
                        <a:pt x="469506" y="60315"/>
                      </a:cubicBezTo>
                      <a:lnTo>
                        <a:pt x="494452" y="103530"/>
                      </a:lnTo>
                      <a:lnTo>
                        <a:pt x="730063" y="511733"/>
                      </a:lnTo>
                      <a:close/>
                    </a:path>
                  </a:pathLst>
                </a:custGeom>
                <a:solidFill>
                  <a:srgbClr val="628C7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86" name="Google Shape;1286;p45"/>
                <p:cNvSpPr/>
                <p:nvPr/>
              </p:nvSpPr>
              <p:spPr>
                <a:xfrm>
                  <a:off x="5203659" y="2964751"/>
                  <a:ext cx="365102" cy="511749"/>
                </a:xfrm>
                <a:custGeom>
                  <a:rect b="b" l="l" r="r" t="t"/>
                  <a:pathLst>
                    <a:path extrusionOk="0" h="511749" w="365102">
                      <a:moveTo>
                        <a:pt x="365103" y="0"/>
                      </a:moveTo>
                      <a:lnTo>
                        <a:pt x="365103" y="511750"/>
                      </a:lnTo>
                      <a:lnTo>
                        <a:pt x="0" y="511750"/>
                      </a:lnTo>
                      <a:lnTo>
                        <a:pt x="260614" y="60322"/>
                      </a:lnTo>
                      <a:cubicBezTo>
                        <a:pt x="283864" y="20107"/>
                        <a:pt x="324517" y="0"/>
                        <a:pt x="365103" y="0"/>
                      </a:cubicBezTo>
                      <a:close/>
                    </a:path>
                  </a:pathLst>
                </a:custGeom>
                <a:solidFill>
                  <a:srgbClr val="9CC0B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87" name="Google Shape;1287;p45"/>
                <p:cNvSpPr/>
                <p:nvPr/>
              </p:nvSpPr>
              <p:spPr>
                <a:xfrm>
                  <a:off x="5439346" y="2964758"/>
                  <a:ext cx="258784" cy="118179"/>
                </a:xfrm>
                <a:custGeom>
                  <a:rect b="b" l="l" r="r" t="t"/>
                  <a:pathLst>
                    <a:path extrusionOk="0" h="118179" w="258784">
                      <a:moveTo>
                        <a:pt x="258785" y="103539"/>
                      </a:moveTo>
                      <a:cubicBezTo>
                        <a:pt x="245526" y="112778"/>
                        <a:pt x="229314" y="118179"/>
                        <a:pt x="211855" y="118179"/>
                      </a:cubicBezTo>
                      <a:cubicBezTo>
                        <a:pt x="196844" y="118179"/>
                        <a:pt x="182766" y="114093"/>
                        <a:pt x="170640" y="107063"/>
                      </a:cubicBezTo>
                      <a:cubicBezTo>
                        <a:pt x="158515" y="114102"/>
                        <a:pt x="144437" y="118179"/>
                        <a:pt x="129426" y="118179"/>
                      </a:cubicBezTo>
                      <a:cubicBezTo>
                        <a:pt x="114405" y="118179"/>
                        <a:pt x="100336" y="114093"/>
                        <a:pt x="88211" y="107063"/>
                      </a:cubicBezTo>
                      <a:cubicBezTo>
                        <a:pt x="76086" y="114102"/>
                        <a:pt x="62008" y="118179"/>
                        <a:pt x="46930" y="118179"/>
                      </a:cubicBezTo>
                      <a:cubicBezTo>
                        <a:pt x="29528" y="118179"/>
                        <a:pt x="13316" y="112778"/>
                        <a:pt x="0" y="103539"/>
                      </a:cubicBezTo>
                      <a:lnTo>
                        <a:pt x="24946" y="60315"/>
                      </a:lnTo>
                      <a:cubicBezTo>
                        <a:pt x="71380" y="-20105"/>
                        <a:pt x="187423" y="-20105"/>
                        <a:pt x="233848" y="60315"/>
                      </a:cubicBezTo>
                      <a:lnTo>
                        <a:pt x="258785" y="103539"/>
                      </a:lnTo>
                      <a:close/>
                    </a:path>
                  </a:pathLst>
                </a:custGeom>
                <a:solidFill>
                  <a:srgbClr val="ECECE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88" name="Google Shape;1288;p45"/>
                <p:cNvSpPr/>
                <p:nvPr/>
              </p:nvSpPr>
              <p:spPr>
                <a:xfrm>
                  <a:off x="5439337" y="2964751"/>
                  <a:ext cx="129425" cy="118186"/>
                </a:xfrm>
                <a:custGeom>
                  <a:rect b="b" l="l" r="r" t="t"/>
                  <a:pathLst>
                    <a:path extrusionOk="0" h="118186" w="129425">
                      <a:moveTo>
                        <a:pt x="129426" y="0"/>
                      </a:moveTo>
                      <a:lnTo>
                        <a:pt x="129426" y="118186"/>
                      </a:lnTo>
                      <a:cubicBezTo>
                        <a:pt x="114405" y="118186"/>
                        <a:pt x="100336" y="114100"/>
                        <a:pt x="88211" y="107071"/>
                      </a:cubicBezTo>
                      <a:cubicBezTo>
                        <a:pt x="76086" y="114110"/>
                        <a:pt x="62008" y="118186"/>
                        <a:pt x="46930" y="118186"/>
                      </a:cubicBezTo>
                      <a:cubicBezTo>
                        <a:pt x="29527" y="118186"/>
                        <a:pt x="13316" y="112786"/>
                        <a:pt x="0" y="103546"/>
                      </a:cubicBezTo>
                      <a:lnTo>
                        <a:pt x="24946" y="60322"/>
                      </a:lnTo>
                      <a:cubicBezTo>
                        <a:pt x="48187" y="20107"/>
                        <a:pt x="88840" y="0"/>
                        <a:pt x="12942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89" name="Google Shape;1289;p45"/>
              <p:cNvGrpSpPr/>
              <p:nvPr/>
            </p:nvGrpSpPr>
            <p:grpSpPr>
              <a:xfrm>
                <a:off x="4980858" y="2156974"/>
                <a:ext cx="752670" cy="1318736"/>
                <a:chOff x="4980858" y="2156974"/>
                <a:chExt cx="752670" cy="1318736"/>
              </a:xfrm>
            </p:grpSpPr>
            <p:sp>
              <p:nvSpPr>
                <p:cNvPr id="1290" name="Google Shape;1290;p45"/>
                <p:cNvSpPr/>
                <p:nvPr/>
              </p:nvSpPr>
              <p:spPr>
                <a:xfrm>
                  <a:off x="5346573" y="2585551"/>
                  <a:ext cx="21240" cy="59864"/>
                </a:xfrm>
                <a:custGeom>
                  <a:rect b="b" l="l" r="r" t="t"/>
                  <a:pathLst>
                    <a:path extrusionOk="0" h="59864" w="21240">
                      <a:moveTo>
                        <a:pt x="0" y="0"/>
                      </a:moveTo>
                      <a:lnTo>
                        <a:pt x="21241" y="0"/>
                      </a:lnTo>
                      <a:lnTo>
                        <a:pt x="21241" y="59865"/>
                      </a:lnTo>
                      <a:lnTo>
                        <a:pt x="0" y="5986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91" name="Google Shape;1291;p45"/>
                <p:cNvSpPr/>
                <p:nvPr/>
              </p:nvSpPr>
              <p:spPr>
                <a:xfrm>
                  <a:off x="5357193" y="2585551"/>
                  <a:ext cx="10620" cy="59864"/>
                </a:xfrm>
                <a:custGeom>
                  <a:rect b="b" l="l" r="r" t="t"/>
                  <a:pathLst>
                    <a:path extrusionOk="0" h="59864" w="10620">
                      <a:moveTo>
                        <a:pt x="0" y="0"/>
                      </a:moveTo>
                      <a:lnTo>
                        <a:pt x="10620" y="0"/>
                      </a:lnTo>
                      <a:lnTo>
                        <a:pt x="10620" y="59865"/>
                      </a:lnTo>
                      <a:lnTo>
                        <a:pt x="0" y="59865"/>
                      </a:lnTo>
                      <a:close/>
                    </a:path>
                  </a:pathLst>
                </a:custGeom>
                <a:solidFill>
                  <a:srgbClr val="CDCD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292" name="Google Shape;1292;p45"/>
                <p:cNvGrpSpPr/>
                <p:nvPr/>
              </p:nvGrpSpPr>
              <p:grpSpPr>
                <a:xfrm>
                  <a:off x="5324191" y="2156974"/>
                  <a:ext cx="65993" cy="383790"/>
                  <a:chOff x="5324191" y="2156974"/>
                  <a:chExt cx="65993" cy="383790"/>
                </a:xfrm>
              </p:grpSpPr>
              <p:sp>
                <p:nvSpPr>
                  <p:cNvPr id="1293" name="Google Shape;1293;p45"/>
                  <p:cNvSpPr/>
                  <p:nvPr/>
                </p:nvSpPr>
                <p:spPr>
                  <a:xfrm>
                    <a:off x="5343458" y="2469365"/>
                    <a:ext cx="27460" cy="71399"/>
                  </a:xfrm>
                  <a:custGeom>
                    <a:rect b="b" l="l" r="r" t="t"/>
                    <a:pathLst>
                      <a:path extrusionOk="0" h="71399" w="27460">
                        <a:moveTo>
                          <a:pt x="0" y="0"/>
                        </a:moveTo>
                        <a:lnTo>
                          <a:pt x="27460" y="0"/>
                        </a:lnTo>
                        <a:lnTo>
                          <a:pt x="27460" y="71399"/>
                        </a:lnTo>
                        <a:lnTo>
                          <a:pt x="0" y="71399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94" name="Google Shape;1294;p45"/>
                  <p:cNvSpPr/>
                  <p:nvPr/>
                </p:nvSpPr>
                <p:spPr>
                  <a:xfrm>
                    <a:off x="5357174" y="2469365"/>
                    <a:ext cx="13744" cy="71399"/>
                  </a:xfrm>
                  <a:custGeom>
                    <a:rect b="b" l="l" r="r" t="t"/>
                    <a:pathLst>
                      <a:path extrusionOk="0" h="71399" w="13744">
                        <a:moveTo>
                          <a:pt x="0" y="0"/>
                        </a:moveTo>
                        <a:lnTo>
                          <a:pt x="13744" y="0"/>
                        </a:lnTo>
                        <a:lnTo>
                          <a:pt x="13744" y="71399"/>
                        </a:lnTo>
                        <a:lnTo>
                          <a:pt x="0" y="71399"/>
                        </a:lnTo>
                        <a:close/>
                      </a:path>
                    </a:pathLst>
                  </a:custGeom>
                  <a:solidFill>
                    <a:srgbClr val="CDCDC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95" name="Google Shape;1295;p45"/>
                  <p:cNvSpPr/>
                  <p:nvPr/>
                </p:nvSpPr>
                <p:spPr>
                  <a:xfrm>
                    <a:off x="5324191" y="2156993"/>
                    <a:ext cx="65993" cy="337861"/>
                  </a:xfrm>
                  <a:custGeom>
                    <a:rect b="b" l="l" r="r" t="t"/>
                    <a:pathLst>
                      <a:path extrusionOk="0" h="337861" w="65993">
                        <a:moveTo>
                          <a:pt x="52614" y="19641"/>
                        </a:moveTo>
                        <a:cubicBezTo>
                          <a:pt x="52090" y="8601"/>
                          <a:pt x="43137" y="-10"/>
                          <a:pt x="32431" y="0"/>
                        </a:cubicBezTo>
                        <a:cubicBezTo>
                          <a:pt x="21725" y="10"/>
                          <a:pt x="12809" y="8649"/>
                          <a:pt x="12324" y="19688"/>
                        </a:cubicBezTo>
                        <a:lnTo>
                          <a:pt x="46" y="300838"/>
                        </a:lnTo>
                        <a:cubicBezTo>
                          <a:pt x="-831" y="320869"/>
                          <a:pt x="10971" y="337871"/>
                          <a:pt x="26201" y="337861"/>
                        </a:cubicBezTo>
                        <a:lnTo>
                          <a:pt x="39917" y="337852"/>
                        </a:lnTo>
                        <a:cubicBezTo>
                          <a:pt x="55148" y="337842"/>
                          <a:pt x="66892" y="320831"/>
                          <a:pt x="65940" y="300799"/>
                        </a:cubicBezTo>
                        <a:lnTo>
                          <a:pt x="52614" y="19641"/>
                        </a:lnTo>
                        <a:close/>
                      </a:path>
                    </a:pathLst>
                  </a:custGeom>
                  <a:solidFill>
                    <a:srgbClr val="ECECE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96" name="Google Shape;1296;p45"/>
                  <p:cNvSpPr/>
                  <p:nvPr/>
                </p:nvSpPr>
                <p:spPr>
                  <a:xfrm>
                    <a:off x="5324196" y="2156974"/>
                    <a:ext cx="32977" cy="337861"/>
                  </a:xfrm>
                  <a:custGeom>
                    <a:rect b="b" l="l" r="r" t="t"/>
                    <a:pathLst>
                      <a:path extrusionOk="0" h="337861" w="32977">
                        <a:moveTo>
                          <a:pt x="32978" y="0"/>
                        </a:moveTo>
                        <a:lnTo>
                          <a:pt x="32978" y="337861"/>
                        </a:lnTo>
                        <a:lnTo>
                          <a:pt x="26167" y="337861"/>
                        </a:lnTo>
                        <a:cubicBezTo>
                          <a:pt x="10946" y="337861"/>
                          <a:pt x="-865" y="320945"/>
                          <a:pt x="50" y="300838"/>
                        </a:cubicBezTo>
                        <a:lnTo>
                          <a:pt x="12318" y="19764"/>
                        </a:lnTo>
                        <a:cubicBezTo>
                          <a:pt x="12775" y="8639"/>
                          <a:pt x="21748" y="0"/>
                          <a:pt x="32416" y="0"/>
                        </a:cubicBezTo>
                        <a:lnTo>
                          <a:pt x="32978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297" name="Google Shape;1297;p45"/>
                <p:cNvGrpSpPr/>
                <p:nvPr/>
              </p:nvGrpSpPr>
              <p:grpSpPr>
                <a:xfrm>
                  <a:off x="5370891" y="2559106"/>
                  <a:ext cx="362637" cy="168564"/>
                  <a:chOff x="5370891" y="2559106"/>
                  <a:chExt cx="362637" cy="168564"/>
                </a:xfrm>
              </p:grpSpPr>
              <p:sp>
                <p:nvSpPr>
                  <p:cNvPr id="1298" name="Google Shape;1298;p45"/>
                  <p:cNvSpPr/>
                  <p:nvPr/>
                </p:nvSpPr>
                <p:spPr>
                  <a:xfrm rot="6720846">
                    <a:off x="5395445" y="2549513"/>
                    <a:ext cx="27472" cy="71430"/>
                  </a:xfrm>
                  <a:custGeom>
                    <a:rect b="b" l="l" r="r" t="t"/>
                    <a:pathLst>
                      <a:path extrusionOk="0" h="71399" w="27460">
                        <a:moveTo>
                          <a:pt x="0" y="0"/>
                        </a:moveTo>
                        <a:lnTo>
                          <a:pt x="27460" y="0"/>
                        </a:lnTo>
                        <a:lnTo>
                          <a:pt x="27460" y="71399"/>
                        </a:lnTo>
                        <a:lnTo>
                          <a:pt x="0" y="71399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99" name="Google Shape;1299;p45"/>
                  <p:cNvSpPr/>
                  <p:nvPr/>
                </p:nvSpPr>
                <p:spPr>
                  <a:xfrm rot="6720846">
                    <a:off x="5399705" y="2555808"/>
                    <a:ext cx="13750" cy="71430"/>
                  </a:xfrm>
                  <a:custGeom>
                    <a:rect b="b" l="l" r="r" t="t"/>
                    <a:pathLst>
                      <a:path extrusionOk="0" h="71399" w="13744">
                        <a:moveTo>
                          <a:pt x="0" y="0"/>
                        </a:moveTo>
                        <a:lnTo>
                          <a:pt x="13744" y="0"/>
                        </a:lnTo>
                        <a:lnTo>
                          <a:pt x="13744" y="71399"/>
                        </a:lnTo>
                        <a:lnTo>
                          <a:pt x="0" y="71399"/>
                        </a:lnTo>
                        <a:close/>
                      </a:path>
                    </a:pathLst>
                  </a:custGeom>
                  <a:solidFill>
                    <a:srgbClr val="CDCDC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00" name="Google Shape;1300;p45"/>
                  <p:cNvSpPr/>
                  <p:nvPr/>
                </p:nvSpPr>
                <p:spPr>
                  <a:xfrm>
                    <a:off x="5414551" y="2568194"/>
                    <a:ext cx="318936" cy="159476"/>
                  </a:xfrm>
                  <a:custGeom>
                    <a:rect b="b" l="l" r="r" t="t"/>
                    <a:pathLst>
                      <a:path extrusionOk="0" h="159476" w="318936">
                        <a:moveTo>
                          <a:pt x="291742" y="158289"/>
                        </a:moveTo>
                        <a:cubicBezTo>
                          <a:pt x="302172" y="161947"/>
                          <a:pt x="313516" y="156870"/>
                          <a:pt x="317507" y="146945"/>
                        </a:cubicBezTo>
                        <a:cubicBezTo>
                          <a:pt x="321508" y="137020"/>
                          <a:pt x="316850" y="125514"/>
                          <a:pt x="306792" y="120923"/>
                        </a:cubicBezTo>
                        <a:lnTo>
                          <a:pt x="50741" y="4146"/>
                        </a:lnTo>
                        <a:cubicBezTo>
                          <a:pt x="32500" y="-4169"/>
                          <a:pt x="12317" y="393"/>
                          <a:pt x="6611" y="14519"/>
                        </a:cubicBezTo>
                        <a:lnTo>
                          <a:pt x="1477" y="27235"/>
                        </a:lnTo>
                        <a:cubicBezTo>
                          <a:pt x="-4228" y="41360"/>
                          <a:pt x="7145" y="58620"/>
                          <a:pt x="26071" y="65249"/>
                        </a:cubicBezTo>
                        <a:lnTo>
                          <a:pt x="291742" y="158289"/>
                        </a:lnTo>
                        <a:close/>
                      </a:path>
                    </a:pathLst>
                  </a:custGeom>
                  <a:solidFill>
                    <a:srgbClr val="ECECE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01" name="Google Shape;1301;p45"/>
                  <p:cNvSpPr/>
                  <p:nvPr/>
                </p:nvSpPr>
                <p:spPr>
                  <a:xfrm>
                    <a:off x="5418658" y="2568178"/>
                    <a:ext cx="314870" cy="147485"/>
                  </a:xfrm>
                  <a:custGeom>
                    <a:rect b="b" l="l" r="r" t="t"/>
                    <a:pathLst>
                      <a:path extrusionOk="0" h="147485" w="314870">
                        <a:moveTo>
                          <a:pt x="313220" y="147485"/>
                        </a:moveTo>
                        <a:lnTo>
                          <a:pt x="0" y="20831"/>
                        </a:lnTo>
                        <a:lnTo>
                          <a:pt x="2553" y="14516"/>
                        </a:lnTo>
                        <a:cubicBezTo>
                          <a:pt x="8258" y="410"/>
                          <a:pt x="28375" y="-4200"/>
                          <a:pt x="46672" y="4181"/>
                        </a:cubicBezTo>
                        <a:lnTo>
                          <a:pt x="302657" y="120920"/>
                        </a:lnTo>
                        <a:cubicBezTo>
                          <a:pt x="312801" y="125511"/>
                          <a:pt x="317440" y="137065"/>
                          <a:pt x="313439" y="146961"/>
                        </a:cubicBezTo>
                        <a:lnTo>
                          <a:pt x="313220" y="14748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302" name="Google Shape;1302;p45"/>
                <p:cNvGrpSpPr/>
                <p:nvPr/>
              </p:nvGrpSpPr>
              <p:grpSpPr>
                <a:xfrm>
                  <a:off x="4980858" y="2559163"/>
                  <a:ext cx="362653" cy="168507"/>
                  <a:chOff x="4980858" y="2559163"/>
                  <a:chExt cx="362653" cy="168507"/>
                </a:xfrm>
              </p:grpSpPr>
              <p:sp>
                <p:nvSpPr>
                  <p:cNvPr id="1303" name="Google Shape;1303;p45"/>
                  <p:cNvSpPr/>
                  <p:nvPr/>
                </p:nvSpPr>
                <p:spPr>
                  <a:xfrm rot="4079154">
                    <a:off x="5291500" y="2549569"/>
                    <a:ext cx="27473" cy="71432"/>
                  </a:xfrm>
                  <a:custGeom>
                    <a:rect b="b" l="l" r="r" t="t"/>
                    <a:pathLst>
                      <a:path extrusionOk="0" h="71401" w="27461">
                        <a:moveTo>
                          <a:pt x="0" y="0"/>
                        </a:moveTo>
                        <a:lnTo>
                          <a:pt x="27461" y="0"/>
                        </a:lnTo>
                        <a:lnTo>
                          <a:pt x="27461" y="71402"/>
                        </a:lnTo>
                        <a:lnTo>
                          <a:pt x="0" y="7140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04" name="Google Shape;1304;p45"/>
                  <p:cNvSpPr/>
                  <p:nvPr/>
                </p:nvSpPr>
                <p:spPr>
                  <a:xfrm rot="4079154">
                    <a:off x="5300946" y="2555928"/>
                    <a:ext cx="13751" cy="71432"/>
                  </a:xfrm>
                  <a:custGeom>
                    <a:rect b="b" l="l" r="r" t="t"/>
                    <a:pathLst>
                      <a:path extrusionOk="0" h="71401" w="13745">
                        <a:moveTo>
                          <a:pt x="0" y="0"/>
                        </a:moveTo>
                        <a:lnTo>
                          <a:pt x="13745" y="0"/>
                        </a:lnTo>
                        <a:lnTo>
                          <a:pt x="13745" y="71402"/>
                        </a:lnTo>
                        <a:lnTo>
                          <a:pt x="0" y="71402"/>
                        </a:lnTo>
                        <a:close/>
                      </a:path>
                    </a:pathLst>
                  </a:custGeom>
                  <a:solidFill>
                    <a:srgbClr val="CDCDC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05" name="Google Shape;1305;p45"/>
                  <p:cNvSpPr/>
                  <p:nvPr/>
                </p:nvSpPr>
                <p:spPr>
                  <a:xfrm>
                    <a:off x="4980889" y="2568194"/>
                    <a:ext cx="318935" cy="159476"/>
                  </a:xfrm>
                  <a:custGeom>
                    <a:rect b="b" l="l" r="r" t="t"/>
                    <a:pathLst>
                      <a:path extrusionOk="0" h="159476" w="318935">
                        <a:moveTo>
                          <a:pt x="27193" y="158289"/>
                        </a:moveTo>
                        <a:cubicBezTo>
                          <a:pt x="16763" y="161947"/>
                          <a:pt x="5429" y="156870"/>
                          <a:pt x="1428" y="146945"/>
                        </a:cubicBezTo>
                        <a:cubicBezTo>
                          <a:pt x="-2572" y="137020"/>
                          <a:pt x="2095" y="125514"/>
                          <a:pt x="12144" y="120923"/>
                        </a:cubicBezTo>
                        <a:lnTo>
                          <a:pt x="268195" y="4146"/>
                        </a:lnTo>
                        <a:cubicBezTo>
                          <a:pt x="286435" y="-4169"/>
                          <a:pt x="306619" y="393"/>
                          <a:pt x="312324" y="14519"/>
                        </a:cubicBezTo>
                        <a:lnTo>
                          <a:pt x="317458" y="27235"/>
                        </a:lnTo>
                        <a:cubicBezTo>
                          <a:pt x="323164" y="41360"/>
                          <a:pt x="311791" y="58620"/>
                          <a:pt x="292865" y="65249"/>
                        </a:cubicBezTo>
                        <a:lnTo>
                          <a:pt x="27193" y="158289"/>
                        </a:lnTo>
                        <a:close/>
                      </a:path>
                    </a:pathLst>
                  </a:custGeom>
                  <a:solidFill>
                    <a:srgbClr val="ECECE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06" name="Google Shape;1306;p45"/>
                  <p:cNvSpPr/>
                  <p:nvPr/>
                </p:nvSpPr>
                <p:spPr>
                  <a:xfrm>
                    <a:off x="4980858" y="2568178"/>
                    <a:ext cx="314860" cy="147485"/>
                  </a:xfrm>
                  <a:custGeom>
                    <a:rect b="b" l="l" r="r" t="t"/>
                    <a:pathLst>
                      <a:path extrusionOk="0" h="147485" w="314860">
                        <a:moveTo>
                          <a:pt x="1641" y="147485"/>
                        </a:moveTo>
                        <a:lnTo>
                          <a:pt x="314861" y="20831"/>
                        </a:lnTo>
                        <a:lnTo>
                          <a:pt x="312308" y="14516"/>
                        </a:lnTo>
                        <a:cubicBezTo>
                          <a:pt x="306602" y="410"/>
                          <a:pt x="286486" y="-4200"/>
                          <a:pt x="268198" y="4181"/>
                        </a:cubicBezTo>
                        <a:lnTo>
                          <a:pt x="12213" y="120920"/>
                        </a:lnTo>
                        <a:cubicBezTo>
                          <a:pt x="2069" y="125511"/>
                          <a:pt x="-2570" y="137065"/>
                          <a:pt x="1431" y="146961"/>
                        </a:cubicBezTo>
                        <a:lnTo>
                          <a:pt x="1641" y="14748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307" name="Google Shape;1307;p45"/>
                <p:cNvSpPr/>
                <p:nvPr/>
              </p:nvSpPr>
              <p:spPr>
                <a:xfrm>
                  <a:off x="5315388" y="2625890"/>
                  <a:ext cx="83581" cy="849820"/>
                </a:xfrm>
                <a:custGeom>
                  <a:rect b="b" l="l" r="r" t="t"/>
                  <a:pathLst>
                    <a:path extrusionOk="0" h="849820" w="83581">
                      <a:moveTo>
                        <a:pt x="83582" y="849821"/>
                      </a:moveTo>
                      <a:lnTo>
                        <a:pt x="0" y="849821"/>
                      </a:lnTo>
                      <a:lnTo>
                        <a:pt x="20441" y="20898"/>
                      </a:lnTo>
                      <a:cubicBezTo>
                        <a:pt x="20669" y="9315"/>
                        <a:pt x="30204" y="0"/>
                        <a:pt x="41796" y="0"/>
                      </a:cubicBezTo>
                      <a:cubicBezTo>
                        <a:pt x="53378" y="0"/>
                        <a:pt x="62922" y="9315"/>
                        <a:pt x="63151" y="20898"/>
                      </a:cubicBezTo>
                      <a:lnTo>
                        <a:pt x="83582" y="84982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8" name="Google Shape;1308;p45"/>
                <p:cNvSpPr/>
                <p:nvPr/>
              </p:nvSpPr>
              <p:spPr>
                <a:xfrm>
                  <a:off x="5357174" y="2625890"/>
                  <a:ext cx="41795" cy="849820"/>
                </a:xfrm>
                <a:custGeom>
                  <a:rect b="b" l="l" r="r" t="t"/>
                  <a:pathLst>
                    <a:path extrusionOk="0" h="849820" w="41795">
                      <a:moveTo>
                        <a:pt x="41796" y="849821"/>
                      </a:moveTo>
                      <a:lnTo>
                        <a:pt x="0" y="849821"/>
                      </a:lnTo>
                      <a:lnTo>
                        <a:pt x="0" y="0"/>
                      </a:lnTo>
                      <a:cubicBezTo>
                        <a:pt x="11582" y="0"/>
                        <a:pt x="21126" y="9315"/>
                        <a:pt x="21355" y="20898"/>
                      </a:cubicBezTo>
                      <a:lnTo>
                        <a:pt x="41796" y="849821"/>
                      </a:lnTo>
                      <a:close/>
                    </a:path>
                  </a:pathLst>
                </a:custGeom>
                <a:solidFill>
                  <a:srgbClr val="ECECE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9" name="Google Shape;1309;p45"/>
                <p:cNvSpPr/>
                <p:nvPr/>
              </p:nvSpPr>
              <p:spPr>
                <a:xfrm>
                  <a:off x="5319884" y="2522991"/>
                  <a:ext cx="74599" cy="74599"/>
                </a:xfrm>
                <a:custGeom>
                  <a:rect b="b" l="l" r="r" t="t"/>
                  <a:pathLst>
                    <a:path extrusionOk="0" h="74599" w="74599">
                      <a:moveTo>
                        <a:pt x="74600" y="37300"/>
                      </a:moveTo>
                      <a:cubicBezTo>
                        <a:pt x="74600" y="57903"/>
                        <a:pt x="57902" y="74600"/>
                        <a:pt x="37300" y="74600"/>
                      </a:cubicBezTo>
                      <a:cubicBezTo>
                        <a:pt x="16707" y="74600"/>
                        <a:pt x="0" y="57903"/>
                        <a:pt x="0" y="37300"/>
                      </a:cubicBezTo>
                      <a:cubicBezTo>
                        <a:pt x="0" y="16697"/>
                        <a:pt x="16697" y="0"/>
                        <a:pt x="37300" y="0"/>
                      </a:cubicBezTo>
                      <a:cubicBezTo>
                        <a:pt x="57902" y="0"/>
                        <a:pt x="74600" y="16697"/>
                        <a:pt x="74600" y="37300"/>
                      </a:cubicBezTo>
                      <a:close/>
                    </a:path>
                  </a:pathLst>
                </a:custGeom>
                <a:solidFill>
                  <a:srgbClr val="49474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10" name="Google Shape;1310;p45"/>
                <p:cNvSpPr/>
                <p:nvPr/>
              </p:nvSpPr>
              <p:spPr>
                <a:xfrm>
                  <a:off x="5334942" y="2538050"/>
                  <a:ext cx="44481" cy="44481"/>
                </a:xfrm>
                <a:custGeom>
                  <a:rect b="b" l="l" r="r" t="t"/>
                  <a:pathLst>
                    <a:path extrusionOk="0" h="44481" w="44481">
                      <a:moveTo>
                        <a:pt x="44482" y="22241"/>
                      </a:moveTo>
                      <a:cubicBezTo>
                        <a:pt x="44482" y="34528"/>
                        <a:pt x="34528" y="44482"/>
                        <a:pt x="22241" y="44482"/>
                      </a:cubicBezTo>
                      <a:cubicBezTo>
                        <a:pt x="9954" y="44482"/>
                        <a:pt x="0" y="34528"/>
                        <a:pt x="0" y="22241"/>
                      </a:cubicBezTo>
                      <a:cubicBezTo>
                        <a:pt x="0" y="9954"/>
                        <a:pt x="9954" y="0"/>
                        <a:pt x="22241" y="0"/>
                      </a:cubicBezTo>
                      <a:cubicBezTo>
                        <a:pt x="34528" y="0"/>
                        <a:pt x="44482" y="9954"/>
                        <a:pt x="44482" y="22241"/>
                      </a:cubicBezTo>
                      <a:close/>
                    </a:path>
                  </a:pathLst>
                </a:custGeom>
                <a:solidFill>
                  <a:srgbClr val="494748">
                    <a:alpha val="498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11" name="Google Shape;1311;p45"/>
              <p:cNvGrpSpPr/>
              <p:nvPr/>
            </p:nvGrpSpPr>
            <p:grpSpPr>
              <a:xfrm>
                <a:off x="7252265" y="2253405"/>
                <a:ext cx="570590" cy="999743"/>
                <a:chOff x="7252265" y="2253405"/>
                <a:chExt cx="570590" cy="999743"/>
              </a:xfrm>
            </p:grpSpPr>
            <p:sp>
              <p:nvSpPr>
                <p:cNvPr id="1312" name="Google Shape;1312;p45"/>
                <p:cNvSpPr/>
                <p:nvPr/>
              </p:nvSpPr>
              <p:spPr>
                <a:xfrm>
                  <a:off x="7529502" y="2578322"/>
                  <a:ext cx="16106" cy="45386"/>
                </a:xfrm>
                <a:custGeom>
                  <a:rect b="b" l="l" r="r" t="t"/>
                  <a:pathLst>
                    <a:path extrusionOk="0" h="45386" w="16106">
                      <a:moveTo>
                        <a:pt x="0" y="0"/>
                      </a:moveTo>
                      <a:lnTo>
                        <a:pt x="16107" y="0"/>
                      </a:lnTo>
                      <a:lnTo>
                        <a:pt x="16107" y="45387"/>
                      </a:lnTo>
                      <a:lnTo>
                        <a:pt x="0" y="4538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13" name="Google Shape;1313;p45"/>
                <p:cNvSpPr/>
                <p:nvPr/>
              </p:nvSpPr>
              <p:spPr>
                <a:xfrm>
                  <a:off x="7537561" y="2578322"/>
                  <a:ext cx="8048" cy="45386"/>
                </a:xfrm>
                <a:custGeom>
                  <a:rect b="b" l="l" r="r" t="t"/>
                  <a:pathLst>
                    <a:path extrusionOk="0" h="45386" w="8048">
                      <a:moveTo>
                        <a:pt x="0" y="0"/>
                      </a:moveTo>
                      <a:lnTo>
                        <a:pt x="8049" y="0"/>
                      </a:lnTo>
                      <a:lnTo>
                        <a:pt x="8049" y="45387"/>
                      </a:lnTo>
                      <a:lnTo>
                        <a:pt x="0" y="45387"/>
                      </a:lnTo>
                      <a:close/>
                    </a:path>
                  </a:pathLst>
                </a:custGeom>
                <a:solidFill>
                  <a:srgbClr val="CDCD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314" name="Google Shape;1314;p45"/>
                <p:cNvGrpSpPr/>
                <p:nvPr/>
              </p:nvGrpSpPr>
              <p:grpSpPr>
                <a:xfrm>
                  <a:off x="7512539" y="2253405"/>
                  <a:ext cx="50046" cy="290960"/>
                  <a:chOff x="7512539" y="2253405"/>
                  <a:chExt cx="50046" cy="290960"/>
                </a:xfrm>
              </p:grpSpPr>
              <p:sp>
                <p:nvSpPr>
                  <p:cNvPr id="1315" name="Google Shape;1315;p45"/>
                  <p:cNvSpPr/>
                  <p:nvPr/>
                </p:nvSpPr>
                <p:spPr>
                  <a:xfrm>
                    <a:off x="7527150" y="2490235"/>
                    <a:ext cx="20821" cy="54130"/>
                  </a:xfrm>
                  <a:custGeom>
                    <a:rect b="b" l="l" r="r" t="t"/>
                    <a:pathLst>
                      <a:path extrusionOk="0" h="54130" w="20821">
                        <a:moveTo>
                          <a:pt x="0" y="0"/>
                        </a:moveTo>
                        <a:lnTo>
                          <a:pt x="20822" y="0"/>
                        </a:lnTo>
                        <a:lnTo>
                          <a:pt x="20822" y="54131"/>
                        </a:lnTo>
                        <a:lnTo>
                          <a:pt x="0" y="5413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16" name="Google Shape;1316;p45"/>
                  <p:cNvSpPr/>
                  <p:nvPr/>
                </p:nvSpPr>
                <p:spPr>
                  <a:xfrm>
                    <a:off x="7537542" y="2490235"/>
                    <a:ext cx="10420" cy="54130"/>
                  </a:xfrm>
                  <a:custGeom>
                    <a:rect b="b" l="l" r="r" t="t"/>
                    <a:pathLst>
                      <a:path extrusionOk="0" h="54130" w="10420">
                        <a:moveTo>
                          <a:pt x="0" y="0"/>
                        </a:moveTo>
                        <a:lnTo>
                          <a:pt x="10420" y="0"/>
                        </a:lnTo>
                        <a:lnTo>
                          <a:pt x="10420" y="54131"/>
                        </a:lnTo>
                        <a:lnTo>
                          <a:pt x="0" y="54131"/>
                        </a:lnTo>
                        <a:close/>
                      </a:path>
                    </a:pathLst>
                  </a:custGeom>
                  <a:solidFill>
                    <a:srgbClr val="CDCDC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17" name="Google Shape;1317;p45"/>
                  <p:cNvSpPr/>
                  <p:nvPr/>
                </p:nvSpPr>
                <p:spPr>
                  <a:xfrm>
                    <a:off x="7512552" y="2253424"/>
                    <a:ext cx="50033" cy="256136"/>
                  </a:xfrm>
                  <a:custGeom>
                    <a:rect b="b" l="l" r="r" t="t"/>
                    <a:pathLst>
                      <a:path extrusionOk="0" h="256136" w="50033">
                        <a:moveTo>
                          <a:pt x="39877" y="14888"/>
                        </a:moveTo>
                        <a:cubicBezTo>
                          <a:pt x="39477" y="6525"/>
                          <a:pt x="32695" y="-10"/>
                          <a:pt x="24580" y="0"/>
                        </a:cubicBezTo>
                        <a:cubicBezTo>
                          <a:pt x="16465" y="10"/>
                          <a:pt x="9702" y="6553"/>
                          <a:pt x="9340" y="14926"/>
                        </a:cubicBezTo>
                        <a:lnTo>
                          <a:pt x="34" y="228067"/>
                        </a:lnTo>
                        <a:cubicBezTo>
                          <a:pt x="-623" y="243249"/>
                          <a:pt x="8321" y="256137"/>
                          <a:pt x="19865" y="256137"/>
                        </a:cubicBezTo>
                        <a:lnTo>
                          <a:pt x="30266" y="256127"/>
                        </a:lnTo>
                        <a:cubicBezTo>
                          <a:pt x="41811" y="256118"/>
                          <a:pt x="50717" y="243221"/>
                          <a:pt x="49993" y="228038"/>
                        </a:cubicBezTo>
                        <a:lnTo>
                          <a:pt x="39877" y="14888"/>
                        </a:lnTo>
                        <a:close/>
                      </a:path>
                    </a:pathLst>
                  </a:custGeom>
                  <a:solidFill>
                    <a:srgbClr val="ECECE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18" name="Google Shape;1318;p45"/>
                  <p:cNvSpPr/>
                  <p:nvPr/>
                </p:nvSpPr>
                <p:spPr>
                  <a:xfrm>
                    <a:off x="7512539" y="2253405"/>
                    <a:ext cx="25001" cy="256136"/>
                  </a:xfrm>
                  <a:custGeom>
                    <a:rect b="b" l="l" r="r" t="t"/>
                    <a:pathLst>
                      <a:path extrusionOk="0" h="256136" w="25001">
                        <a:moveTo>
                          <a:pt x="25002" y="0"/>
                        </a:moveTo>
                        <a:lnTo>
                          <a:pt x="25002" y="256137"/>
                        </a:lnTo>
                        <a:lnTo>
                          <a:pt x="19839" y="256137"/>
                        </a:lnTo>
                        <a:cubicBezTo>
                          <a:pt x="8305" y="256137"/>
                          <a:pt x="-649" y="243307"/>
                          <a:pt x="37" y="228067"/>
                        </a:cubicBezTo>
                        <a:lnTo>
                          <a:pt x="9333" y="14983"/>
                        </a:lnTo>
                        <a:cubicBezTo>
                          <a:pt x="9676" y="6544"/>
                          <a:pt x="16477" y="0"/>
                          <a:pt x="24573" y="0"/>
                        </a:cubicBezTo>
                        <a:lnTo>
                          <a:pt x="2500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319" name="Google Shape;1319;p45"/>
                <p:cNvGrpSpPr/>
                <p:nvPr/>
              </p:nvGrpSpPr>
              <p:grpSpPr>
                <a:xfrm>
                  <a:off x="7547801" y="2558286"/>
                  <a:ext cx="275054" cy="127777"/>
                  <a:chOff x="7547801" y="2558286"/>
                  <a:chExt cx="275054" cy="127777"/>
                </a:xfrm>
              </p:grpSpPr>
              <p:sp>
                <p:nvSpPr>
                  <p:cNvPr id="1320" name="Google Shape;1320;p45"/>
                  <p:cNvSpPr/>
                  <p:nvPr/>
                </p:nvSpPr>
                <p:spPr>
                  <a:xfrm rot="6720846">
                    <a:off x="7566394" y="2551015"/>
                    <a:ext cx="20831" cy="54156"/>
                  </a:xfrm>
                  <a:custGeom>
                    <a:rect b="b" l="l" r="r" t="t"/>
                    <a:pathLst>
                      <a:path extrusionOk="0" h="54132" w="20822">
                        <a:moveTo>
                          <a:pt x="0" y="0"/>
                        </a:moveTo>
                        <a:lnTo>
                          <a:pt x="20822" y="0"/>
                        </a:lnTo>
                        <a:lnTo>
                          <a:pt x="20822" y="54132"/>
                        </a:lnTo>
                        <a:lnTo>
                          <a:pt x="0" y="5413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21" name="Google Shape;1321;p45"/>
                  <p:cNvSpPr/>
                  <p:nvPr/>
                </p:nvSpPr>
                <p:spPr>
                  <a:xfrm rot="6720846">
                    <a:off x="7569786" y="2555972"/>
                    <a:ext cx="10425" cy="54156"/>
                  </a:xfrm>
                  <a:custGeom>
                    <a:rect b="b" l="l" r="r" t="t"/>
                    <a:pathLst>
                      <a:path extrusionOk="0" h="54132" w="10420">
                        <a:moveTo>
                          <a:pt x="0" y="0"/>
                        </a:moveTo>
                        <a:lnTo>
                          <a:pt x="10421" y="0"/>
                        </a:lnTo>
                        <a:lnTo>
                          <a:pt x="10421" y="54132"/>
                        </a:lnTo>
                        <a:lnTo>
                          <a:pt x="0" y="54132"/>
                        </a:lnTo>
                        <a:close/>
                      </a:path>
                    </a:pathLst>
                  </a:custGeom>
                  <a:solidFill>
                    <a:srgbClr val="CDCDC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22" name="Google Shape;1322;p45"/>
                  <p:cNvSpPr/>
                  <p:nvPr/>
                </p:nvSpPr>
                <p:spPr>
                  <a:xfrm>
                    <a:off x="7581047" y="2565157"/>
                    <a:ext cx="241782" cy="120906"/>
                  </a:xfrm>
                  <a:custGeom>
                    <a:rect b="b" l="l" r="r" t="t"/>
                    <a:pathLst>
                      <a:path extrusionOk="0" h="120906" w="241782">
                        <a:moveTo>
                          <a:pt x="221166" y="120007"/>
                        </a:moveTo>
                        <a:cubicBezTo>
                          <a:pt x="229072" y="122779"/>
                          <a:pt x="237673" y="118931"/>
                          <a:pt x="240702" y="111406"/>
                        </a:cubicBezTo>
                        <a:cubicBezTo>
                          <a:pt x="243731" y="103881"/>
                          <a:pt x="240197" y="95156"/>
                          <a:pt x="232577" y="91680"/>
                        </a:cubicBezTo>
                        <a:lnTo>
                          <a:pt x="38467" y="3145"/>
                        </a:lnTo>
                        <a:cubicBezTo>
                          <a:pt x="24637" y="-3161"/>
                          <a:pt x="9340" y="297"/>
                          <a:pt x="5015" y="11003"/>
                        </a:cubicBezTo>
                        <a:lnTo>
                          <a:pt x="1120" y="20642"/>
                        </a:lnTo>
                        <a:cubicBezTo>
                          <a:pt x="-3205" y="31348"/>
                          <a:pt x="5415" y="44436"/>
                          <a:pt x="19769" y="49465"/>
                        </a:cubicBezTo>
                        <a:lnTo>
                          <a:pt x="221166" y="120007"/>
                        </a:lnTo>
                        <a:close/>
                      </a:path>
                    </a:pathLst>
                  </a:custGeom>
                  <a:solidFill>
                    <a:srgbClr val="ECECE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23" name="Google Shape;1323;p45"/>
                  <p:cNvSpPr/>
                  <p:nvPr/>
                </p:nvSpPr>
                <p:spPr>
                  <a:xfrm>
                    <a:off x="7584157" y="2565142"/>
                    <a:ext cx="238698" cy="111810"/>
                  </a:xfrm>
                  <a:custGeom>
                    <a:rect b="b" l="l" r="r" t="t"/>
                    <a:pathLst>
                      <a:path extrusionOk="0" h="111810" w="238698">
                        <a:moveTo>
                          <a:pt x="237458" y="111811"/>
                        </a:moveTo>
                        <a:lnTo>
                          <a:pt x="0" y="15799"/>
                        </a:lnTo>
                        <a:lnTo>
                          <a:pt x="1934" y="11008"/>
                        </a:lnTo>
                        <a:cubicBezTo>
                          <a:pt x="6258" y="311"/>
                          <a:pt x="21507" y="-3184"/>
                          <a:pt x="35376" y="3169"/>
                        </a:cubicBezTo>
                        <a:lnTo>
                          <a:pt x="229438" y="91666"/>
                        </a:lnTo>
                        <a:cubicBezTo>
                          <a:pt x="237134" y="95152"/>
                          <a:pt x="240649" y="103905"/>
                          <a:pt x="237611" y="111411"/>
                        </a:cubicBezTo>
                        <a:lnTo>
                          <a:pt x="237458" y="11181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324" name="Google Shape;1324;p45"/>
                <p:cNvGrpSpPr/>
                <p:nvPr/>
              </p:nvGrpSpPr>
              <p:grpSpPr>
                <a:xfrm>
                  <a:off x="7252265" y="2558374"/>
                  <a:ext cx="274945" cy="127689"/>
                  <a:chOff x="7252265" y="2558374"/>
                  <a:chExt cx="274945" cy="127689"/>
                </a:xfrm>
              </p:grpSpPr>
              <p:sp>
                <p:nvSpPr>
                  <p:cNvPr id="1325" name="Google Shape;1325;p45"/>
                  <p:cNvSpPr/>
                  <p:nvPr/>
                </p:nvSpPr>
                <p:spPr>
                  <a:xfrm rot="4079154">
                    <a:off x="7487787" y="2551102"/>
                    <a:ext cx="20831" cy="54156"/>
                  </a:xfrm>
                  <a:custGeom>
                    <a:rect b="b" l="l" r="r" t="t"/>
                    <a:pathLst>
                      <a:path extrusionOk="0" h="54132" w="20822">
                        <a:moveTo>
                          <a:pt x="0" y="0"/>
                        </a:moveTo>
                        <a:lnTo>
                          <a:pt x="20822" y="0"/>
                        </a:lnTo>
                        <a:lnTo>
                          <a:pt x="20822" y="54132"/>
                        </a:lnTo>
                        <a:lnTo>
                          <a:pt x="0" y="5413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26" name="Google Shape;1326;p45"/>
                  <p:cNvSpPr/>
                  <p:nvPr/>
                </p:nvSpPr>
                <p:spPr>
                  <a:xfrm rot="4079154">
                    <a:off x="7494745" y="2555913"/>
                    <a:ext cx="10425" cy="54156"/>
                  </a:xfrm>
                  <a:custGeom>
                    <a:rect b="b" l="l" r="r" t="t"/>
                    <a:pathLst>
                      <a:path extrusionOk="0" h="54132" w="10420">
                        <a:moveTo>
                          <a:pt x="0" y="0"/>
                        </a:moveTo>
                        <a:lnTo>
                          <a:pt x="10421" y="0"/>
                        </a:lnTo>
                        <a:lnTo>
                          <a:pt x="10421" y="54132"/>
                        </a:lnTo>
                        <a:lnTo>
                          <a:pt x="0" y="54132"/>
                        </a:lnTo>
                        <a:close/>
                      </a:path>
                    </a:pathLst>
                  </a:custGeom>
                  <a:solidFill>
                    <a:srgbClr val="CDCDC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27" name="Google Shape;1327;p45"/>
                  <p:cNvSpPr/>
                  <p:nvPr/>
                </p:nvSpPr>
                <p:spPr>
                  <a:xfrm>
                    <a:off x="7252282" y="2565157"/>
                    <a:ext cx="241783" cy="120906"/>
                  </a:xfrm>
                  <a:custGeom>
                    <a:rect b="b" l="l" r="r" t="t"/>
                    <a:pathLst>
                      <a:path extrusionOk="0" h="120906" w="241783">
                        <a:moveTo>
                          <a:pt x="20617" y="120007"/>
                        </a:moveTo>
                        <a:cubicBezTo>
                          <a:pt x="12711" y="122779"/>
                          <a:pt x="4110" y="118931"/>
                          <a:pt x="1081" y="111406"/>
                        </a:cubicBezTo>
                        <a:cubicBezTo>
                          <a:pt x="-1948" y="103881"/>
                          <a:pt x="1586" y="95156"/>
                          <a:pt x="9206" y="91680"/>
                        </a:cubicBezTo>
                        <a:lnTo>
                          <a:pt x="203316" y="3145"/>
                        </a:lnTo>
                        <a:cubicBezTo>
                          <a:pt x="217146" y="-3161"/>
                          <a:pt x="232443" y="297"/>
                          <a:pt x="236768" y="11003"/>
                        </a:cubicBezTo>
                        <a:lnTo>
                          <a:pt x="240664" y="20642"/>
                        </a:lnTo>
                        <a:cubicBezTo>
                          <a:pt x="244988" y="31348"/>
                          <a:pt x="236368" y="44436"/>
                          <a:pt x="222014" y="49465"/>
                        </a:cubicBezTo>
                        <a:lnTo>
                          <a:pt x="20617" y="120007"/>
                        </a:lnTo>
                        <a:close/>
                      </a:path>
                    </a:pathLst>
                  </a:custGeom>
                  <a:solidFill>
                    <a:srgbClr val="ECECE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28" name="Google Shape;1328;p45"/>
                  <p:cNvSpPr/>
                  <p:nvPr/>
                </p:nvSpPr>
                <p:spPr>
                  <a:xfrm>
                    <a:off x="7252265" y="2565142"/>
                    <a:ext cx="238698" cy="111810"/>
                  </a:xfrm>
                  <a:custGeom>
                    <a:rect b="b" l="l" r="r" t="t"/>
                    <a:pathLst>
                      <a:path extrusionOk="0" h="111810" w="238698">
                        <a:moveTo>
                          <a:pt x="1241" y="111811"/>
                        </a:moveTo>
                        <a:lnTo>
                          <a:pt x="238699" y="15799"/>
                        </a:lnTo>
                        <a:lnTo>
                          <a:pt x="236765" y="11008"/>
                        </a:lnTo>
                        <a:cubicBezTo>
                          <a:pt x="232441" y="311"/>
                          <a:pt x="217192" y="-3184"/>
                          <a:pt x="203323" y="3169"/>
                        </a:cubicBezTo>
                        <a:lnTo>
                          <a:pt x="9261" y="91666"/>
                        </a:lnTo>
                        <a:cubicBezTo>
                          <a:pt x="1565" y="95152"/>
                          <a:pt x="-1950" y="103905"/>
                          <a:pt x="1088" y="111411"/>
                        </a:cubicBezTo>
                        <a:lnTo>
                          <a:pt x="1241" y="11181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329" name="Google Shape;1329;p45"/>
                <p:cNvSpPr/>
                <p:nvPr/>
              </p:nvSpPr>
              <p:spPr>
                <a:xfrm>
                  <a:off x="7505861" y="2608897"/>
                  <a:ext cx="63369" cy="644251"/>
                </a:xfrm>
                <a:custGeom>
                  <a:rect b="b" l="l" r="r" t="t"/>
                  <a:pathLst>
                    <a:path extrusionOk="0" h="644251" w="63369">
                      <a:moveTo>
                        <a:pt x="63370" y="644252"/>
                      </a:moveTo>
                      <a:lnTo>
                        <a:pt x="0" y="644252"/>
                      </a:lnTo>
                      <a:lnTo>
                        <a:pt x="15497" y="15840"/>
                      </a:lnTo>
                      <a:cubicBezTo>
                        <a:pt x="15669" y="7058"/>
                        <a:pt x="22898" y="0"/>
                        <a:pt x="31680" y="0"/>
                      </a:cubicBezTo>
                      <a:cubicBezTo>
                        <a:pt x="40462" y="0"/>
                        <a:pt x="47692" y="7058"/>
                        <a:pt x="47863" y="15840"/>
                      </a:cubicBezTo>
                      <a:lnTo>
                        <a:pt x="63370" y="64425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0" name="Google Shape;1330;p45"/>
                <p:cNvSpPr/>
                <p:nvPr/>
              </p:nvSpPr>
              <p:spPr>
                <a:xfrm>
                  <a:off x="7537551" y="2608897"/>
                  <a:ext cx="31680" cy="644251"/>
                </a:xfrm>
                <a:custGeom>
                  <a:rect b="b" l="l" r="r" t="t"/>
                  <a:pathLst>
                    <a:path extrusionOk="0" h="644251" w="31680">
                      <a:moveTo>
                        <a:pt x="31680" y="644252"/>
                      </a:moveTo>
                      <a:lnTo>
                        <a:pt x="0" y="644252"/>
                      </a:lnTo>
                      <a:lnTo>
                        <a:pt x="0" y="0"/>
                      </a:lnTo>
                      <a:cubicBezTo>
                        <a:pt x="8782" y="0"/>
                        <a:pt x="16012" y="7058"/>
                        <a:pt x="16183" y="15840"/>
                      </a:cubicBezTo>
                      <a:lnTo>
                        <a:pt x="31680" y="644252"/>
                      </a:lnTo>
                      <a:close/>
                    </a:path>
                  </a:pathLst>
                </a:custGeom>
                <a:solidFill>
                  <a:srgbClr val="ECECE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1" name="Google Shape;1331;p45"/>
                <p:cNvSpPr/>
                <p:nvPr/>
              </p:nvSpPr>
              <p:spPr>
                <a:xfrm>
                  <a:off x="7509281" y="2530897"/>
                  <a:ext cx="56549" cy="56549"/>
                </a:xfrm>
                <a:custGeom>
                  <a:rect b="b" l="l" r="r" t="t"/>
                  <a:pathLst>
                    <a:path extrusionOk="0" h="56549" w="56549">
                      <a:moveTo>
                        <a:pt x="56550" y="28270"/>
                      </a:moveTo>
                      <a:cubicBezTo>
                        <a:pt x="56550" y="43891"/>
                        <a:pt x="43891" y="56550"/>
                        <a:pt x="28280" y="56550"/>
                      </a:cubicBezTo>
                      <a:cubicBezTo>
                        <a:pt x="12668" y="56550"/>
                        <a:pt x="0" y="43891"/>
                        <a:pt x="0" y="28270"/>
                      </a:cubicBezTo>
                      <a:cubicBezTo>
                        <a:pt x="0" y="12659"/>
                        <a:pt x="12659" y="0"/>
                        <a:pt x="28280" y="0"/>
                      </a:cubicBezTo>
                      <a:cubicBezTo>
                        <a:pt x="43901" y="0"/>
                        <a:pt x="56550" y="12649"/>
                        <a:pt x="56550" y="28270"/>
                      </a:cubicBezTo>
                      <a:close/>
                    </a:path>
                  </a:pathLst>
                </a:custGeom>
                <a:solidFill>
                  <a:srgbClr val="49474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2" name="Google Shape;1332;p45"/>
                <p:cNvSpPr/>
                <p:nvPr/>
              </p:nvSpPr>
              <p:spPr>
                <a:xfrm>
                  <a:off x="7520701" y="2542308"/>
                  <a:ext cx="33718" cy="33718"/>
                </a:xfrm>
                <a:custGeom>
                  <a:rect b="b" l="l" r="r" t="t"/>
                  <a:pathLst>
                    <a:path extrusionOk="0" h="33718" w="33718">
                      <a:moveTo>
                        <a:pt x="33718" y="16859"/>
                      </a:moveTo>
                      <a:cubicBezTo>
                        <a:pt x="33718" y="26175"/>
                        <a:pt x="26165" y="33719"/>
                        <a:pt x="16859" y="33719"/>
                      </a:cubicBezTo>
                      <a:cubicBezTo>
                        <a:pt x="7544" y="33719"/>
                        <a:pt x="0" y="26175"/>
                        <a:pt x="0" y="16859"/>
                      </a:cubicBezTo>
                      <a:cubicBezTo>
                        <a:pt x="0" y="7553"/>
                        <a:pt x="7544" y="0"/>
                        <a:pt x="16859" y="0"/>
                      </a:cubicBezTo>
                      <a:cubicBezTo>
                        <a:pt x="26165" y="0"/>
                        <a:pt x="33718" y="7544"/>
                        <a:pt x="33718" y="16859"/>
                      </a:cubicBezTo>
                      <a:close/>
                    </a:path>
                  </a:pathLst>
                </a:custGeom>
                <a:solidFill>
                  <a:srgbClr val="494748">
                    <a:alpha val="498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33" name="Google Shape;1333;p45"/>
              <p:cNvGrpSpPr/>
              <p:nvPr/>
            </p:nvGrpSpPr>
            <p:grpSpPr>
              <a:xfrm>
                <a:off x="5888679" y="2687869"/>
                <a:ext cx="449682" cy="787898"/>
                <a:chOff x="5888679" y="2687869"/>
                <a:chExt cx="449682" cy="787898"/>
              </a:xfrm>
            </p:grpSpPr>
            <p:sp>
              <p:nvSpPr>
                <p:cNvPr id="1334" name="Google Shape;1334;p45"/>
                <p:cNvSpPr/>
                <p:nvPr/>
              </p:nvSpPr>
              <p:spPr>
                <a:xfrm>
                  <a:off x="6107182" y="2943939"/>
                  <a:ext cx="12687" cy="35766"/>
                </a:xfrm>
                <a:custGeom>
                  <a:rect b="b" l="l" r="r" t="t"/>
                  <a:pathLst>
                    <a:path extrusionOk="0" h="35766" w="12687">
                      <a:moveTo>
                        <a:pt x="0" y="0"/>
                      </a:moveTo>
                      <a:lnTo>
                        <a:pt x="12687" y="0"/>
                      </a:lnTo>
                      <a:lnTo>
                        <a:pt x="12687" y="35766"/>
                      </a:lnTo>
                      <a:lnTo>
                        <a:pt x="0" y="3576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5" name="Google Shape;1335;p45"/>
                <p:cNvSpPr/>
                <p:nvPr/>
              </p:nvSpPr>
              <p:spPr>
                <a:xfrm>
                  <a:off x="6113526" y="2943939"/>
                  <a:ext cx="6343" cy="35766"/>
                </a:xfrm>
                <a:custGeom>
                  <a:rect b="b" l="l" r="r" t="t"/>
                  <a:pathLst>
                    <a:path extrusionOk="0" h="35766" w="6343">
                      <a:moveTo>
                        <a:pt x="0" y="0"/>
                      </a:moveTo>
                      <a:lnTo>
                        <a:pt x="6344" y="0"/>
                      </a:lnTo>
                      <a:lnTo>
                        <a:pt x="6344" y="35766"/>
                      </a:lnTo>
                      <a:lnTo>
                        <a:pt x="0" y="35766"/>
                      </a:lnTo>
                      <a:close/>
                    </a:path>
                  </a:pathLst>
                </a:custGeom>
                <a:solidFill>
                  <a:srgbClr val="CDCD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336" name="Google Shape;1336;p45"/>
                <p:cNvGrpSpPr/>
                <p:nvPr/>
              </p:nvGrpSpPr>
              <p:grpSpPr>
                <a:xfrm>
                  <a:off x="6093810" y="2687869"/>
                  <a:ext cx="39426" cy="229304"/>
                  <a:chOff x="6093810" y="2687869"/>
                  <a:chExt cx="39426" cy="229304"/>
                </a:xfrm>
              </p:grpSpPr>
              <p:sp>
                <p:nvSpPr>
                  <p:cNvPr id="1337" name="Google Shape;1337;p45"/>
                  <p:cNvSpPr/>
                  <p:nvPr/>
                </p:nvSpPr>
                <p:spPr>
                  <a:xfrm>
                    <a:off x="6105324" y="2874521"/>
                    <a:ext cx="16402" cy="42652"/>
                  </a:xfrm>
                  <a:custGeom>
                    <a:rect b="b" l="l" r="r" t="t"/>
                    <a:pathLst>
                      <a:path extrusionOk="0" h="42652" w="16402">
                        <a:moveTo>
                          <a:pt x="0" y="0"/>
                        </a:moveTo>
                        <a:lnTo>
                          <a:pt x="16402" y="0"/>
                        </a:lnTo>
                        <a:lnTo>
                          <a:pt x="16402" y="42653"/>
                        </a:lnTo>
                        <a:lnTo>
                          <a:pt x="0" y="4265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38" name="Google Shape;1338;p45"/>
                  <p:cNvSpPr/>
                  <p:nvPr/>
                </p:nvSpPr>
                <p:spPr>
                  <a:xfrm>
                    <a:off x="6113516" y="2874521"/>
                    <a:ext cx="8210" cy="42652"/>
                  </a:xfrm>
                  <a:custGeom>
                    <a:rect b="b" l="l" r="r" t="t"/>
                    <a:pathLst>
                      <a:path extrusionOk="0" h="42652" w="8210">
                        <a:moveTo>
                          <a:pt x="0" y="0"/>
                        </a:moveTo>
                        <a:lnTo>
                          <a:pt x="8211" y="0"/>
                        </a:lnTo>
                        <a:lnTo>
                          <a:pt x="8211" y="42653"/>
                        </a:lnTo>
                        <a:lnTo>
                          <a:pt x="0" y="42653"/>
                        </a:lnTo>
                        <a:close/>
                      </a:path>
                    </a:pathLst>
                  </a:custGeom>
                  <a:solidFill>
                    <a:srgbClr val="CDCDC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39" name="Google Shape;1339;p45"/>
                  <p:cNvSpPr/>
                  <p:nvPr/>
                </p:nvSpPr>
                <p:spPr>
                  <a:xfrm>
                    <a:off x="6093810" y="2687888"/>
                    <a:ext cx="39426" cy="201853"/>
                  </a:xfrm>
                  <a:custGeom>
                    <a:rect b="b" l="l" r="r" t="t"/>
                    <a:pathLst>
                      <a:path extrusionOk="0" h="201853" w="39426">
                        <a:moveTo>
                          <a:pt x="31431" y="11735"/>
                        </a:moveTo>
                        <a:cubicBezTo>
                          <a:pt x="31117" y="5144"/>
                          <a:pt x="25774" y="-9"/>
                          <a:pt x="19373" y="0"/>
                        </a:cubicBezTo>
                        <a:cubicBezTo>
                          <a:pt x="12981" y="10"/>
                          <a:pt x="7647" y="5163"/>
                          <a:pt x="7362" y="11763"/>
                        </a:cubicBezTo>
                        <a:lnTo>
                          <a:pt x="27" y="179737"/>
                        </a:lnTo>
                        <a:cubicBezTo>
                          <a:pt x="-496" y="191710"/>
                          <a:pt x="6552" y="201863"/>
                          <a:pt x="15658" y="201854"/>
                        </a:cubicBezTo>
                        <a:lnTo>
                          <a:pt x="23850" y="201844"/>
                        </a:lnTo>
                        <a:cubicBezTo>
                          <a:pt x="32946" y="201844"/>
                          <a:pt x="39966" y="191672"/>
                          <a:pt x="39394" y="179708"/>
                        </a:cubicBezTo>
                        <a:lnTo>
                          <a:pt x="31431" y="11735"/>
                        </a:lnTo>
                        <a:close/>
                      </a:path>
                    </a:pathLst>
                  </a:custGeom>
                  <a:solidFill>
                    <a:srgbClr val="ECECE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40" name="Google Shape;1340;p45"/>
                  <p:cNvSpPr/>
                  <p:nvPr/>
                </p:nvSpPr>
                <p:spPr>
                  <a:xfrm>
                    <a:off x="6093818" y="2687869"/>
                    <a:ext cx="19698" cy="201863"/>
                  </a:xfrm>
                  <a:custGeom>
                    <a:rect b="b" l="l" r="r" t="t"/>
                    <a:pathLst>
                      <a:path extrusionOk="0" h="201863" w="19698">
                        <a:moveTo>
                          <a:pt x="19699" y="10"/>
                        </a:moveTo>
                        <a:lnTo>
                          <a:pt x="19699" y="201863"/>
                        </a:lnTo>
                        <a:lnTo>
                          <a:pt x="15631" y="201863"/>
                        </a:lnTo>
                        <a:cubicBezTo>
                          <a:pt x="6544" y="201863"/>
                          <a:pt x="-514" y="191757"/>
                          <a:pt x="29" y="179746"/>
                        </a:cubicBezTo>
                        <a:lnTo>
                          <a:pt x="7354" y="11811"/>
                        </a:lnTo>
                        <a:cubicBezTo>
                          <a:pt x="7630" y="5163"/>
                          <a:pt x="12983" y="0"/>
                          <a:pt x="19365" y="0"/>
                        </a:cubicBezTo>
                        <a:lnTo>
                          <a:pt x="19699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341" name="Google Shape;1341;p45"/>
                <p:cNvGrpSpPr/>
                <p:nvPr/>
              </p:nvGrpSpPr>
              <p:grpSpPr>
                <a:xfrm>
                  <a:off x="6121575" y="2928086"/>
                  <a:ext cx="216786" cy="100761"/>
                  <a:chOff x="6121575" y="2928086"/>
                  <a:chExt cx="216786" cy="100761"/>
                </a:xfrm>
              </p:grpSpPr>
              <p:sp>
                <p:nvSpPr>
                  <p:cNvPr id="1342" name="Google Shape;1342;p45"/>
                  <p:cNvSpPr/>
                  <p:nvPr/>
                </p:nvSpPr>
                <p:spPr>
                  <a:xfrm rot="6720846">
                    <a:off x="6136227" y="2922356"/>
                    <a:ext cx="16419" cy="42682"/>
                  </a:xfrm>
                  <a:custGeom>
                    <a:rect b="b" l="l" r="r" t="t"/>
                    <a:pathLst>
                      <a:path extrusionOk="0" h="42663" w="16412">
                        <a:moveTo>
                          <a:pt x="0" y="0"/>
                        </a:moveTo>
                        <a:lnTo>
                          <a:pt x="16412" y="0"/>
                        </a:lnTo>
                        <a:lnTo>
                          <a:pt x="16412" y="42664"/>
                        </a:lnTo>
                        <a:lnTo>
                          <a:pt x="0" y="4266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43" name="Google Shape;1343;p45"/>
                  <p:cNvSpPr/>
                  <p:nvPr/>
                </p:nvSpPr>
                <p:spPr>
                  <a:xfrm rot="6720846">
                    <a:off x="6138981" y="2926239"/>
                    <a:ext cx="8214" cy="42681"/>
                  </a:xfrm>
                  <a:custGeom>
                    <a:rect b="b" l="l" r="r" t="t"/>
                    <a:pathLst>
                      <a:path extrusionOk="0" h="42662" w="8210">
                        <a:moveTo>
                          <a:pt x="0" y="0"/>
                        </a:moveTo>
                        <a:lnTo>
                          <a:pt x="8210" y="0"/>
                        </a:lnTo>
                        <a:lnTo>
                          <a:pt x="8210" y="42662"/>
                        </a:lnTo>
                        <a:lnTo>
                          <a:pt x="0" y="42662"/>
                        </a:lnTo>
                        <a:close/>
                      </a:path>
                    </a:pathLst>
                  </a:custGeom>
                  <a:solidFill>
                    <a:srgbClr val="CDCDC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44" name="Google Shape;1344;p45"/>
                  <p:cNvSpPr/>
                  <p:nvPr/>
                </p:nvSpPr>
                <p:spPr>
                  <a:xfrm>
                    <a:off x="6147809" y="2933565"/>
                    <a:ext cx="190540" cy="95282"/>
                  </a:xfrm>
                  <a:custGeom>
                    <a:rect b="b" l="l" r="r" t="t"/>
                    <a:pathLst>
                      <a:path extrusionOk="0" h="95282" w="190540">
                        <a:moveTo>
                          <a:pt x="174295" y="94575"/>
                        </a:moveTo>
                        <a:cubicBezTo>
                          <a:pt x="180524" y="96756"/>
                          <a:pt x="187296" y="93727"/>
                          <a:pt x="189687" y="87793"/>
                        </a:cubicBezTo>
                        <a:cubicBezTo>
                          <a:pt x="192078" y="81859"/>
                          <a:pt x="189287" y="74992"/>
                          <a:pt x="183287" y="72249"/>
                        </a:cubicBezTo>
                        <a:lnTo>
                          <a:pt x="30315" y="2478"/>
                        </a:lnTo>
                        <a:cubicBezTo>
                          <a:pt x="19418" y="-2494"/>
                          <a:pt x="7360" y="240"/>
                          <a:pt x="3950" y="8679"/>
                        </a:cubicBezTo>
                        <a:lnTo>
                          <a:pt x="883" y="16280"/>
                        </a:lnTo>
                        <a:cubicBezTo>
                          <a:pt x="-2527" y="24719"/>
                          <a:pt x="4274" y="35034"/>
                          <a:pt x="15580" y="38997"/>
                        </a:cubicBezTo>
                        <a:lnTo>
                          <a:pt x="174295" y="94575"/>
                        </a:lnTo>
                        <a:close/>
                      </a:path>
                    </a:pathLst>
                  </a:custGeom>
                  <a:solidFill>
                    <a:srgbClr val="ECECE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45" name="Google Shape;1345;p45"/>
                  <p:cNvSpPr/>
                  <p:nvPr/>
                </p:nvSpPr>
                <p:spPr>
                  <a:xfrm>
                    <a:off x="6150244" y="2933561"/>
                    <a:ext cx="188117" cy="88110"/>
                  </a:xfrm>
                  <a:custGeom>
                    <a:rect b="b" l="l" r="r" t="t"/>
                    <a:pathLst>
                      <a:path extrusionOk="0" h="88110" w="188117">
                        <a:moveTo>
                          <a:pt x="187138" y="88111"/>
                        </a:moveTo>
                        <a:lnTo>
                          <a:pt x="0" y="12444"/>
                        </a:lnTo>
                        <a:lnTo>
                          <a:pt x="1524" y="8672"/>
                        </a:lnTo>
                        <a:cubicBezTo>
                          <a:pt x="4934" y="243"/>
                          <a:pt x="16954" y="-2510"/>
                          <a:pt x="27880" y="2500"/>
                        </a:cubicBezTo>
                        <a:lnTo>
                          <a:pt x="180822" y="72242"/>
                        </a:lnTo>
                        <a:cubicBezTo>
                          <a:pt x="186890" y="74986"/>
                          <a:pt x="189652" y="81891"/>
                          <a:pt x="187262" y="87797"/>
                        </a:cubicBezTo>
                        <a:lnTo>
                          <a:pt x="187138" y="8811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346" name="Google Shape;1346;p45"/>
                <p:cNvGrpSpPr/>
                <p:nvPr/>
              </p:nvGrpSpPr>
              <p:grpSpPr>
                <a:xfrm>
                  <a:off x="5888679" y="2928242"/>
                  <a:ext cx="216709" cy="100605"/>
                  <a:chOff x="5888679" y="2928242"/>
                  <a:chExt cx="216709" cy="100605"/>
                </a:xfrm>
              </p:grpSpPr>
              <p:sp>
                <p:nvSpPr>
                  <p:cNvPr id="1347" name="Google Shape;1347;p45"/>
                  <p:cNvSpPr/>
                  <p:nvPr/>
                </p:nvSpPr>
                <p:spPr>
                  <a:xfrm rot="4079154">
                    <a:off x="6074320" y="2922515"/>
                    <a:ext cx="16419" cy="42673"/>
                  </a:xfrm>
                  <a:custGeom>
                    <a:rect b="b" l="l" r="r" t="t"/>
                    <a:pathLst>
                      <a:path extrusionOk="0" h="42654" w="16412">
                        <a:moveTo>
                          <a:pt x="0" y="0"/>
                        </a:moveTo>
                        <a:lnTo>
                          <a:pt x="16412" y="0"/>
                        </a:lnTo>
                        <a:lnTo>
                          <a:pt x="16412" y="42654"/>
                        </a:lnTo>
                        <a:lnTo>
                          <a:pt x="0" y="4265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48" name="Google Shape;1348;p45"/>
                  <p:cNvSpPr/>
                  <p:nvPr/>
                </p:nvSpPr>
                <p:spPr>
                  <a:xfrm rot="4079154">
                    <a:off x="6079824" y="2926143"/>
                    <a:ext cx="8214" cy="42671"/>
                  </a:xfrm>
                  <a:custGeom>
                    <a:rect b="b" l="l" r="r" t="t"/>
                    <a:pathLst>
                      <a:path extrusionOk="0" h="42652" w="8210">
                        <a:moveTo>
                          <a:pt x="0" y="0"/>
                        </a:moveTo>
                        <a:lnTo>
                          <a:pt x="8210" y="0"/>
                        </a:lnTo>
                        <a:lnTo>
                          <a:pt x="8210" y="42653"/>
                        </a:lnTo>
                        <a:lnTo>
                          <a:pt x="0" y="42653"/>
                        </a:lnTo>
                        <a:close/>
                      </a:path>
                    </a:pathLst>
                  </a:custGeom>
                  <a:solidFill>
                    <a:srgbClr val="CDCDC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49" name="Google Shape;1349;p45"/>
                  <p:cNvSpPr/>
                  <p:nvPr/>
                </p:nvSpPr>
                <p:spPr>
                  <a:xfrm>
                    <a:off x="5888701" y="2933565"/>
                    <a:ext cx="190550" cy="95282"/>
                  </a:xfrm>
                  <a:custGeom>
                    <a:rect b="b" l="l" r="r" t="t"/>
                    <a:pathLst>
                      <a:path extrusionOk="0" h="95282" w="190550">
                        <a:moveTo>
                          <a:pt x="16246" y="94575"/>
                        </a:moveTo>
                        <a:cubicBezTo>
                          <a:pt x="10016" y="96756"/>
                          <a:pt x="3244" y="93727"/>
                          <a:pt x="853" y="87793"/>
                        </a:cubicBezTo>
                        <a:cubicBezTo>
                          <a:pt x="-1538" y="81859"/>
                          <a:pt x="1253" y="74992"/>
                          <a:pt x="7254" y="72249"/>
                        </a:cubicBezTo>
                        <a:lnTo>
                          <a:pt x="160235" y="2478"/>
                        </a:lnTo>
                        <a:cubicBezTo>
                          <a:pt x="171132" y="-2494"/>
                          <a:pt x="183190" y="240"/>
                          <a:pt x="186600" y="8679"/>
                        </a:cubicBezTo>
                        <a:lnTo>
                          <a:pt x="189667" y="16280"/>
                        </a:lnTo>
                        <a:cubicBezTo>
                          <a:pt x="193077" y="24719"/>
                          <a:pt x="186276" y="35034"/>
                          <a:pt x="174970" y="38997"/>
                        </a:cubicBezTo>
                        <a:lnTo>
                          <a:pt x="16246" y="94575"/>
                        </a:lnTo>
                        <a:close/>
                      </a:path>
                    </a:pathLst>
                  </a:custGeom>
                  <a:solidFill>
                    <a:srgbClr val="ECECE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50" name="Google Shape;1350;p45"/>
                  <p:cNvSpPr/>
                  <p:nvPr/>
                </p:nvSpPr>
                <p:spPr>
                  <a:xfrm>
                    <a:off x="5888679" y="2933561"/>
                    <a:ext cx="188117" cy="88110"/>
                  </a:xfrm>
                  <a:custGeom>
                    <a:rect b="b" l="l" r="r" t="t"/>
                    <a:pathLst>
                      <a:path extrusionOk="0" h="88110" w="188117">
                        <a:moveTo>
                          <a:pt x="980" y="88111"/>
                        </a:moveTo>
                        <a:lnTo>
                          <a:pt x="188118" y="12444"/>
                        </a:lnTo>
                        <a:lnTo>
                          <a:pt x="186594" y="8672"/>
                        </a:lnTo>
                        <a:cubicBezTo>
                          <a:pt x="183184" y="243"/>
                          <a:pt x="171163" y="-2510"/>
                          <a:pt x="160238" y="2500"/>
                        </a:cubicBezTo>
                        <a:lnTo>
                          <a:pt x="7295" y="72242"/>
                        </a:lnTo>
                        <a:cubicBezTo>
                          <a:pt x="1228" y="74986"/>
                          <a:pt x="-1534" y="81891"/>
                          <a:pt x="857" y="87797"/>
                        </a:cubicBezTo>
                        <a:lnTo>
                          <a:pt x="980" y="8811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351" name="Google Shape;1351;p45"/>
                <p:cNvSpPr/>
                <p:nvPr/>
              </p:nvSpPr>
              <p:spPr>
                <a:xfrm>
                  <a:off x="6088541" y="2968037"/>
                  <a:ext cx="49939" cy="507730"/>
                </a:xfrm>
                <a:custGeom>
                  <a:rect b="b" l="l" r="r" t="t"/>
                  <a:pathLst>
                    <a:path extrusionOk="0" h="507730" w="49939">
                      <a:moveTo>
                        <a:pt x="49940" y="507730"/>
                      </a:moveTo>
                      <a:lnTo>
                        <a:pt x="0" y="507730"/>
                      </a:lnTo>
                      <a:lnTo>
                        <a:pt x="12211" y="12487"/>
                      </a:lnTo>
                      <a:cubicBezTo>
                        <a:pt x="12344" y="5563"/>
                        <a:pt x="18050" y="0"/>
                        <a:pt x="24965" y="0"/>
                      </a:cubicBezTo>
                      <a:cubicBezTo>
                        <a:pt x="31890" y="0"/>
                        <a:pt x="37586" y="5563"/>
                        <a:pt x="37719" y="12487"/>
                      </a:cubicBezTo>
                      <a:lnTo>
                        <a:pt x="49940" y="50773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2" name="Google Shape;1352;p45"/>
                <p:cNvSpPr/>
                <p:nvPr/>
              </p:nvSpPr>
              <p:spPr>
                <a:xfrm>
                  <a:off x="6113516" y="2968037"/>
                  <a:ext cx="24965" cy="507730"/>
                </a:xfrm>
                <a:custGeom>
                  <a:rect b="b" l="l" r="r" t="t"/>
                  <a:pathLst>
                    <a:path extrusionOk="0" h="507730" w="24965">
                      <a:moveTo>
                        <a:pt x="24965" y="507730"/>
                      </a:moveTo>
                      <a:lnTo>
                        <a:pt x="0" y="507730"/>
                      </a:lnTo>
                      <a:lnTo>
                        <a:pt x="0" y="0"/>
                      </a:lnTo>
                      <a:cubicBezTo>
                        <a:pt x="6925" y="0"/>
                        <a:pt x="12621" y="5563"/>
                        <a:pt x="12754" y="12487"/>
                      </a:cubicBezTo>
                      <a:lnTo>
                        <a:pt x="24965" y="507730"/>
                      </a:lnTo>
                      <a:close/>
                    </a:path>
                  </a:pathLst>
                </a:custGeom>
                <a:solidFill>
                  <a:srgbClr val="ECECE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3" name="Google Shape;1353;p45"/>
                <p:cNvSpPr/>
                <p:nvPr/>
              </p:nvSpPr>
              <p:spPr>
                <a:xfrm>
                  <a:off x="6091237" y="2906563"/>
                  <a:ext cx="44567" cy="44567"/>
                </a:xfrm>
                <a:custGeom>
                  <a:rect b="b" l="l" r="r" t="t"/>
                  <a:pathLst>
                    <a:path extrusionOk="0" h="44567" w="44567">
                      <a:moveTo>
                        <a:pt x="44567" y="22279"/>
                      </a:moveTo>
                      <a:cubicBezTo>
                        <a:pt x="44567" y="34585"/>
                        <a:pt x="34595" y="44567"/>
                        <a:pt x="22279" y="44567"/>
                      </a:cubicBezTo>
                      <a:cubicBezTo>
                        <a:pt x="9973" y="44567"/>
                        <a:pt x="0" y="34585"/>
                        <a:pt x="0" y="22279"/>
                      </a:cubicBezTo>
                      <a:cubicBezTo>
                        <a:pt x="0" y="9973"/>
                        <a:pt x="9973" y="0"/>
                        <a:pt x="22279" y="0"/>
                      </a:cubicBezTo>
                      <a:cubicBezTo>
                        <a:pt x="34595" y="0"/>
                        <a:pt x="44567" y="9973"/>
                        <a:pt x="44567" y="22279"/>
                      </a:cubicBezTo>
                      <a:close/>
                    </a:path>
                  </a:pathLst>
                </a:custGeom>
                <a:solidFill>
                  <a:srgbClr val="49474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4" name="Google Shape;1354;p45"/>
                <p:cNvSpPr/>
                <p:nvPr/>
              </p:nvSpPr>
              <p:spPr>
                <a:xfrm>
                  <a:off x="6100238" y="2915554"/>
                  <a:ext cx="26574" cy="26574"/>
                </a:xfrm>
                <a:custGeom>
                  <a:rect b="b" l="l" r="r" t="t"/>
                  <a:pathLst>
                    <a:path extrusionOk="0" h="26574" w="26574">
                      <a:moveTo>
                        <a:pt x="26575" y="13287"/>
                      </a:moveTo>
                      <a:cubicBezTo>
                        <a:pt x="26575" y="20631"/>
                        <a:pt x="20622" y="26575"/>
                        <a:pt x="13287" y="26575"/>
                      </a:cubicBezTo>
                      <a:cubicBezTo>
                        <a:pt x="5953" y="26575"/>
                        <a:pt x="0" y="20622"/>
                        <a:pt x="0" y="13287"/>
                      </a:cubicBezTo>
                      <a:cubicBezTo>
                        <a:pt x="0" y="5953"/>
                        <a:pt x="5944" y="0"/>
                        <a:pt x="13287" y="0"/>
                      </a:cubicBezTo>
                      <a:cubicBezTo>
                        <a:pt x="20622" y="0"/>
                        <a:pt x="26575" y="5953"/>
                        <a:pt x="26575" y="13287"/>
                      </a:cubicBezTo>
                      <a:close/>
                    </a:path>
                  </a:pathLst>
                </a:custGeom>
                <a:solidFill>
                  <a:srgbClr val="494748">
                    <a:alpha val="498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55" name="Google Shape;1355;p45"/>
              <p:cNvGrpSpPr/>
              <p:nvPr/>
            </p:nvGrpSpPr>
            <p:grpSpPr>
              <a:xfrm>
                <a:off x="4444565" y="2687869"/>
                <a:ext cx="449678" cy="787898"/>
                <a:chOff x="4444565" y="2687869"/>
                <a:chExt cx="449678" cy="787898"/>
              </a:xfrm>
            </p:grpSpPr>
            <p:sp>
              <p:nvSpPr>
                <p:cNvPr id="1356" name="Google Shape;1356;p45"/>
                <p:cNvSpPr/>
                <p:nvPr/>
              </p:nvSpPr>
              <p:spPr>
                <a:xfrm>
                  <a:off x="4663059" y="2943939"/>
                  <a:ext cx="12687" cy="35766"/>
                </a:xfrm>
                <a:custGeom>
                  <a:rect b="b" l="l" r="r" t="t"/>
                  <a:pathLst>
                    <a:path extrusionOk="0" h="35766" w="12687">
                      <a:moveTo>
                        <a:pt x="0" y="0"/>
                      </a:moveTo>
                      <a:lnTo>
                        <a:pt x="12687" y="0"/>
                      </a:lnTo>
                      <a:lnTo>
                        <a:pt x="12687" y="35766"/>
                      </a:lnTo>
                      <a:lnTo>
                        <a:pt x="0" y="3576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7" name="Google Shape;1357;p45"/>
                <p:cNvSpPr/>
                <p:nvPr/>
              </p:nvSpPr>
              <p:spPr>
                <a:xfrm>
                  <a:off x="4669402" y="2943939"/>
                  <a:ext cx="6343" cy="35766"/>
                </a:xfrm>
                <a:custGeom>
                  <a:rect b="b" l="l" r="r" t="t"/>
                  <a:pathLst>
                    <a:path extrusionOk="0" h="35766" w="6343">
                      <a:moveTo>
                        <a:pt x="0" y="0"/>
                      </a:moveTo>
                      <a:lnTo>
                        <a:pt x="6344" y="0"/>
                      </a:lnTo>
                      <a:lnTo>
                        <a:pt x="6344" y="35766"/>
                      </a:lnTo>
                      <a:lnTo>
                        <a:pt x="0" y="35766"/>
                      </a:lnTo>
                      <a:close/>
                    </a:path>
                  </a:pathLst>
                </a:custGeom>
                <a:solidFill>
                  <a:srgbClr val="CDCD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358" name="Google Shape;1358;p45"/>
                <p:cNvGrpSpPr/>
                <p:nvPr/>
              </p:nvGrpSpPr>
              <p:grpSpPr>
                <a:xfrm>
                  <a:off x="4649694" y="2687869"/>
                  <a:ext cx="39428" cy="229304"/>
                  <a:chOff x="4649694" y="2687869"/>
                  <a:chExt cx="39428" cy="229304"/>
                </a:xfrm>
              </p:grpSpPr>
              <p:sp>
                <p:nvSpPr>
                  <p:cNvPr id="1359" name="Google Shape;1359;p45"/>
                  <p:cNvSpPr/>
                  <p:nvPr/>
                </p:nvSpPr>
                <p:spPr>
                  <a:xfrm>
                    <a:off x="4661201" y="2874521"/>
                    <a:ext cx="16402" cy="42652"/>
                  </a:xfrm>
                  <a:custGeom>
                    <a:rect b="b" l="l" r="r" t="t"/>
                    <a:pathLst>
                      <a:path extrusionOk="0" h="42652" w="16402">
                        <a:moveTo>
                          <a:pt x="0" y="0"/>
                        </a:moveTo>
                        <a:lnTo>
                          <a:pt x="16402" y="0"/>
                        </a:lnTo>
                        <a:lnTo>
                          <a:pt x="16402" y="42653"/>
                        </a:lnTo>
                        <a:lnTo>
                          <a:pt x="0" y="4265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60" name="Google Shape;1360;p45"/>
                  <p:cNvSpPr/>
                  <p:nvPr/>
                </p:nvSpPr>
                <p:spPr>
                  <a:xfrm>
                    <a:off x="4669393" y="2874521"/>
                    <a:ext cx="8210" cy="42652"/>
                  </a:xfrm>
                  <a:custGeom>
                    <a:rect b="b" l="l" r="r" t="t"/>
                    <a:pathLst>
                      <a:path extrusionOk="0" h="42652" w="8210">
                        <a:moveTo>
                          <a:pt x="0" y="0"/>
                        </a:moveTo>
                        <a:lnTo>
                          <a:pt x="8211" y="0"/>
                        </a:lnTo>
                        <a:lnTo>
                          <a:pt x="8211" y="42653"/>
                        </a:lnTo>
                        <a:lnTo>
                          <a:pt x="0" y="42653"/>
                        </a:lnTo>
                        <a:close/>
                      </a:path>
                    </a:pathLst>
                  </a:custGeom>
                  <a:solidFill>
                    <a:srgbClr val="CDCDC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61" name="Google Shape;1361;p45"/>
                  <p:cNvSpPr/>
                  <p:nvPr/>
                </p:nvSpPr>
                <p:spPr>
                  <a:xfrm>
                    <a:off x="4649696" y="2687888"/>
                    <a:ext cx="39426" cy="201853"/>
                  </a:xfrm>
                  <a:custGeom>
                    <a:rect b="b" l="l" r="r" t="t"/>
                    <a:pathLst>
                      <a:path extrusionOk="0" h="201853" w="39426">
                        <a:moveTo>
                          <a:pt x="31431" y="11735"/>
                        </a:moveTo>
                        <a:cubicBezTo>
                          <a:pt x="31117" y="5144"/>
                          <a:pt x="25773" y="-9"/>
                          <a:pt x="19373" y="0"/>
                        </a:cubicBezTo>
                        <a:cubicBezTo>
                          <a:pt x="12981" y="10"/>
                          <a:pt x="7647" y="5163"/>
                          <a:pt x="7362" y="11763"/>
                        </a:cubicBezTo>
                        <a:lnTo>
                          <a:pt x="27" y="179737"/>
                        </a:lnTo>
                        <a:cubicBezTo>
                          <a:pt x="-496" y="191710"/>
                          <a:pt x="6552" y="201863"/>
                          <a:pt x="15658" y="201854"/>
                        </a:cubicBezTo>
                        <a:lnTo>
                          <a:pt x="23849" y="201844"/>
                        </a:lnTo>
                        <a:cubicBezTo>
                          <a:pt x="32946" y="201844"/>
                          <a:pt x="39966" y="191672"/>
                          <a:pt x="39394" y="179708"/>
                        </a:cubicBezTo>
                        <a:lnTo>
                          <a:pt x="31431" y="11735"/>
                        </a:lnTo>
                        <a:close/>
                      </a:path>
                    </a:pathLst>
                  </a:custGeom>
                  <a:solidFill>
                    <a:srgbClr val="ECECE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62" name="Google Shape;1362;p45"/>
                  <p:cNvSpPr/>
                  <p:nvPr/>
                </p:nvSpPr>
                <p:spPr>
                  <a:xfrm>
                    <a:off x="4649694" y="2687869"/>
                    <a:ext cx="19698" cy="201863"/>
                  </a:xfrm>
                  <a:custGeom>
                    <a:rect b="b" l="l" r="r" t="t"/>
                    <a:pathLst>
                      <a:path extrusionOk="0" h="201863" w="19698">
                        <a:moveTo>
                          <a:pt x="19698" y="10"/>
                        </a:moveTo>
                        <a:lnTo>
                          <a:pt x="19698" y="201863"/>
                        </a:lnTo>
                        <a:lnTo>
                          <a:pt x="15631" y="201863"/>
                        </a:lnTo>
                        <a:cubicBezTo>
                          <a:pt x="6535" y="201863"/>
                          <a:pt x="-514" y="191757"/>
                          <a:pt x="29" y="179746"/>
                        </a:cubicBezTo>
                        <a:lnTo>
                          <a:pt x="7354" y="11811"/>
                        </a:lnTo>
                        <a:cubicBezTo>
                          <a:pt x="7621" y="5163"/>
                          <a:pt x="12983" y="0"/>
                          <a:pt x="19365" y="0"/>
                        </a:cubicBezTo>
                        <a:lnTo>
                          <a:pt x="19698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363" name="Google Shape;1363;p45"/>
                <p:cNvGrpSpPr/>
                <p:nvPr/>
              </p:nvGrpSpPr>
              <p:grpSpPr>
                <a:xfrm>
                  <a:off x="4677523" y="2928057"/>
                  <a:ext cx="216720" cy="100790"/>
                  <a:chOff x="4677523" y="2928057"/>
                  <a:chExt cx="216720" cy="100790"/>
                </a:xfrm>
              </p:grpSpPr>
              <p:sp>
                <p:nvSpPr>
                  <p:cNvPr id="1364" name="Google Shape;1364;p45"/>
                  <p:cNvSpPr/>
                  <p:nvPr/>
                </p:nvSpPr>
                <p:spPr>
                  <a:xfrm rot="6720846">
                    <a:off x="4692171" y="2922330"/>
                    <a:ext cx="16419" cy="42673"/>
                  </a:xfrm>
                  <a:custGeom>
                    <a:rect b="b" l="l" r="r" t="t"/>
                    <a:pathLst>
                      <a:path extrusionOk="0" h="42654" w="16412">
                        <a:moveTo>
                          <a:pt x="0" y="0"/>
                        </a:moveTo>
                        <a:lnTo>
                          <a:pt x="16412" y="0"/>
                        </a:lnTo>
                        <a:lnTo>
                          <a:pt x="16412" y="42654"/>
                        </a:lnTo>
                        <a:lnTo>
                          <a:pt x="0" y="4265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65" name="Google Shape;1365;p45"/>
                  <p:cNvSpPr/>
                  <p:nvPr/>
                </p:nvSpPr>
                <p:spPr>
                  <a:xfrm rot="6720846">
                    <a:off x="4694824" y="2926227"/>
                    <a:ext cx="8214" cy="42681"/>
                  </a:xfrm>
                  <a:custGeom>
                    <a:rect b="b" l="l" r="r" t="t"/>
                    <a:pathLst>
                      <a:path extrusionOk="0" h="42662" w="8210">
                        <a:moveTo>
                          <a:pt x="0" y="0"/>
                        </a:moveTo>
                        <a:lnTo>
                          <a:pt x="8210" y="0"/>
                        </a:lnTo>
                        <a:lnTo>
                          <a:pt x="8210" y="42662"/>
                        </a:lnTo>
                        <a:lnTo>
                          <a:pt x="0" y="42662"/>
                        </a:lnTo>
                        <a:close/>
                      </a:path>
                    </a:pathLst>
                  </a:custGeom>
                  <a:solidFill>
                    <a:srgbClr val="CDCDC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66" name="Google Shape;1366;p45"/>
                  <p:cNvSpPr/>
                  <p:nvPr/>
                </p:nvSpPr>
                <p:spPr>
                  <a:xfrm>
                    <a:off x="4703676" y="2933565"/>
                    <a:ext cx="190551" cy="95282"/>
                  </a:xfrm>
                  <a:custGeom>
                    <a:rect b="b" l="l" r="r" t="t"/>
                    <a:pathLst>
                      <a:path extrusionOk="0" h="95282" w="190551">
                        <a:moveTo>
                          <a:pt x="174304" y="94575"/>
                        </a:moveTo>
                        <a:cubicBezTo>
                          <a:pt x="180534" y="96756"/>
                          <a:pt x="187306" y="93727"/>
                          <a:pt x="189697" y="87793"/>
                        </a:cubicBezTo>
                        <a:cubicBezTo>
                          <a:pt x="192088" y="81859"/>
                          <a:pt x="189306" y="74992"/>
                          <a:pt x="183296" y="72249"/>
                        </a:cubicBezTo>
                        <a:lnTo>
                          <a:pt x="30315" y="2478"/>
                        </a:lnTo>
                        <a:cubicBezTo>
                          <a:pt x="19418" y="-2494"/>
                          <a:pt x="7360" y="240"/>
                          <a:pt x="3950" y="8679"/>
                        </a:cubicBezTo>
                        <a:lnTo>
                          <a:pt x="883" y="16280"/>
                        </a:lnTo>
                        <a:cubicBezTo>
                          <a:pt x="-2527" y="24719"/>
                          <a:pt x="4274" y="35034"/>
                          <a:pt x="15580" y="38997"/>
                        </a:cubicBezTo>
                        <a:lnTo>
                          <a:pt x="174304" y="94575"/>
                        </a:lnTo>
                        <a:close/>
                      </a:path>
                    </a:pathLst>
                  </a:custGeom>
                  <a:solidFill>
                    <a:srgbClr val="ECECE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67" name="Google Shape;1367;p45"/>
                  <p:cNvSpPr/>
                  <p:nvPr/>
                </p:nvSpPr>
                <p:spPr>
                  <a:xfrm>
                    <a:off x="4706131" y="2933561"/>
                    <a:ext cx="188112" cy="88110"/>
                  </a:xfrm>
                  <a:custGeom>
                    <a:rect b="b" l="l" r="r" t="t"/>
                    <a:pathLst>
                      <a:path extrusionOk="0" h="88110" w="188112">
                        <a:moveTo>
                          <a:pt x="187138" y="88111"/>
                        </a:moveTo>
                        <a:lnTo>
                          <a:pt x="0" y="12444"/>
                        </a:lnTo>
                        <a:lnTo>
                          <a:pt x="1524" y="8672"/>
                        </a:lnTo>
                        <a:cubicBezTo>
                          <a:pt x="4934" y="243"/>
                          <a:pt x="16945" y="-2510"/>
                          <a:pt x="27880" y="2500"/>
                        </a:cubicBezTo>
                        <a:lnTo>
                          <a:pt x="180813" y="72242"/>
                        </a:lnTo>
                        <a:cubicBezTo>
                          <a:pt x="186881" y="74986"/>
                          <a:pt x="189652" y="81891"/>
                          <a:pt x="187252" y="87797"/>
                        </a:cubicBezTo>
                        <a:lnTo>
                          <a:pt x="187138" y="8811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368" name="Google Shape;1368;p45"/>
                <p:cNvGrpSpPr/>
                <p:nvPr/>
              </p:nvGrpSpPr>
              <p:grpSpPr>
                <a:xfrm>
                  <a:off x="4444565" y="2928131"/>
                  <a:ext cx="216608" cy="100716"/>
                  <a:chOff x="4444565" y="2928131"/>
                  <a:chExt cx="216608" cy="100716"/>
                </a:xfrm>
              </p:grpSpPr>
              <p:sp>
                <p:nvSpPr>
                  <p:cNvPr id="1369" name="Google Shape;1369;p45"/>
                  <p:cNvSpPr/>
                  <p:nvPr/>
                </p:nvSpPr>
                <p:spPr>
                  <a:xfrm rot="4079154">
                    <a:off x="4630049" y="2922404"/>
                    <a:ext cx="16419" cy="42673"/>
                  </a:xfrm>
                  <a:custGeom>
                    <a:rect b="b" l="l" r="r" t="t"/>
                    <a:pathLst>
                      <a:path extrusionOk="0" h="42654" w="16412">
                        <a:moveTo>
                          <a:pt x="0" y="0"/>
                        </a:moveTo>
                        <a:lnTo>
                          <a:pt x="16412" y="0"/>
                        </a:lnTo>
                        <a:lnTo>
                          <a:pt x="16412" y="42654"/>
                        </a:lnTo>
                        <a:lnTo>
                          <a:pt x="0" y="4265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70" name="Google Shape;1370;p45"/>
                  <p:cNvSpPr/>
                  <p:nvPr/>
                </p:nvSpPr>
                <p:spPr>
                  <a:xfrm rot="4079154">
                    <a:off x="4635747" y="2926140"/>
                    <a:ext cx="8214" cy="42671"/>
                  </a:xfrm>
                  <a:custGeom>
                    <a:rect b="b" l="l" r="r" t="t"/>
                    <a:pathLst>
                      <a:path extrusionOk="0" h="42652" w="8210">
                        <a:moveTo>
                          <a:pt x="0" y="0"/>
                        </a:moveTo>
                        <a:lnTo>
                          <a:pt x="8210" y="0"/>
                        </a:lnTo>
                        <a:lnTo>
                          <a:pt x="8210" y="42653"/>
                        </a:lnTo>
                        <a:lnTo>
                          <a:pt x="0" y="42653"/>
                        </a:lnTo>
                        <a:close/>
                      </a:path>
                    </a:pathLst>
                  </a:custGeom>
                  <a:solidFill>
                    <a:srgbClr val="CDCDC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71" name="Google Shape;1371;p45"/>
                  <p:cNvSpPr/>
                  <p:nvPr/>
                </p:nvSpPr>
                <p:spPr>
                  <a:xfrm>
                    <a:off x="4444586" y="2933565"/>
                    <a:ext cx="190551" cy="95282"/>
                  </a:xfrm>
                  <a:custGeom>
                    <a:rect b="b" l="l" r="r" t="t"/>
                    <a:pathLst>
                      <a:path extrusionOk="0" h="95282" w="190551">
                        <a:moveTo>
                          <a:pt x="16247" y="94575"/>
                        </a:moveTo>
                        <a:cubicBezTo>
                          <a:pt x="10018" y="96756"/>
                          <a:pt x="3245" y="93727"/>
                          <a:pt x="855" y="87793"/>
                        </a:cubicBezTo>
                        <a:cubicBezTo>
                          <a:pt x="-1536" y="81859"/>
                          <a:pt x="1245" y="74992"/>
                          <a:pt x="7255" y="72249"/>
                        </a:cubicBezTo>
                        <a:lnTo>
                          <a:pt x="160236" y="2478"/>
                        </a:lnTo>
                        <a:cubicBezTo>
                          <a:pt x="171133" y="-2494"/>
                          <a:pt x="183192" y="240"/>
                          <a:pt x="186602" y="8679"/>
                        </a:cubicBezTo>
                        <a:lnTo>
                          <a:pt x="189669" y="16280"/>
                        </a:lnTo>
                        <a:cubicBezTo>
                          <a:pt x="193079" y="24719"/>
                          <a:pt x="186278" y="35034"/>
                          <a:pt x="174972" y="38997"/>
                        </a:cubicBezTo>
                        <a:lnTo>
                          <a:pt x="16247" y="94575"/>
                        </a:lnTo>
                        <a:close/>
                      </a:path>
                    </a:pathLst>
                  </a:custGeom>
                  <a:solidFill>
                    <a:srgbClr val="ECECE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72" name="Google Shape;1372;p45"/>
                  <p:cNvSpPr/>
                  <p:nvPr/>
                </p:nvSpPr>
                <p:spPr>
                  <a:xfrm>
                    <a:off x="4444565" y="2933561"/>
                    <a:ext cx="188118" cy="88110"/>
                  </a:xfrm>
                  <a:custGeom>
                    <a:rect b="b" l="l" r="r" t="t"/>
                    <a:pathLst>
                      <a:path extrusionOk="0" h="88110" w="188118">
                        <a:moveTo>
                          <a:pt x="980" y="88111"/>
                        </a:moveTo>
                        <a:lnTo>
                          <a:pt x="188118" y="12444"/>
                        </a:lnTo>
                        <a:lnTo>
                          <a:pt x="186594" y="8672"/>
                        </a:lnTo>
                        <a:cubicBezTo>
                          <a:pt x="183184" y="243"/>
                          <a:pt x="171173" y="-2510"/>
                          <a:pt x="160238" y="2500"/>
                        </a:cubicBezTo>
                        <a:lnTo>
                          <a:pt x="7295" y="72242"/>
                        </a:lnTo>
                        <a:cubicBezTo>
                          <a:pt x="1228" y="74986"/>
                          <a:pt x="-1534" y="81891"/>
                          <a:pt x="857" y="87797"/>
                        </a:cubicBezTo>
                        <a:lnTo>
                          <a:pt x="980" y="8811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373" name="Google Shape;1373;p45"/>
                <p:cNvSpPr/>
                <p:nvPr/>
              </p:nvSpPr>
              <p:spPr>
                <a:xfrm>
                  <a:off x="4644428" y="2968037"/>
                  <a:ext cx="49939" cy="507730"/>
                </a:xfrm>
                <a:custGeom>
                  <a:rect b="b" l="l" r="r" t="t"/>
                  <a:pathLst>
                    <a:path extrusionOk="0" h="507730" w="49939">
                      <a:moveTo>
                        <a:pt x="49940" y="507730"/>
                      </a:moveTo>
                      <a:lnTo>
                        <a:pt x="0" y="507730"/>
                      </a:lnTo>
                      <a:lnTo>
                        <a:pt x="12211" y="12487"/>
                      </a:lnTo>
                      <a:cubicBezTo>
                        <a:pt x="12344" y="5563"/>
                        <a:pt x="18050" y="0"/>
                        <a:pt x="24965" y="0"/>
                      </a:cubicBezTo>
                      <a:cubicBezTo>
                        <a:pt x="31890" y="0"/>
                        <a:pt x="37586" y="5563"/>
                        <a:pt x="37719" y="12487"/>
                      </a:cubicBezTo>
                      <a:lnTo>
                        <a:pt x="49940" y="50773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4" name="Google Shape;1374;p45"/>
                <p:cNvSpPr/>
                <p:nvPr/>
              </p:nvSpPr>
              <p:spPr>
                <a:xfrm>
                  <a:off x="4669402" y="2968037"/>
                  <a:ext cx="24965" cy="507730"/>
                </a:xfrm>
                <a:custGeom>
                  <a:rect b="b" l="l" r="r" t="t"/>
                  <a:pathLst>
                    <a:path extrusionOk="0" h="507730" w="24965">
                      <a:moveTo>
                        <a:pt x="24965" y="507730"/>
                      </a:moveTo>
                      <a:lnTo>
                        <a:pt x="0" y="507730"/>
                      </a:lnTo>
                      <a:lnTo>
                        <a:pt x="0" y="0"/>
                      </a:lnTo>
                      <a:cubicBezTo>
                        <a:pt x="6925" y="0"/>
                        <a:pt x="12621" y="5563"/>
                        <a:pt x="12754" y="12487"/>
                      </a:cubicBezTo>
                      <a:lnTo>
                        <a:pt x="24965" y="507730"/>
                      </a:lnTo>
                      <a:close/>
                    </a:path>
                  </a:pathLst>
                </a:custGeom>
                <a:solidFill>
                  <a:srgbClr val="ECECE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5" name="Google Shape;1375;p45"/>
                <p:cNvSpPr/>
                <p:nvPr/>
              </p:nvSpPr>
              <p:spPr>
                <a:xfrm>
                  <a:off x="4647123" y="2906563"/>
                  <a:ext cx="44557" cy="44557"/>
                </a:xfrm>
                <a:custGeom>
                  <a:rect b="b" l="l" r="r" t="t"/>
                  <a:pathLst>
                    <a:path extrusionOk="0" h="44557" w="44557">
                      <a:moveTo>
                        <a:pt x="44558" y="22279"/>
                      </a:moveTo>
                      <a:cubicBezTo>
                        <a:pt x="44558" y="34583"/>
                        <a:pt x="34583" y="44558"/>
                        <a:pt x="22279" y="44558"/>
                      </a:cubicBezTo>
                      <a:cubicBezTo>
                        <a:pt x="9975" y="44558"/>
                        <a:pt x="0" y="34583"/>
                        <a:pt x="0" y="22279"/>
                      </a:cubicBezTo>
                      <a:cubicBezTo>
                        <a:pt x="0" y="9975"/>
                        <a:pt x="9975" y="0"/>
                        <a:pt x="22279" y="0"/>
                      </a:cubicBezTo>
                      <a:cubicBezTo>
                        <a:pt x="34583" y="0"/>
                        <a:pt x="44558" y="9975"/>
                        <a:pt x="44558" y="22279"/>
                      </a:cubicBezTo>
                      <a:close/>
                    </a:path>
                  </a:pathLst>
                </a:custGeom>
                <a:solidFill>
                  <a:srgbClr val="49474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6" name="Google Shape;1376;p45"/>
                <p:cNvSpPr/>
                <p:nvPr/>
              </p:nvSpPr>
              <p:spPr>
                <a:xfrm>
                  <a:off x="4656115" y="2915554"/>
                  <a:ext cx="26574" cy="26574"/>
                </a:xfrm>
                <a:custGeom>
                  <a:rect b="b" l="l" r="r" t="t"/>
                  <a:pathLst>
                    <a:path extrusionOk="0" h="26574" w="26574">
                      <a:moveTo>
                        <a:pt x="26575" y="13287"/>
                      </a:moveTo>
                      <a:cubicBezTo>
                        <a:pt x="26575" y="20631"/>
                        <a:pt x="20622" y="26575"/>
                        <a:pt x="13287" y="26575"/>
                      </a:cubicBezTo>
                      <a:cubicBezTo>
                        <a:pt x="5953" y="26575"/>
                        <a:pt x="0" y="20622"/>
                        <a:pt x="0" y="13287"/>
                      </a:cubicBezTo>
                      <a:cubicBezTo>
                        <a:pt x="0" y="5953"/>
                        <a:pt x="5953" y="0"/>
                        <a:pt x="13287" y="0"/>
                      </a:cubicBezTo>
                      <a:cubicBezTo>
                        <a:pt x="20631" y="0"/>
                        <a:pt x="26575" y="5953"/>
                        <a:pt x="26575" y="13287"/>
                      </a:cubicBezTo>
                      <a:close/>
                    </a:path>
                  </a:pathLst>
                </a:custGeom>
                <a:solidFill>
                  <a:srgbClr val="494748">
                    <a:alpha val="498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77" name="Google Shape;1377;p45"/>
              <p:cNvGrpSpPr/>
              <p:nvPr/>
            </p:nvGrpSpPr>
            <p:grpSpPr>
              <a:xfrm>
                <a:off x="6129270" y="3357171"/>
                <a:ext cx="384790" cy="118348"/>
                <a:chOff x="6129270" y="3357171"/>
                <a:chExt cx="384790" cy="118348"/>
              </a:xfrm>
            </p:grpSpPr>
            <p:sp>
              <p:nvSpPr>
                <p:cNvPr id="1378" name="Google Shape;1378;p45"/>
                <p:cNvSpPr/>
                <p:nvPr/>
              </p:nvSpPr>
              <p:spPr>
                <a:xfrm>
                  <a:off x="6228692" y="3357171"/>
                  <a:ext cx="285368" cy="118348"/>
                </a:xfrm>
                <a:custGeom>
                  <a:rect b="b" l="l" r="r" t="t"/>
                  <a:pathLst>
                    <a:path extrusionOk="0" h="118348" w="285368">
                      <a:moveTo>
                        <a:pt x="285369" y="104642"/>
                      </a:moveTo>
                      <a:cubicBezTo>
                        <a:pt x="285369" y="109376"/>
                        <a:pt x="284693" y="113967"/>
                        <a:pt x="283588" y="118348"/>
                      </a:cubicBezTo>
                      <a:lnTo>
                        <a:pt x="1819" y="118348"/>
                      </a:lnTo>
                      <a:cubicBezTo>
                        <a:pt x="676" y="113967"/>
                        <a:pt x="0" y="109376"/>
                        <a:pt x="0" y="104642"/>
                      </a:cubicBezTo>
                      <a:cubicBezTo>
                        <a:pt x="0" y="94602"/>
                        <a:pt x="2705" y="85173"/>
                        <a:pt x="7401" y="77057"/>
                      </a:cubicBezTo>
                      <a:cubicBezTo>
                        <a:pt x="16936" y="60503"/>
                        <a:pt x="34776" y="49397"/>
                        <a:pt x="55245" y="49397"/>
                      </a:cubicBezTo>
                      <a:cubicBezTo>
                        <a:pt x="63713" y="49397"/>
                        <a:pt x="71685" y="51359"/>
                        <a:pt x="78877" y="54740"/>
                      </a:cubicBezTo>
                      <a:cubicBezTo>
                        <a:pt x="86849" y="23308"/>
                        <a:pt x="115291" y="0"/>
                        <a:pt x="149209" y="0"/>
                      </a:cubicBezTo>
                      <a:cubicBezTo>
                        <a:pt x="169173" y="0"/>
                        <a:pt x="187262" y="8049"/>
                        <a:pt x="200358" y="21107"/>
                      </a:cubicBezTo>
                      <a:cubicBezTo>
                        <a:pt x="208579" y="29261"/>
                        <a:pt x="214884" y="39329"/>
                        <a:pt x="218475" y="50654"/>
                      </a:cubicBezTo>
                      <a:cubicBezTo>
                        <a:pt x="222218" y="49835"/>
                        <a:pt x="226123" y="49406"/>
                        <a:pt x="230114" y="49406"/>
                      </a:cubicBezTo>
                      <a:cubicBezTo>
                        <a:pt x="260633" y="49397"/>
                        <a:pt x="285369" y="74143"/>
                        <a:pt x="285369" y="104642"/>
                      </a:cubicBezTo>
                      <a:close/>
                    </a:path>
                  </a:pathLst>
                </a:custGeom>
                <a:solidFill>
                  <a:srgbClr val="4BBC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9" name="Google Shape;1379;p45"/>
                <p:cNvSpPr/>
                <p:nvPr/>
              </p:nvSpPr>
              <p:spPr>
                <a:xfrm>
                  <a:off x="6129270" y="3393176"/>
                  <a:ext cx="198548" cy="82343"/>
                </a:xfrm>
                <a:custGeom>
                  <a:rect b="b" l="l" r="r" t="t"/>
                  <a:pathLst>
                    <a:path extrusionOk="0" h="82343" w="198548">
                      <a:moveTo>
                        <a:pt x="198549" y="72809"/>
                      </a:moveTo>
                      <a:cubicBezTo>
                        <a:pt x="198549" y="76105"/>
                        <a:pt x="198082" y="79296"/>
                        <a:pt x="197310" y="82344"/>
                      </a:cubicBezTo>
                      <a:lnTo>
                        <a:pt x="1267" y="82344"/>
                      </a:lnTo>
                      <a:cubicBezTo>
                        <a:pt x="476" y="79296"/>
                        <a:pt x="0" y="76105"/>
                        <a:pt x="0" y="72809"/>
                      </a:cubicBezTo>
                      <a:cubicBezTo>
                        <a:pt x="0" y="65827"/>
                        <a:pt x="1886" y="59265"/>
                        <a:pt x="5153" y="53616"/>
                      </a:cubicBezTo>
                      <a:cubicBezTo>
                        <a:pt x="11792" y="42100"/>
                        <a:pt x="24193" y="34376"/>
                        <a:pt x="38443" y="34376"/>
                      </a:cubicBezTo>
                      <a:cubicBezTo>
                        <a:pt x="44339" y="34376"/>
                        <a:pt x="49883" y="35738"/>
                        <a:pt x="54883" y="38091"/>
                      </a:cubicBezTo>
                      <a:cubicBezTo>
                        <a:pt x="60436" y="16221"/>
                        <a:pt x="80220" y="0"/>
                        <a:pt x="103823" y="0"/>
                      </a:cubicBezTo>
                      <a:cubicBezTo>
                        <a:pt x="117719" y="0"/>
                        <a:pt x="130302" y="5601"/>
                        <a:pt x="139408" y="14688"/>
                      </a:cubicBezTo>
                      <a:cubicBezTo>
                        <a:pt x="145133" y="20355"/>
                        <a:pt x="149514" y="27365"/>
                        <a:pt x="152009" y="35242"/>
                      </a:cubicBezTo>
                      <a:cubicBezTo>
                        <a:pt x="154610" y="34671"/>
                        <a:pt x="157334" y="34376"/>
                        <a:pt x="160106" y="34376"/>
                      </a:cubicBezTo>
                      <a:cubicBezTo>
                        <a:pt x="181337" y="34376"/>
                        <a:pt x="198549" y="51587"/>
                        <a:pt x="198549" y="72809"/>
                      </a:cubicBezTo>
                      <a:close/>
                    </a:path>
                  </a:pathLst>
                </a:custGeom>
                <a:solidFill>
                  <a:srgbClr val="01944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80" name="Google Shape;1380;p45"/>
              <p:cNvGrpSpPr/>
              <p:nvPr/>
            </p:nvGrpSpPr>
            <p:grpSpPr>
              <a:xfrm>
                <a:off x="6951726" y="2207523"/>
                <a:ext cx="760170" cy="1276921"/>
                <a:chOff x="6951726" y="2207523"/>
                <a:chExt cx="760170" cy="1276921"/>
              </a:xfrm>
            </p:grpSpPr>
            <p:grpSp>
              <p:nvGrpSpPr>
                <p:cNvPr id="1381" name="Google Shape;1381;p45"/>
                <p:cNvGrpSpPr/>
                <p:nvPr/>
              </p:nvGrpSpPr>
              <p:grpSpPr>
                <a:xfrm>
                  <a:off x="6982358" y="2527906"/>
                  <a:ext cx="243734" cy="943355"/>
                  <a:chOff x="6982358" y="2527906"/>
                  <a:chExt cx="243734" cy="943355"/>
                </a:xfrm>
              </p:grpSpPr>
              <p:sp>
                <p:nvSpPr>
                  <p:cNvPr id="1382" name="Google Shape;1382;p45"/>
                  <p:cNvSpPr/>
                  <p:nvPr/>
                </p:nvSpPr>
                <p:spPr>
                  <a:xfrm>
                    <a:off x="6982386" y="2550432"/>
                    <a:ext cx="243706" cy="920829"/>
                  </a:xfrm>
                  <a:custGeom>
                    <a:rect b="b" l="l" r="r" t="t"/>
                    <a:pathLst>
                      <a:path extrusionOk="0" h="920829" w="243706">
                        <a:moveTo>
                          <a:pt x="243707" y="920829"/>
                        </a:moveTo>
                        <a:lnTo>
                          <a:pt x="0" y="920829"/>
                        </a:lnTo>
                        <a:lnTo>
                          <a:pt x="42986" y="278911"/>
                        </a:lnTo>
                        <a:lnTo>
                          <a:pt x="45682" y="238306"/>
                        </a:lnTo>
                        <a:lnTo>
                          <a:pt x="48587" y="195215"/>
                        </a:lnTo>
                        <a:lnTo>
                          <a:pt x="50663" y="164687"/>
                        </a:lnTo>
                        <a:lnTo>
                          <a:pt x="51292" y="154619"/>
                        </a:lnTo>
                        <a:lnTo>
                          <a:pt x="51816" y="147352"/>
                        </a:lnTo>
                        <a:lnTo>
                          <a:pt x="54197" y="111528"/>
                        </a:lnTo>
                        <a:lnTo>
                          <a:pt x="54616" y="105709"/>
                        </a:lnTo>
                        <a:lnTo>
                          <a:pt x="55759" y="88373"/>
                        </a:lnTo>
                        <a:lnTo>
                          <a:pt x="56902" y="70923"/>
                        </a:lnTo>
                        <a:lnTo>
                          <a:pt x="58560" y="46730"/>
                        </a:lnTo>
                        <a:lnTo>
                          <a:pt x="59703" y="29394"/>
                        </a:lnTo>
                        <a:lnTo>
                          <a:pt x="61674" y="0"/>
                        </a:lnTo>
                        <a:lnTo>
                          <a:pt x="182023" y="0"/>
                        </a:lnTo>
                        <a:lnTo>
                          <a:pt x="183995" y="29394"/>
                        </a:lnTo>
                        <a:lnTo>
                          <a:pt x="185138" y="46730"/>
                        </a:lnTo>
                        <a:lnTo>
                          <a:pt x="186795" y="70923"/>
                        </a:lnTo>
                        <a:lnTo>
                          <a:pt x="187938" y="88373"/>
                        </a:lnTo>
                        <a:lnTo>
                          <a:pt x="189081" y="105709"/>
                        </a:lnTo>
                        <a:lnTo>
                          <a:pt x="189500" y="111528"/>
                        </a:lnTo>
                        <a:lnTo>
                          <a:pt x="191891" y="147352"/>
                        </a:lnTo>
                        <a:lnTo>
                          <a:pt x="192405" y="154619"/>
                        </a:lnTo>
                        <a:lnTo>
                          <a:pt x="193024" y="164687"/>
                        </a:lnTo>
                        <a:lnTo>
                          <a:pt x="195110" y="195215"/>
                        </a:lnTo>
                        <a:lnTo>
                          <a:pt x="198015" y="238306"/>
                        </a:lnTo>
                        <a:lnTo>
                          <a:pt x="200711" y="278911"/>
                        </a:lnTo>
                        <a:close/>
                      </a:path>
                    </a:pathLst>
                  </a:custGeom>
                  <a:solidFill>
                    <a:srgbClr val="0B769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83" name="Google Shape;1383;p45"/>
                  <p:cNvSpPr/>
                  <p:nvPr/>
                </p:nvSpPr>
                <p:spPr>
                  <a:xfrm>
                    <a:off x="6982358" y="2550404"/>
                    <a:ext cx="121881" cy="920857"/>
                  </a:xfrm>
                  <a:custGeom>
                    <a:rect b="b" l="l" r="r" t="t"/>
                    <a:pathLst>
                      <a:path extrusionOk="0" h="920857" w="121881">
                        <a:moveTo>
                          <a:pt x="121882" y="0"/>
                        </a:moveTo>
                        <a:lnTo>
                          <a:pt x="121882" y="920858"/>
                        </a:lnTo>
                        <a:lnTo>
                          <a:pt x="0" y="920858"/>
                        </a:lnTo>
                        <a:lnTo>
                          <a:pt x="61713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84" name="Google Shape;1384;p45"/>
                  <p:cNvSpPr/>
                  <p:nvPr/>
                </p:nvSpPr>
                <p:spPr>
                  <a:xfrm>
                    <a:off x="7040946" y="2579827"/>
                    <a:ext cx="126577" cy="17335"/>
                  </a:xfrm>
                  <a:custGeom>
                    <a:rect b="b" l="l" r="r" t="t"/>
                    <a:pathLst>
                      <a:path extrusionOk="0" h="17335" w="126577">
                        <a:moveTo>
                          <a:pt x="126578" y="17335"/>
                        </a:moveTo>
                        <a:lnTo>
                          <a:pt x="0" y="17335"/>
                        </a:lnTo>
                        <a:lnTo>
                          <a:pt x="1143" y="0"/>
                        </a:lnTo>
                        <a:lnTo>
                          <a:pt x="125435" y="0"/>
                        </a:lnTo>
                        <a:close/>
                      </a:path>
                    </a:pathLst>
                  </a:custGeom>
                  <a:solidFill>
                    <a:srgbClr val="F2A98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85" name="Google Shape;1385;p45"/>
                  <p:cNvSpPr/>
                  <p:nvPr/>
                </p:nvSpPr>
                <p:spPr>
                  <a:xfrm>
                    <a:off x="7037003" y="2638805"/>
                    <a:ext cx="134464" cy="17335"/>
                  </a:xfrm>
                  <a:custGeom>
                    <a:rect b="b" l="l" r="r" t="t"/>
                    <a:pathLst>
                      <a:path extrusionOk="0" h="17335" w="134464">
                        <a:moveTo>
                          <a:pt x="134464" y="17336"/>
                        </a:moveTo>
                        <a:lnTo>
                          <a:pt x="0" y="17336"/>
                        </a:lnTo>
                        <a:lnTo>
                          <a:pt x="1143" y="0"/>
                        </a:lnTo>
                        <a:lnTo>
                          <a:pt x="133322" y="0"/>
                        </a:lnTo>
                        <a:close/>
                      </a:path>
                    </a:pathLst>
                  </a:custGeom>
                  <a:solidFill>
                    <a:srgbClr val="F2A98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86" name="Google Shape;1386;p45"/>
                  <p:cNvSpPr/>
                  <p:nvPr/>
                </p:nvSpPr>
                <p:spPr>
                  <a:xfrm>
                    <a:off x="7033050" y="2697784"/>
                    <a:ext cx="142360" cy="17335"/>
                  </a:xfrm>
                  <a:custGeom>
                    <a:rect b="b" l="l" r="r" t="t"/>
                    <a:pathLst>
                      <a:path extrusionOk="0" h="17335" w="142360">
                        <a:moveTo>
                          <a:pt x="142361" y="17336"/>
                        </a:moveTo>
                        <a:lnTo>
                          <a:pt x="0" y="17336"/>
                        </a:lnTo>
                        <a:lnTo>
                          <a:pt x="629" y="7268"/>
                        </a:lnTo>
                        <a:lnTo>
                          <a:pt x="1153" y="0"/>
                        </a:lnTo>
                        <a:lnTo>
                          <a:pt x="141227" y="0"/>
                        </a:lnTo>
                        <a:lnTo>
                          <a:pt x="141742" y="7268"/>
                        </a:lnTo>
                        <a:close/>
                      </a:path>
                    </a:pathLst>
                  </a:custGeom>
                  <a:solidFill>
                    <a:srgbClr val="F2A98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87" name="Google Shape;1387;p45"/>
                  <p:cNvSpPr/>
                  <p:nvPr/>
                </p:nvSpPr>
                <p:spPr>
                  <a:xfrm>
                    <a:off x="7040946" y="2579827"/>
                    <a:ext cx="63341" cy="17335"/>
                  </a:xfrm>
                  <a:custGeom>
                    <a:rect b="b" l="l" r="r" t="t"/>
                    <a:pathLst>
                      <a:path extrusionOk="0" h="17335" w="63341">
                        <a:moveTo>
                          <a:pt x="63341" y="0"/>
                        </a:moveTo>
                        <a:lnTo>
                          <a:pt x="63341" y="17335"/>
                        </a:lnTo>
                        <a:lnTo>
                          <a:pt x="0" y="17335"/>
                        </a:lnTo>
                        <a:lnTo>
                          <a:pt x="1143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88" name="Google Shape;1388;p45"/>
                  <p:cNvSpPr/>
                  <p:nvPr/>
                </p:nvSpPr>
                <p:spPr>
                  <a:xfrm>
                    <a:off x="7037003" y="2638805"/>
                    <a:ext cx="67284" cy="17335"/>
                  </a:xfrm>
                  <a:custGeom>
                    <a:rect b="b" l="l" r="r" t="t"/>
                    <a:pathLst>
                      <a:path extrusionOk="0" h="17335" w="67284">
                        <a:moveTo>
                          <a:pt x="67285" y="0"/>
                        </a:moveTo>
                        <a:lnTo>
                          <a:pt x="67285" y="17336"/>
                        </a:lnTo>
                        <a:lnTo>
                          <a:pt x="0" y="17336"/>
                        </a:lnTo>
                        <a:lnTo>
                          <a:pt x="1143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89" name="Google Shape;1389;p45"/>
                  <p:cNvSpPr/>
                  <p:nvPr/>
                </p:nvSpPr>
                <p:spPr>
                  <a:xfrm>
                    <a:off x="7033050" y="2697784"/>
                    <a:ext cx="71237" cy="17335"/>
                  </a:xfrm>
                  <a:custGeom>
                    <a:rect b="b" l="l" r="r" t="t"/>
                    <a:pathLst>
                      <a:path extrusionOk="0" h="17335" w="71237">
                        <a:moveTo>
                          <a:pt x="71238" y="0"/>
                        </a:moveTo>
                        <a:lnTo>
                          <a:pt x="71238" y="17336"/>
                        </a:lnTo>
                        <a:lnTo>
                          <a:pt x="0" y="17336"/>
                        </a:lnTo>
                        <a:lnTo>
                          <a:pt x="629" y="7268"/>
                        </a:lnTo>
                        <a:lnTo>
                          <a:pt x="1153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90" name="Google Shape;1390;p45"/>
                  <p:cNvSpPr/>
                  <p:nvPr/>
                </p:nvSpPr>
                <p:spPr>
                  <a:xfrm>
                    <a:off x="7033050" y="2527906"/>
                    <a:ext cx="142360" cy="22536"/>
                  </a:xfrm>
                  <a:custGeom>
                    <a:rect b="b" l="l" r="r" t="t"/>
                    <a:pathLst>
                      <a:path extrusionOk="0" h="22536" w="142360">
                        <a:moveTo>
                          <a:pt x="0" y="0"/>
                        </a:moveTo>
                        <a:lnTo>
                          <a:pt x="142361" y="0"/>
                        </a:lnTo>
                        <a:lnTo>
                          <a:pt x="142361" y="22536"/>
                        </a:lnTo>
                        <a:lnTo>
                          <a:pt x="0" y="22536"/>
                        </a:lnTo>
                        <a:close/>
                      </a:path>
                    </a:pathLst>
                  </a:custGeom>
                  <a:solidFill>
                    <a:srgbClr val="49474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91" name="Google Shape;1391;p45"/>
                  <p:cNvSpPr/>
                  <p:nvPr/>
                </p:nvSpPr>
                <p:spPr>
                  <a:xfrm>
                    <a:off x="7104240" y="2527906"/>
                    <a:ext cx="71180" cy="22536"/>
                  </a:xfrm>
                  <a:custGeom>
                    <a:rect b="b" l="l" r="r" t="t"/>
                    <a:pathLst>
                      <a:path extrusionOk="0" h="22536" w="71180">
                        <a:moveTo>
                          <a:pt x="0" y="0"/>
                        </a:moveTo>
                        <a:lnTo>
                          <a:pt x="71180" y="0"/>
                        </a:lnTo>
                        <a:lnTo>
                          <a:pt x="71180" y="22536"/>
                        </a:lnTo>
                        <a:lnTo>
                          <a:pt x="0" y="22536"/>
                        </a:lnTo>
                        <a:close/>
                      </a:path>
                    </a:pathLst>
                  </a:custGeom>
                  <a:solidFill>
                    <a:srgbClr val="494748">
                      <a:alpha val="498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392" name="Google Shape;1392;p45"/>
                <p:cNvSpPr/>
                <p:nvPr/>
              </p:nvSpPr>
              <p:spPr>
                <a:xfrm>
                  <a:off x="7104287" y="2458802"/>
                  <a:ext cx="52654" cy="52654"/>
                </a:xfrm>
                <a:custGeom>
                  <a:rect b="b" l="l" r="r" t="t"/>
                  <a:pathLst>
                    <a:path extrusionOk="0" h="52654" w="52654">
                      <a:moveTo>
                        <a:pt x="52654" y="26327"/>
                      </a:moveTo>
                      <a:cubicBezTo>
                        <a:pt x="52654" y="40862"/>
                        <a:pt x="40872" y="52654"/>
                        <a:pt x="26327" y="52654"/>
                      </a:cubicBezTo>
                      <a:cubicBezTo>
                        <a:pt x="11782" y="52654"/>
                        <a:pt x="0" y="40872"/>
                        <a:pt x="0" y="26327"/>
                      </a:cubicBezTo>
                      <a:cubicBezTo>
                        <a:pt x="0" y="11782"/>
                        <a:pt x="11782" y="0"/>
                        <a:pt x="26327" y="0"/>
                      </a:cubicBezTo>
                      <a:cubicBezTo>
                        <a:pt x="40862" y="0"/>
                        <a:pt x="52654" y="11782"/>
                        <a:pt x="52654" y="26327"/>
                      </a:cubicBezTo>
                      <a:close/>
                    </a:path>
                  </a:pathLst>
                </a:custGeom>
                <a:solidFill>
                  <a:srgbClr val="F6FAF3">
                    <a:alpha val="298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3" name="Google Shape;1393;p45"/>
                <p:cNvSpPr/>
                <p:nvPr/>
              </p:nvSpPr>
              <p:spPr>
                <a:xfrm>
                  <a:off x="7104286" y="2207523"/>
                  <a:ext cx="607610" cy="235458"/>
                </a:xfrm>
                <a:custGeom>
                  <a:rect b="b" l="l" r="r" t="t"/>
                  <a:pathLst>
                    <a:path extrusionOk="0" h="235458" w="607610">
                      <a:moveTo>
                        <a:pt x="607611" y="163773"/>
                      </a:moveTo>
                      <a:lnTo>
                        <a:pt x="607611" y="163773"/>
                      </a:lnTo>
                      <a:cubicBezTo>
                        <a:pt x="607515" y="203387"/>
                        <a:pt x="575378" y="235458"/>
                        <a:pt x="535754" y="235458"/>
                      </a:cubicBezTo>
                      <a:lnTo>
                        <a:pt x="1020" y="235458"/>
                      </a:lnTo>
                      <a:cubicBezTo>
                        <a:pt x="649" y="235096"/>
                        <a:pt x="411" y="234868"/>
                        <a:pt x="39" y="234496"/>
                      </a:cubicBezTo>
                      <a:cubicBezTo>
                        <a:pt x="-1475" y="181451"/>
                        <a:pt x="40987" y="138055"/>
                        <a:pt x="93689" y="138055"/>
                      </a:cubicBezTo>
                      <a:cubicBezTo>
                        <a:pt x="104948" y="138055"/>
                        <a:pt x="115606" y="140189"/>
                        <a:pt x="125674" y="143761"/>
                      </a:cubicBezTo>
                      <a:cubicBezTo>
                        <a:pt x="126046" y="143894"/>
                        <a:pt x="126436" y="143713"/>
                        <a:pt x="126589" y="143361"/>
                      </a:cubicBezTo>
                      <a:cubicBezTo>
                        <a:pt x="146753" y="96603"/>
                        <a:pt x="193178" y="63903"/>
                        <a:pt x="247318" y="63903"/>
                      </a:cubicBezTo>
                      <a:cubicBezTo>
                        <a:pt x="267854" y="63903"/>
                        <a:pt x="287171" y="68732"/>
                        <a:pt x="304335" y="76971"/>
                      </a:cubicBezTo>
                      <a:cubicBezTo>
                        <a:pt x="304677" y="77133"/>
                        <a:pt x="305068" y="77019"/>
                        <a:pt x="305268" y="76695"/>
                      </a:cubicBezTo>
                      <a:cubicBezTo>
                        <a:pt x="334253" y="30775"/>
                        <a:pt x="385373" y="0"/>
                        <a:pt x="443847" y="0"/>
                      </a:cubicBezTo>
                      <a:cubicBezTo>
                        <a:pt x="534316" y="0"/>
                        <a:pt x="607611" y="73419"/>
                        <a:pt x="607611" y="163773"/>
                      </a:cubicBezTo>
                      <a:close/>
                    </a:path>
                  </a:pathLst>
                </a:custGeom>
                <a:solidFill>
                  <a:srgbClr val="F6FAF3">
                    <a:alpha val="298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4" name="Google Shape;1394;p45"/>
                <p:cNvSpPr/>
                <p:nvPr/>
              </p:nvSpPr>
              <p:spPr>
                <a:xfrm>
                  <a:off x="7220714" y="2464688"/>
                  <a:ext cx="241389" cy="93535"/>
                </a:xfrm>
                <a:custGeom>
                  <a:rect b="b" l="l" r="r" t="t"/>
                  <a:pathLst>
                    <a:path extrusionOk="0" h="93535" w="241389">
                      <a:moveTo>
                        <a:pt x="241389" y="65056"/>
                      </a:moveTo>
                      <a:cubicBezTo>
                        <a:pt x="241389" y="65161"/>
                        <a:pt x="241389" y="65256"/>
                        <a:pt x="241389" y="65361"/>
                      </a:cubicBezTo>
                      <a:cubicBezTo>
                        <a:pt x="241313" y="81077"/>
                        <a:pt x="227978" y="93536"/>
                        <a:pt x="212262" y="93536"/>
                      </a:cubicBezTo>
                      <a:lnTo>
                        <a:pt x="102" y="93536"/>
                      </a:lnTo>
                      <a:cubicBezTo>
                        <a:pt x="74" y="93507"/>
                        <a:pt x="54" y="93488"/>
                        <a:pt x="26" y="93469"/>
                      </a:cubicBezTo>
                      <a:cubicBezTo>
                        <a:pt x="-755" y="72257"/>
                        <a:pt x="16180" y="54845"/>
                        <a:pt x="37221" y="54845"/>
                      </a:cubicBezTo>
                      <a:cubicBezTo>
                        <a:pt x="41784" y="54845"/>
                        <a:pt x="46108" y="55731"/>
                        <a:pt x="50185" y="57198"/>
                      </a:cubicBezTo>
                      <a:cubicBezTo>
                        <a:pt x="58138" y="38491"/>
                        <a:pt x="76654" y="25384"/>
                        <a:pt x="98257" y="25384"/>
                      </a:cubicBezTo>
                      <a:cubicBezTo>
                        <a:pt x="106506" y="25384"/>
                        <a:pt x="114269" y="27346"/>
                        <a:pt x="121136" y="30690"/>
                      </a:cubicBezTo>
                      <a:cubicBezTo>
                        <a:pt x="132623" y="12325"/>
                        <a:pt x="153007" y="0"/>
                        <a:pt x="176324" y="0"/>
                      </a:cubicBezTo>
                      <a:cubicBezTo>
                        <a:pt x="212271" y="0"/>
                        <a:pt x="241389" y="29166"/>
                        <a:pt x="241389" y="65056"/>
                      </a:cubicBezTo>
                      <a:close/>
                    </a:path>
                  </a:pathLst>
                </a:custGeom>
                <a:solidFill>
                  <a:srgbClr val="F6FAF3">
                    <a:alpha val="298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5" name="Google Shape;1395;p45"/>
                <p:cNvSpPr/>
                <p:nvPr/>
              </p:nvSpPr>
              <p:spPr>
                <a:xfrm>
                  <a:off x="6951726" y="3311871"/>
                  <a:ext cx="305019" cy="159362"/>
                </a:xfrm>
                <a:custGeom>
                  <a:rect b="b" l="l" r="r" t="t"/>
                  <a:pathLst>
                    <a:path extrusionOk="0" h="159362" w="305019">
                      <a:moveTo>
                        <a:pt x="0" y="0"/>
                      </a:moveTo>
                      <a:lnTo>
                        <a:pt x="305019" y="0"/>
                      </a:lnTo>
                      <a:lnTo>
                        <a:pt x="305019" y="159363"/>
                      </a:lnTo>
                      <a:lnTo>
                        <a:pt x="0" y="159363"/>
                      </a:lnTo>
                      <a:close/>
                    </a:path>
                  </a:pathLst>
                </a:custGeom>
                <a:solidFill>
                  <a:srgbClr val="2A40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6" name="Google Shape;1396;p45"/>
                <p:cNvSpPr/>
                <p:nvPr/>
              </p:nvSpPr>
              <p:spPr>
                <a:xfrm>
                  <a:off x="6951726" y="3311871"/>
                  <a:ext cx="154019" cy="159362"/>
                </a:xfrm>
                <a:custGeom>
                  <a:rect b="b" l="l" r="r" t="t"/>
                  <a:pathLst>
                    <a:path extrusionOk="0" h="159362" w="154019">
                      <a:moveTo>
                        <a:pt x="0" y="0"/>
                      </a:moveTo>
                      <a:lnTo>
                        <a:pt x="154019" y="0"/>
                      </a:lnTo>
                      <a:lnTo>
                        <a:pt x="154019" y="159363"/>
                      </a:lnTo>
                      <a:lnTo>
                        <a:pt x="0" y="159363"/>
                      </a:lnTo>
                      <a:close/>
                    </a:path>
                  </a:pathLst>
                </a:custGeom>
                <a:solidFill>
                  <a:srgbClr val="3E546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397" name="Google Shape;1397;p45"/>
                <p:cNvGrpSpPr/>
                <p:nvPr/>
              </p:nvGrpSpPr>
              <p:grpSpPr>
                <a:xfrm>
                  <a:off x="7167876" y="3389156"/>
                  <a:ext cx="47929" cy="95288"/>
                  <a:chOff x="7167876" y="3389156"/>
                  <a:chExt cx="47929" cy="95288"/>
                </a:xfrm>
              </p:grpSpPr>
              <p:sp>
                <p:nvSpPr>
                  <p:cNvPr id="1398" name="Google Shape;1398;p45"/>
                  <p:cNvSpPr/>
                  <p:nvPr/>
                </p:nvSpPr>
                <p:spPr>
                  <a:xfrm>
                    <a:off x="7168257" y="3389156"/>
                    <a:ext cx="46358" cy="46367"/>
                  </a:xfrm>
                  <a:custGeom>
                    <a:rect b="b" l="l" r="r" t="t"/>
                    <a:pathLst>
                      <a:path extrusionOk="0" h="46367" w="46358">
                        <a:moveTo>
                          <a:pt x="46358" y="23184"/>
                        </a:moveTo>
                        <a:cubicBezTo>
                          <a:pt x="46358" y="35985"/>
                          <a:pt x="35976" y="46368"/>
                          <a:pt x="23174" y="46368"/>
                        </a:cubicBezTo>
                        <a:cubicBezTo>
                          <a:pt x="10373" y="46368"/>
                          <a:pt x="0" y="35985"/>
                          <a:pt x="0" y="23184"/>
                        </a:cubicBezTo>
                        <a:cubicBezTo>
                          <a:pt x="0" y="10382"/>
                          <a:pt x="10373" y="0"/>
                          <a:pt x="23174" y="0"/>
                        </a:cubicBezTo>
                        <a:cubicBezTo>
                          <a:pt x="35986" y="0"/>
                          <a:pt x="46358" y="10373"/>
                          <a:pt x="46358" y="23184"/>
                        </a:cubicBezTo>
                        <a:close/>
                      </a:path>
                    </a:pathLst>
                  </a:custGeom>
                  <a:solidFill>
                    <a:srgbClr val="7D972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99" name="Google Shape;1399;p45"/>
                  <p:cNvSpPr/>
                  <p:nvPr/>
                </p:nvSpPr>
                <p:spPr>
                  <a:xfrm>
                    <a:off x="7170524" y="3391776"/>
                    <a:ext cx="41776" cy="90058"/>
                  </a:xfrm>
                  <a:custGeom>
                    <a:rect b="b" l="l" r="r" t="t"/>
                    <a:pathLst>
                      <a:path extrusionOk="0" h="90058" w="41776">
                        <a:moveTo>
                          <a:pt x="41777" y="90059"/>
                        </a:moveTo>
                        <a:lnTo>
                          <a:pt x="0" y="90059"/>
                        </a:lnTo>
                        <a:lnTo>
                          <a:pt x="0" y="20888"/>
                        </a:lnTo>
                        <a:cubicBezTo>
                          <a:pt x="0" y="9354"/>
                          <a:pt x="9353" y="0"/>
                          <a:pt x="20888" y="0"/>
                        </a:cubicBezTo>
                        <a:lnTo>
                          <a:pt x="20888" y="0"/>
                        </a:lnTo>
                        <a:cubicBezTo>
                          <a:pt x="32423" y="0"/>
                          <a:pt x="41777" y="9354"/>
                          <a:pt x="41777" y="20888"/>
                        </a:cubicBezTo>
                        <a:lnTo>
                          <a:pt x="41777" y="90059"/>
                        </a:lnTo>
                        <a:close/>
                      </a:path>
                    </a:pathLst>
                  </a:custGeom>
                  <a:solidFill>
                    <a:srgbClr val="A5C8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00" name="Google Shape;1400;p45"/>
                  <p:cNvSpPr/>
                  <p:nvPr/>
                </p:nvSpPr>
                <p:spPr>
                  <a:xfrm>
                    <a:off x="7170524" y="3391747"/>
                    <a:ext cx="21335" cy="90106"/>
                  </a:xfrm>
                  <a:custGeom>
                    <a:rect b="b" l="l" r="r" t="t"/>
                    <a:pathLst>
                      <a:path extrusionOk="0" h="90106" w="21335">
                        <a:moveTo>
                          <a:pt x="21336" y="0"/>
                        </a:moveTo>
                        <a:lnTo>
                          <a:pt x="21336" y="90106"/>
                        </a:lnTo>
                        <a:lnTo>
                          <a:pt x="0" y="90106"/>
                        </a:lnTo>
                        <a:lnTo>
                          <a:pt x="0" y="20926"/>
                        </a:lnTo>
                        <a:cubicBezTo>
                          <a:pt x="0" y="9363"/>
                          <a:pt x="9363" y="0"/>
                          <a:pt x="20860" y="0"/>
                        </a:cubicBezTo>
                        <a:lnTo>
                          <a:pt x="21336" y="0"/>
                        </a:lnTo>
                        <a:close/>
                      </a:path>
                    </a:pathLst>
                  </a:custGeom>
                  <a:solidFill>
                    <a:srgbClr val="C4D75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01" name="Google Shape;1401;p45"/>
                  <p:cNvSpPr/>
                  <p:nvPr/>
                </p:nvSpPr>
                <p:spPr>
                  <a:xfrm>
                    <a:off x="7167914" y="3480263"/>
                    <a:ext cx="47891" cy="4152"/>
                  </a:xfrm>
                  <a:custGeom>
                    <a:rect b="b" l="l" r="r" t="t"/>
                    <a:pathLst>
                      <a:path extrusionOk="0" h="4152" w="47891">
                        <a:moveTo>
                          <a:pt x="45815" y="4153"/>
                        </a:moveTo>
                        <a:lnTo>
                          <a:pt x="2077" y="4153"/>
                        </a:lnTo>
                        <a:cubicBezTo>
                          <a:pt x="924" y="4153"/>
                          <a:pt x="0" y="3219"/>
                          <a:pt x="0" y="2076"/>
                        </a:cubicBezTo>
                        <a:lnTo>
                          <a:pt x="0" y="2076"/>
                        </a:lnTo>
                        <a:cubicBezTo>
                          <a:pt x="0" y="933"/>
                          <a:pt x="934" y="0"/>
                          <a:pt x="2077" y="0"/>
                        </a:cubicBezTo>
                        <a:lnTo>
                          <a:pt x="45815" y="0"/>
                        </a:lnTo>
                        <a:cubicBezTo>
                          <a:pt x="46958" y="0"/>
                          <a:pt x="47892" y="933"/>
                          <a:pt x="47892" y="2076"/>
                        </a:cubicBezTo>
                        <a:lnTo>
                          <a:pt x="47892" y="2076"/>
                        </a:lnTo>
                        <a:cubicBezTo>
                          <a:pt x="47892" y="3219"/>
                          <a:pt x="46958" y="4153"/>
                          <a:pt x="45815" y="4153"/>
                        </a:cubicBezTo>
                        <a:close/>
                      </a:path>
                    </a:pathLst>
                  </a:custGeom>
                  <a:solidFill>
                    <a:srgbClr val="D2D2D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02" name="Google Shape;1402;p45"/>
                  <p:cNvSpPr/>
                  <p:nvPr/>
                </p:nvSpPr>
                <p:spPr>
                  <a:xfrm>
                    <a:off x="7167876" y="3480292"/>
                    <a:ext cx="23984" cy="4152"/>
                  </a:xfrm>
                  <a:custGeom>
                    <a:rect b="b" l="l" r="r" t="t"/>
                    <a:pathLst>
                      <a:path extrusionOk="0" h="4152" w="23984">
                        <a:moveTo>
                          <a:pt x="23984" y="0"/>
                        </a:moveTo>
                        <a:lnTo>
                          <a:pt x="23984" y="4153"/>
                        </a:lnTo>
                        <a:lnTo>
                          <a:pt x="2077" y="4153"/>
                        </a:lnTo>
                        <a:cubicBezTo>
                          <a:pt x="934" y="4153"/>
                          <a:pt x="0" y="3220"/>
                          <a:pt x="0" y="2076"/>
                        </a:cubicBezTo>
                        <a:cubicBezTo>
                          <a:pt x="0" y="934"/>
                          <a:pt x="934" y="0"/>
                          <a:pt x="2077" y="0"/>
                        </a:cubicBezTo>
                        <a:lnTo>
                          <a:pt x="23984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403" name="Google Shape;1403;p45"/>
                <p:cNvSpPr/>
                <p:nvPr/>
              </p:nvSpPr>
              <p:spPr>
                <a:xfrm>
                  <a:off x="6981491" y="3330406"/>
                  <a:ext cx="248507" cy="20402"/>
                </a:xfrm>
                <a:custGeom>
                  <a:rect b="b" l="l" r="r" t="t"/>
                  <a:pathLst>
                    <a:path extrusionOk="0" h="20402" w="248507">
                      <a:moveTo>
                        <a:pt x="0" y="0"/>
                      </a:moveTo>
                      <a:lnTo>
                        <a:pt x="248507" y="0"/>
                      </a:lnTo>
                      <a:lnTo>
                        <a:pt x="248507" y="20403"/>
                      </a:lnTo>
                      <a:lnTo>
                        <a:pt x="0" y="2040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4" name="Google Shape;1404;p45"/>
                <p:cNvSpPr/>
                <p:nvPr/>
              </p:nvSpPr>
              <p:spPr>
                <a:xfrm>
                  <a:off x="7105745" y="3330406"/>
                  <a:ext cx="124253" cy="20402"/>
                </a:xfrm>
                <a:custGeom>
                  <a:rect b="b" l="l" r="r" t="t"/>
                  <a:pathLst>
                    <a:path extrusionOk="0" h="20402" w="124253">
                      <a:moveTo>
                        <a:pt x="0" y="0"/>
                      </a:moveTo>
                      <a:lnTo>
                        <a:pt x="124254" y="0"/>
                      </a:lnTo>
                      <a:lnTo>
                        <a:pt x="124254" y="20403"/>
                      </a:lnTo>
                      <a:lnTo>
                        <a:pt x="0" y="20403"/>
                      </a:lnTo>
                      <a:close/>
                    </a:path>
                  </a:pathLst>
                </a:custGeom>
                <a:solidFill>
                  <a:srgbClr val="ECECE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5" name="Google Shape;1405;p45"/>
                <p:cNvSpPr/>
                <p:nvPr/>
              </p:nvSpPr>
              <p:spPr>
                <a:xfrm>
                  <a:off x="7105745" y="3365449"/>
                  <a:ext cx="124253" cy="20402"/>
                </a:xfrm>
                <a:custGeom>
                  <a:rect b="b" l="l" r="r" t="t"/>
                  <a:pathLst>
                    <a:path extrusionOk="0" h="20402" w="124253">
                      <a:moveTo>
                        <a:pt x="0" y="0"/>
                      </a:moveTo>
                      <a:lnTo>
                        <a:pt x="124254" y="0"/>
                      </a:lnTo>
                      <a:lnTo>
                        <a:pt x="124254" y="20403"/>
                      </a:lnTo>
                      <a:lnTo>
                        <a:pt x="0" y="20403"/>
                      </a:lnTo>
                      <a:close/>
                    </a:path>
                  </a:pathLst>
                </a:custGeom>
                <a:solidFill>
                  <a:srgbClr val="ECECE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6" name="Google Shape;1406;p45"/>
                <p:cNvSpPr/>
                <p:nvPr/>
              </p:nvSpPr>
              <p:spPr>
                <a:xfrm>
                  <a:off x="6981491" y="3365449"/>
                  <a:ext cx="248507" cy="20402"/>
                </a:xfrm>
                <a:custGeom>
                  <a:rect b="b" l="l" r="r" t="t"/>
                  <a:pathLst>
                    <a:path extrusionOk="0" h="20402" w="248507">
                      <a:moveTo>
                        <a:pt x="0" y="0"/>
                      </a:moveTo>
                      <a:lnTo>
                        <a:pt x="248507" y="0"/>
                      </a:lnTo>
                      <a:lnTo>
                        <a:pt x="248507" y="20403"/>
                      </a:lnTo>
                      <a:lnTo>
                        <a:pt x="0" y="2040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7" name="Google Shape;1407;p45"/>
                <p:cNvSpPr/>
                <p:nvPr/>
              </p:nvSpPr>
              <p:spPr>
                <a:xfrm>
                  <a:off x="7076865" y="3398186"/>
                  <a:ext cx="57759" cy="73056"/>
                </a:xfrm>
                <a:custGeom>
                  <a:rect b="b" l="l" r="r" t="t"/>
                  <a:pathLst>
                    <a:path extrusionOk="0" h="73056" w="57759">
                      <a:moveTo>
                        <a:pt x="57760" y="73057"/>
                      </a:moveTo>
                      <a:lnTo>
                        <a:pt x="0" y="73057"/>
                      </a:lnTo>
                      <a:lnTo>
                        <a:pt x="0" y="28880"/>
                      </a:lnTo>
                      <a:cubicBezTo>
                        <a:pt x="0" y="12925"/>
                        <a:pt x="12925" y="0"/>
                        <a:pt x="28880" y="0"/>
                      </a:cubicBezTo>
                      <a:lnTo>
                        <a:pt x="28880" y="0"/>
                      </a:lnTo>
                      <a:cubicBezTo>
                        <a:pt x="44825" y="0"/>
                        <a:pt x="57760" y="12925"/>
                        <a:pt x="57760" y="28880"/>
                      </a:cubicBezTo>
                      <a:lnTo>
                        <a:pt x="57760" y="73057"/>
                      </a:lnTo>
                      <a:close/>
                    </a:path>
                  </a:pathLst>
                </a:custGeom>
                <a:solidFill>
                  <a:srgbClr val="ECECE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8" name="Google Shape;1408;p45"/>
                <p:cNvSpPr/>
                <p:nvPr/>
              </p:nvSpPr>
              <p:spPr>
                <a:xfrm>
                  <a:off x="7076875" y="3398157"/>
                  <a:ext cx="28870" cy="73104"/>
                </a:xfrm>
                <a:custGeom>
                  <a:rect b="b" l="l" r="r" t="t"/>
                  <a:pathLst>
                    <a:path extrusionOk="0" h="73104" w="28870">
                      <a:moveTo>
                        <a:pt x="28870" y="0"/>
                      </a:moveTo>
                      <a:lnTo>
                        <a:pt x="28870" y="73104"/>
                      </a:lnTo>
                      <a:lnTo>
                        <a:pt x="0" y="73104"/>
                      </a:lnTo>
                      <a:lnTo>
                        <a:pt x="0" y="28870"/>
                      </a:lnTo>
                      <a:cubicBezTo>
                        <a:pt x="0" y="12983"/>
                        <a:pt x="12878" y="0"/>
                        <a:pt x="2887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09" name="Google Shape;1409;p45"/>
              <p:cNvGrpSpPr/>
              <p:nvPr/>
            </p:nvGrpSpPr>
            <p:grpSpPr>
              <a:xfrm>
                <a:off x="6562963" y="2819495"/>
                <a:ext cx="410156" cy="651747"/>
                <a:chOff x="6562963" y="2819495"/>
                <a:chExt cx="410156" cy="651747"/>
              </a:xfrm>
            </p:grpSpPr>
            <p:sp>
              <p:nvSpPr>
                <p:cNvPr id="1410" name="Google Shape;1410;p45"/>
                <p:cNvSpPr/>
                <p:nvPr/>
              </p:nvSpPr>
              <p:spPr>
                <a:xfrm>
                  <a:off x="6562963" y="2842926"/>
                  <a:ext cx="410156" cy="628316"/>
                </a:xfrm>
                <a:custGeom>
                  <a:rect b="b" l="l" r="r" t="t"/>
                  <a:pathLst>
                    <a:path extrusionOk="0" h="628316" w="410156">
                      <a:moveTo>
                        <a:pt x="410156" y="628317"/>
                      </a:moveTo>
                      <a:lnTo>
                        <a:pt x="0" y="628317"/>
                      </a:lnTo>
                      <a:lnTo>
                        <a:pt x="72380" y="190329"/>
                      </a:lnTo>
                      <a:lnTo>
                        <a:pt x="76943" y="162611"/>
                      </a:lnTo>
                      <a:lnTo>
                        <a:pt x="81829" y="133217"/>
                      </a:lnTo>
                      <a:lnTo>
                        <a:pt x="86392" y="105499"/>
                      </a:lnTo>
                      <a:lnTo>
                        <a:pt x="91278" y="76114"/>
                      </a:lnTo>
                      <a:lnTo>
                        <a:pt x="95841" y="48387"/>
                      </a:lnTo>
                      <a:lnTo>
                        <a:pt x="103842" y="0"/>
                      </a:lnTo>
                      <a:lnTo>
                        <a:pt x="306324" y="0"/>
                      </a:lnTo>
                      <a:lnTo>
                        <a:pt x="314315" y="48387"/>
                      </a:lnTo>
                      <a:lnTo>
                        <a:pt x="318888" y="76114"/>
                      </a:lnTo>
                      <a:lnTo>
                        <a:pt x="323764" y="105499"/>
                      </a:lnTo>
                      <a:lnTo>
                        <a:pt x="328336" y="133217"/>
                      </a:lnTo>
                      <a:lnTo>
                        <a:pt x="333213" y="162611"/>
                      </a:lnTo>
                      <a:lnTo>
                        <a:pt x="337785" y="190329"/>
                      </a:lnTo>
                      <a:close/>
                    </a:path>
                  </a:pathLst>
                </a:custGeom>
                <a:solidFill>
                  <a:srgbClr val="ECECE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1" name="Google Shape;1411;p45"/>
                <p:cNvSpPr/>
                <p:nvPr/>
              </p:nvSpPr>
              <p:spPr>
                <a:xfrm>
                  <a:off x="6562963" y="2842926"/>
                  <a:ext cx="205082" cy="628316"/>
                </a:xfrm>
                <a:custGeom>
                  <a:rect b="b" l="l" r="r" t="t"/>
                  <a:pathLst>
                    <a:path extrusionOk="0" h="628316" w="205082">
                      <a:moveTo>
                        <a:pt x="205083" y="0"/>
                      </a:moveTo>
                      <a:lnTo>
                        <a:pt x="205083" y="628317"/>
                      </a:lnTo>
                      <a:lnTo>
                        <a:pt x="0" y="628317"/>
                      </a:lnTo>
                      <a:lnTo>
                        <a:pt x="10384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2" name="Google Shape;1412;p45"/>
                <p:cNvSpPr/>
                <p:nvPr/>
              </p:nvSpPr>
              <p:spPr>
                <a:xfrm>
                  <a:off x="6654241" y="2891313"/>
                  <a:ext cx="227609" cy="27727"/>
                </a:xfrm>
                <a:custGeom>
                  <a:rect b="b" l="l" r="r" t="t"/>
                  <a:pathLst>
                    <a:path extrusionOk="0" h="27727" w="227609">
                      <a:moveTo>
                        <a:pt x="227609" y="27727"/>
                      </a:moveTo>
                      <a:lnTo>
                        <a:pt x="0" y="27727"/>
                      </a:lnTo>
                      <a:lnTo>
                        <a:pt x="4563" y="0"/>
                      </a:lnTo>
                      <a:lnTo>
                        <a:pt x="223037" y="0"/>
                      </a:lnTo>
                      <a:close/>
                    </a:path>
                  </a:pathLst>
                </a:custGeom>
                <a:solidFill>
                  <a:srgbClr val="92AE2E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3" name="Google Shape;1413;p45"/>
                <p:cNvSpPr/>
                <p:nvPr/>
              </p:nvSpPr>
              <p:spPr>
                <a:xfrm>
                  <a:off x="6644792" y="2948425"/>
                  <a:ext cx="246507" cy="27717"/>
                </a:xfrm>
                <a:custGeom>
                  <a:rect b="b" l="l" r="r" t="t"/>
                  <a:pathLst>
                    <a:path extrusionOk="0" h="27717" w="246507">
                      <a:moveTo>
                        <a:pt x="246507" y="27718"/>
                      </a:moveTo>
                      <a:lnTo>
                        <a:pt x="0" y="27718"/>
                      </a:lnTo>
                      <a:lnTo>
                        <a:pt x="4563" y="0"/>
                      </a:lnTo>
                      <a:lnTo>
                        <a:pt x="241935" y="0"/>
                      </a:lnTo>
                      <a:close/>
                    </a:path>
                  </a:pathLst>
                </a:custGeom>
                <a:solidFill>
                  <a:srgbClr val="92AE2E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4" name="Google Shape;1414;p45"/>
                <p:cNvSpPr/>
                <p:nvPr/>
              </p:nvSpPr>
              <p:spPr>
                <a:xfrm>
                  <a:off x="6635343" y="3005537"/>
                  <a:ext cx="265404" cy="27717"/>
                </a:xfrm>
                <a:custGeom>
                  <a:rect b="b" l="l" r="r" t="t"/>
                  <a:pathLst>
                    <a:path extrusionOk="0" h="27717" w="265404">
                      <a:moveTo>
                        <a:pt x="265405" y="27718"/>
                      </a:moveTo>
                      <a:lnTo>
                        <a:pt x="0" y="27718"/>
                      </a:lnTo>
                      <a:lnTo>
                        <a:pt x="4563" y="0"/>
                      </a:lnTo>
                      <a:lnTo>
                        <a:pt x="260833" y="0"/>
                      </a:lnTo>
                      <a:close/>
                    </a:path>
                  </a:pathLst>
                </a:custGeom>
                <a:solidFill>
                  <a:srgbClr val="92AE2E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5" name="Google Shape;1415;p45"/>
                <p:cNvSpPr/>
                <p:nvPr/>
              </p:nvSpPr>
              <p:spPr>
                <a:xfrm>
                  <a:off x="6654241" y="2891313"/>
                  <a:ext cx="113804" cy="27727"/>
                </a:xfrm>
                <a:custGeom>
                  <a:rect b="b" l="l" r="r" t="t"/>
                  <a:pathLst>
                    <a:path extrusionOk="0" h="27727" w="113804">
                      <a:moveTo>
                        <a:pt x="113805" y="0"/>
                      </a:moveTo>
                      <a:lnTo>
                        <a:pt x="113805" y="27727"/>
                      </a:lnTo>
                      <a:lnTo>
                        <a:pt x="0" y="27727"/>
                      </a:lnTo>
                      <a:lnTo>
                        <a:pt x="4563" y="0"/>
                      </a:lnTo>
                      <a:close/>
                    </a:path>
                  </a:pathLst>
                </a:custGeom>
                <a:solidFill>
                  <a:srgbClr val="A5C8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6" name="Google Shape;1416;p45"/>
                <p:cNvSpPr/>
                <p:nvPr/>
              </p:nvSpPr>
              <p:spPr>
                <a:xfrm>
                  <a:off x="6644792" y="2948425"/>
                  <a:ext cx="123253" cy="27717"/>
                </a:xfrm>
                <a:custGeom>
                  <a:rect b="b" l="l" r="r" t="t"/>
                  <a:pathLst>
                    <a:path extrusionOk="0" h="27717" w="123253">
                      <a:moveTo>
                        <a:pt x="123254" y="0"/>
                      </a:moveTo>
                      <a:lnTo>
                        <a:pt x="123254" y="27718"/>
                      </a:lnTo>
                      <a:lnTo>
                        <a:pt x="0" y="27718"/>
                      </a:lnTo>
                      <a:lnTo>
                        <a:pt x="4563" y="0"/>
                      </a:lnTo>
                      <a:close/>
                    </a:path>
                  </a:pathLst>
                </a:custGeom>
                <a:solidFill>
                  <a:srgbClr val="A5C8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7" name="Google Shape;1417;p45"/>
                <p:cNvSpPr/>
                <p:nvPr/>
              </p:nvSpPr>
              <p:spPr>
                <a:xfrm>
                  <a:off x="6635343" y="3005537"/>
                  <a:ext cx="132702" cy="27717"/>
                </a:xfrm>
                <a:custGeom>
                  <a:rect b="b" l="l" r="r" t="t"/>
                  <a:pathLst>
                    <a:path extrusionOk="0" h="27717" w="132702">
                      <a:moveTo>
                        <a:pt x="132702" y="0"/>
                      </a:moveTo>
                      <a:lnTo>
                        <a:pt x="132702" y="27718"/>
                      </a:lnTo>
                      <a:lnTo>
                        <a:pt x="0" y="27718"/>
                      </a:lnTo>
                      <a:lnTo>
                        <a:pt x="4563" y="0"/>
                      </a:lnTo>
                      <a:close/>
                    </a:path>
                  </a:pathLst>
                </a:custGeom>
                <a:solidFill>
                  <a:srgbClr val="A5C8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8" name="Google Shape;1418;p45"/>
                <p:cNvSpPr/>
                <p:nvPr/>
              </p:nvSpPr>
              <p:spPr>
                <a:xfrm>
                  <a:off x="6650364" y="2819495"/>
                  <a:ext cx="235362" cy="23393"/>
                </a:xfrm>
                <a:custGeom>
                  <a:rect b="b" l="l" r="r" t="t"/>
                  <a:pathLst>
                    <a:path extrusionOk="0" h="23393" w="235362">
                      <a:moveTo>
                        <a:pt x="0" y="0"/>
                      </a:moveTo>
                      <a:lnTo>
                        <a:pt x="235363" y="0"/>
                      </a:lnTo>
                      <a:lnTo>
                        <a:pt x="235363" y="23393"/>
                      </a:lnTo>
                      <a:lnTo>
                        <a:pt x="0" y="23393"/>
                      </a:lnTo>
                      <a:close/>
                    </a:path>
                  </a:pathLst>
                </a:custGeom>
                <a:solidFill>
                  <a:srgbClr val="ECECE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9" name="Google Shape;1419;p45"/>
                <p:cNvSpPr/>
                <p:nvPr/>
              </p:nvSpPr>
              <p:spPr>
                <a:xfrm>
                  <a:off x="6768045" y="2819495"/>
                  <a:ext cx="117681" cy="23393"/>
                </a:xfrm>
                <a:custGeom>
                  <a:rect b="b" l="l" r="r" t="t"/>
                  <a:pathLst>
                    <a:path extrusionOk="0" h="23393" w="117681">
                      <a:moveTo>
                        <a:pt x="0" y="0"/>
                      </a:moveTo>
                      <a:lnTo>
                        <a:pt x="117681" y="0"/>
                      </a:lnTo>
                      <a:lnTo>
                        <a:pt x="117681" y="23393"/>
                      </a:lnTo>
                      <a:lnTo>
                        <a:pt x="0" y="23393"/>
                      </a:lnTo>
                      <a:close/>
                    </a:path>
                  </a:pathLst>
                </a:custGeom>
                <a:solidFill>
                  <a:srgbClr val="D5D5D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20" name="Google Shape;1420;p45"/>
              <p:cNvGrpSpPr/>
              <p:nvPr/>
            </p:nvGrpSpPr>
            <p:grpSpPr>
              <a:xfrm>
                <a:off x="4846500" y="3077537"/>
                <a:ext cx="481869" cy="406573"/>
                <a:chOff x="4846500" y="3077537"/>
                <a:chExt cx="481869" cy="406573"/>
              </a:xfrm>
            </p:grpSpPr>
            <p:grpSp>
              <p:nvGrpSpPr>
                <p:cNvPr id="1421" name="Google Shape;1421;p45"/>
                <p:cNvGrpSpPr/>
                <p:nvPr/>
              </p:nvGrpSpPr>
              <p:grpSpPr>
                <a:xfrm>
                  <a:off x="4890315" y="3077537"/>
                  <a:ext cx="122196" cy="393391"/>
                  <a:chOff x="4890315" y="3077537"/>
                  <a:chExt cx="122196" cy="393391"/>
                </a:xfrm>
              </p:grpSpPr>
              <p:sp>
                <p:nvSpPr>
                  <p:cNvPr id="1422" name="Google Shape;1422;p45"/>
                  <p:cNvSpPr/>
                  <p:nvPr/>
                </p:nvSpPr>
                <p:spPr>
                  <a:xfrm>
                    <a:off x="4890363" y="3091529"/>
                    <a:ext cx="122148" cy="379380"/>
                  </a:xfrm>
                  <a:custGeom>
                    <a:rect b="b" l="l" r="r" t="t"/>
                    <a:pathLst>
                      <a:path extrusionOk="0" h="379380" w="122148">
                        <a:moveTo>
                          <a:pt x="122149" y="379381"/>
                        </a:moveTo>
                        <a:lnTo>
                          <a:pt x="0" y="379381"/>
                        </a:lnTo>
                        <a:lnTo>
                          <a:pt x="20764" y="0"/>
                        </a:lnTo>
                        <a:lnTo>
                          <a:pt x="101384" y="0"/>
                        </a:lnTo>
                        <a:close/>
                      </a:path>
                    </a:pathLst>
                  </a:custGeom>
                  <a:solidFill>
                    <a:srgbClr val="ECECE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23" name="Google Shape;1423;p45"/>
                  <p:cNvSpPr/>
                  <p:nvPr/>
                </p:nvSpPr>
                <p:spPr>
                  <a:xfrm>
                    <a:off x="4890315" y="3091510"/>
                    <a:ext cx="61569" cy="379418"/>
                  </a:xfrm>
                  <a:custGeom>
                    <a:rect b="b" l="l" r="r" t="t"/>
                    <a:pathLst>
                      <a:path extrusionOk="0" h="379418" w="61569">
                        <a:moveTo>
                          <a:pt x="61570" y="0"/>
                        </a:moveTo>
                        <a:lnTo>
                          <a:pt x="61570" y="379419"/>
                        </a:lnTo>
                        <a:lnTo>
                          <a:pt x="0" y="379419"/>
                        </a:lnTo>
                        <a:lnTo>
                          <a:pt x="20765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24" name="Google Shape;1424;p45"/>
                  <p:cNvSpPr/>
                  <p:nvPr/>
                </p:nvSpPr>
                <p:spPr>
                  <a:xfrm>
                    <a:off x="4905803" y="3077537"/>
                    <a:ext cx="92154" cy="13973"/>
                  </a:xfrm>
                  <a:custGeom>
                    <a:rect b="b" l="l" r="r" t="t"/>
                    <a:pathLst>
                      <a:path extrusionOk="0" h="13973" w="92154">
                        <a:moveTo>
                          <a:pt x="0" y="0"/>
                        </a:moveTo>
                        <a:lnTo>
                          <a:pt x="92154" y="0"/>
                        </a:lnTo>
                        <a:lnTo>
                          <a:pt x="92154" y="13973"/>
                        </a:lnTo>
                        <a:lnTo>
                          <a:pt x="0" y="13973"/>
                        </a:lnTo>
                        <a:close/>
                      </a:path>
                    </a:pathLst>
                  </a:custGeom>
                  <a:solidFill>
                    <a:srgbClr val="ECECE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25" name="Google Shape;1425;p45"/>
                  <p:cNvSpPr/>
                  <p:nvPr/>
                </p:nvSpPr>
                <p:spPr>
                  <a:xfrm>
                    <a:off x="4951437" y="3077537"/>
                    <a:ext cx="46520" cy="13973"/>
                  </a:xfrm>
                  <a:custGeom>
                    <a:rect b="b" l="l" r="r" t="t"/>
                    <a:pathLst>
                      <a:path extrusionOk="0" h="13973" w="46520">
                        <a:moveTo>
                          <a:pt x="0" y="0"/>
                        </a:moveTo>
                        <a:lnTo>
                          <a:pt x="46520" y="0"/>
                        </a:lnTo>
                        <a:lnTo>
                          <a:pt x="46520" y="13973"/>
                        </a:lnTo>
                        <a:lnTo>
                          <a:pt x="0" y="13973"/>
                        </a:lnTo>
                        <a:close/>
                      </a:path>
                    </a:pathLst>
                  </a:custGeom>
                  <a:solidFill>
                    <a:srgbClr val="D2D2D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426" name="Google Shape;1426;p45"/>
                <p:cNvSpPr/>
                <p:nvPr/>
              </p:nvSpPr>
              <p:spPr>
                <a:xfrm>
                  <a:off x="4846500" y="3189160"/>
                  <a:ext cx="481869" cy="281844"/>
                </a:xfrm>
                <a:custGeom>
                  <a:rect b="b" l="l" r="r" t="t"/>
                  <a:pathLst>
                    <a:path extrusionOk="0" h="281844" w="481869">
                      <a:moveTo>
                        <a:pt x="481870" y="114586"/>
                      </a:moveTo>
                      <a:lnTo>
                        <a:pt x="481870" y="281845"/>
                      </a:lnTo>
                      <a:lnTo>
                        <a:pt x="0" y="281845"/>
                      </a:lnTo>
                      <a:lnTo>
                        <a:pt x="0" y="114586"/>
                      </a:lnTo>
                      <a:cubicBezTo>
                        <a:pt x="0" y="51340"/>
                        <a:pt x="51244" y="0"/>
                        <a:pt x="114491" y="0"/>
                      </a:cubicBezTo>
                      <a:lnTo>
                        <a:pt x="367379" y="0"/>
                      </a:lnTo>
                      <a:cubicBezTo>
                        <a:pt x="430625" y="0"/>
                        <a:pt x="481870" y="51340"/>
                        <a:pt x="481870" y="114586"/>
                      </a:cubicBezTo>
                      <a:close/>
                    </a:path>
                  </a:pathLst>
                </a:custGeom>
                <a:solidFill>
                  <a:srgbClr val="F7B9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7" name="Google Shape;1427;p45"/>
                <p:cNvSpPr/>
                <p:nvPr/>
              </p:nvSpPr>
              <p:spPr>
                <a:xfrm>
                  <a:off x="4846500" y="3189160"/>
                  <a:ext cx="240887" cy="281749"/>
                </a:xfrm>
                <a:custGeom>
                  <a:rect b="b" l="l" r="r" t="t"/>
                  <a:pathLst>
                    <a:path extrusionOk="0" h="281749" w="240887">
                      <a:moveTo>
                        <a:pt x="240887" y="95"/>
                      </a:moveTo>
                      <a:lnTo>
                        <a:pt x="240887" y="281749"/>
                      </a:lnTo>
                      <a:lnTo>
                        <a:pt x="0" y="281749"/>
                      </a:lnTo>
                      <a:lnTo>
                        <a:pt x="0" y="114586"/>
                      </a:lnTo>
                      <a:cubicBezTo>
                        <a:pt x="0" y="51340"/>
                        <a:pt x="51244" y="0"/>
                        <a:pt x="114491" y="0"/>
                      </a:cubicBezTo>
                      <a:lnTo>
                        <a:pt x="240601" y="0"/>
                      </a:lnTo>
                      <a:cubicBezTo>
                        <a:pt x="240697" y="0"/>
                        <a:pt x="240792" y="95"/>
                        <a:pt x="240887" y="95"/>
                      </a:cubicBezTo>
                      <a:close/>
                    </a:path>
                  </a:pathLst>
                </a:custGeom>
                <a:solidFill>
                  <a:srgbClr val="C8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428" name="Google Shape;1428;p45"/>
                <p:cNvGrpSpPr/>
                <p:nvPr/>
              </p:nvGrpSpPr>
              <p:grpSpPr>
                <a:xfrm>
                  <a:off x="4927901" y="3388814"/>
                  <a:ext cx="47929" cy="95296"/>
                  <a:chOff x="4927901" y="3388814"/>
                  <a:chExt cx="47929" cy="95296"/>
                </a:xfrm>
              </p:grpSpPr>
              <p:sp>
                <p:nvSpPr>
                  <p:cNvPr id="1429" name="Google Shape;1429;p45"/>
                  <p:cNvSpPr/>
                  <p:nvPr/>
                </p:nvSpPr>
                <p:spPr>
                  <a:xfrm>
                    <a:off x="4928292" y="3388814"/>
                    <a:ext cx="46358" cy="46367"/>
                  </a:xfrm>
                  <a:custGeom>
                    <a:rect b="b" l="l" r="r" t="t"/>
                    <a:pathLst>
                      <a:path extrusionOk="0" h="46367" w="46358">
                        <a:moveTo>
                          <a:pt x="46358" y="23184"/>
                        </a:moveTo>
                        <a:cubicBezTo>
                          <a:pt x="46358" y="35985"/>
                          <a:pt x="35976" y="46368"/>
                          <a:pt x="23174" y="46368"/>
                        </a:cubicBezTo>
                        <a:cubicBezTo>
                          <a:pt x="10373" y="46368"/>
                          <a:pt x="0" y="35985"/>
                          <a:pt x="0" y="23184"/>
                        </a:cubicBezTo>
                        <a:cubicBezTo>
                          <a:pt x="0" y="10382"/>
                          <a:pt x="10382" y="0"/>
                          <a:pt x="23174" y="0"/>
                        </a:cubicBezTo>
                        <a:cubicBezTo>
                          <a:pt x="35976" y="9"/>
                          <a:pt x="46358" y="10382"/>
                          <a:pt x="46358" y="23184"/>
                        </a:cubicBezTo>
                        <a:close/>
                      </a:path>
                    </a:pathLst>
                  </a:custGeom>
                  <a:solidFill>
                    <a:srgbClr val="D37D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30" name="Google Shape;1430;p45"/>
                  <p:cNvSpPr/>
                  <p:nvPr/>
                </p:nvSpPr>
                <p:spPr>
                  <a:xfrm>
                    <a:off x="4930549" y="3391433"/>
                    <a:ext cx="41776" cy="90058"/>
                  </a:xfrm>
                  <a:custGeom>
                    <a:rect b="b" l="l" r="r" t="t"/>
                    <a:pathLst>
                      <a:path extrusionOk="0" h="90058" w="41776">
                        <a:moveTo>
                          <a:pt x="41777" y="90059"/>
                        </a:moveTo>
                        <a:lnTo>
                          <a:pt x="0" y="90059"/>
                        </a:lnTo>
                        <a:lnTo>
                          <a:pt x="0" y="20888"/>
                        </a:lnTo>
                        <a:cubicBezTo>
                          <a:pt x="0" y="9353"/>
                          <a:pt x="9354" y="0"/>
                          <a:pt x="20888" y="0"/>
                        </a:cubicBezTo>
                        <a:lnTo>
                          <a:pt x="20888" y="0"/>
                        </a:lnTo>
                        <a:cubicBezTo>
                          <a:pt x="32423" y="0"/>
                          <a:pt x="41777" y="9353"/>
                          <a:pt x="41777" y="20888"/>
                        </a:cubicBezTo>
                        <a:lnTo>
                          <a:pt x="41777" y="90059"/>
                        </a:lnTo>
                        <a:close/>
                      </a:path>
                    </a:pathLst>
                  </a:custGeom>
                  <a:solidFill>
                    <a:srgbClr val="ED84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31" name="Google Shape;1431;p45"/>
                  <p:cNvSpPr/>
                  <p:nvPr/>
                </p:nvSpPr>
                <p:spPr>
                  <a:xfrm>
                    <a:off x="4930549" y="3391404"/>
                    <a:ext cx="21335" cy="90106"/>
                  </a:xfrm>
                  <a:custGeom>
                    <a:rect b="b" l="l" r="r" t="t"/>
                    <a:pathLst>
                      <a:path extrusionOk="0" h="90106" w="21335">
                        <a:moveTo>
                          <a:pt x="21336" y="10"/>
                        </a:moveTo>
                        <a:lnTo>
                          <a:pt x="21336" y="90107"/>
                        </a:lnTo>
                        <a:lnTo>
                          <a:pt x="0" y="90107"/>
                        </a:lnTo>
                        <a:lnTo>
                          <a:pt x="0" y="20926"/>
                        </a:lnTo>
                        <a:cubicBezTo>
                          <a:pt x="0" y="9363"/>
                          <a:pt x="9363" y="0"/>
                          <a:pt x="20860" y="0"/>
                        </a:cubicBezTo>
                        <a:lnTo>
                          <a:pt x="21336" y="0"/>
                        </a:lnTo>
                        <a:close/>
                      </a:path>
                    </a:pathLst>
                  </a:custGeom>
                  <a:solidFill>
                    <a:srgbClr val="ED841B">
                      <a:alpha val="498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32" name="Google Shape;1432;p45"/>
                  <p:cNvSpPr/>
                  <p:nvPr/>
                </p:nvSpPr>
                <p:spPr>
                  <a:xfrm>
                    <a:off x="4927939" y="3479920"/>
                    <a:ext cx="47891" cy="4152"/>
                  </a:xfrm>
                  <a:custGeom>
                    <a:rect b="b" l="l" r="r" t="t"/>
                    <a:pathLst>
                      <a:path extrusionOk="0" h="4152" w="47891">
                        <a:moveTo>
                          <a:pt x="45815" y="4153"/>
                        </a:moveTo>
                        <a:lnTo>
                          <a:pt x="2076" y="4153"/>
                        </a:lnTo>
                        <a:cubicBezTo>
                          <a:pt x="933" y="4153"/>
                          <a:pt x="0" y="3220"/>
                          <a:pt x="0" y="2076"/>
                        </a:cubicBezTo>
                        <a:lnTo>
                          <a:pt x="0" y="2076"/>
                        </a:lnTo>
                        <a:cubicBezTo>
                          <a:pt x="0" y="934"/>
                          <a:pt x="933" y="0"/>
                          <a:pt x="2076" y="0"/>
                        </a:cubicBezTo>
                        <a:lnTo>
                          <a:pt x="45815" y="0"/>
                        </a:lnTo>
                        <a:cubicBezTo>
                          <a:pt x="46968" y="0"/>
                          <a:pt x="47892" y="934"/>
                          <a:pt x="47892" y="2076"/>
                        </a:cubicBezTo>
                        <a:lnTo>
                          <a:pt x="47892" y="2076"/>
                        </a:lnTo>
                        <a:cubicBezTo>
                          <a:pt x="47892" y="3229"/>
                          <a:pt x="46968" y="4153"/>
                          <a:pt x="45815" y="4153"/>
                        </a:cubicBezTo>
                        <a:close/>
                      </a:path>
                    </a:pathLst>
                  </a:custGeom>
                  <a:solidFill>
                    <a:srgbClr val="D2D2D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33" name="Google Shape;1433;p45"/>
                  <p:cNvSpPr/>
                  <p:nvPr/>
                </p:nvSpPr>
                <p:spPr>
                  <a:xfrm>
                    <a:off x="4927901" y="3479958"/>
                    <a:ext cx="23983" cy="4152"/>
                  </a:xfrm>
                  <a:custGeom>
                    <a:rect b="b" l="l" r="r" t="t"/>
                    <a:pathLst>
                      <a:path extrusionOk="0" h="4152" w="23983">
                        <a:moveTo>
                          <a:pt x="23984" y="0"/>
                        </a:moveTo>
                        <a:lnTo>
                          <a:pt x="23984" y="4153"/>
                        </a:lnTo>
                        <a:lnTo>
                          <a:pt x="2076" y="4153"/>
                        </a:lnTo>
                        <a:cubicBezTo>
                          <a:pt x="933" y="4153"/>
                          <a:pt x="0" y="3219"/>
                          <a:pt x="0" y="2076"/>
                        </a:cubicBezTo>
                        <a:cubicBezTo>
                          <a:pt x="0" y="933"/>
                          <a:pt x="933" y="0"/>
                          <a:pt x="2076" y="0"/>
                        </a:cubicBezTo>
                        <a:lnTo>
                          <a:pt x="23984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434" name="Google Shape;1434;p45"/>
                <p:cNvGrpSpPr/>
                <p:nvPr/>
              </p:nvGrpSpPr>
              <p:grpSpPr>
                <a:xfrm>
                  <a:off x="5063461" y="3388814"/>
                  <a:ext cx="47929" cy="95296"/>
                  <a:chOff x="5063461" y="3388814"/>
                  <a:chExt cx="47929" cy="95296"/>
                </a:xfrm>
              </p:grpSpPr>
              <p:sp>
                <p:nvSpPr>
                  <p:cNvPr id="1435" name="Google Shape;1435;p45"/>
                  <p:cNvSpPr/>
                  <p:nvPr/>
                </p:nvSpPr>
                <p:spPr>
                  <a:xfrm>
                    <a:off x="5063861" y="3388814"/>
                    <a:ext cx="46348" cy="46367"/>
                  </a:xfrm>
                  <a:custGeom>
                    <a:rect b="b" l="l" r="r" t="t"/>
                    <a:pathLst>
                      <a:path extrusionOk="0" h="46367" w="46348">
                        <a:moveTo>
                          <a:pt x="46349" y="23184"/>
                        </a:moveTo>
                        <a:cubicBezTo>
                          <a:pt x="46349" y="35985"/>
                          <a:pt x="35966" y="46368"/>
                          <a:pt x="23174" y="46368"/>
                        </a:cubicBezTo>
                        <a:cubicBezTo>
                          <a:pt x="10373" y="46368"/>
                          <a:pt x="0" y="35985"/>
                          <a:pt x="0" y="23184"/>
                        </a:cubicBezTo>
                        <a:cubicBezTo>
                          <a:pt x="0" y="10382"/>
                          <a:pt x="10373" y="0"/>
                          <a:pt x="23174" y="0"/>
                        </a:cubicBezTo>
                        <a:cubicBezTo>
                          <a:pt x="35966" y="9"/>
                          <a:pt x="46349" y="10382"/>
                          <a:pt x="46349" y="23184"/>
                        </a:cubicBezTo>
                        <a:close/>
                      </a:path>
                    </a:pathLst>
                  </a:custGeom>
                  <a:solidFill>
                    <a:srgbClr val="D37D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36" name="Google Shape;1436;p45"/>
                  <p:cNvSpPr/>
                  <p:nvPr/>
                </p:nvSpPr>
                <p:spPr>
                  <a:xfrm>
                    <a:off x="5066109" y="3391433"/>
                    <a:ext cx="41776" cy="90058"/>
                  </a:xfrm>
                  <a:custGeom>
                    <a:rect b="b" l="l" r="r" t="t"/>
                    <a:pathLst>
                      <a:path extrusionOk="0" h="90058" w="41776">
                        <a:moveTo>
                          <a:pt x="41777" y="90059"/>
                        </a:moveTo>
                        <a:lnTo>
                          <a:pt x="0" y="90059"/>
                        </a:lnTo>
                        <a:lnTo>
                          <a:pt x="0" y="20888"/>
                        </a:lnTo>
                        <a:cubicBezTo>
                          <a:pt x="0" y="9353"/>
                          <a:pt x="9353" y="0"/>
                          <a:pt x="20888" y="0"/>
                        </a:cubicBezTo>
                        <a:lnTo>
                          <a:pt x="20888" y="0"/>
                        </a:lnTo>
                        <a:cubicBezTo>
                          <a:pt x="32423" y="0"/>
                          <a:pt x="41777" y="9353"/>
                          <a:pt x="41777" y="20888"/>
                        </a:cubicBezTo>
                        <a:lnTo>
                          <a:pt x="41777" y="90059"/>
                        </a:lnTo>
                        <a:close/>
                      </a:path>
                    </a:pathLst>
                  </a:custGeom>
                  <a:solidFill>
                    <a:srgbClr val="ED84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37" name="Google Shape;1437;p45"/>
                  <p:cNvSpPr/>
                  <p:nvPr/>
                </p:nvSpPr>
                <p:spPr>
                  <a:xfrm>
                    <a:off x="5066109" y="3391404"/>
                    <a:ext cx="21336" cy="90106"/>
                  </a:xfrm>
                  <a:custGeom>
                    <a:rect b="b" l="l" r="r" t="t"/>
                    <a:pathLst>
                      <a:path extrusionOk="0" h="90106" w="21336">
                        <a:moveTo>
                          <a:pt x="21336" y="10"/>
                        </a:moveTo>
                        <a:lnTo>
                          <a:pt x="21336" y="90107"/>
                        </a:lnTo>
                        <a:lnTo>
                          <a:pt x="0" y="90107"/>
                        </a:lnTo>
                        <a:lnTo>
                          <a:pt x="0" y="20926"/>
                        </a:lnTo>
                        <a:cubicBezTo>
                          <a:pt x="0" y="9363"/>
                          <a:pt x="9363" y="0"/>
                          <a:pt x="20860" y="0"/>
                        </a:cubicBezTo>
                        <a:lnTo>
                          <a:pt x="21336" y="0"/>
                        </a:lnTo>
                        <a:close/>
                      </a:path>
                    </a:pathLst>
                  </a:custGeom>
                  <a:solidFill>
                    <a:srgbClr val="ED841B">
                      <a:alpha val="498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38" name="Google Shape;1438;p45"/>
                  <p:cNvSpPr/>
                  <p:nvPr/>
                </p:nvSpPr>
                <p:spPr>
                  <a:xfrm>
                    <a:off x="5063499" y="3479920"/>
                    <a:ext cx="47891" cy="4152"/>
                  </a:xfrm>
                  <a:custGeom>
                    <a:rect b="b" l="l" r="r" t="t"/>
                    <a:pathLst>
                      <a:path extrusionOk="0" h="4152" w="47891">
                        <a:moveTo>
                          <a:pt x="45815" y="4153"/>
                        </a:moveTo>
                        <a:lnTo>
                          <a:pt x="2076" y="4153"/>
                        </a:lnTo>
                        <a:cubicBezTo>
                          <a:pt x="924" y="4153"/>
                          <a:pt x="0" y="3220"/>
                          <a:pt x="0" y="2076"/>
                        </a:cubicBezTo>
                        <a:lnTo>
                          <a:pt x="0" y="2076"/>
                        </a:lnTo>
                        <a:cubicBezTo>
                          <a:pt x="0" y="934"/>
                          <a:pt x="934" y="0"/>
                          <a:pt x="2076" y="0"/>
                        </a:cubicBezTo>
                        <a:lnTo>
                          <a:pt x="45815" y="0"/>
                        </a:lnTo>
                        <a:cubicBezTo>
                          <a:pt x="46968" y="0"/>
                          <a:pt x="47892" y="934"/>
                          <a:pt x="47892" y="2076"/>
                        </a:cubicBezTo>
                        <a:lnTo>
                          <a:pt x="47892" y="2076"/>
                        </a:lnTo>
                        <a:cubicBezTo>
                          <a:pt x="47901" y="3229"/>
                          <a:pt x="46968" y="4153"/>
                          <a:pt x="45815" y="4153"/>
                        </a:cubicBezTo>
                        <a:close/>
                      </a:path>
                    </a:pathLst>
                  </a:custGeom>
                  <a:solidFill>
                    <a:srgbClr val="D2D2D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39" name="Google Shape;1439;p45"/>
                  <p:cNvSpPr/>
                  <p:nvPr/>
                </p:nvSpPr>
                <p:spPr>
                  <a:xfrm>
                    <a:off x="5063461" y="3479958"/>
                    <a:ext cx="23984" cy="4152"/>
                  </a:xfrm>
                  <a:custGeom>
                    <a:rect b="b" l="l" r="r" t="t"/>
                    <a:pathLst>
                      <a:path extrusionOk="0" h="4152" w="23984">
                        <a:moveTo>
                          <a:pt x="23984" y="0"/>
                        </a:moveTo>
                        <a:lnTo>
                          <a:pt x="23984" y="4153"/>
                        </a:lnTo>
                        <a:lnTo>
                          <a:pt x="2076" y="4153"/>
                        </a:lnTo>
                        <a:cubicBezTo>
                          <a:pt x="934" y="4153"/>
                          <a:pt x="0" y="3219"/>
                          <a:pt x="0" y="2076"/>
                        </a:cubicBezTo>
                        <a:cubicBezTo>
                          <a:pt x="0" y="933"/>
                          <a:pt x="934" y="0"/>
                          <a:pt x="2076" y="0"/>
                        </a:cubicBezTo>
                        <a:lnTo>
                          <a:pt x="23984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440" name="Google Shape;1440;p45"/>
                <p:cNvGrpSpPr/>
                <p:nvPr/>
              </p:nvGrpSpPr>
              <p:grpSpPr>
                <a:xfrm>
                  <a:off x="5199030" y="3388814"/>
                  <a:ext cx="47920" cy="95296"/>
                  <a:chOff x="5199030" y="3388814"/>
                  <a:chExt cx="47920" cy="95296"/>
                </a:xfrm>
              </p:grpSpPr>
              <p:sp>
                <p:nvSpPr>
                  <p:cNvPr id="1441" name="Google Shape;1441;p45"/>
                  <p:cNvSpPr/>
                  <p:nvPr/>
                </p:nvSpPr>
                <p:spPr>
                  <a:xfrm>
                    <a:off x="5199411" y="3388814"/>
                    <a:ext cx="46358" cy="46367"/>
                  </a:xfrm>
                  <a:custGeom>
                    <a:rect b="b" l="l" r="r" t="t"/>
                    <a:pathLst>
                      <a:path extrusionOk="0" h="46367" w="46358">
                        <a:moveTo>
                          <a:pt x="46358" y="23184"/>
                        </a:moveTo>
                        <a:cubicBezTo>
                          <a:pt x="46358" y="35985"/>
                          <a:pt x="35985" y="46368"/>
                          <a:pt x="23174" y="46368"/>
                        </a:cubicBezTo>
                        <a:cubicBezTo>
                          <a:pt x="10373" y="46368"/>
                          <a:pt x="0" y="35985"/>
                          <a:pt x="0" y="23184"/>
                        </a:cubicBezTo>
                        <a:cubicBezTo>
                          <a:pt x="0" y="10382"/>
                          <a:pt x="10382" y="0"/>
                          <a:pt x="23174" y="0"/>
                        </a:cubicBezTo>
                        <a:cubicBezTo>
                          <a:pt x="35976" y="9"/>
                          <a:pt x="46358" y="10382"/>
                          <a:pt x="46358" y="23184"/>
                        </a:cubicBezTo>
                        <a:close/>
                      </a:path>
                    </a:pathLst>
                  </a:custGeom>
                  <a:solidFill>
                    <a:srgbClr val="D37D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42" name="Google Shape;1442;p45"/>
                  <p:cNvSpPr/>
                  <p:nvPr/>
                </p:nvSpPr>
                <p:spPr>
                  <a:xfrm>
                    <a:off x="5201678" y="3391433"/>
                    <a:ext cx="41776" cy="90058"/>
                  </a:xfrm>
                  <a:custGeom>
                    <a:rect b="b" l="l" r="r" t="t"/>
                    <a:pathLst>
                      <a:path extrusionOk="0" h="90058" w="41776">
                        <a:moveTo>
                          <a:pt x="41777" y="90059"/>
                        </a:moveTo>
                        <a:lnTo>
                          <a:pt x="0" y="90059"/>
                        </a:lnTo>
                        <a:lnTo>
                          <a:pt x="0" y="20888"/>
                        </a:lnTo>
                        <a:cubicBezTo>
                          <a:pt x="0" y="9353"/>
                          <a:pt x="9353" y="0"/>
                          <a:pt x="20888" y="0"/>
                        </a:cubicBezTo>
                        <a:lnTo>
                          <a:pt x="20888" y="0"/>
                        </a:lnTo>
                        <a:cubicBezTo>
                          <a:pt x="32423" y="0"/>
                          <a:pt x="41777" y="9353"/>
                          <a:pt x="41777" y="20888"/>
                        </a:cubicBezTo>
                        <a:lnTo>
                          <a:pt x="41777" y="90059"/>
                        </a:lnTo>
                        <a:close/>
                      </a:path>
                    </a:pathLst>
                  </a:custGeom>
                  <a:solidFill>
                    <a:srgbClr val="ED84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43" name="Google Shape;1443;p45"/>
                  <p:cNvSpPr/>
                  <p:nvPr/>
                </p:nvSpPr>
                <p:spPr>
                  <a:xfrm>
                    <a:off x="5201678" y="3391404"/>
                    <a:ext cx="21336" cy="90106"/>
                  </a:xfrm>
                  <a:custGeom>
                    <a:rect b="b" l="l" r="r" t="t"/>
                    <a:pathLst>
                      <a:path extrusionOk="0" h="90106" w="21336">
                        <a:moveTo>
                          <a:pt x="21336" y="10"/>
                        </a:moveTo>
                        <a:lnTo>
                          <a:pt x="21336" y="90107"/>
                        </a:lnTo>
                        <a:lnTo>
                          <a:pt x="0" y="90107"/>
                        </a:lnTo>
                        <a:lnTo>
                          <a:pt x="0" y="20926"/>
                        </a:lnTo>
                        <a:cubicBezTo>
                          <a:pt x="0" y="9363"/>
                          <a:pt x="9363" y="0"/>
                          <a:pt x="20860" y="0"/>
                        </a:cubicBezTo>
                        <a:lnTo>
                          <a:pt x="21336" y="0"/>
                        </a:lnTo>
                        <a:close/>
                      </a:path>
                    </a:pathLst>
                  </a:custGeom>
                  <a:solidFill>
                    <a:srgbClr val="ED841B">
                      <a:alpha val="498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44" name="Google Shape;1444;p45"/>
                  <p:cNvSpPr/>
                  <p:nvPr/>
                </p:nvSpPr>
                <p:spPr>
                  <a:xfrm>
                    <a:off x="5199059" y="3479920"/>
                    <a:ext cx="47891" cy="4152"/>
                  </a:xfrm>
                  <a:custGeom>
                    <a:rect b="b" l="l" r="r" t="t"/>
                    <a:pathLst>
                      <a:path extrusionOk="0" h="4152" w="47891">
                        <a:moveTo>
                          <a:pt x="45815" y="4153"/>
                        </a:moveTo>
                        <a:lnTo>
                          <a:pt x="2076" y="4153"/>
                        </a:lnTo>
                        <a:cubicBezTo>
                          <a:pt x="924" y="4153"/>
                          <a:pt x="0" y="3220"/>
                          <a:pt x="0" y="2076"/>
                        </a:cubicBezTo>
                        <a:lnTo>
                          <a:pt x="0" y="2076"/>
                        </a:lnTo>
                        <a:cubicBezTo>
                          <a:pt x="0" y="934"/>
                          <a:pt x="934" y="0"/>
                          <a:pt x="2076" y="0"/>
                        </a:cubicBezTo>
                        <a:lnTo>
                          <a:pt x="45815" y="0"/>
                        </a:lnTo>
                        <a:cubicBezTo>
                          <a:pt x="46968" y="0"/>
                          <a:pt x="47892" y="934"/>
                          <a:pt x="47892" y="2076"/>
                        </a:cubicBezTo>
                        <a:lnTo>
                          <a:pt x="47892" y="2076"/>
                        </a:lnTo>
                        <a:cubicBezTo>
                          <a:pt x="47901" y="3229"/>
                          <a:pt x="46968" y="4153"/>
                          <a:pt x="45815" y="4153"/>
                        </a:cubicBezTo>
                        <a:close/>
                      </a:path>
                    </a:pathLst>
                  </a:custGeom>
                  <a:solidFill>
                    <a:srgbClr val="D2D2D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45" name="Google Shape;1445;p45"/>
                  <p:cNvSpPr/>
                  <p:nvPr/>
                </p:nvSpPr>
                <p:spPr>
                  <a:xfrm>
                    <a:off x="5199030" y="3479958"/>
                    <a:ext cx="23984" cy="4152"/>
                  </a:xfrm>
                  <a:custGeom>
                    <a:rect b="b" l="l" r="r" t="t"/>
                    <a:pathLst>
                      <a:path extrusionOk="0" h="4152" w="23984">
                        <a:moveTo>
                          <a:pt x="23984" y="0"/>
                        </a:moveTo>
                        <a:lnTo>
                          <a:pt x="23984" y="4153"/>
                        </a:lnTo>
                        <a:lnTo>
                          <a:pt x="2076" y="4153"/>
                        </a:lnTo>
                        <a:cubicBezTo>
                          <a:pt x="933" y="4153"/>
                          <a:pt x="0" y="3219"/>
                          <a:pt x="0" y="2076"/>
                        </a:cubicBezTo>
                        <a:cubicBezTo>
                          <a:pt x="0" y="933"/>
                          <a:pt x="933" y="0"/>
                          <a:pt x="2076" y="0"/>
                        </a:cubicBezTo>
                        <a:lnTo>
                          <a:pt x="23984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446" name="Google Shape;1446;p45"/>
                <p:cNvSpPr/>
                <p:nvPr/>
              </p:nvSpPr>
              <p:spPr>
                <a:xfrm>
                  <a:off x="5001901" y="3203590"/>
                  <a:ext cx="173069" cy="173069"/>
                </a:xfrm>
                <a:custGeom>
                  <a:rect b="b" l="l" r="r" t="t"/>
                  <a:pathLst>
                    <a:path extrusionOk="0" h="173069" w="173069">
                      <a:moveTo>
                        <a:pt x="173069" y="86535"/>
                      </a:moveTo>
                      <a:cubicBezTo>
                        <a:pt x="173069" y="134326"/>
                        <a:pt x="134326" y="173069"/>
                        <a:pt x="86535" y="173069"/>
                      </a:cubicBezTo>
                      <a:cubicBezTo>
                        <a:pt x="38743" y="173069"/>
                        <a:pt x="0" y="134326"/>
                        <a:pt x="0" y="86535"/>
                      </a:cubicBezTo>
                      <a:cubicBezTo>
                        <a:pt x="0" y="38743"/>
                        <a:pt x="38743" y="0"/>
                        <a:pt x="86535" y="0"/>
                      </a:cubicBezTo>
                      <a:cubicBezTo>
                        <a:pt x="134326" y="0"/>
                        <a:pt x="173069" y="38743"/>
                        <a:pt x="173069" y="86535"/>
                      </a:cubicBezTo>
                      <a:close/>
                    </a:path>
                  </a:pathLst>
                </a:custGeom>
                <a:solidFill>
                  <a:srgbClr val="ECECE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7" name="Google Shape;1447;p45"/>
                <p:cNvSpPr/>
                <p:nvPr/>
              </p:nvSpPr>
              <p:spPr>
                <a:xfrm>
                  <a:off x="5001939" y="3203543"/>
                  <a:ext cx="86496" cy="173097"/>
                </a:xfrm>
                <a:custGeom>
                  <a:rect b="b" l="l" r="r" t="t"/>
                  <a:pathLst>
                    <a:path extrusionOk="0" h="173097" w="86496">
                      <a:moveTo>
                        <a:pt x="86496" y="0"/>
                      </a:moveTo>
                      <a:lnTo>
                        <a:pt x="86496" y="173098"/>
                      </a:lnTo>
                      <a:cubicBezTo>
                        <a:pt x="38729" y="173098"/>
                        <a:pt x="0" y="134369"/>
                        <a:pt x="0" y="86601"/>
                      </a:cubicBezTo>
                      <a:cubicBezTo>
                        <a:pt x="0" y="38843"/>
                        <a:pt x="38729" y="0"/>
                        <a:pt x="8649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448" name="Google Shape;1448;p45"/>
                <p:cNvGrpSpPr/>
                <p:nvPr/>
              </p:nvGrpSpPr>
              <p:grpSpPr>
                <a:xfrm>
                  <a:off x="5030962" y="3236937"/>
                  <a:ext cx="114937" cy="106366"/>
                  <a:chOff x="5030962" y="3236937"/>
                  <a:chExt cx="114937" cy="106366"/>
                </a:xfrm>
              </p:grpSpPr>
              <p:sp>
                <p:nvSpPr>
                  <p:cNvPr id="1449" name="Google Shape;1449;p45"/>
                  <p:cNvSpPr/>
                  <p:nvPr/>
                </p:nvSpPr>
                <p:spPr>
                  <a:xfrm>
                    <a:off x="5030962" y="3279781"/>
                    <a:ext cx="106880" cy="63522"/>
                  </a:xfrm>
                  <a:custGeom>
                    <a:rect b="b" l="l" r="r" t="t"/>
                    <a:pathLst>
                      <a:path extrusionOk="0" h="63522" w="106880">
                        <a:moveTo>
                          <a:pt x="57341" y="50101"/>
                        </a:moveTo>
                        <a:cubicBezTo>
                          <a:pt x="35385" y="50101"/>
                          <a:pt x="17593" y="32290"/>
                          <a:pt x="17593" y="10335"/>
                        </a:cubicBezTo>
                        <a:lnTo>
                          <a:pt x="21965" y="10335"/>
                        </a:lnTo>
                        <a:lnTo>
                          <a:pt x="10982" y="0"/>
                        </a:lnTo>
                        <a:lnTo>
                          <a:pt x="0" y="10335"/>
                        </a:lnTo>
                        <a:lnTo>
                          <a:pt x="4162" y="10335"/>
                        </a:lnTo>
                        <a:cubicBezTo>
                          <a:pt x="4162" y="39710"/>
                          <a:pt x="27975" y="63522"/>
                          <a:pt x="57350" y="63522"/>
                        </a:cubicBezTo>
                        <a:cubicBezTo>
                          <a:pt x="79877" y="63522"/>
                          <a:pt x="99127" y="49511"/>
                          <a:pt x="106880" y="29709"/>
                        </a:cubicBezTo>
                        <a:lnTo>
                          <a:pt x="92069" y="29709"/>
                        </a:lnTo>
                        <a:cubicBezTo>
                          <a:pt x="85258" y="41881"/>
                          <a:pt x="72266" y="50101"/>
                          <a:pt x="57341" y="50101"/>
                        </a:cubicBezTo>
                        <a:close/>
                      </a:path>
                    </a:pathLst>
                  </a:custGeom>
                  <a:solidFill>
                    <a:srgbClr val="ED84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50" name="Google Shape;1450;p45"/>
                  <p:cNvSpPr/>
                  <p:nvPr/>
                </p:nvSpPr>
                <p:spPr>
                  <a:xfrm>
                    <a:off x="5038772" y="3236937"/>
                    <a:ext cx="107127" cy="63503"/>
                  </a:xfrm>
                  <a:custGeom>
                    <a:rect b="b" l="l" r="r" t="t"/>
                    <a:pathLst>
                      <a:path extrusionOk="0" h="63503" w="107127">
                        <a:moveTo>
                          <a:pt x="49530" y="13421"/>
                        </a:moveTo>
                        <a:cubicBezTo>
                          <a:pt x="71485" y="13421"/>
                          <a:pt x="89278" y="31214"/>
                          <a:pt x="89278" y="53169"/>
                        </a:cubicBezTo>
                        <a:lnTo>
                          <a:pt x="85163" y="53169"/>
                        </a:lnTo>
                        <a:lnTo>
                          <a:pt x="96145" y="63503"/>
                        </a:lnTo>
                        <a:lnTo>
                          <a:pt x="107128" y="53169"/>
                        </a:lnTo>
                        <a:lnTo>
                          <a:pt x="102699" y="53169"/>
                        </a:lnTo>
                        <a:cubicBezTo>
                          <a:pt x="102699" y="23793"/>
                          <a:pt x="78905" y="0"/>
                          <a:pt x="49530" y="0"/>
                        </a:cubicBezTo>
                        <a:cubicBezTo>
                          <a:pt x="26984" y="0"/>
                          <a:pt x="7715" y="14011"/>
                          <a:pt x="0" y="33814"/>
                        </a:cubicBezTo>
                        <a:lnTo>
                          <a:pt x="14811" y="33814"/>
                        </a:lnTo>
                        <a:cubicBezTo>
                          <a:pt x="21593" y="21641"/>
                          <a:pt x="34614" y="13421"/>
                          <a:pt x="49530" y="13421"/>
                        </a:cubicBezTo>
                        <a:close/>
                      </a:path>
                    </a:pathLst>
                  </a:custGeom>
                  <a:solidFill>
                    <a:srgbClr val="ED841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451" name="Google Shape;1451;p45"/>
                <p:cNvGrpSpPr/>
                <p:nvPr/>
              </p:nvGrpSpPr>
              <p:grpSpPr>
                <a:xfrm>
                  <a:off x="5031009" y="3236985"/>
                  <a:ext cx="57426" cy="106327"/>
                  <a:chOff x="5031009" y="3236985"/>
                  <a:chExt cx="57426" cy="106327"/>
                </a:xfrm>
              </p:grpSpPr>
              <p:sp>
                <p:nvSpPr>
                  <p:cNvPr id="1452" name="Google Shape;1452;p45"/>
                  <p:cNvSpPr/>
                  <p:nvPr/>
                </p:nvSpPr>
                <p:spPr>
                  <a:xfrm>
                    <a:off x="5031009" y="3279762"/>
                    <a:ext cx="57426" cy="63550"/>
                  </a:xfrm>
                  <a:custGeom>
                    <a:rect b="b" l="l" r="r" t="t"/>
                    <a:pathLst>
                      <a:path extrusionOk="0" h="63550" w="57426">
                        <a:moveTo>
                          <a:pt x="57426" y="50159"/>
                        </a:moveTo>
                        <a:lnTo>
                          <a:pt x="57426" y="63551"/>
                        </a:lnTo>
                        <a:lnTo>
                          <a:pt x="57321" y="63551"/>
                        </a:lnTo>
                        <a:cubicBezTo>
                          <a:pt x="27937" y="63551"/>
                          <a:pt x="4153" y="39767"/>
                          <a:pt x="4153" y="10382"/>
                        </a:cubicBezTo>
                        <a:lnTo>
                          <a:pt x="0" y="10382"/>
                        </a:lnTo>
                        <a:lnTo>
                          <a:pt x="10906" y="0"/>
                        </a:lnTo>
                        <a:lnTo>
                          <a:pt x="21917" y="10382"/>
                        </a:lnTo>
                        <a:lnTo>
                          <a:pt x="17555" y="10382"/>
                        </a:lnTo>
                        <a:cubicBezTo>
                          <a:pt x="17555" y="32290"/>
                          <a:pt x="35309" y="50149"/>
                          <a:pt x="57321" y="50149"/>
                        </a:cubicBezTo>
                        <a:lnTo>
                          <a:pt x="57426" y="50149"/>
                        </a:lnTo>
                        <a:close/>
                      </a:path>
                    </a:pathLst>
                  </a:custGeom>
                  <a:solidFill>
                    <a:srgbClr val="F7B93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53" name="Google Shape;1453;p45"/>
                  <p:cNvSpPr/>
                  <p:nvPr/>
                </p:nvSpPr>
                <p:spPr>
                  <a:xfrm>
                    <a:off x="5038801" y="3236985"/>
                    <a:ext cx="49634" cy="33747"/>
                  </a:xfrm>
                  <a:custGeom>
                    <a:rect b="b" l="l" r="r" t="t"/>
                    <a:pathLst>
                      <a:path extrusionOk="0" h="33747" w="49634">
                        <a:moveTo>
                          <a:pt x="49635" y="0"/>
                        </a:moveTo>
                        <a:lnTo>
                          <a:pt x="49635" y="13392"/>
                        </a:lnTo>
                        <a:lnTo>
                          <a:pt x="49530" y="13392"/>
                        </a:lnTo>
                        <a:cubicBezTo>
                          <a:pt x="34576" y="13392"/>
                          <a:pt x="21593" y="21593"/>
                          <a:pt x="14745" y="33747"/>
                        </a:cubicBezTo>
                        <a:lnTo>
                          <a:pt x="0" y="33747"/>
                        </a:lnTo>
                        <a:cubicBezTo>
                          <a:pt x="7687" y="14021"/>
                          <a:pt x="26994" y="0"/>
                          <a:pt x="49530" y="0"/>
                        </a:cubicBezTo>
                        <a:lnTo>
                          <a:pt x="49635" y="0"/>
                        </a:lnTo>
                        <a:close/>
                      </a:path>
                    </a:pathLst>
                  </a:custGeom>
                  <a:solidFill>
                    <a:srgbClr val="F7B93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1454" name="Google Shape;1454;p45"/>
              <p:cNvGrpSpPr/>
              <p:nvPr/>
            </p:nvGrpSpPr>
            <p:grpSpPr>
              <a:xfrm>
                <a:off x="6635333" y="3361810"/>
                <a:ext cx="343957" cy="110175"/>
                <a:chOff x="6635333" y="3361810"/>
                <a:chExt cx="343957" cy="110175"/>
              </a:xfrm>
            </p:grpSpPr>
            <p:sp>
              <p:nvSpPr>
                <p:cNvPr id="1455" name="Google Shape;1455;p45"/>
                <p:cNvSpPr/>
                <p:nvPr/>
              </p:nvSpPr>
              <p:spPr>
                <a:xfrm>
                  <a:off x="6635333" y="3361810"/>
                  <a:ext cx="265623" cy="110166"/>
                </a:xfrm>
                <a:custGeom>
                  <a:rect b="b" l="l" r="r" t="t"/>
                  <a:pathLst>
                    <a:path extrusionOk="0" h="110166" w="265623">
                      <a:moveTo>
                        <a:pt x="265624" y="97412"/>
                      </a:moveTo>
                      <a:cubicBezTo>
                        <a:pt x="265624" y="101822"/>
                        <a:pt x="264995" y="106089"/>
                        <a:pt x="263966" y="110166"/>
                      </a:cubicBezTo>
                      <a:lnTo>
                        <a:pt x="1696" y="110166"/>
                      </a:lnTo>
                      <a:cubicBezTo>
                        <a:pt x="629" y="106089"/>
                        <a:pt x="0" y="101813"/>
                        <a:pt x="0" y="97412"/>
                      </a:cubicBezTo>
                      <a:cubicBezTo>
                        <a:pt x="0" y="88068"/>
                        <a:pt x="2515" y="79286"/>
                        <a:pt x="6896" y="71733"/>
                      </a:cubicBezTo>
                      <a:cubicBezTo>
                        <a:pt x="15773" y="56331"/>
                        <a:pt x="32376" y="45987"/>
                        <a:pt x="51426" y="45987"/>
                      </a:cubicBezTo>
                      <a:cubicBezTo>
                        <a:pt x="59312" y="45987"/>
                        <a:pt x="66732" y="47806"/>
                        <a:pt x="73428" y="50959"/>
                      </a:cubicBezTo>
                      <a:cubicBezTo>
                        <a:pt x="80848" y="21708"/>
                        <a:pt x="107318" y="0"/>
                        <a:pt x="138894" y="0"/>
                      </a:cubicBezTo>
                      <a:cubicBezTo>
                        <a:pt x="157477" y="0"/>
                        <a:pt x="174308" y="7487"/>
                        <a:pt x="186509" y="19650"/>
                      </a:cubicBezTo>
                      <a:cubicBezTo>
                        <a:pt x="194158" y="27232"/>
                        <a:pt x="200025" y="36614"/>
                        <a:pt x="203368" y="47149"/>
                      </a:cubicBezTo>
                      <a:cubicBezTo>
                        <a:pt x="206845" y="46387"/>
                        <a:pt x="210493" y="45987"/>
                        <a:pt x="214198" y="45987"/>
                      </a:cubicBezTo>
                      <a:cubicBezTo>
                        <a:pt x="242592" y="45996"/>
                        <a:pt x="265624" y="69018"/>
                        <a:pt x="265624" y="97412"/>
                      </a:cubicBezTo>
                      <a:close/>
                    </a:path>
                  </a:pathLst>
                </a:custGeom>
                <a:solidFill>
                  <a:srgbClr val="01944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6" name="Google Shape;1456;p45"/>
                <p:cNvSpPr/>
                <p:nvPr/>
              </p:nvSpPr>
              <p:spPr>
                <a:xfrm>
                  <a:off x="6768150" y="3384413"/>
                  <a:ext cx="211140" cy="87572"/>
                </a:xfrm>
                <a:custGeom>
                  <a:rect b="b" l="l" r="r" t="t"/>
                  <a:pathLst>
                    <a:path extrusionOk="0" h="87572" w="211140">
                      <a:moveTo>
                        <a:pt x="211141" y="77429"/>
                      </a:moveTo>
                      <a:cubicBezTo>
                        <a:pt x="211141" y="80934"/>
                        <a:pt x="210646" y="84334"/>
                        <a:pt x="209826" y="87573"/>
                      </a:cubicBezTo>
                      <a:lnTo>
                        <a:pt x="1343" y="87573"/>
                      </a:lnTo>
                      <a:cubicBezTo>
                        <a:pt x="495" y="84334"/>
                        <a:pt x="0" y="80934"/>
                        <a:pt x="0" y="77429"/>
                      </a:cubicBezTo>
                      <a:cubicBezTo>
                        <a:pt x="0" y="69999"/>
                        <a:pt x="2000" y="63027"/>
                        <a:pt x="5477" y="57017"/>
                      </a:cubicBezTo>
                      <a:cubicBezTo>
                        <a:pt x="12535" y="44767"/>
                        <a:pt x="25727" y="36557"/>
                        <a:pt x="40872" y="36557"/>
                      </a:cubicBezTo>
                      <a:cubicBezTo>
                        <a:pt x="47139" y="36557"/>
                        <a:pt x="53035" y="38005"/>
                        <a:pt x="58360" y="40510"/>
                      </a:cubicBezTo>
                      <a:cubicBezTo>
                        <a:pt x="64265" y="17250"/>
                        <a:pt x="85306" y="0"/>
                        <a:pt x="110404" y="0"/>
                      </a:cubicBezTo>
                      <a:cubicBezTo>
                        <a:pt x="125178" y="0"/>
                        <a:pt x="138560" y="5953"/>
                        <a:pt x="148257" y="15621"/>
                      </a:cubicBezTo>
                      <a:cubicBezTo>
                        <a:pt x="154343" y="21650"/>
                        <a:pt x="159001" y="29108"/>
                        <a:pt x="161658" y="37481"/>
                      </a:cubicBezTo>
                      <a:cubicBezTo>
                        <a:pt x="164421" y="36871"/>
                        <a:pt x="167326" y="36557"/>
                        <a:pt x="170269" y="36557"/>
                      </a:cubicBezTo>
                      <a:cubicBezTo>
                        <a:pt x="192843" y="36547"/>
                        <a:pt x="211141" y="54855"/>
                        <a:pt x="211141" y="77429"/>
                      </a:cubicBezTo>
                      <a:close/>
                    </a:path>
                  </a:pathLst>
                </a:custGeom>
                <a:solidFill>
                  <a:srgbClr val="00673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57" name="Google Shape;1457;p45"/>
              <p:cNvGrpSpPr/>
              <p:nvPr/>
            </p:nvGrpSpPr>
            <p:grpSpPr>
              <a:xfrm>
                <a:off x="7464066" y="2918734"/>
                <a:ext cx="435250" cy="473594"/>
                <a:chOff x="7464066" y="2918734"/>
                <a:chExt cx="435250" cy="473594"/>
              </a:xfrm>
            </p:grpSpPr>
            <p:sp>
              <p:nvSpPr>
                <p:cNvPr id="1458" name="Google Shape;1458;p45"/>
                <p:cNvSpPr/>
                <p:nvPr/>
              </p:nvSpPr>
              <p:spPr>
                <a:xfrm rot="-2700000">
                  <a:off x="7527806" y="2982474"/>
                  <a:ext cx="307768" cy="307768"/>
                </a:xfrm>
                <a:custGeom>
                  <a:rect b="b" l="l" r="r" t="t"/>
                  <a:pathLst>
                    <a:path extrusionOk="0" h="307597" w="307597">
                      <a:moveTo>
                        <a:pt x="307597" y="153799"/>
                      </a:moveTo>
                      <a:cubicBezTo>
                        <a:pt x="307597" y="238739"/>
                        <a:pt x="238739" y="307597"/>
                        <a:pt x="153799" y="307597"/>
                      </a:cubicBezTo>
                      <a:cubicBezTo>
                        <a:pt x="68858" y="307597"/>
                        <a:pt x="0" y="238739"/>
                        <a:pt x="0" y="153799"/>
                      </a:cubicBezTo>
                      <a:cubicBezTo>
                        <a:pt x="0" y="68858"/>
                        <a:pt x="68858" y="0"/>
                        <a:pt x="153799" y="0"/>
                      </a:cubicBezTo>
                      <a:cubicBezTo>
                        <a:pt x="238739" y="0"/>
                        <a:pt x="307597" y="68858"/>
                        <a:pt x="307597" y="153799"/>
                      </a:cubicBezTo>
                      <a:close/>
                    </a:path>
                  </a:pathLst>
                </a:custGeom>
                <a:solidFill>
                  <a:srgbClr val="00673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9" name="Google Shape;1459;p45"/>
                <p:cNvSpPr/>
                <p:nvPr/>
              </p:nvSpPr>
              <p:spPr>
                <a:xfrm>
                  <a:off x="7681617" y="2982591"/>
                  <a:ext cx="153781" cy="307552"/>
                </a:xfrm>
                <a:custGeom>
                  <a:rect b="b" l="l" r="r" t="t"/>
                  <a:pathLst>
                    <a:path extrusionOk="0" h="307552" w="153781">
                      <a:moveTo>
                        <a:pt x="93897" y="32166"/>
                      </a:moveTo>
                      <a:cubicBezTo>
                        <a:pt x="96803" y="22451"/>
                        <a:pt x="103480" y="12221"/>
                        <a:pt x="118072" y="5753"/>
                      </a:cubicBezTo>
                      <a:cubicBezTo>
                        <a:pt x="118072" y="5753"/>
                        <a:pt x="124692" y="23974"/>
                        <a:pt x="113538" y="41005"/>
                      </a:cubicBezTo>
                      <a:cubicBezTo>
                        <a:pt x="122625" y="36833"/>
                        <a:pt x="134484" y="35138"/>
                        <a:pt x="148752" y="41491"/>
                      </a:cubicBezTo>
                      <a:cubicBezTo>
                        <a:pt x="148752" y="41491"/>
                        <a:pt x="140589" y="56931"/>
                        <a:pt x="122596" y="61198"/>
                      </a:cubicBezTo>
                      <a:cubicBezTo>
                        <a:pt x="142084" y="86963"/>
                        <a:pt x="153781" y="118958"/>
                        <a:pt x="153781" y="153772"/>
                      </a:cubicBezTo>
                      <a:cubicBezTo>
                        <a:pt x="153781" y="238668"/>
                        <a:pt x="84896" y="307553"/>
                        <a:pt x="0" y="307553"/>
                      </a:cubicBezTo>
                      <a:lnTo>
                        <a:pt x="0" y="0"/>
                      </a:lnTo>
                      <a:cubicBezTo>
                        <a:pt x="35405" y="-9"/>
                        <a:pt x="67904" y="12068"/>
                        <a:pt x="93897" y="32166"/>
                      </a:cubicBezTo>
                      <a:close/>
                    </a:path>
                  </a:pathLst>
                </a:custGeom>
                <a:solidFill>
                  <a:srgbClr val="03AD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60" name="Google Shape;1460;p45"/>
                <p:cNvSpPr/>
                <p:nvPr/>
              </p:nvSpPr>
              <p:spPr>
                <a:xfrm>
                  <a:off x="7623343" y="3198666"/>
                  <a:ext cx="94135" cy="193662"/>
                </a:xfrm>
                <a:custGeom>
                  <a:rect b="b" l="l" r="r" t="t"/>
                  <a:pathLst>
                    <a:path extrusionOk="0" h="193662" w="94135">
                      <a:moveTo>
                        <a:pt x="2286" y="21489"/>
                      </a:moveTo>
                      <a:cubicBezTo>
                        <a:pt x="5582" y="17736"/>
                        <a:pt x="11430" y="17278"/>
                        <a:pt x="15183" y="20669"/>
                      </a:cubicBezTo>
                      <a:lnTo>
                        <a:pt x="49120" y="50397"/>
                      </a:lnTo>
                      <a:lnTo>
                        <a:pt x="49120" y="9144"/>
                      </a:lnTo>
                      <a:cubicBezTo>
                        <a:pt x="49120" y="4115"/>
                        <a:pt x="53235" y="0"/>
                        <a:pt x="58264" y="0"/>
                      </a:cubicBezTo>
                      <a:cubicBezTo>
                        <a:pt x="63294" y="0"/>
                        <a:pt x="67418" y="4115"/>
                        <a:pt x="67418" y="9144"/>
                      </a:cubicBezTo>
                      <a:lnTo>
                        <a:pt x="67418" y="22870"/>
                      </a:lnTo>
                      <a:lnTo>
                        <a:pt x="79038" y="12621"/>
                      </a:lnTo>
                      <a:cubicBezTo>
                        <a:pt x="82791" y="9325"/>
                        <a:pt x="88554" y="9697"/>
                        <a:pt x="91935" y="13535"/>
                      </a:cubicBezTo>
                      <a:cubicBezTo>
                        <a:pt x="93402" y="15269"/>
                        <a:pt x="94136" y="17374"/>
                        <a:pt x="94136" y="19479"/>
                      </a:cubicBezTo>
                      <a:cubicBezTo>
                        <a:pt x="94136" y="22041"/>
                        <a:pt x="93126" y="24603"/>
                        <a:pt x="91021" y="26432"/>
                      </a:cubicBezTo>
                      <a:lnTo>
                        <a:pt x="67418" y="47111"/>
                      </a:lnTo>
                      <a:lnTo>
                        <a:pt x="67418" y="193662"/>
                      </a:lnTo>
                      <a:lnTo>
                        <a:pt x="49120" y="193662"/>
                      </a:lnTo>
                      <a:lnTo>
                        <a:pt x="49120" y="74828"/>
                      </a:lnTo>
                      <a:lnTo>
                        <a:pt x="3105" y="34395"/>
                      </a:lnTo>
                      <a:cubicBezTo>
                        <a:pt x="1095" y="32566"/>
                        <a:pt x="0" y="30099"/>
                        <a:pt x="0" y="27537"/>
                      </a:cubicBezTo>
                      <a:cubicBezTo>
                        <a:pt x="0" y="25432"/>
                        <a:pt x="828" y="23232"/>
                        <a:pt x="2286" y="21489"/>
                      </a:cubicBezTo>
                      <a:close/>
                    </a:path>
                  </a:pathLst>
                </a:custGeom>
                <a:solidFill>
                  <a:srgbClr val="724C2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61" name="Google Shape;1461;p45"/>
                <p:cNvSpPr/>
                <p:nvPr/>
              </p:nvSpPr>
              <p:spPr>
                <a:xfrm>
                  <a:off x="7681636" y="3198666"/>
                  <a:ext cx="35861" cy="193662"/>
                </a:xfrm>
                <a:custGeom>
                  <a:rect b="b" l="l" r="r" t="t"/>
                  <a:pathLst>
                    <a:path extrusionOk="0" h="193662" w="35861">
                      <a:moveTo>
                        <a:pt x="0" y="0"/>
                      </a:moveTo>
                      <a:lnTo>
                        <a:pt x="0" y="193662"/>
                      </a:lnTo>
                      <a:lnTo>
                        <a:pt x="9144" y="193662"/>
                      </a:lnTo>
                      <a:lnTo>
                        <a:pt x="9144" y="47111"/>
                      </a:lnTo>
                      <a:lnTo>
                        <a:pt x="32747" y="26432"/>
                      </a:lnTo>
                      <a:cubicBezTo>
                        <a:pt x="34852" y="24603"/>
                        <a:pt x="35861" y="22041"/>
                        <a:pt x="35861" y="19479"/>
                      </a:cubicBezTo>
                      <a:cubicBezTo>
                        <a:pt x="35861" y="17374"/>
                        <a:pt x="35128" y="15269"/>
                        <a:pt x="33671" y="13535"/>
                      </a:cubicBezTo>
                      <a:cubicBezTo>
                        <a:pt x="30289" y="9697"/>
                        <a:pt x="24517" y="9325"/>
                        <a:pt x="20774" y="12621"/>
                      </a:cubicBezTo>
                      <a:lnTo>
                        <a:pt x="9154" y="22870"/>
                      </a:lnTo>
                      <a:lnTo>
                        <a:pt x="9154" y="9144"/>
                      </a:lnTo>
                      <a:cubicBezTo>
                        <a:pt x="9144" y="4115"/>
                        <a:pt x="5029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8E634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62" name="Google Shape;1462;p45"/>
              <p:cNvGrpSpPr/>
              <p:nvPr/>
            </p:nvGrpSpPr>
            <p:grpSpPr>
              <a:xfrm>
                <a:off x="7177568" y="2969487"/>
                <a:ext cx="482320" cy="498060"/>
                <a:chOff x="7177568" y="2969487"/>
                <a:chExt cx="482320" cy="498060"/>
              </a:xfrm>
            </p:grpSpPr>
            <p:sp>
              <p:nvSpPr>
                <p:cNvPr id="1463" name="Google Shape;1463;p45"/>
                <p:cNvSpPr/>
                <p:nvPr/>
              </p:nvSpPr>
              <p:spPr>
                <a:xfrm>
                  <a:off x="7198442" y="3009766"/>
                  <a:ext cx="440521" cy="457771"/>
                </a:xfrm>
                <a:custGeom>
                  <a:rect b="b" l="l" r="r" t="t"/>
                  <a:pathLst>
                    <a:path extrusionOk="0" h="457771" w="440521">
                      <a:moveTo>
                        <a:pt x="440522" y="166468"/>
                      </a:moveTo>
                      <a:lnTo>
                        <a:pt x="440522" y="457772"/>
                      </a:lnTo>
                      <a:lnTo>
                        <a:pt x="0" y="457772"/>
                      </a:lnTo>
                      <a:lnTo>
                        <a:pt x="0" y="166468"/>
                      </a:lnTo>
                      <a:lnTo>
                        <a:pt x="5648" y="162182"/>
                      </a:lnTo>
                      <a:lnTo>
                        <a:pt x="121606" y="74657"/>
                      </a:lnTo>
                      <a:lnTo>
                        <a:pt x="129969" y="68285"/>
                      </a:lnTo>
                      <a:lnTo>
                        <a:pt x="220313" y="0"/>
                      </a:lnTo>
                      <a:lnTo>
                        <a:pt x="310544" y="68285"/>
                      </a:lnTo>
                      <a:lnTo>
                        <a:pt x="319021" y="74552"/>
                      </a:lnTo>
                      <a:close/>
                    </a:path>
                  </a:pathLst>
                </a:custGeom>
                <a:solidFill>
                  <a:srgbClr val="F7B9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464" name="Google Shape;1464;p45"/>
                <p:cNvGrpSpPr/>
                <p:nvPr/>
              </p:nvGrpSpPr>
              <p:grpSpPr>
                <a:xfrm>
                  <a:off x="7198471" y="3016510"/>
                  <a:ext cx="440483" cy="451027"/>
                  <a:chOff x="7198471" y="3016510"/>
                  <a:chExt cx="440483" cy="451027"/>
                </a:xfrm>
              </p:grpSpPr>
              <p:sp>
                <p:nvSpPr>
                  <p:cNvPr id="1465" name="Google Shape;1465;p45"/>
                  <p:cNvSpPr/>
                  <p:nvPr/>
                </p:nvSpPr>
                <p:spPr>
                  <a:xfrm>
                    <a:off x="7198471" y="3170986"/>
                    <a:ext cx="440483" cy="10458"/>
                  </a:xfrm>
                  <a:custGeom>
                    <a:rect b="b" l="l" r="r" t="t"/>
                    <a:pathLst>
                      <a:path extrusionOk="0" h="10458" w="440483">
                        <a:moveTo>
                          <a:pt x="0" y="0"/>
                        </a:moveTo>
                        <a:lnTo>
                          <a:pt x="440484" y="0"/>
                        </a:lnTo>
                        <a:lnTo>
                          <a:pt x="440484" y="10459"/>
                        </a:lnTo>
                        <a:lnTo>
                          <a:pt x="0" y="10459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66" name="Google Shape;1466;p45"/>
                  <p:cNvSpPr/>
                  <p:nvPr/>
                </p:nvSpPr>
                <p:spPr>
                  <a:xfrm>
                    <a:off x="7413488" y="3016510"/>
                    <a:ext cx="10458" cy="159705"/>
                  </a:xfrm>
                  <a:custGeom>
                    <a:rect b="b" l="l" r="r" t="t"/>
                    <a:pathLst>
                      <a:path extrusionOk="0" h="159705" w="10458">
                        <a:moveTo>
                          <a:pt x="0" y="0"/>
                        </a:moveTo>
                        <a:lnTo>
                          <a:pt x="10458" y="0"/>
                        </a:lnTo>
                        <a:lnTo>
                          <a:pt x="10458" y="159706"/>
                        </a:lnTo>
                        <a:lnTo>
                          <a:pt x="0" y="15970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67" name="Google Shape;1467;p45"/>
                  <p:cNvSpPr/>
                  <p:nvPr/>
                </p:nvSpPr>
                <p:spPr>
                  <a:xfrm>
                    <a:off x="7307313" y="3181445"/>
                    <a:ext cx="10458" cy="286092"/>
                  </a:xfrm>
                  <a:custGeom>
                    <a:rect b="b" l="l" r="r" t="t"/>
                    <a:pathLst>
                      <a:path extrusionOk="0" h="286092" w="10458">
                        <a:moveTo>
                          <a:pt x="0" y="0"/>
                        </a:moveTo>
                        <a:lnTo>
                          <a:pt x="10458" y="0"/>
                        </a:lnTo>
                        <a:lnTo>
                          <a:pt x="10458" y="286093"/>
                        </a:lnTo>
                        <a:lnTo>
                          <a:pt x="0" y="28609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68" name="Google Shape;1468;p45"/>
                  <p:cNvSpPr/>
                  <p:nvPr/>
                </p:nvSpPr>
                <p:spPr>
                  <a:xfrm>
                    <a:off x="7198471" y="3280619"/>
                    <a:ext cx="440483" cy="10458"/>
                  </a:xfrm>
                  <a:custGeom>
                    <a:rect b="b" l="l" r="r" t="t"/>
                    <a:pathLst>
                      <a:path extrusionOk="0" h="10458" w="440483">
                        <a:moveTo>
                          <a:pt x="0" y="0"/>
                        </a:moveTo>
                        <a:lnTo>
                          <a:pt x="440484" y="0"/>
                        </a:lnTo>
                        <a:lnTo>
                          <a:pt x="440484" y="10458"/>
                        </a:lnTo>
                        <a:lnTo>
                          <a:pt x="0" y="1045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69" name="Google Shape;1469;p45"/>
                  <p:cNvSpPr/>
                  <p:nvPr/>
                </p:nvSpPr>
                <p:spPr>
                  <a:xfrm>
                    <a:off x="7519663" y="3181445"/>
                    <a:ext cx="10458" cy="286092"/>
                  </a:xfrm>
                  <a:custGeom>
                    <a:rect b="b" l="l" r="r" t="t"/>
                    <a:pathLst>
                      <a:path extrusionOk="0" h="286092" w="10458">
                        <a:moveTo>
                          <a:pt x="0" y="0"/>
                        </a:moveTo>
                        <a:lnTo>
                          <a:pt x="10458" y="0"/>
                        </a:lnTo>
                        <a:lnTo>
                          <a:pt x="10458" y="286093"/>
                        </a:lnTo>
                        <a:lnTo>
                          <a:pt x="0" y="28609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70" name="Google Shape;1470;p45"/>
                  <p:cNvSpPr/>
                  <p:nvPr/>
                </p:nvSpPr>
                <p:spPr>
                  <a:xfrm>
                    <a:off x="7320048" y="3078051"/>
                    <a:ext cx="102365" cy="101841"/>
                  </a:xfrm>
                  <a:custGeom>
                    <a:rect b="b" l="l" r="r" t="t"/>
                    <a:pathLst>
                      <a:path extrusionOk="0" h="101841" w="102365">
                        <a:moveTo>
                          <a:pt x="102365" y="94526"/>
                        </a:moveTo>
                        <a:lnTo>
                          <a:pt x="98708" y="98184"/>
                        </a:lnTo>
                        <a:lnTo>
                          <a:pt x="94945" y="101841"/>
                        </a:lnTo>
                        <a:lnTo>
                          <a:pt x="0" y="6372"/>
                        </a:lnTo>
                        <a:lnTo>
                          <a:pt x="8363" y="0"/>
                        </a:lnTo>
                        <a:lnTo>
                          <a:pt x="98708" y="9075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71" name="Google Shape;1471;p45"/>
                  <p:cNvSpPr/>
                  <p:nvPr/>
                </p:nvSpPr>
                <p:spPr>
                  <a:xfrm>
                    <a:off x="7414993" y="3078051"/>
                    <a:ext cx="102469" cy="101841"/>
                  </a:xfrm>
                  <a:custGeom>
                    <a:rect b="b" l="l" r="r" t="t"/>
                    <a:pathLst>
                      <a:path extrusionOk="0" h="101841" w="102469">
                        <a:moveTo>
                          <a:pt x="102470" y="6267"/>
                        </a:moveTo>
                        <a:lnTo>
                          <a:pt x="7420" y="101841"/>
                        </a:lnTo>
                        <a:lnTo>
                          <a:pt x="3763" y="98184"/>
                        </a:lnTo>
                        <a:lnTo>
                          <a:pt x="0" y="94526"/>
                        </a:lnTo>
                        <a:lnTo>
                          <a:pt x="3763" y="90754"/>
                        </a:lnTo>
                        <a:lnTo>
                          <a:pt x="93993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472" name="Google Shape;1472;p45"/>
                <p:cNvSpPr/>
                <p:nvPr/>
              </p:nvSpPr>
              <p:spPr>
                <a:xfrm>
                  <a:off x="7198452" y="3009776"/>
                  <a:ext cx="440512" cy="176917"/>
                </a:xfrm>
                <a:custGeom>
                  <a:rect b="b" l="l" r="r" t="t"/>
                  <a:pathLst>
                    <a:path extrusionOk="0" h="176917" w="440512">
                      <a:moveTo>
                        <a:pt x="440512" y="166459"/>
                      </a:moveTo>
                      <a:lnTo>
                        <a:pt x="440512" y="176917"/>
                      </a:lnTo>
                      <a:cubicBezTo>
                        <a:pt x="436121" y="176917"/>
                        <a:pt x="431730" y="175555"/>
                        <a:pt x="427968" y="172736"/>
                      </a:cubicBezTo>
                      <a:lnTo>
                        <a:pt x="220313" y="17145"/>
                      </a:lnTo>
                      <a:lnTo>
                        <a:pt x="12544" y="172736"/>
                      </a:lnTo>
                      <a:cubicBezTo>
                        <a:pt x="8782" y="175555"/>
                        <a:pt x="4391" y="176917"/>
                        <a:pt x="0" y="176917"/>
                      </a:cubicBezTo>
                      <a:lnTo>
                        <a:pt x="0" y="166459"/>
                      </a:lnTo>
                      <a:lnTo>
                        <a:pt x="5648" y="162173"/>
                      </a:lnTo>
                      <a:lnTo>
                        <a:pt x="121606" y="74657"/>
                      </a:lnTo>
                      <a:lnTo>
                        <a:pt x="129969" y="68275"/>
                      </a:lnTo>
                      <a:lnTo>
                        <a:pt x="220313" y="0"/>
                      </a:lnTo>
                      <a:lnTo>
                        <a:pt x="310553" y="68275"/>
                      </a:lnTo>
                      <a:lnTo>
                        <a:pt x="319021" y="74552"/>
                      </a:lnTo>
                      <a:lnTo>
                        <a:pt x="440512" y="16645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73" name="Google Shape;1473;p45"/>
                <p:cNvSpPr/>
                <p:nvPr/>
              </p:nvSpPr>
              <p:spPr>
                <a:xfrm>
                  <a:off x="7177568" y="2969487"/>
                  <a:ext cx="482320" cy="206727"/>
                </a:xfrm>
                <a:custGeom>
                  <a:rect b="b" l="l" r="r" t="t"/>
                  <a:pathLst>
                    <a:path extrusionOk="0" h="206727" w="482320">
                      <a:moveTo>
                        <a:pt x="461368" y="206719"/>
                      </a:moveTo>
                      <a:cubicBezTo>
                        <a:pt x="457005" y="206719"/>
                        <a:pt x="452614" y="205366"/>
                        <a:pt x="448861" y="202547"/>
                      </a:cubicBezTo>
                      <a:lnTo>
                        <a:pt x="241150" y="47032"/>
                      </a:lnTo>
                      <a:lnTo>
                        <a:pt x="33438" y="202547"/>
                      </a:lnTo>
                      <a:cubicBezTo>
                        <a:pt x="24189" y="209481"/>
                        <a:pt x="11073" y="207595"/>
                        <a:pt x="4177" y="198337"/>
                      </a:cubicBezTo>
                      <a:cubicBezTo>
                        <a:pt x="-2748" y="189098"/>
                        <a:pt x="-871" y="175982"/>
                        <a:pt x="8387" y="169076"/>
                      </a:cubicBezTo>
                      <a:lnTo>
                        <a:pt x="228633" y="4179"/>
                      </a:lnTo>
                      <a:cubicBezTo>
                        <a:pt x="236044" y="-1393"/>
                        <a:pt x="246284" y="-1393"/>
                        <a:pt x="253694" y="4179"/>
                      </a:cubicBezTo>
                      <a:lnTo>
                        <a:pt x="473941" y="169076"/>
                      </a:lnTo>
                      <a:cubicBezTo>
                        <a:pt x="483189" y="175991"/>
                        <a:pt x="485066" y="189098"/>
                        <a:pt x="478151" y="198337"/>
                      </a:cubicBezTo>
                      <a:cubicBezTo>
                        <a:pt x="474017" y="203823"/>
                        <a:pt x="467740" y="206719"/>
                        <a:pt x="461368" y="206719"/>
                      </a:cubicBezTo>
                      <a:close/>
                    </a:path>
                  </a:pathLst>
                </a:custGeom>
                <a:solidFill>
                  <a:srgbClr val="49474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74" name="Google Shape;1474;p45"/>
                <p:cNvSpPr/>
                <p:nvPr/>
              </p:nvSpPr>
              <p:spPr>
                <a:xfrm>
                  <a:off x="7348127" y="3291078"/>
                  <a:ext cx="141141" cy="176469"/>
                </a:xfrm>
                <a:custGeom>
                  <a:rect b="b" l="l" r="r" t="t"/>
                  <a:pathLst>
                    <a:path extrusionOk="0" h="176469" w="141141">
                      <a:moveTo>
                        <a:pt x="0" y="0"/>
                      </a:moveTo>
                      <a:lnTo>
                        <a:pt x="141141" y="0"/>
                      </a:lnTo>
                      <a:lnTo>
                        <a:pt x="141141" y="176470"/>
                      </a:lnTo>
                      <a:lnTo>
                        <a:pt x="0" y="176470"/>
                      </a:lnTo>
                      <a:close/>
                    </a:path>
                  </a:pathLst>
                </a:custGeom>
                <a:solidFill>
                  <a:srgbClr val="49474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75" name="Google Shape;1475;p45"/>
              <p:cNvGrpSpPr/>
              <p:nvPr/>
            </p:nvGrpSpPr>
            <p:grpSpPr>
              <a:xfrm>
                <a:off x="7418689" y="3310937"/>
                <a:ext cx="395020" cy="161239"/>
                <a:chOff x="7418689" y="3310937"/>
                <a:chExt cx="395020" cy="161239"/>
              </a:xfrm>
            </p:grpSpPr>
            <p:sp>
              <p:nvSpPr>
                <p:cNvPr id="1476" name="Google Shape;1476;p45"/>
                <p:cNvSpPr/>
                <p:nvPr/>
              </p:nvSpPr>
              <p:spPr>
                <a:xfrm>
                  <a:off x="7418689" y="3310937"/>
                  <a:ext cx="344224" cy="161239"/>
                </a:xfrm>
                <a:custGeom>
                  <a:rect b="b" l="l" r="r" t="t"/>
                  <a:pathLst>
                    <a:path extrusionOk="0" h="161239" w="344224">
                      <a:moveTo>
                        <a:pt x="277606" y="78076"/>
                      </a:moveTo>
                      <a:cubicBezTo>
                        <a:pt x="272796" y="78076"/>
                        <a:pt x="268072" y="78591"/>
                        <a:pt x="263566" y="79581"/>
                      </a:cubicBezTo>
                      <a:cubicBezTo>
                        <a:pt x="259232" y="65923"/>
                        <a:pt x="251631" y="53778"/>
                        <a:pt x="241716" y="43939"/>
                      </a:cubicBezTo>
                      <a:cubicBezTo>
                        <a:pt x="225914" y="28184"/>
                        <a:pt x="204102" y="18479"/>
                        <a:pt x="180013" y="18479"/>
                      </a:cubicBezTo>
                      <a:cubicBezTo>
                        <a:pt x="166297" y="18479"/>
                        <a:pt x="153353" y="21698"/>
                        <a:pt x="141799" y="27327"/>
                      </a:cubicBezTo>
                      <a:cubicBezTo>
                        <a:pt x="141932" y="18612"/>
                        <a:pt x="139017" y="8839"/>
                        <a:pt x="129264" y="0"/>
                      </a:cubicBezTo>
                      <a:cubicBezTo>
                        <a:pt x="129264" y="0"/>
                        <a:pt x="115119" y="16640"/>
                        <a:pt x="123111" y="37367"/>
                      </a:cubicBezTo>
                      <a:cubicBezTo>
                        <a:pt x="114767" y="31261"/>
                        <a:pt x="102727" y="26975"/>
                        <a:pt x="87249" y="33318"/>
                      </a:cubicBezTo>
                      <a:cubicBezTo>
                        <a:pt x="87249" y="33318"/>
                        <a:pt x="93964" y="48263"/>
                        <a:pt x="110157" y="53388"/>
                      </a:cubicBezTo>
                      <a:cubicBezTo>
                        <a:pt x="107232" y="57264"/>
                        <a:pt x="104689" y="61446"/>
                        <a:pt x="102423" y="65780"/>
                      </a:cubicBezTo>
                      <a:cubicBezTo>
                        <a:pt x="100699" y="65142"/>
                        <a:pt x="98860" y="64741"/>
                        <a:pt x="96917" y="64741"/>
                      </a:cubicBezTo>
                      <a:cubicBezTo>
                        <a:pt x="88459" y="64741"/>
                        <a:pt x="81610" y="71371"/>
                        <a:pt x="81124" y="79705"/>
                      </a:cubicBezTo>
                      <a:cubicBezTo>
                        <a:pt x="76467" y="78658"/>
                        <a:pt x="71637" y="78076"/>
                        <a:pt x="66647" y="78076"/>
                      </a:cubicBezTo>
                      <a:cubicBezTo>
                        <a:pt x="41958" y="78076"/>
                        <a:pt x="20450" y="91469"/>
                        <a:pt x="8935" y="111442"/>
                      </a:cubicBezTo>
                      <a:cubicBezTo>
                        <a:pt x="3267" y="121234"/>
                        <a:pt x="0" y="132607"/>
                        <a:pt x="0" y="144713"/>
                      </a:cubicBezTo>
                      <a:cubicBezTo>
                        <a:pt x="0" y="150419"/>
                        <a:pt x="819" y="155962"/>
                        <a:pt x="2191" y="161239"/>
                      </a:cubicBezTo>
                      <a:lnTo>
                        <a:pt x="342081" y="161239"/>
                      </a:lnTo>
                      <a:cubicBezTo>
                        <a:pt x="343415" y="155962"/>
                        <a:pt x="344224" y="150419"/>
                        <a:pt x="344224" y="144713"/>
                      </a:cubicBezTo>
                      <a:cubicBezTo>
                        <a:pt x="344253" y="107918"/>
                        <a:pt x="314411" y="78076"/>
                        <a:pt x="277606" y="78076"/>
                      </a:cubicBezTo>
                      <a:close/>
                    </a:path>
                  </a:pathLst>
                </a:custGeom>
                <a:solidFill>
                  <a:srgbClr val="01944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77" name="Google Shape;1477;p45"/>
                <p:cNvSpPr/>
                <p:nvPr/>
              </p:nvSpPr>
              <p:spPr>
                <a:xfrm>
                  <a:off x="7537561" y="3357648"/>
                  <a:ext cx="276148" cy="114528"/>
                </a:xfrm>
                <a:custGeom>
                  <a:rect b="b" l="l" r="r" t="t"/>
                  <a:pathLst>
                    <a:path extrusionOk="0" h="114528" w="276148">
                      <a:moveTo>
                        <a:pt x="276149" y="101270"/>
                      </a:moveTo>
                      <a:cubicBezTo>
                        <a:pt x="276149" y="105851"/>
                        <a:pt x="275492" y="110290"/>
                        <a:pt x="274425" y="114529"/>
                      </a:cubicBezTo>
                      <a:lnTo>
                        <a:pt x="1753" y="114529"/>
                      </a:lnTo>
                      <a:cubicBezTo>
                        <a:pt x="648" y="110290"/>
                        <a:pt x="0" y="105851"/>
                        <a:pt x="0" y="101270"/>
                      </a:cubicBezTo>
                      <a:cubicBezTo>
                        <a:pt x="0" y="91554"/>
                        <a:pt x="2619" y="82429"/>
                        <a:pt x="7163" y="74571"/>
                      </a:cubicBezTo>
                      <a:cubicBezTo>
                        <a:pt x="16393" y="58550"/>
                        <a:pt x="33652" y="47806"/>
                        <a:pt x="53454" y="47806"/>
                      </a:cubicBezTo>
                      <a:cubicBezTo>
                        <a:pt x="61655" y="47806"/>
                        <a:pt x="69370" y="49701"/>
                        <a:pt x="76324" y="52978"/>
                      </a:cubicBezTo>
                      <a:cubicBezTo>
                        <a:pt x="84039" y="22565"/>
                        <a:pt x="111566" y="0"/>
                        <a:pt x="144389" y="0"/>
                      </a:cubicBezTo>
                      <a:cubicBezTo>
                        <a:pt x="163716" y="0"/>
                        <a:pt x="181213" y="7782"/>
                        <a:pt x="193891" y="20431"/>
                      </a:cubicBezTo>
                      <a:cubicBezTo>
                        <a:pt x="201844" y="28318"/>
                        <a:pt x="207940" y="38071"/>
                        <a:pt x="211426" y="49025"/>
                      </a:cubicBezTo>
                      <a:cubicBezTo>
                        <a:pt x="215046" y="48235"/>
                        <a:pt x="218827" y="47816"/>
                        <a:pt x="222695" y="47816"/>
                      </a:cubicBezTo>
                      <a:cubicBezTo>
                        <a:pt x="252213" y="47806"/>
                        <a:pt x="276149" y="71752"/>
                        <a:pt x="276149" y="101270"/>
                      </a:cubicBezTo>
                      <a:close/>
                    </a:path>
                  </a:pathLst>
                </a:custGeom>
                <a:solidFill>
                  <a:srgbClr val="00673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78" name="Google Shape;1478;p45"/>
                <p:cNvSpPr/>
                <p:nvPr/>
              </p:nvSpPr>
              <p:spPr>
                <a:xfrm>
                  <a:off x="7482087" y="3399986"/>
                  <a:ext cx="174050" cy="72190"/>
                </a:xfrm>
                <a:custGeom>
                  <a:rect b="b" l="l" r="r" t="t"/>
                  <a:pathLst>
                    <a:path extrusionOk="0" h="72190" w="174050">
                      <a:moveTo>
                        <a:pt x="174050" y="63837"/>
                      </a:moveTo>
                      <a:cubicBezTo>
                        <a:pt x="174050" y="66723"/>
                        <a:pt x="173641" y="69523"/>
                        <a:pt x="172964" y="72190"/>
                      </a:cubicBezTo>
                      <a:lnTo>
                        <a:pt x="1105" y="72190"/>
                      </a:lnTo>
                      <a:cubicBezTo>
                        <a:pt x="410" y="69523"/>
                        <a:pt x="0" y="66723"/>
                        <a:pt x="0" y="63837"/>
                      </a:cubicBezTo>
                      <a:cubicBezTo>
                        <a:pt x="0" y="57712"/>
                        <a:pt x="1648" y="51959"/>
                        <a:pt x="4515" y="47006"/>
                      </a:cubicBezTo>
                      <a:cubicBezTo>
                        <a:pt x="10335" y="36909"/>
                        <a:pt x="21212" y="30137"/>
                        <a:pt x="33690" y="30137"/>
                      </a:cubicBezTo>
                      <a:cubicBezTo>
                        <a:pt x="38862" y="30137"/>
                        <a:pt x="43720" y="31328"/>
                        <a:pt x="48101" y="33395"/>
                      </a:cubicBezTo>
                      <a:cubicBezTo>
                        <a:pt x="52969" y="14221"/>
                        <a:pt x="70314" y="0"/>
                        <a:pt x="91002" y="0"/>
                      </a:cubicBezTo>
                      <a:cubicBezTo>
                        <a:pt x="103184" y="0"/>
                        <a:pt x="114214" y="4905"/>
                        <a:pt x="122196" y="12878"/>
                      </a:cubicBezTo>
                      <a:cubicBezTo>
                        <a:pt x="127206" y="17850"/>
                        <a:pt x="131055" y="23994"/>
                        <a:pt x="133245" y="30899"/>
                      </a:cubicBezTo>
                      <a:cubicBezTo>
                        <a:pt x="135522" y="30404"/>
                        <a:pt x="137913" y="30137"/>
                        <a:pt x="140341" y="30137"/>
                      </a:cubicBezTo>
                      <a:cubicBezTo>
                        <a:pt x="158963" y="30137"/>
                        <a:pt x="174050" y="45225"/>
                        <a:pt x="174050" y="63837"/>
                      </a:cubicBezTo>
                      <a:close/>
                    </a:path>
                  </a:pathLst>
                </a:custGeom>
                <a:solidFill>
                  <a:srgbClr val="4BBC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79" name="Google Shape;1479;p45"/>
                <p:cNvSpPr/>
                <p:nvPr/>
              </p:nvSpPr>
              <p:spPr>
                <a:xfrm>
                  <a:off x="7448940" y="3402844"/>
                  <a:ext cx="37388" cy="40347"/>
                </a:xfrm>
                <a:custGeom>
                  <a:rect b="b" l="l" r="r" t="t"/>
                  <a:pathLst>
                    <a:path extrusionOk="0" h="40347" w="37388">
                      <a:moveTo>
                        <a:pt x="30471" y="0"/>
                      </a:moveTo>
                      <a:cubicBezTo>
                        <a:pt x="30471" y="0"/>
                        <a:pt x="20498" y="9087"/>
                        <a:pt x="21850" y="23174"/>
                      </a:cubicBezTo>
                      <a:cubicBezTo>
                        <a:pt x="17602" y="17669"/>
                        <a:pt x="10849" y="12783"/>
                        <a:pt x="0" y="12078"/>
                      </a:cubicBezTo>
                      <a:cubicBezTo>
                        <a:pt x="0" y="12078"/>
                        <a:pt x="0" y="37214"/>
                        <a:pt x="28832" y="40348"/>
                      </a:cubicBezTo>
                      <a:lnTo>
                        <a:pt x="28832" y="40348"/>
                      </a:lnTo>
                      <a:lnTo>
                        <a:pt x="28832" y="40348"/>
                      </a:lnTo>
                      <a:cubicBezTo>
                        <a:pt x="28832" y="40338"/>
                        <a:pt x="46939" y="20793"/>
                        <a:pt x="30471" y="0"/>
                      </a:cubicBezTo>
                      <a:close/>
                    </a:path>
                  </a:pathLst>
                </a:custGeom>
                <a:solidFill>
                  <a:srgbClr val="4BBC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80" name="Google Shape;1480;p45"/>
                <p:cNvSpPr/>
                <p:nvPr/>
              </p:nvSpPr>
              <p:spPr>
                <a:xfrm>
                  <a:off x="7596004" y="3315052"/>
                  <a:ext cx="24155" cy="25307"/>
                </a:xfrm>
                <a:custGeom>
                  <a:rect b="b" l="l" r="r" t="t"/>
                  <a:pathLst>
                    <a:path extrusionOk="0" h="25307" w="24155">
                      <a:moveTo>
                        <a:pt x="23434" y="1038"/>
                      </a:moveTo>
                      <a:cubicBezTo>
                        <a:pt x="23434" y="1038"/>
                        <a:pt x="14804" y="3839"/>
                        <a:pt x="11737" y="12849"/>
                      </a:cubicBezTo>
                      <a:cubicBezTo>
                        <a:pt x="10661" y="8296"/>
                        <a:pt x="7879" y="3438"/>
                        <a:pt x="1431" y="0"/>
                      </a:cubicBezTo>
                      <a:cubicBezTo>
                        <a:pt x="1431" y="0"/>
                        <a:pt x="-5532" y="15402"/>
                        <a:pt x="11261" y="25308"/>
                      </a:cubicBezTo>
                      <a:lnTo>
                        <a:pt x="11261" y="25308"/>
                      </a:lnTo>
                      <a:lnTo>
                        <a:pt x="11261" y="25308"/>
                      </a:lnTo>
                      <a:cubicBezTo>
                        <a:pt x="11251" y="25308"/>
                        <a:pt x="27758" y="18345"/>
                        <a:pt x="23434" y="1038"/>
                      </a:cubicBezTo>
                      <a:close/>
                    </a:path>
                  </a:pathLst>
                </a:custGeom>
                <a:solidFill>
                  <a:srgbClr val="4BBC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81" name="Google Shape;1481;p45"/>
                <p:cNvSpPr/>
                <p:nvPr/>
              </p:nvSpPr>
              <p:spPr>
                <a:xfrm>
                  <a:off x="7714043" y="3351990"/>
                  <a:ext cx="26352" cy="26707"/>
                </a:xfrm>
                <a:custGeom>
                  <a:rect b="b" l="l" r="r" t="t"/>
                  <a:pathLst>
                    <a:path extrusionOk="0" h="26707" w="26352">
                      <a:moveTo>
                        <a:pt x="26353" y="13649"/>
                      </a:moveTo>
                      <a:cubicBezTo>
                        <a:pt x="26353" y="13649"/>
                        <a:pt x="17704" y="10906"/>
                        <a:pt x="9970" y="16450"/>
                      </a:cubicBezTo>
                      <a:cubicBezTo>
                        <a:pt x="11741" y="12125"/>
                        <a:pt x="12303" y="6544"/>
                        <a:pt x="9065" y="0"/>
                      </a:cubicBezTo>
                      <a:cubicBezTo>
                        <a:pt x="9065" y="0"/>
                        <a:pt x="-5556" y="8477"/>
                        <a:pt x="2340" y="26299"/>
                      </a:cubicBezTo>
                      <a:lnTo>
                        <a:pt x="2340" y="26299"/>
                      </a:lnTo>
                      <a:lnTo>
                        <a:pt x="2340" y="26299"/>
                      </a:lnTo>
                      <a:cubicBezTo>
                        <a:pt x="2340" y="26299"/>
                        <a:pt x="19809" y="30242"/>
                        <a:pt x="26353" y="13649"/>
                      </a:cubicBezTo>
                      <a:close/>
                    </a:path>
                  </a:pathLst>
                </a:custGeom>
                <a:solidFill>
                  <a:srgbClr val="01944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82" name="Google Shape;1482;p45"/>
                <p:cNvSpPr/>
                <p:nvPr/>
              </p:nvSpPr>
              <p:spPr>
                <a:xfrm>
                  <a:off x="7657738" y="3386432"/>
                  <a:ext cx="25134" cy="27127"/>
                </a:xfrm>
                <a:custGeom>
                  <a:rect b="b" l="l" r="r" t="t"/>
                  <a:pathLst>
                    <a:path extrusionOk="0" h="27127" w="25134">
                      <a:moveTo>
                        <a:pt x="20488" y="0"/>
                      </a:moveTo>
                      <a:cubicBezTo>
                        <a:pt x="20488" y="0"/>
                        <a:pt x="13783" y="6105"/>
                        <a:pt x="14687" y="15583"/>
                      </a:cubicBezTo>
                      <a:cubicBezTo>
                        <a:pt x="11830" y="11878"/>
                        <a:pt x="7296" y="8591"/>
                        <a:pt x="0" y="8115"/>
                      </a:cubicBezTo>
                      <a:cubicBezTo>
                        <a:pt x="0" y="8115"/>
                        <a:pt x="-10" y="25013"/>
                        <a:pt x="19374" y="27127"/>
                      </a:cubicBezTo>
                      <a:lnTo>
                        <a:pt x="19374" y="27127"/>
                      </a:lnTo>
                      <a:lnTo>
                        <a:pt x="19374" y="27127"/>
                      </a:lnTo>
                      <a:cubicBezTo>
                        <a:pt x="19374" y="27127"/>
                        <a:pt x="31556" y="13983"/>
                        <a:pt x="20488" y="0"/>
                      </a:cubicBezTo>
                      <a:close/>
                    </a:path>
                  </a:pathLst>
                </a:custGeom>
                <a:solidFill>
                  <a:srgbClr val="01944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83" name="Google Shape;1483;p45"/>
                <p:cNvSpPr/>
                <p:nvPr/>
              </p:nvSpPr>
              <p:spPr>
                <a:xfrm>
                  <a:off x="7627106" y="3412388"/>
                  <a:ext cx="25021" cy="27003"/>
                </a:xfrm>
                <a:custGeom>
                  <a:rect b="b" l="l" r="r" t="t"/>
                  <a:pathLst>
                    <a:path extrusionOk="0" h="27003" w="25021">
                      <a:moveTo>
                        <a:pt x="25021" y="6839"/>
                      </a:moveTo>
                      <a:cubicBezTo>
                        <a:pt x="25021" y="6839"/>
                        <a:pt x="15963" y="7249"/>
                        <a:pt x="10610" y="15126"/>
                      </a:cubicBezTo>
                      <a:cubicBezTo>
                        <a:pt x="10782" y="10459"/>
                        <a:pt x="9381" y="5029"/>
                        <a:pt x="4076" y="0"/>
                      </a:cubicBezTo>
                      <a:cubicBezTo>
                        <a:pt x="4076" y="0"/>
                        <a:pt x="-6725" y="13002"/>
                        <a:pt x="6838" y="27003"/>
                      </a:cubicBezTo>
                      <a:lnTo>
                        <a:pt x="6838" y="27003"/>
                      </a:lnTo>
                      <a:lnTo>
                        <a:pt x="6838" y="27003"/>
                      </a:lnTo>
                      <a:cubicBezTo>
                        <a:pt x="6848" y="27003"/>
                        <a:pt x="24602" y="24670"/>
                        <a:pt x="25021" y="6839"/>
                      </a:cubicBezTo>
                      <a:close/>
                    </a:path>
                  </a:pathLst>
                </a:custGeom>
                <a:solidFill>
                  <a:srgbClr val="4BBC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84" name="Google Shape;1484;p45"/>
                <p:cNvSpPr/>
                <p:nvPr/>
              </p:nvSpPr>
              <p:spPr>
                <a:xfrm>
                  <a:off x="7754012" y="3396596"/>
                  <a:ext cx="14220" cy="15382"/>
                </a:xfrm>
                <a:custGeom>
                  <a:rect b="b" l="l" r="r" t="t"/>
                  <a:pathLst>
                    <a:path extrusionOk="0" h="15382" w="14220">
                      <a:moveTo>
                        <a:pt x="14158" y="2562"/>
                      </a:moveTo>
                      <a:cubicBezTo>
                        <a:pt x="14158" y="2562"/>
                        <a:pt x="8967" y="3400"/>
                        <a:pt x="6395" y="8287"/>
                      </a:cubicBezTo>
                      <a:cubicBezTo>
                        <a:pt x="6186" y="5582"/>
                        <a:pt x="5024" y="2543"/>
                        <a:pt x="1633" y="0"/>
                      </a:cubicBezTo>
                      <a:cubicBezTo>
                        <a:pt x="1633" y="0"/>
                        <a:pt x="-3739" y="8201"/>
                        <a:pt x="5005" y="15383"/>
                      </a:cubicBezTo>
                      <a:lnTo>
                        <a:pt x="5005" y="15383"/>
                      </a:lnTo>
                      <a:lnTo>
                        <a:pt x="5005" y="15383"/>
                      </a:lnTo>
                      <a:cubicBezTo>
                        <a:pt x="5014" y="15383"/>
                        <a:pt x="15101" y="12868"/>
                        <a:pt x="14158" y="2562"/>
                      </a:cubicBezTo>
                      <a:close/>
                    </a:path>
                  </a:pathLst>
                </a:custGeom>
                <a:solidFill>
                  <a:srgbClr val="01944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85" name="Google Shape;1485;p45"/>
                <p:cNvSpPr/>
                <p:nvPr/>
              </p:nvSpPr>
              <p:spPr>
                <a:xfrm>
                  <a:off x="7529836" y="3373174"/>
                  <a:ext cx="26130" cy="26811"/>
                </a:xfrm>
                <a:custGeom>
                  <a:rect b="b" l="l" r="r" t="t"/>
                  <a:pathLst>
                    <a:path extrusionOk="0" h="26811" w="26130">
                      <a:moveTo>
                        <a:pt x="17431" y="0"/>
                      </a:moveTo>
                      <a:cubicBezTo>
                        <a:pt x="17431" y="0"/>
                        <a:pt x="12687" y="7725"/>
                        <a:pt x="16183" y="16573"/>
                      </a:cubicBezTo>
                      <a:cubicBezTo>
                        <a:pt x="12411" y="13811"/>
                        <a:pt x="7134" y="11916"/>
                        <a:pt x="0" y="13478"/>
                      </a:cubicBezTo>
                      <a:cubicBezTo>
                        <a:pt x="0" y="13478"/>
                        <a:pt x="4686" y="29708"/>
                        <a:pt x="23898" y="26356"/>
                      </a:cubicBezTo>
                      <a:lnTo>
                        <a:pt x="23898" y="26356"/>
                      </a:lnTo>
                      <a:lnTo>
                        <a:pt x="23898" y="26356"/>
                      </a:lnTo>
                      <a:cubicBezTo>
                        <a:pt x="23908" y="26365"/>
                        <a:pt x="31956" y="10363"/>
                        <a:pt x="17431" y="0"/>
                      </a:cubicBezTo>
                      <a:close/>
                    </a:path>
                  </a:pathLst>
                </a:custGeom>
                <a:solidFill>
                  <a:srgbClr val="4BBC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86" name="Google Shape;1486;p45"/>
              <p:cNvGrpSpPr/>
              <p:nvPr/>
            </p:nvGrpSpPr>
            <p:grpSpPr>
              <a:xfrm>
                <a:off x="5236650" y="2917171"/>
                <a:ext cx="536293" cy="553833"/>
                <a:chOff x="5236650" y="2917171"/>
                <a:chExt cx="536293" cy="553833"/>
              </a:xfrm>
            </p:grpSpPr>
            <p:sp>
              <p:nvSpPr>
                <p:cNvPr id="1487" name="Google Shape;1487;p45"/>
                <p:cNvSpPr/>
                <p:nvPr/>
              </p:nvSpPr>
              <p:spPr>
                <a:xfrm>
                  <a:off x="5259876" y="2961979"/>
                  <a:ext cx="489832" cy="509025"/>
                </a:xfrm>
                <a:custGeom>
                  <a:rect b="b" l="l" r="r" t="t"/>
                  <a:pathLst>
                    <a:path extrusionOk="0" h="509025" w="489832">
                      <a:moveTo>
                        <a:pt x="489833" y="185099"/>
                      </a:moveTo>
                      <a:lnTo>
                        <a:pt x="489833" y="509026"/>
                      </a:lnTo>
                      <a:lnTo>
                        <a:pt x="0" y="509026"/>
                      </a:lnTo>
                      <a:lnTo>
                        <a:pt x="0" y="185099"/>
                      </a:lnTo>
                      <a:lnTo>
                        <a:pt x="6277" y="180337"/>
                      </a:lnTo>
                      <a:lnTo>
                        <a:pt x="135217" y="83020"/>
                      </a:lnTo>
                      <a:lnTo>
                        <a:pt x="144523" y="75924"/>
                      </a:lnTo>
                      <a:lnTo>
                        <a:pt x="244973" y="0"/>
                      </a:lnTo>
                      <a:lnTo>
                        <a:pt x="345310" y="75924"/>
                      </a:lnTo>
                      <a:lnTo>
                        <a:pt x="354730" y="82906"/>
                      </a:lnTo>
                      <a:close/>
                    </a:path>
                  </a:pathLst>
                </a:custGeom>
                <a:solidFill>
                  <a:srgbClr val="C93F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488" name="Google Shape;1488;p45"/>
                <p:cNvGrpSpPr/>
                <p:nvPr/>
              </p:nvGrpSpPr>
              <p:grpSpPr>
                <a:xfrm>
                  <a:off x="5259905" y="2969475"/>
                  <a:ext cx="489804" cy="501520"/>
                  <a:chOff x="5259905" y="2969475"/>
                  <a:chExt cx="489804" cy="501520"/>
                </a:xfrm>
              </p:grpSpPr>
              <p:sp>
                <p:nvSpPr>
                  <p:cNvPr id="1489" name="Google Shape;1489;p45"/>
                  <p:cNvSpPr/>
                  <p:nvPr/>
                </p:nvSpPr>
                <p:spPr>
                  <a:xfrm>
                    <a:off x="5259905" y="3141249"/>
                    <a:ext cx="489804" cy="11630"/>
                  </a:xfrm>
                  <a:custGeom>
                    <a:rect b="b" l="l" r="r" t="t"/>
                    <a:pathLst>
                      <a:path extrusionOk="0" h="11630" w="489804">
                        <a:moveTo>
                          <a:pt x="0" y="0"/>
                        </a:moveTo>
                        <a:lnTo>
                          <a:pt x="489804" y="0"/>
                        </a:lnTo>
                        <a:lnTo>
                          <a:pt x="489804" y="11630"/>
                        </a:lnTo>
                        <a:lnTo>
                          <a:pt x="0" y="1163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90" name="Google Shape;1490;p45"/>
                  <p:cNvSpPr/>
                  <p:nvPr/>
                </p:nvSpPr>
                <p:spPr>
                  <a:xfrm>
                    <a:off x="5498992" y="2969475"/>
                    <a:ext cx="11630" cy="177584"/>
                  </a:xfrm>
                  <a:custGeom>
                    <a:rect b="b" l="l" r="r" t="t"/>
                    <a:pathLst>
                      <a:path extrusionOk="0" h="177584" w="11630">
                        <a:moveTo>
                          <a:pt x="0" y="0"/>
                        </a:moveTo>
                        <a:lnTo>
                          <a:pt x="11630" y="0"/>
                        </a:lnTo>
                        <a:lnTo>
                          <a:pt x="11630" y="177584"/>
                        </a:lnTo>
                        <a:lnTo>
                          <a:pt x="0" y="17758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91" name="Google Shape;1491;p45"/>
                  <p:cNvSpPr/>
                  <p:nvPr/>
                </p:nvSpPr>
                <p:spPr>
                  <a:xfrm>
                    <a:off x="5380929" y="3152870"/>
                    <a:ext cx="11630" cy="318125"/>
                  </a:xfrm>
                  <a:custGeom>
                    <a:rect b="b" l="l" r="r" t="t"/>
                    <a:pathLst>
                      <a:path extrusionOk="0" h="318125" w="11630">
                        <a:moveTo>
                          <a:pt x="0" y="0"/>
                        </a:moveTo>
                        <a:lnTo>
                          <a:pt x="11630" y="0"/>
                        </a:lnTo>
                        <a:lnTo>
                          <a:pt x="11630" y="318125"/>
                        </a:lnTo>
                        <a:lnTo>
                          <a:pt x="0" y="31812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92" name="Google Shape;1492;p45"/>
                  <p:cNvSpPr/>
                  <p:nvPr/>
                </p:nvSpPr>
                <p:spPr>
                  <a:xfrm>
                    <a:off x="5259905" y="3263160"/>
                    <a:ext cx="489804" cy="11630"/>
                  </a:xfrm>
                  <a:custGeom>
                    <a:rect b="b" l="l" r="r" t="t"/>
                    <a:pathLst>
                      <a:path extrusionOk="0" h="11630" w="489804">
                        <a:moveTo>
                          <a:pt x="0" y="0"/>
                        </a:moveTo>
                        <a:lnTo>
                          <a:pt x="489804" y="0"/>
                        </a:lnTo>
                        <a:lnTo>
                          <a:pt x="489804" y="11630"/>
                        </a:lnTo>
                        <a:lnTo>
                          <a:pt x="0" y="1163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93" name="Google Shape;1493;p45"/>
                  <p:cNvSpPr/>
                  <p:nvPr/>
                </p:nvSpPr>
                <p:spPr>
                  <a:xfrm>
                    <a:off x="5617054" y="3152870"/>
                    <a:ext cx="11630" cy="318125"/>
                  </a:xfrm>
                  <a:custGeom>
                    <a:rect b="b" l="l" r="r" t="t"/>
                    <a:pathLst>
                      <a:path extrusionOk="0" h="318125" w="11630">
                        <a:moveTo>
                          <a:pt x="0" y="0"/>
                        </a:moveTo>
                        <a:lnTo>
                          <a:pt x="11630" y="0"/>
                        </a:lnTo>
                        <a:lnTo>
                          <a:pt x="11630" y="318125"/>
                        </a:lnTo>
                        <a:lnTo>
                          <a:pt x="0" y="31812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94" name="Google Shape;1494;p45"/>
                  <p:cNvSpPr/>
                  <p:nvPr/>
                </p:nvSpPr>
                <p:spPr>
                  <a:xfrm>
                    <a:off x="5395093" y="3037903"/>
                    <a:ext cx="113823" cy="113252"/>
                  </a:xfrm>
                  <a:custGeom>
                    <a:rect b="b" l="l" r="r" t="t"/>
                    <a:pathLst>
                      <a:path extrusionOk="0" h="113252" w="113823">
                        <a:moveTo>
                          <a:pt x="113824" y="105108"/>
                        </a:moveTo>
                        <a:lnTo>
                          <a:pt x="109757" y="109175"/>
                        </a:lnTo>
                        <a:lnTo>
                          <a:pt x="105575" y="113252"/>
                        </a:lnTo>
                        <a:lnTo>
                          <a:pt x="0" y="7096"/>
                        </a:lnTo>
                        <a:lnTo>
                          <a:pt x="9306" y="0"/>
                        </a:lnTo>
                        <a:lnTo>
                          <a:pt x="109757" y="10092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95" name="Google Shape;1495;p45"/>
                  <p:cNvSpPr/>
                  <p:nvPr/>
                </p:nvSpPr>
                <p:spPr>
                  <a:xfrm>
                    <a:off x="5500668" y="3037903"/>
                    <a:ext cx="113938" cy="113252"/>
                  </a:xfrm>
                  <a:custGeom>
                    <a:rect b="b" l="l" r="r" t="t"/>
                    <a:pathLst>
                      <a:path extrusionOk="0" h="113252" w="113938">
                        <a:moveTo>
                          <a:pt x="113938" y="6982"/>
                        </a:moveTo>
                        <a:lnTo>
                          <a:pt x="8249" y="113252"/>
                        </a:lnTo>
                        <a:lnTo>
                          <a:pt x="4181" y="109175"/>
                        </a:lnTo>
                        <a:lnTo>
                          <a:pt x="0" y="105108"/>
                        </a:lnTo>
                        <a:lnTo>
                          <a:pt x="4181" y="100927"/>
                        </a:lnTo>
                        <a:lnTo>
                          <a:pt x="104518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496" name="Google Shape;1496;p45"/>
                <p:cNvSpPr/>
                <p:nvPr/>
              </p:nvSpPr>
              <p:spPr>
                <a:xfrm>
                  <a:off x="5259866" y="2961970"/>
                  <a:ext cx="489842" cy="196738"/>
                </a:xfrm>
                <a:custGeom>
                  <a:rect b="b" l="l" r="r" t="t"/>
                  <a:pathLst>
                    <a:path extrusionOk="0" h="196738" w="489842">
                      <a:moveTo>
                        <a:pt x="489842" y="185109"/>
                      </a:moveTo>
                      <a:lnTo>
                        <a:pt x="489842" y="196739"/>
                      </a:lnTo>
                      <a:cubicBezTo>
                        <a:pt x="484956" y="196739"/>
                        <a:pt x="480079" y="195224"/>
                        <a:pt x="475888" y="192091"/>
                      </a:cubicBezTo>
                      <a:lnTo>
                        <a:pt x="244983" y="19088"/>
                      </a:lnTo>
                      <a:lnTo>
                        <a:pt x="13954" y="192091"/>
                      </a:lnTo>
                      <a:cubicBezTo>
                        <a:pt x="9773" y="195224"/>
                        <a:pt x="4886" y="196739"/>
                        <a:pt x="0" y="196739"/>
                      </a:cubicBezTo>
                      <a:lnTo>
                        <a:pt x="0" y="185109"/>
                      </a:lnTo>
                      <a:lnTo>
                        <a:pt x="6277" y="180337"/>
                      </a:lnTo>
                      <a:lnTo>
                        <a:pt x="135217" y="83020"/>
                      </a:lnTo>
                      <a:lnTo>
                        <a:pt x="144513" y="75924"/>
                      </a:lnTo>
                      <a:lnTo>
                        <a:pt x="244974" y="0"/>
                      </a:lnTo>
                      <a:lnTo>
                        <a:pt x="345310" y="75924"/>
                      </a:lnTo>
                      <a:lnTo>
                        <a:pt x="354730" y="82896"/>
                      </a:lnTo>
                      <a:lnTo>
                        <a:pt x="489842" y="18510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97" name="Google Shape;1497;p45"/>
                <p:cNvSpPr/>
                <p:nvPr/>
              </p:nvSpPr>
              <p:spPr>
                <a:xfrm>
                  <a:off x="5236650" y="2917171"/>
                  <a:ext cx="536293" cy="229878"/>
                </a:xfrm>
                <a:custGeom>
                  <a:rect b="b" l="l" r="r" t="t"/>
                  <a:pathLst>
                    <a:path extrusionOk="0" h="229878" w="536293">
                      <a:moveTo>
                        <a:pt x="513030" y="229879"/>
                      </a:moveTo>
                      <a:cubicBezTo>
                        <a:pt x="508182" y="229879"/>
                        <a:pt x="503295" y="228374"/>
                        <a:pt x="499123" y="225230"/>
                      </a:cubicBezTo>
                      <a:lnTo>
                        <a:pt x="268152" y="52304"/>
                      </a:lnTo>
                      <a:lnTo>
                        <a:pt x="37180" y="225230"/>
                      </a:lnTo>
                      <a:cubicBezTo>
                        <a:pt x="26893" y="232936"/>
                        <a:pt x="12310" y="230841"/>
                        <a:pt x="4642" y="220554"/>
                      </a:cubicBezTo>
                      <a:cubicBezTo>
                        <a:pt x="-3054" y="210276"/>
                        <a:pt x="-968" y="195703"/>
                        <a:pt x="9319" y="188007"/>
                      </a:cubicBezTo>
                      <a:lnTo>
                        <a:pt x="254216" y="4651"/>
                      </a:lnTo>
                      <a:cubicBezTo>
                        <a:pt x="262456" y="-1550"/>
                        <a:pt x="273838" y="-1550"/>
                        <a:pt x="282077" y="4651"/>
                      </a:cubicBezTo>
                      <a:lnTo>
                        <a:pt x="526974" y="188007"/>
                      </a:lnTo>
                      <a:cubicBezTo>
                        <a:pt x="537261" y="195693"/>
                        <a:pt x="539347" y="210276"/>
                        <a:pt x="531651" y="220554"/>
                      </a:cubicBezTo>
                      <a:cubicBezTo>
                        <a:pt x="527098" y="226669"/>
                        <a:pt x="520116" y="229879"/>
                        <a:pt x="513030" y="229879"/>
                      </a:cubicBezTo>
                      <a:close/>
                    </a:path>
                  </a:pathLst>
                </a:custGeom>
                <a:solidFill>
                  <a:srgbClr val="49474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98" name="Google Shape;1498;p45"/>
                <p:cNvSpPr/>
                <p:nvPr/>
              </p:nvSpPr>
              <p:spPr>
                <a:xfrm>
                  <a:off x="5426316" y="3274780"/>
                  <a:ext cx="156952" cy="196224"/>
                </a:xfrm>
                <a:custGeom>
                  <a:rect b="b" l="l" r="r" t="t"/>
                  <a:pathLst>
                    <a:path extrusionOk="0" h="196224" w="156952">
                      <a:moveTo>
                        <a:pt x="0" y="0"/>
                      </a:moveTo>
                      <a:lnTo>
                        <a:pt x="156953" y="0"/>
                      </a:lnTo>
                      <a:lnTo>
                        <a:pt x="156953" y="196225"/>
                      </a:lnTo>
                      <a:lnTo>
                        <a:pt x="0" y="196225"/>
                      </a:lnTo>
                      <a:close/>
                    </a:path>
                  </a:pathLst>
                </a:custGeom>
                <a:solidFill>
                  <a:srgbClr val="49474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99" name="Google Shape;1499;p45"/>
              <p:cNvGrpSpPr/>
              <p:nvPr/>
            </p:nvGrpSpPr>
            <p:grpSpPr>
              <a:xfrm>
                <a:off x="5653697" y="3242348"/>
                <a:ext cx="560135" cy="228666"/>
                <a:chOff x="5653697" y="3242348"/>
                <a:chExt cx="560135" cy="228666"/>
              </a:xfrm>
            </p:grpSpPr>
            <p:sp>
              <p:nvSpPr>
                <p:cNvPr id="1500" name="Google Shape;1500;p45"/>
                <p:cNvSpPr/>
                <p:nvPr/>
              </p:nvSpPr>
              <p:spPr>
                <a:xfrm>
                  <a:off x="5653697" y="3242348"/>
                  <a:ext cx="488146" cy="228657"/>
                </a:xfrm>
                <a:custGeom>
                  <a:rect b="b" l="l" r="r" t="t"/>
                  <a:pathLst>
                    <a:path extrusionOk="0" h="228657" w="488146">
                      <a:moveTo>
                        <a:pt x="393640" y="110719"/>
                      </a:moveTo>
                      <a:cubicBezTo>
                        <a:pt x="386820" y="110719"/>
                        <a:pt x="380124" y="111452"/>
                        <a:pt x="373732" y="112852"/>
                      </a:cubicBezTo>
                      <a:cubicBezTo>
                        <a:pt x="367579" y="93488"/>
                        <a:pt x="356807" y="76257"/>
                        <a:pt x="342738" y="62312"/>
                      </a:cubicBezTo>
                      <a:cubicBezTo>
                        <a:pt x="320335" y="39967"/>
                        <a:pt x="289398" y="26203"/>
                        <a:pt x="255241" y="26203"/>
                      </a:cubicBezTo>
                      <a:cubicBezTo>
                        <a:pt x="235782" y="26203"/>
                        <a:pt x="217437" y="30775"/>
                        <a:pt x="201054" y="38757"/>
                      </a:cubicBezTo>
                      <a:cubicBezTo>
                        <a:pt x="201244" y="26394"/>
                        <a:pt x="197120" y="12544"/>
                        <a:pt x="183280" y="0"/>
                      </a:cubicBezTo>
                      <a:cubicBezTo>
                        <a:pt x="183280" y="0"/>
                        <a:pt x="163220" y="23603"/>
                        <a:pt x="174565" y="52987"/>
                      </a:cubicBezTo>
                      <a:cubicBezTo>
                        <a:pt x="162735" y="44329"/>
                        <a:pt x="145666" y="38252"/>
                        <a:pt x="123711" y="47244"/>
                      </a:cubicBezTo>
                      <a:cubicBezTo>
                        <a:pt x="123711" y="47244"/>
                        <a:pt x="133236" y="68447"/>
                        <a:pt x="156201" y="75705"/>
                      </a:cubicBezTo>
                      <a:cubicBezTo>
                        <a:pt x="152048" y="81210"/>
                        <a:pt x="148447" y="87125"/>
                        <a:pt x="145237" y="93278"/>
                      </a:cubicBezTo>
                      <a:cubicBezTo>
                        <a:pt x="142799" y="92373"/>
                        <a:pt x="140189" y="91802"/>
                        <a:pt x="137427" y="91802"/>
                      </a:cubicBezTo>
                      <a:cubicBezTo>
                        <a:pt x="125435" y="91802"/>
                        <a:pt x="115719" y="101203"/>
                        <a:pt x="115034" y="113024"/>
                      </a:cubicBezTo>
                      <a:cubicBezTo>
                        <a:pt x="108433" y="111538"/>
                        <a:pt x="101575" y="110719"/>
                        <a:pt x="94507" y="110719"/>
                      </a:cubicBezTo>
                      <a:cubicBezTo>
                        <a:pt x="59493" y="110719"/>
                        <a:pt x="28994" y="129711"/>
                        <a:pt x="12668" y="158029"/>
                      </a:cubicBezTo>
                      <a:cubicBezTo>
                        <a:pt x="4629" y="171917"/>
                        <a:pt x="0" y="188052"/>
                        <a:pt x="0" y="205216"/>
                      </a:cubicBezTo>
                      <a:cubicBezTo>
                        <a:pt x="0" y="213312"/>
                        <a:pt x="1162" y="221170"/>
                        <a:pt x="3105" y="228657"/>
                      </a:cubicBezTo>
                      <a:lnTo>
                        <a:pt x="485099" y="228657"/>
                      </a:lnTo>
                      <a:cubicBezTo>
                        <a:pt x="486985" y="221170"/>
                        <a:pt x="488147" y="213312"/>
                        <a:pt x="488147" y="205216"/>
                      </a:cubicBezTo>
                      <a:cubicBezTo>
                        <a:pt x="488137" y="153038"/>
                        <a:pt x="445818" y="110719"/>
                        <a:pt x="393640" y="110719"/>
                      </a:cubicBezTo>
                      <a:close/>
                    </a:path>
                  </a:pathLst>
                </a:custGeom>
                <a:solidFill>
                  <a:srgbClr val="01944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01" name="Google Shape;1501;p45"/>
                <p:cNvSpPr/>
                <p:nvPr/>
              </p:nvSpPr>
              <p:spPr>
                <a:xfrm>
                  <a:off x="5822222" y="3308575"/>
                  <a:ext cx="391610" cy="162439"/>
                </a:xfrm>
                <a:custGeom>
                  <a:rect b="b" l="l" r="r" t="t"/>
                  <a:pathLst>
                    <a:path extrusionOk="0" h="162439" w="391610">
                      <a:moveTo>
                        <a:pt x="391611" y="143628"/>
                      </a:moveTo>
                      <a:cubicBezTo>
                        <a:pt x="391611" y="150124"/>
                        <a:pt x="390687" y="156429"/>
                        <a:pt x="389163" y="162439"/>
                      </a:cubicBezTo>
                      <a:lnTo>
                        <a:pt x="2486" y="162439"/>
                      </a:lnTo>
                      <a:cubicBezTo>
                        <a:pt x="924" y="156429"/>
                        <a:pt x="0" y="150133"/>
                        <a:pt x="0" y="143628"/>
                      </a:cubicBezTo>
                      <a:cubicBezTo>
                        <a:pt x="0" y="129854"/>
                        <a:pt x="3715" y="116910"/>
                        <a:pt x="10163" y="105766"/>
                      </a:cubicBezTo>
                      <a:cubicBezTo>
                        <a:pt x="23250" y="83049"/>
                        <a:pt x="47730" y="67809"/>
                        <a:pt x="75819" y="67809"/>
                      </a:cubicBezTo>
                      <a:cubicBezTo>
                        <a:pt x="87449" y="67809"/>
                        <a:pt x="98384" y="70495"/>
                        <a:pt x="108252" y="75133"/>
                      </a:cubicBezTo>
                      <a:cubicBezTo>
                        <a:pt x="119196" y="32004"/>
                        <a:pt x="158220" y="0"/>
                        <a:pt x="204778" y="0"/>
                      </a:cubicBezTo>
                      <a:cubicBezTo>
                        <a:pt x="232181" y="0"/>
                        <a:pt x="256994" y="11040"/>
                        <a:pt x="274977" y="28966"/>
                      </a:cubicBezTo>
                      <a:cubicBezTo>
                        <a:pt x="286264" y="40148"/>
                        <a:pt x="294904" y="53978"/>
                        <a:pt x="299837" y="69513"/>
                      </a:cubicBezTo>
                      <a:cubicBezTo>
                        <a:pt x="304962" y="68390"/>
                        <a:pt x="310334" y="67799"/>
                        <a:pt x="315811" y="67799"/>
                      </a:cubicBezTo>
                      <a:cubicBezTo>
                        <a:pt x="357664" y="67809"/>
                        <a:pt x="391611" y="101756"/>
                        <a:pt x="391611" y="143628"/>
                      </a:cubicBezTo>
                      <a:close/>
                    </a:path>
                  </a:pathLst>
                </a:custGeom>
                <a:solidFill>
                  <a:srgbClr val="00673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02" name="Google Shape;1502;p45"/>
                <p:cNvSpPr/>
                <p:nvPr/>
              </p:nvSpPr>
              <p:spPr>
                <a:xfrm>
                  <a:off x="5743546" y="3368630"/>
                  <a:ext cx="246830" cy="102374"/>
                </a:xfrm>
                <a:custGeom>
                  <a:rect b="b" l="l" r="r" t="t"/>
                  <a:pathLst>
                    <a:path extrusionOk="0" h="102374" w="246830">
                      <a:moveTo>
                        <a:pt x="246831" y="90516"/>
                      </a:moveTo>
                      <a:cubicBezTo>
                        <a:pt x="246831" y="94612"/>
                        <a:pt x="246250" y="98584"/>
                        <a:pt x="245288" y="102375"/>
                      </a:cubicBezTo>
                      <a:lnTo>
                        <a:pt x="1572" y="102375"/>
                      </a:lnTo>
                      <a:cubicBezTo>
                        <a:pt x="581" y="98584"/>
                        <a:pt x="0" y="94612"/>
                        <a:pt x="0" y="90516"/>
                      </a:cubicBezTo>
                      <a:cubicBezTo>
                        <a:pt x="0" y="81839"/>
                        <a:pt x="2343" y="73676"/>
                        <a:pt x="6401" y="66656"/>
                      </a:cubicBezTo>
                      <a:cubicBezTo>
                        <a:pt x="14650" y="52340"/>
                        <a:pt x="30080" y="42729"/>
                        <a:pt x="47777" y="42729"/>
                      </a:cubicBezTo>
                      <a:cubicBezTo>
                        <a:pt x="55102" y="42729"/>
                        <a:pt x="61998" y="44425"/>
                        <a:pt x="68218" y="47349"/>
                      </a:cubicBezTo>
                      <a:cubicBezTo>
                        <a:pt x="75114" y="20164"/>
                        <a:pt x="99717" y="0"/>
                        <a:pt x="129054" y="0"/>
                      </a:cubicBezTo>
                      <a:cubicBezTo>
                        <a:pt x="146323" y="0"/>
                        <a:pt x="161963" y="6953"/>
                        <a:pt x="173298" y="18259"/>
                      </a:cubicBezTo>
                      <a:cubicBezTo>
                        <a:pt x="180413" y="25308"/>
                        <a:pt x="185861" y="34023"/>
                        <a:pt x="188967" y="43815"/>
                      </a:cubicBezTo>
                      <a:cubicBezTo>
                        <a:pt x="192196" y="43110"/>
                        <a:pt x="195586" y="42739"/>
                        <a:pt x="199035" y="42739"/>
                      </a:cubicBezTo>
                      <a:cubicBezTo>
                        <a:pt x="225428" y="42739"/>
                        <a:pt x="246831" y="64132"/>
                        <a:pt x="246831" y="90516"/>
                      </a:cubicBezTo>
                      <a:close/>
                    </a:path>
                  </a:pathLst>
                </a:custGeom>
                <a:solidFill>
                  <a:srgbClr val="4BBC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03" name="Google Shape;1503;p45"/>
                <p:cNvSpPr/>
                <p:nvPr/>
              </p:nvSpPr>
              <p:spPr>
                <a:xfrm>
                  <a:off x="5696550" y="3372678"/>
                  <a:ext cx="53015" cy="57207"/>
                </a:xfrm>
                <a:custGeom>
                  <a:rect b="b" l="l" r="r" t="t"/>
                  <a:pathLst>
                    <a:path extrusionOk="0" h="57207" w="53015">
                      <a:moveTo>
                        <a:pt x="43205" y="0"/>
                      </a:moveTo>
                      <a:cubicBezTo>
                        <a:pt x="43205" y="0"/>
                        <a:pt x="29061" y="12878"/>
                        <a:pt x="30985" y="32861"/>
                      </a:cubicBezTo>
                      <a:cubicBezTo>
                        <a:pt x="24965" y="25051"/>
                        <a:pt x="15383" y="18126"/>
                        <a:pt x="0" y="17116"/>
                      </a:cubicBezTo>
                      <a:cubicBezTo>
                        <a:pt x="0" y="17116"/>
                        <a:pt x="0" y="52759"/>
                        <a:pt x="40881" y="57207"/>
                      </a:cubicBezTo>
                      <a:lnTo>
                        <a:pt x="40881" y="57207"/>
                      </a:lnTo>
                      <a:lnTo>
                        <a:pt x="40881" y="57207"/>
                      </a:lnTo>
                      <a:cubicBezTo>
                        <a:pt x="40881" y="57207"/>
                        <a:pt x="66561" y="29499"/>
                        <a:pt x="43205" y="0"/>
                      </a:cubicBezTo>
                      <a:close/>
                    </a:path>
                  </a:pathLst>
                </a:custGeom>
                <a:solidFill>
                  <a:srgbClr val="4BBC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04" name="Google Shape;1504;p45"/>
                <p:cNvSpPr/>
                <p:nvPr/>
              </p:nvSpPr>
              <p:spPr>
                <a:xfrm>
                  <a:off x="5905092" y="3248186"/>
                  <a:ext cx="34265" cy="35890"/>
                </a:xfrm>
                <a:custGeom>
                  <a:rect b="b" l="l" r="r" t="t"/>
                  <a:pathLst>
                    <a:path extrusionOk="0" h="35890" w="34265">
                      <a:moveTo>
                        <a:pt x="33240" y="1476"/>
                      </a:moveTo>
                      <a:cubicBezTo>
                        <a:pt x="33240" y="1476"/>
                        <a:pt x="21010" y="5448"/>
                        <a:pt x="16648" y="18221"/>
                      </a:cubicBezTo>
                      <a:cubicBezTo>
                        <a:pt x="15124" y="11773"/>
                        <a:pt x="11171" y="4877"/>
                        <a:pt x="2027" y="0"/>
                      </a:cubicBezTo>
                      <a:cubicBezTo>
                        <a:pt x="2027" y="0"/>
                        <a:pt x="-7841" y="21841"/>
                        <a:pt x="15971" y="35890"/>
                      </a:cubicBezTo>
                      <a:lnTo>
                        <a:pt x="15971" y="35890"/>
                      </a:lnTo>
                      <a:lnTo>
                        <a:pt x="15971" y="35890"/>
                      </a:lnTo>
                      <a:cubicBezTo>
                        <a:pt x="15971" y="35881"/>
                        <a:pt x="39374" y="26013"/>
                        <a:pt x="33240" y="1476"/>
                      </a:cubicBezTo>
                      <a:close/>
                    </a:path>
                  </a:pathLst>
                </a:custGeom>
                <a:solidFill>
                  <a:srgbClr val="4BBC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05" name="Google Shape;1505;p45"/>
                <p:cNvSpPr/>
                <p:nvPr/>
              </p:nvSpPr>
              <p:spPr>
                <a:xfrm>
                  <a:off x="6072487" y="3300564"/>
                  <a:ext cx="37381" cy="37873"/>
                </a:xfrm>
                <a:custGeom>
                  <a:rect b="b" l="l" r="r" t="t"/>
                  <a:pathLst>
                    <a:path extrusionOk="0" h="37873" w="37381">
                      <a:moveTo>
                        <a:pt x="37381" y="19355"/>
                      </a:moveTo>
                      <a:cubicBezTo>
                        <a:pt x="37381" y="19355"/>
                        <a:pt x="25123" y="15469"/>
                        <a:pt x="14140" y="23327"/>
                      </a:cubicBezTo>
                      <a:cubicBezTo>
                        <a:pt x="16655" y="17193"/>
                        <a:pt x="17455" y="9287"/>
                        <a:pt x="12854" y="0"/>
                      </a:cubicBezTo>
                      <a:cubicBezTo>
                        <a:pt x="12854" y="0"/>
                        <a:pt x="-7882" y="12020"/>
                        <a:pt x="3320" y="37300"/>
                      </a:cubicBezTo>
                      <a:lnTo>
                        <a:pt x="3320" y="37300"/>
                      </a:lnTo>
                      <a:lnTo>
                        <a:pt x="3320" y="37300"/>
                      </a:lnTo>
                      <a:cubicBezTo>
                        <a:pt x="3320" y="37290"/>
                        <a:pt x="28104" y="42882"/>
                        <a:pt x="37381" y="19355"/>
                      </a:cubicBezTo>
                      <a:close/>
                    </a:path>
                  </a:pathLst>
                </a:custGeom>
                <a:solidFill>
                  <a:srgbClr val="01944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06" name="Google Shape;1506;p45"/>
                <p:cNvSpPr/>
                <p:nvPr/>
              </p:nvSpPr>
              <p:spPr>
                <a:xfrm>
                  <a:off x="5992653" y="3349399"/>
                  <a:ext cx="35642" cy="38471"/>
                </a:xfrm>
                <a:custGeom>
                  <a:rect b="b" l="l" r="r" t="t"/>
                  <a:pathLst>
                    <a:path extrusionOk="0" h="38471" w="35642">
                      <a:moveTo>
                        <a:pt x="29051" y="0"/>
                      </a:moveTo>
                      <a:cubicBezTo>
                        <a:pt x="29051" y="0"/>
                        <a:pt x="19536" y="8658"/>
                        <a:pt x="20822" y="22098"/>
                      </a:cubicBezTo>
                      <a:cubicBezTo>
                        <a:pt x="16774" y="16850"/>
                        <a:pt x="10335" y="12192"/>
                        <a:pt x="0" y="11506"/>
                      </a:cubicBezTo>
                      <a:cubicBezTo>
                        <a:pt x="0" y="11506"/>
                        <a:pt x="-9" y="35471"/>
                        <a:pt x="27480" y="38471"/>
                      </a:cubicBezTo>
                      <a:lnTo>
                        <a:pt x="27480" y="38471"/>
                      </a:lnTo>
                      <a:lnTo>
                        <a:pt x="27480" y="38471"/>
                      </a:lnTo>
                      <a:cubicBezTo>
                        <a:pt x="27480" y="38471"/>
                        <a:pt x="44749" y="19841"/>
                        <a:pt x="29051" y="0"/>
                      </a:cubicBezTo>
                      <a:close/>
                    </a:path>
                  </a:pathLst>
                </a:custGeom>
                <a:solidFill>
                  <a:srgbClr val="01944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07" name="Google Shape;1507;p45"/>
                <p:cNvSpPr/>
                <p:nvPr/>
              </p:nvSpPr>
              <p:spPr>
                <a:xfrm>
                  <a:off x="5949217" y="3386213"/>
                  <a:ext cx="35472" cy="38300"/>
                </a:xfrm>
                <a:custGeom>
                  <a:rect b="b" l="l" r="r" t="t"/>
                  <a:pathLst>
                    <a:path extrusionOk="0" h="38300" w="35472">
                      <a:moveTo>
                        <a:pt x="35473" y="9706"/>
                      </a:moveTo>
                      <a:cubicBezTo>
                        <a:pt x="35473" y="9706"/>
                        <a:pt x="22624" y="10287"/>
                        <a:pt x="15032" y="21450"/>
                      </a:cubicBezTo>
                      <a:cubicBezTo>
                        <a:pt x="15270" y="14821"/>
                        <a:pt x="13289" y="7125"/>
                        <a:pt x="5774" y="0"/>
                      </a:cubicBezTo>
                      <a:cubicBezTo>
                        <a:pt x="5774" y="0"/>
                        <a:pt x="-9533" y="18440"/>
                        <a:pt x="9698" y="38300"/>
                      </a:cubicBezTo>
                      <a:lnTo>
                        <a:pt x="9698" y="38300"/>
                      </a:lnTo>
                      <a:lnTo>
                        <a:pt x="9698" y="38300"/>
                      </a:lnTo>
                      <a:cubicBezTo>
                        <a:pt x="9698" y="38300"/>
                        <a:pt x="34882" y="34995"/>
                        <a:pt x="35473" y="9706"/>
                      </a:cubicBezTo>
                      <a:close/>
                    </a:path>
                  </a:pathLst>
                </a:custGeom>
                <a:solidFill>
                  <a:srgbClr val="4BBC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08" name="Google Shape;1508;p45"/>
                <p:cNvSpPr/>
                <p:nvPr/>
              </p:nvSpPr>
              <p:spPr>
                <a:xfrm>
                  <a:off x="6129187" y="3363810"/>
                  <a:ext cx="20163" cy="21812"/>
                </a:xfrm>
                <a:custGeom>
                  <a:rect b="b" l="l" r="r" t="t"/>
                  <a:pathLst>
                    <a:path extrusionOk="0" h="21812" w="20163">
                      <a:moveTo>
                        <a:pt x="20077" y="3638"/>
                      </a:moveTo>
                      <a:cubicBezTo>
                        <a:pt x="20077" y="3638"/>
                        <a:pt x="12714" y="4820"/>
                        <a:pt x="9066" y="11754"/>
                      </a:cubicBezTo>
                      <a:cubicBezTo>
                        <a:pt x="8770" y="7915"/>
                        <a:pt x="7123" y="3610"/>
                        <a:pt x="2312" y="0"/>
                      </a:cubicBezTo>
                      <a:cubicBezTo>
                        <a:pt x="2312" y="0"/>
                        <a:pt x="-5298" y="11630"/>
                        <a:pt x="7094" y="21812"/>
                      </a:cubicBezTo>
                      <a:lnTo>
                        <a:pt x="7094" y="21812"/>
                      </a:lnTo>
                      <a:lnTo>
                        <a:pt x="7094" y="21812"/>
                      </a:lnTo>
                      <a:cubicBezTo>
                        <a:pt x="7103" y="21822"/>
                        <a:pt x="21401" y="18250"/>
                        <a:pt x="20077" y="3638"/>
                      </a:cubicBezTo>
                      <a:close/>
                    </a:path>
                  </a:pathLst>
                </a:custGeom>
                <a:solidFill>
                  <a:srgbClr val="01944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09" name="Google Shape;1509;p45"/>
                <p:cNvSpPr/>
                <p:nvPr/>
              </p:nvSpPr>
              <p:spPr>
                <a:xfrm>
                  <a:off x="5811288" y="3330597"/>
                  <a:ext cx="37039" cy="38031"/>
                </a:xfrm>
                <a:custGeom>
                  <a:rect b="b" l="l" r="r" t="t"/>
                  <a:pathLst>
                    <a:path extrusionOk="0" h="38031" w="37039">
                      <a:moveTo>
                        <a:pt x="24708" y="0"/>
                      </a:moveTo>
                      <a:cubicBezTo>
                        <a:pt x="24708" y="0"/>
                        <a:pt x="17974" y="10954"/>
                        <a:pt x="22946" y="23508"/>
                      </a:cubicBezTo>
                      <a:cubicBezTo>
                        <a:pt x="17602" y="19593"/>
                        <a:pt x="10125" y="16897"/>
                        <a:pt x="0" y="19117"/>
                      </a:cubicBezTo>
                      <a:cubicBezTo>
                        <a:pt x="0" y="19117"/>
                        <a:pt x="6649" y="42139"/>
                        <a:pt x="33890" y="37386"/>
                      </a:cubicBezTo>
                      <a:lnTo>
                        <a:pt x="33890" y="37386"/>
                      </a:lnTo>
                      <a:lnTo>
                        <a:pt x="33890" y="37386"/>
                      </a:lnTo>
                      <a:cubicBezTo>
                        <a:pt x="33880" y="37395"/>
                        <a:pt x="45301" y="14697"/>
                        <a:pt x="24708" y="0"/>
                      </a:cubicBezTo>
                      <a:close/>
                    </a:path>
                  </a:pathLst>
                </a:custGeom>
                <a:solidFill>
                  <a:srgbClr val="4BBC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10" name="Google Shape;1510;p45"/>
              <p:cNvGrpSpPr/>
              <p:nvPr/>
            </p:nvGrpSpPr>
            <p:grpSpPr>
              <a:xfrm>
                <a:off x="4382995" y="3242348"/>
                <a:ext cx="560136" cy="228666"/>
                <a:chOff x="4382995" y="3242348"/>
                <a:chExt cx="560136" cy="228666"/>
              </a:xfrm>
            </p:grpSpPr>
            <p:sp>
              <p:nvSpPr>
                <p:cNvPr id="1511" name="Google Shape;1511;p45"/>
                <p:cNvSpPr/>
                <p:nvPr/>
              </p:nvSpPr>
              <p:spPr>
                <a:xfrm>
                  <a:off x="4382995" y="3242348"/>
                  <a:ext cx="488146" cy="228657"/>
                </a:xfrm>
                <a:custGeom>
                  <a:rect b="b" l="l" r="r" t="t"/>
                  <a:pathLst>
                    <a:path extrusionOk="0" h="228657" w="488146">
                      <a:moveTo>
                        <a:pt x="393640" y="110719"/>
                      </a:moveTo>
                      <a:cubicBezTo>
                        <a:pt x="386820" y="110719"/>
                        <a:pt x="380124" y="111452"/>
                        <a:pt x="373732" y="112852"/>
                      </a:cubicBezTo>
                      <a:cubicBezTo>
                        <a:pt x="367579" y="93488"/>
                        <a:pt x="356807" y="76257"/>
                        <a:pt x="342738" y="62312"/>
                      </a:cubicBezTo>
                      <a:cubicBezTo>
                        <a:pt x="320335" y="39967"/>
                        <a:pt x="289398" y="26203"/>
                        <a:pt x="255241" y="26203"/>
                      </a:cubicBezTo>
                      <a:cubicBezTo>
                        <a:pt x="235782" y="26203"/>
                        <a:pt x="217437" y="30775"/>
                        <a:pt x="201054" y="38757"/>
                      </a:cubicBezTo>
                      <a:cubicBezTo>
                        <a:pt x="201244" y="26394"/>
                        <a:pt x="197120" y="12544"/>
                        <a:pt x="183280" y="0"/>
                      </a:cubicBezTo>
                      <a:cubicBezTo>
                        <a:pt x="183280" y="0"/>
                        <a:pt x="163220" y="23603"/>
                        <a:pt x="174565" y="52987"/>
                      </a:cubicBezTo>
                      <a:cubicBezTo>
                        <a:pt x="162735" y="44329"/>
                        <a:pt x="145666" y="38252"/>
                        <a:pt x="123711" y="47244"/>
                      </a:cubicBezTo>
                      <a:cubicBezTo>
                        <a:pt x="123711" y="47244"/>
                        <a:pt x="133236" y="68447"/>
                        <a:pt x="156201" y="75705"/>
                      </a:cubicBezTo>
                      <a:cubicBezTo>
                        <a:pt x="152048" y="81210"/>
                        <a:pt x="148447" y="87125"/>
                        <a:pt x="145237" y="93278"/>
                      </a:cubicBezTo>
                      <a:cubicBezTo>
                        <a:pt x="142799" y="92373"/>
                        <a:pt x="140189" y="91802"/>
                        <a:pt x="137427" y="91802"/>
                      </a:cubicBezTo>
                      <a:cubicBezTo>
                        <a:pt x="125435" y="91802"/>
                        <a:pt x="115719" y="101203"/>
                        <a:pt x="115033" y="113024"/>
                      </a:cubicBezTo>
                      <a:cubicBezTo>
                        <a:pt x="108433" y="111538"/>
                        <a:pt x="101575" y="110719"/>
                        <a:pt x="94507" y="110719"/>
                      </a:cubicBezTo>
                      <a:cubicBezTo>
                        <a:pt x="59493" y="110719"/>
                        <a:pt x="28994" y="129711"/>
                        <a:pt x="12668" y="158029"/>
                      </a:cubicBezTo>
                      <a:cubicBezTo>
                        <a:pt x="4629" y="171917"/>
                        <a:pt x="0" y="188052"/>
                        <a:pt x="0" y="205216"/>
                      </a:cubicBezTo>
                      <a:cubicBezTo>
                        <a:pt x="0" y="213312"/>
                        <a:pt x="1153" y="221170"/>
                        <a:pt x="3105" y="228657"/>
                      </a:cubicBezTo>
                      <a:lnTo>
                        <a:pt x="485099" y="228657"/>
                      </a:lnTo>
                      <a:cubicBezTo>
                        <a:pt x="486985" y="221170"/>
                        <a:pt x="488147" y="213312"/>
                        <a:pt x="488147" y="205216"/>
                      </a:cubicBezTo>
                      <a:cubicBezTo>
                        <a:pt x="488137" y="153038"/>
                        <a:pt x="445818" y="110719"/>
                        <a:pt x="393640" y="110719"/>
                      </a:cubicBezTo>
                      <a:close/>
                    </a:path>
                  </a:pathLst>
                </a:custGeom>
                <a:solidFill>
                  <a:srgbClr val="01944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12" name="Google Shape;1512;p45"/>
                <p:cNvSpPr/>
                <p:nvPr/>
              </p:nvSpPr>
              <p:spPr>
                <a:xfrm>
                  <a:off x="4551521" y="3308575"/>
                  <a:ext cx="391610" cy="162439"/>
                </a:xfrm>
                <a:custGeom>
                  <a:rect b="b" l="l" r="r" t="t"/>
                  <a:pathLst>
                    <a:path extrusionOk="0" h="162439" w="391610">
                      <a:moveTo>
                        <a:pt x="391611" y="143628"/>
                      </a:moveTo>
                      <a:cubicBezTo>
                        <a:pt x="391611" y="150124"/>
                        <a:pt x="390677" y="156429"/>
                        <a:pt x="389163" y="162439"/>
                      </a:cubicBezTo>
                      <a:lnTo>
                        <a:pt x="2496" y="162439"/>
                      </a:lnTo>
                      <a:cubicBezTo>
                        <a:pt x="933" y="156429"/>
                        <a:pt x="0" y="150133"/>
                        <a:pt x="0" y="143628"/>
                      </a:cubicBezTo>
                      <a:cubicBezTo>
                        <a:pt x="0" y="129854"/>
                        <a:pt x="3715" y="116910"/>
                        <a:pt x="10163" y="105766"/>
                      </a:cubicBezTo>
                      <a:cubicBezTo>
                        <a:pt x="23251" y="83049"/>
                        <a:pt x="47730" y="67809"/>
                        <a:pt x="75819" y="67809"/>
                      </a:cubicBezTo>
                      <a:cubicBezTo>
                        <a:pt x="87449" y="67809"/>
                        <a:pt x="98384" y="70495"/>
                        <a:pt x="108252" y="75133"/>
                      </a:cubicBezTo>
                      <a:cubicBezTo>
                        <a:pt x="119196" y="32004"/>
                        <a:pt x="158220" y="0"/>
                        <a:pt x="204778" y="0"/>
                      </a:cubicBezTo>
                      <a:cubicBezTo>
                        <a:pt x="232181" y="0"/>
                        <a:pt x="256994" y="11040"/>
                        <a:pt x="274968" y="28966"/>
                      </a:cubicBezTo>
                      <a:cubicBezTo>
                        <a:pt x="286255" y="40148"/>
                        <a:pt x="294894" y="53978"/>
                        <a:pt x="299828" y="69513"/>
                      </a:cubicBezTo>
                      <a:cubicBezTo>
                        <a:pt x="304962" y="68390"/>
                        <a:pt x="310334" y="67799"/>
                        <a:pt x="315801" y="67799"/>
                      </a:cubicBezTo>
                      <a:cubicBezTo>
                        <a:pt x="357664" y="67809"/>
                        <a:pt x="391611" y="101756"/>
                        <a:pt x="391611" y="143628"/>
                      </a:cubicBezTo>
                      <a:close/>
                    </a:path>
                  </a:pathLst>
                </a:custGeom>
                <a:solidFill>
                  <a:srgbClr val="00673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13" name="Google Shape;1513;p45"/>
                <p:cNvSpPr/>
                <p:nvPr/>
              </p:nvSpPr>
              <p:spPr>
                <a:xfrm>
                  <a:off x="4472854" y="3368630"/>
                  <a:ext cx="246821" cy="102374"/>
                </a:xfrm>
                <a:custGeom>
                  <a:rect b="b" l="l" r="r" t="t"/>
                  <a:pathLst>
                    <a:path extrusionOk="0" h="102374" w="246821">
                      <a:moveTo>
                        <a:pt x="246821" y="90516"/>
                      </a:moveTo>
                      <a:cubicBezTo>
                        <a:pt x="246821" y="94612"/>
                        <a:pt x="246240" y="98584"/>
                        <a:pt x="245278" y="102375"/>
                      </a:cubicBezTo>
                      <a:lnTo>
                        <a:pt x="1572" y="102375"/>
                      </a:lnTo>
                      <a:cubicBezTo>
                        <a:pt x="581" y="98584"/>
                        <a:pt x="0" y="94612"/>
                        <a:pt x="0" y="90516"/>
                      </a:cubicBezTo>
                      <a:cubicBezTo>
                        <a:pt x="0" y="81839"/>
                        <a:pt x="2343" y="73676"/>
                        <a:pt x="6401" y="66656"/>
                      </a:cubicBezTo>
                      <a:cubicBezTo>
                        <a:pt x="14649" y="52340"/>
                        <a:pt x="30080" y="42729"/>
                        <a:pt x="47777" y="42729"/>
                      </a:cubicBezTo>
                      <a:cubicBezTo>
                        <a:pt x="55102" y="42729"/>
                        <a:pt x="61998" y="44425"/>
                        <a:pt x="68218" y="47349"/>
                      </a:cubicBezTo>
                      <a:cubicBezTo>
                        <a:pt x="75114" y="20164"/>
                        <a:pt x="99717" y="0"/>
                        <a:pt x="129054" y="0"/>
                      </a:cubicBezTo>
                      <a:cubicBezTo>
                        <a:pt x="146323" y="0"/>
                        <a:pt x="161963" y="6953"/>
                        <a:pt x="173298" y="18259"/>
                      </a:cubicBezTo>
                      <a:cubicBezTo>
                        <a:pt x="180413" y="25308"/>
                        <a:pt x="185861" y="34023"/>
                        <a:pt x="188966" y="43815"/>
                      </a:cubicBezTo>
                      <a:cubicBezTo>
                        <a:pt x="192205" y="43110"/>
                        <a:pt x="195586" y="42739"/>
                        <a:pt x="199034" y="42739"/>
                      </a:cubicBezTo>
                      <a:cubicBezTo>
                        <a:pt x="225428" y="42739"/>
                        <a:pt x="246821" y="64132"/>
                        <a:pt x="246821" y="90516"/>
                      </a:cubicBezTo>
                      <a:close/>
                    </a:path>
                  </a:pathLst>
                </a:custGeom>
                <a:solidFill>
                  <a:srgbClr val="4BBC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14" name="Google Shape;1514;p45"/>
                <p:cNvSpPr/>
                <p:nvPr/>
              </p:nvSpPr>
              <p:spPr>
                <a:xfrm>
                  <a:off x="4425848" y="3372678"/>
                  <a:ext cx="53024" cy="57207"/>
                </a:xfrm>
                <a:custGeom>
                  <a:rect b="b" l="l" r="r" t="t"/>
                  <a:pathLst>
                    <a:path extrusionOk="0" h="57207" w="53024">
                      <a:moveTo>
                        <a:pt x="43215" y="0"/>
                      </a:moveTo>
                      <a:cubicBezTo>
                        <a:pt x="43215" y="0"/>
                        <a:pt x="29070" y="12878"/>
                        <a:pt x="30985" y="32861"/>
                      </a:cubicBezTo>
                      <a:cubicBezTo>
                        <a:pt x="24965" y="25051"/>
                        <a:pt x="15383" y="18126"/>
                        <a:pt x="0" y="17116"/>
                      </a:cubicBezTo>
                      <a:cubicBezTo>
                        <a:pt x="0" y="17116"/>
                        <a:pt x="0" y="52759"/>
                        <a:pt x="40881" y="57207"/>
                      </a:cubicBezTo>
                      <a:lnTo>
                        <a:pt x="40881" y="57207"/>
                      </a:lnTo>
                      <a:lnTo>
                        <a:pt x="40881" y="57207"/>
                      </a:lnTo>
                      <a:cubicBezTo>
                        <a:pt x="40891" y="57207"/>
                        <a:pt x="66570" y="29499"/>
                        <a:pt x="43215" y="0"/>
                      </a:cubicBezTo>
                      <a:close/>
                    </a:path>
                  </a:pathLst>
                </a:custGeom>
                <a:solidFill>
                  <a:srgbClr val="4BBC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15" name="Google Shape;1515;p45"/>
                <p:cNvSpPr/>
                <p:nvPr/>
              </p:nvSpPr>
              <p:spPr>
                <a:xfrm>
                  <a:off x="4634390" y="3248186"/>
                  <a:ext cx="34267" cy="35890"/>
                </a:xfrm>
                <a:custGeom>
                  <a:rect b="b" l="l" r="r" t="t"/>
                  <a:pathLst>
                    <a:path extrusionOk="0" h="35890" w="34267">
                      <a:moveTo>
                        <a:pt x="33240" y="1476"/>
                      </a:moveTo>
                      <a:cubicBezTo>
                        <a:pt x="33240" y="1476"/>
                        <a:pt x="21010" y="5448"/>
                        <a:pt x="16648" y="18221"/>
                      </a:cubicBezTo>
                      <a:cubicBezTo>
                        <a:pt x="15124" y="11773"/>
                        <a:pt x="11171" y="4877"/>
                        <a:pt x="2027" y="0"/>
                      </a:cubicBezTo>
                      <a:cubicBezTo>
                        <a:pt x="2027" y="0"/>
                        <a:pt x="-7841" y="21841"/>
                        <a:pt x="15971" y="35890"/>
                      </a:cubicBezTo>
                      <a:lnTo>
                        <a:pt x="15971" y="35890"/>
                      </a:lnTo>
                      <a:lnTo>
                        <a:pt x="15971" y="35890"/>
                      </a:lnTo>
                      <a:cubicBezTo>
                        <a:pt x="15971" y="35881"/>
                        <a:pt x="39384" y="26013"/>
                        <a:pt x="33240" y="1476"/>
                      </a:cubicBezTo>
                      <a:close/>
                    </a:path>
                  </a:pathLst>
                </a:custGeom>
                <a:solidFill>
                  <a:srgbClr val="4BBC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16" name="Google Shape;1516;p45"/>
                <p:cNvSpPr/>
                <p:nvPr/>
              </p:nvSpPr>
              <p:spPr>
                <a:xfrm>
                  <a:off x="4801795" y="3300564"/>
                  <a:ext cx="37381" cy="37873"/>
                </a:xfrm>
                <a:custGeom>
                  <a:rect b="b" l="l" r="r" t="t"/>
                  <a:pathLst>
                    <a:path extrusionOk="0" h="37873" w="37381">
                      <a:moveTo>
                        <a:pt x="37381" y="19355"/>
                      </a:moveTo>
                      <a:cubicBezTo>
                        <a:pt x="37381" y="19355"/>
                        <a:pt x="25123" y="15469"/>
                        <a:pt x="14140" y="23327"/>
                      </a:cubicBezTo>
                      <a:cubicBezTo>
                        <a:pt x="16655" y="17193"/>
                        <a:pt x="17455" y="9287"/>
                        <a:pt x="12854" y="0"/>
                      </a:cubicBezTo>
                      <a:cubicBezTo>
                        <a:pt x="12854" y="0"/>
                        <a:pt x="-7882" y="12020"/>
                        <a:pt x="3320" y="37300"/>
                      </a:cubicBezTo>
                      <a:lnTo>
                        <a:pt x="3320" y="37300"/>
                      </a:lnTo>
                      <a:lnTo>
                        <a:pt x="3320" y="37300"/>
                      </a:lnTo>
                      <a:cubicBezTo>
                        <a:pt x="3310" y="37290"/>
                        <a:pt x="28094" y="42882"/>
                        <a:pt x="37381" y="19355"/>
                      </a:cubicBezTo>
                      <a:close/>
                    </a:path>
                  </a:pathLst>
                </a:custGeom>
                <a:solidFill>
                  <a:srgbClr val="01944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17" name="Google Shape;1517;p45"/>
                <p:cNvSpPr/>
                <p:nvPr/>
              </p:nvSpPr>
              <p:spPr>
                <a:xfrm>
                  <a:off x="4721952" y="3349399"/>
                  <a:ext cx="35642" cy="38471"/>
                </a:xfrm>
                <a:custGeom>
                  <a:rect b="b" l="l" r="r" t="t"/>
                  <a:pathLst>
                    <a:path extrusionOk="0" h="38471" w="35642">
                      <a:moveTo>
                        <a:pt x="29051" y="0"/>
                      </a:moveTo>
                      <a:cubicBezTo>
                        <a:pt x="29051" y="0"/>
                        <a:pt x="19536" y="8658"/>
                        <a:pt x="20822" y="22098"/>
                      </a:cubicBezTo>
                      <a:cubicBezTo>
                        <a:pt x="16774" y="16850"/>
                        <a:pt x="10335" y="12192"/>
                        <a:pt x="0" y="11506"/>
                      </a:cubicBezTo>
                      <a:cubicBezTo>
                        <a:pt x="0" y="11506"/>
                        <a:pt x="-10" y="35471"/>
                        <a:pt x="27480" y="38471"/>
                      </a:cubicBezTo>
                      <a:lnTo>
                        <a:pt x="27480" y="38471"/>
                      </a:lnTo>
                      <a:lnTo>
                        <a:pt x="27480" y="38471"/>
                      </a:lnTo>
                      <a:cubicBezTo>
                        <a:pt x="27480" y="38471"/>
                        <a:pt x="44749" y="19841"/>
                        <a:pt x="29051" y="0"/>
                      </a:cubicBezTo>
                      <a:close/>
                    </a:path>
                  </a:pathLst>
                </a:custGeom>
                <a:solidFill>
                  <a:srgbClr val="01944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18" name="Google Shape;1518;p45"/>
                <p:cNvSpPr/>
                <p:nvPr/>
              </p:nvSpPr>
              <p:spPr>
                <a:xfrm>
                  <a:off x="4678525" y="3386213"/>
                  <a:ext cx="35472" cy="38300"/>
                </a:xfrm>
                <a:custGeom>
                  <a:rect b="b" l="l" r="r" t="t"/>
                  <a:pathLst>
                    <a:path extrusionOk="0" h="38300" w="35472">
                      <a:moveTo>
                        <a:pt x="35473" y="9706"/>
                      </a:moveTo>
                      <a:cubicBezTo>
                        <a:pt x="35473" y="9706"/>
                        <a:pt x="22624" y="10287"/>
                        <a:pt x="15032" y="21450"/>
                      </a:cubicBezTo>
                      <a:cubicBezTo>
                        <a:pt x="15270" y="14821"/>
                        <a:pt x="13299" y="7125"/>
                        <a:pt x="5774" y="0"/>
                      </a:cubicBezTo>
                      <a:cubicBezTo>
                        <a:pt x="5774" y="0"/>
                        <a:pt x="-9533" y="18440"/>
                        <a:pt x="9698" y="38300"/>
                      </a:cubicBezTo>
                      <a:lnTo>
                        <a:pt x="9698" y="38300"/>
                      </a:lnTo>
                      <a:lnTo>
                        <a:pt x="9698" y="38300"/>
                      </a:lnTo>
                      <a:cubicBezTo>
                        <a:pt x="9689" y="38300"/>
                        <a:pt x="34882" y="34995"/>
                        <a:pt x="35473" y="9706"/>
                      </a:cubicBezTo>
                      <a:close/>
                    </a:path>
                  </a:pathLst>
                </a:custGeom>
                <a:solidFill>
                  <a:srgbClr val="4BBC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19" name="Google Shape;1519;p45"/>
                <p:cNvSpPr/>
                <p:nvPr/>
              </p:nvSpPr>
              <p:spPr>
                <a:xfrm>
                  <a:off x="4858485" y="3363810"/>
                  <a:ext cx="20163" cy="21812"/>
                </a:xfrm>
                <a:custGeom>
                  <a:rect b="b" l="l" r="r" t="t"/>
                  <a:pathLst>
                    <a:path extrusionOk="0" h="21812" w="20163">
                      <a:moveTo>
                        <a:pt x="20077" y="3638"/>
                      </a:moveTo>
                      <a:cubicBezTo>
                        <a:pt x="20077" y="3638"/>
                        <a:pt x="12714" y="4820"/>
                        <a:pt x="9066" y="11754"/>
                      </a:cubicBezTo>
                      <a:cubicBezTo>
                        <a:pt x="8770" y="7915"/>
                        <a:pt x="7123" y="3610"/>
                        <a:pt x="2312" y="0"/>
                      </a:cubicBezTo>
                      <a:cubicBezTo>
                        <a:pt x="2312" y="0"/>
                        <a:pt x="-5298" y="11630"/>
                        <a:pt x="7094" y="21812"/>
                      </a:cubicBezTo>
                      <a:lnTo>
                        <a:pt x="7094" y="21812"/>
                      </a:lnTo>
                      <a:lnTo>
                        <a:pt x="7094" y="21812"/>
                      </a:lnTo>
                      <a:cubicBezTo>
                        <a:pt x="7103" y="21822"/>
                        <a:pt x="21400" y="18250"/>
                        <a:pt x="20077" y="3638"/>
                      </a:cubicBezTo>
                      <a:close/>
                    </a:path>
                  </a:pathLst>
                </a:custGeom>
                <a:solidFill>
                  <a:srgbClr val="01944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0" name="Google Shape;1520;p45"/>
                <p:cNvSpPr/>
                <p:nvPr/>
              </p:nvSpPr>
              <p:spPr>
                <a:xfrm>
                  <a:off x="4540586" y="3330597"/>
                  <a:ext cx="37043" cy="38031"/>
                </a:xfrm>
                <a:custGeom>
                  <a:rect b="b" l="l" r="r" t="t"/>
                  <a:pathLst>
                    <a:path extrusionOk="0" h="38031" w="37043">
                      <a:moveTo>
                        <a:pt x="24708" y="0"/>
                      </a:moveTo>
                      <a:cubicBezTo>
                        <a:pt x="24708" y="0"/>
                        <a:pt x="17974" y="10954"/>
                        <a:pt x="22946" y="23508"/>
                      </a:cubicBezTo>
                      <a:cubicBezTo>
                        <a:pt x="17602" y="19593"/>
                        <a:pt x="10125" y="16897"/>
                        <a:pt x="0" y="19117"/>
                      </a:cubicBezTo>
                      <a:cubicBezTo>
                        <a:pt x="0" y="19117"/>
                        <a:pt x="6648" y="42139"/>
                        <a:pt x="33890" y="37386"/>
                      </a:cubicBezTo>
                      <a:lnTo>
                        <a:pt x="33890" y="37386"/>
                      </a:lnTo>
                      <a:lnTo>
                        <a:pt x="33890" y="37386"/>
                      </a:lnTo>
                      <a:cubicBezTo>
                        <a:pt x="33890" y="37395"/>
                        <a:pt x="45301" y="14697"/>
                        <a:pt x="24708" y="0"/>
                      </a:cubicBezTo>
                      <a:close/>
                    </a:path>
                  </a:pathLst>
                </a:custGeom>
                <a:solidFill>
                  <a:srgbClr val="4BBC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21" name="Google Shape;1521;p45"/>
              <p:cNvGrpSpPr/>
              <p:nvPr/>
            </p:nvGrpSpPr>
            <p:grpSpPr>
              <a:xfrm>
                <a:off x="4570647" y="1370085"/>
                <a:ext cx="2698366" cy="926067"/>
                <a:chOff x="4570647" y="1370085"/>
                <a:chExt cx="2698366" cy="926067"/>
              </a:xfrm>
            </p:grpSpPr>
            <p:sp>
              <p:nvSpPr>
                <p:cNvPr id="1522" name="Google Shape;1522;p45"/>
                <p:cNvSpPr/>
                <p:nvPr/>
              </p:nvSpPr>
              <p:spPr>
                <a:xfrm>
                  <a:off x="4570647" y="2066734"/>
                  <a:ext cx="347110" cy="136512"/>
                </a:xfrm>
                <a:custGeom>
                  <a:rect b="b" l="l" r="r" t="t"/>
                  <a:pathLst>
                    <a:path extrusionOk="0" h="136512" w="347110">
                      <a:moveTo>
                        <a:pt x="315068" y="112014"/>
                      </a:moveTo>
                      <a:cubicBezTo>
                        <a:pt x="308800" y="112014"/>
                        <a:pt x="302962" y="113767"/>
                        <a:pt x="297952" y="116776"/>
                      </a:cubicBezTo>
                      <a:cubicBezTo>
                        <a:pt x="293103" y="101651"/>
                        <a:pt x="281730" y="89544"/>
                        <a:pt x="267167" y="83534"/>
                      </a:cubicBezTo>
                      <a:cubicBezTo>
                        <a:pt x="272510" y="75114"/>
                        <a:pt x="275653" y="65151"/>
                        <a:pt x="275653" y="54435"/>
                      </a:cubicBezTo>
                      <a:cubicBezTo>
                        <a:pt x="275653" y="24374"/>
                        <a:pt x="251279" y="0"/>
                        <a:pt x="221218" y="0"/>
                      </a:cubicBezTo>
                      <a:cubicBezTo>
                        <a:pt x="200911" y="0"/>
                        <a:pt x="183232" y="11144"/>
                        <a:pt x="173879" y="27632"/>
                      </a:cubicBezTo>
                      <a:cubicBezTo>
                        <a:pt x="164021" y="11097"/>
                        <a:pt x="145980" y="0"/>
                        <a:pt x="125330" y="0"/>
                      </a:cubicBezTo>
                      <a:cubicBezTo>
                        <a:pt x="94812" y="0"/>
                        <a:pt x="70009" y="24222"/>
                        <a:pt x="68932" y="54473"/>
                      </a:cubicBezTo>
                      <a:cubicBezTo>
                        <a:pt x="68075" y="54435"/>
                        <a:pt x="67218" y="54378"/>
                        <a:pt x="66351" y="54378"/>
                      </a:cubicBezTo>
                      <a:cubicBezTo>
                        <a:pt x="29708" y="54378"/>
                        <a:pt x="0" y="84058"/>
                        <a:pt x="0" y="120691"/>
                      </a:cubicBezTo>
                      <a:cubicBezTo>
                        <a:pt x="0" y="126149"/>
                        <a:pt x="667" y="131435"/>
                        <a:pt x="1924" y="136512"/>
                      </a:cubicBezTo>
                      <a:lnTo>
                        <a:pt x="347110" y="136512"/>
                      </a:lnTo>
                      <a:cubicBezTo>
                        <a:pt x="343310" y="122377"/>
                        <a:pt x="330365" y="112014"/>
                        <a:pt x="315068" y="112014"/>
                      </a:cubicBezTo>
                      <a:close/>
                    </a:path>
                  </a:pathLst>
                </a:custGeom>
                <a:solidFill>
                  <a:srgbClr val="F6FAF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3" name="Google Shape;1523;p45"/>
                <p:cNvSpPr/>
                <p:nvPr/>
              </p:nvSpPr>
              <p:spPr>
                <a:xfrm>
                  <a:off x="5921016" y="2118902"/>
                  <a:ext cx="585644" cy="177250"/>
                </a:xfrm>
                <a:custGeom>
                  <a:rect b="b" l="l" r="r" t="t"/>
                  <a:pathLst>
                    <a:path extrusionOk="0" h="177250" w="585644">
                      <a:moveTo>
                        <a:pt x="585645" y="177251"/>
                      </a:moveTo>
                      <a:lnTo>
                        <a:pt x="3248" y="177251"/>
                      </a:lnTo>
                      <a:cubicBezTo>
                        <a:pt x="1124" y="168688"/>
                        <a:pt x="0" y="159772"/>
                        <a:pt x="0" y="150562"/>
                      </a:cubicBezTo>
                      <a:cubicBezTo>
                        <a:pt x="0" y="88744"/>
                        <a:pt x="50130" y="38671"/>
                        <a:pt x="111947" y="38671"/>
                      </a:cubicBezTo>
                      <a:cubicBezTo>
                        <a:pt x="134445" y="38671"/>
                        <a:pt x="155400" y="45349"/>
                        <a:pt x="172936" y="56798"/>
                      </a:cubicBezTo>
                      <a:cubicBezTo>
                        <a:pt x="195491" y="31823"/>
                        <a:pt x="228019" y="16002"/>
                        <a:pt x="264338" y="16002"/>
                      </a:cubicBezTo>
                      <a:cubicBezTo>
                        <a:pt x="293389" y="16002"/>
                        <a:pt x="320078" y="26156"/>
                        <a:pt x="341148" y="42986"/>
                      </a:cubicBezTo>
                      <a:cubicBezTo>
                        <a:pt x="347053" y="18307"/>
                        <a:pt x="369132" y="0"/>
                        <a:pt x="395583" y="0"/>
                      </a:cubicBezTo>
                      <a:cubicBezTo>
                        <a:pt x="426577" y="0"/>
                        <a:pt x="451676" y="25089"/>
                        <a:pt x="451676" y="56093"/>
                      </a:cubicBezTo>
                      <a:cubicBezTo>
                        <a:pt x="451676" y="66723"/>
                        <a:pt x="448666" y="76638"/>
                        <a:pt x="443532" y="85087"/>
                      </a:cubicBezTo>
                      <a:cubicBezTo>
                        <a:pt x="471573" y="93945"/>
                        <a:pt x="493719" y="115967"/>
                        <a:pt x="502691" y="143951"/>
                      </a:cubicBezTo>
                      <a:cubicBezTo>
                        <a:pt x="511130" y="138875"/>
                        <a:pt x="520998" y="135922"/>
                        <a:pt x="531562" y="135922"/>
                      </a:cubicBezTo>
                      <a:cubicBezTo>
                        <a:pt x="557356" y="135912"/>
                        <a:pt x="579206" y="153391"/>
                        <a:pt x="585645" y="177251"/>
                      </a:cubicBezTo>
                      <a:close/>
                    </a:path>
                  </a:pathLst>
                </a:custGeom>
                <a:solidFill>
                  <a:srgbClr val="F6FAF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4" name="Google Shape;1524;p45"/>
                <p:cNvSpPr/>
                <p:nvPr/>
              </p:nvSpPr>
              <p:spPr>
                <a:xfrm>
                  <a:off x="5534901" y="1370085"/>
                  <a:ext cx="483574" cy="190176"/>
                </a:xfrm>
                <a:custGeom>
                  <a:rect b="b" l="l" r="r" t="t"/>
                  <a:pathLst>
                    <a:path extrusionOk="0" h="190176" w="483574">
                      <a:moveTo>
                        <a:pt x="438903" y="156048"/>
                      </a:moveTo>
                      <a:cubicBezTo>
                        <a:pt x="430178" y="156048"/>
                        <a:pt x="422034" y="158486"/>
                        <a:pt x="415061" y="162677"/>
                      </a:cubicBezTo>
                      <a:cubicBezTo>
                        <a:pt x="408308" y="141608"/>
                        <a:pt x="392459" y="124739"/>
                        <a:pt x="372180" y="116367"/>
                      </a:cubicBezTo>
                      <a:cubicBezTo>
                        <a:pt x="379628" y="104632"/>
                        <a:pt x="384000" y="90754"/>
                        <a:pt x="384000" y="75829"/>
                      </a:cubicBezTo>
                      <a:cubicBezTo>
                        <a:pt x="384000" y="33947"/>
                        <a:pt x="350053" y="0"/>
                        <a:pt x="308172" y="0"/>
                      </a:cubicBezTo>
                      <a:cubicBezTo>
                        <a:pt x="279883" y="0"/>
                        <a:pt x="255251" y="15526"/>
                        <a:pt x="242221" y="38491"/>
                      </a:cubicBezTo>
                      <a:cubicBezTo>
                        <a:pt x="228495" y="15450"/>
                        <a:pt x="203359" y="0"/>
                        <a:pt x="174593" y="0"/>
                      </a:cubicBezTo>
                      <a:cubicBezTo>
                        <a:pt x="132074" y="0"/>
                        <a:pt x="97526" y="33738"/>
                        <a:pt x="96031" y="75895"/>
                      </a:cubicBezTo>
                      <a:cubicBezTo>
                        <a:pt x="94831" y="75848"/>
                        <a:pt x="93640" y="75762"/>
                        <a:pt x="92431" y="75762"/>
                      </a:cubicBezTo>
                      <a:cubicBezTo>
                        <a:pt x="41386" y="75762"/>
                        <a:pt x="0" y="117100"/>
                        <a:pt x="0" y="168145"/>
                      </a:cubicBezTo>
                      <a:cubicBezTo>
                        <a:pt x="0" y="175746"/>
                        <a:pt x="924" y="183109"/>
                        <a:pt x="2686" y="190176"/>
                      </a:cubicBezTo>
                      <a:lnTo>
                        <a:pt x="483575" y="190176"/>
                      </a:lnTo>
                      <a:cubicBezTo>
                        <a:pt x="478241" y="170478"/>
                        <a:pt x="460200" y="156048"/>
                        <a:pt x="438903" y="156048"/>
                      </a:cubicBezTo>
                      <a:close/>
                    </a:path>
                  </a:pathLst>
                </a:custGeom>
                <a:solidFill>
                  <a:srgbClr val="F6FAF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5" name="Google Shape;1525;p45"/>
                <p:cNvSpPr/>
                <p:nvPr/>
              </p:nvSpPr>
              <p:spPr>
                <a:xfrm>
                  <a:off x="6964213" y="1616116"/>
                  <a:ext cx="304800" cy="119862"/>
                </a:xfrm>
                <a:custGeom>
                  <a:rect b="b" l="l" r="r" t="t"/>
                  <a:pathLst>
                    <a:path extrusionOk="0" h="119862" w="304800">
                      <a:moveTo>
                        <a:pt x="276654" y="98365"/>
                      </a:moveTo>
                      <a:cubicBezTo>
                        <a:pt x="271148" y="98365"/>
                        <a:pt x="266024" y="99898"/>
                        <a:pt x="261623" y="102546"/>
                      </a:cubicBezTo>
                      <a:cubicBezTo>
                        <a:pt x="257365" y="89268"/>
                        <a:pt x="247383" y="78629"/>
                        <a:pt x="234591" y="73352"/>
                      </a:cubicBezTo>
                      <a:cubicBezTo>
                        <a:pt x="239287" y="65951"/>
                        <a:pt x="242040" y="57207"/>
                        <a:pt x="242040" y="47796"/>
                      </a:cubicBezTo>
                      <a:cubicBezTo>
                        <a:pt x="242040" y="21403"/>
                        <a:pt x="220637" y="0"/>
                        <a:pt x="194243" y="0"/>
                      </a:cubicBezTo>
                      <a:cubicBezTo>
                        <a:pt x="176412" y="0"/>
                        <a:pt x="160887" y="9782"/>
                        <a:pt x="152676" y="24260"/>
                      </a:cubicBezTo>
                      <a:cubicBezTo>
                        <a:pt x="144018" y="9735"/>
                        <a:pt x="128178" y="0"/>
                        <a:pt x="110052" y="0"/>
                      </a:cubicBezTo>
                      <a:cubicBezTo>
                        <a:pt x="83248" y="0"/>
                        <a:pt x="61474" y="21269"/>
                        <a:pt x="60531" y="47835"/>
                      </a:cubicBezTo>
                      <a:cubicBezTo>
                        <a:pt x="59779" y="47806"/>
                        <a:pt x="59026" y="47749"/>
                        <a:pt x="58264" y="47749"/>
                      </a:cubicBezTo>
                      <a:cubicBezTo>
                        <a:pt x="26089" y="47749"/>
                        <a:pt x="0" y="73809"/>
                        <a:pt x="0" y="105975"/>
                      </a:cubicBezTo>
                      <a:cubicBezTo>
                        <a:pt x="0" y="110766"/>
                        <a:pt x="581" y="115414"/>
                        <a:pt x="1686" y="119863"/>
                      </a:cubicBezTo>
                      <a:lnTo>
                        <a:pt x="304800" y="119863"/>
                      </a:lnTo>
                      <a:cubicBezTo>
                        <a:pt x="301457" y="107461"/>
                        <a:pt x="290084" y="98365"/>
                        <a:pt x="276654" y="98365"/>
                      </a:cubicBezTo>
                      <a:close/>
                    </a:path>
                  </a:pathLst>
                </a:custGeom>
                <a:solidFill>
                  <a:srgbClr val="F6FAF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526" name="Google Shape;1526;p45"/>
              <p:cNvSpPr/>
              <p:nvPr/>
            </p:nvSpPr>
            <p:spPr>
              <a:xfrm>
                <a:off x="4365879" y="3467576"/>
                <a:ext cx="3460242" cy="130587"/>
              </a:xfrm>
              <a:custGeom>
                <a:rect b="b" l="l" r="r" t="t"/>
                <a:pathLst>
                  <a:path extrusionOk="0" h="130587" w="3460242">
                    <a:moveTo>
                      <a:pt x="3460242" y="81820"/>
                    </a:moveTo>
                    <a:cubicBezTo>
                      <a:pt x="3460242" y="97917"/>
                      <a:pt x="3460052" y="113919"/>
                      <a:pt x="3459575" y="129921"/>
                    </a:cubicBezTo>
                    <a:lnTo>
                      <a:pt x="3459575" y="130588"/>
                    </a:lnTo>
                    <a:lnTo>
                      <a:pt x="667" y="130588"/>
                    </a:lnTo>
                    <a:cubicBezTo>
                      <a:pt x="190" y="114395"/>
                      <a:pt x="0" y="98108"/>
                      <a:pt x="0" y="81820"/>
                    </a:cubicBezTo>
                    <a:cubicBezTo>
                      <a:pt x="0" y="54388"/>
                      <a:pt x="667" y="27146"/>
                      <a:pt x="1905" y="0"/>
                    </a:cubicBezTo>
                    <a:lnTo>
                      <a:pt x="3458337" y="0"/>
                    </a:lnTo>
                    <a:lnTo>
                      <a:pt x="3458337" y="1048"/>
                    </a:lnTo>
                    <a:cubicBezTo>
                      <a:pt x="3459575" y="27813"/>
                      <a:pt x="3460242" y="54769"/>
                      <a:pt x="3460242" y="818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27" name="Google Shape;1527;p45"/>
              <p:cNvGrpSpPr/>
              <p:nvPr/>
            </p:nvGrpSpPr>
            <p:grpSpPr>
              <a:xfrm>
                <a:off x="5733487" y="2473408"/>
                <a:ext cx="331099" cy="100837"/>
                <a:chOff x="5733487" y="2473408"/>
                <a:chExt cx="331099" cy="100837"/>
              </a:xfrm>
            </p:grpSpPr>
            <p:sp>
              <p:nvSpPr>
                <p:cNvPr id="1528" name="Google Shape;1528;p45"/>
                <p:cNvSpPr/>
                <p:nvPr/>
              </p:nvSpPr>
              <p:spPr>
                <a:xfrm>
                  <a:off x="5733487" y="2482800"/>
                  <a:ext cx="72590" cy="31056"/>
                </a:xfrm>
                <a:custGeom>
                  <a:rect b="b" l="l" r="r" t="t"/>
                  <a:pathLst>
                    <a:path extrusionOk="0" h="31056" w="72590">
                      <a:moveTo>
                        <a:pt x="0" y="1444"/>
                      </a:moveTo>
                      <a:cubicBezTo>
                        <a:pt x="7344" y="-899"/>
                        <a:pt x="15716" y="-385"/>
                        <a:pt x="23232" y="2949"/>
                      </a:cubicBezTo>
                      <a:cubicBezTo>
                        <a:pt x="27061" y="4492"/>
                        <a:pt x="30499" y="7044"/>
                        <a:pt x="33480" y="9997"/>
                      </a:cubicBezTo>
                      <a:cubicBezTo>
                        <a:pt x="36509" y="12959"/>
                        <a:pt x="38662" y="16607"/>
                        <a:pt x="40596" y="20275"/>
                      </a:cubicBezTo>
                      <a:lnTo>
                        <a:pt x="32642" y="19198"/>
                      </a:lnTo>
                      <a:cubicBezTo>
                        <a:pt x="37633" y="13464"/>
                        <a:pt x="43358" y="8254"/>
                        <a:pt x="50197" y="4530"/>
                      </a:cubicBezTo>
                      <a:cubicBezTo>
                        <a:pt x="53578" y="2644"/>
                        <a:pt x="57283" y="1205"/>
                        <a:pt x="61141" y="443"/>
                      </a:cubicBezTo>
                      <a:cubicBezTo>
                        <a:pt x="64999" y="-233"/>
                        <a:pt x="69123" y="-195"/>
                        <a:pt x="72590" y="1358"/>
                      </a:cubicBezTo>
                      <a:cubicBezTo>
                        <a:pt x="65151" y="2434"/>
                        <a:pt x="59598" y="6387"/>
                        <a:pt x="54312" y="10654"/>
                      </a:cubicBezTo>
                      <a:cubicBezTo>
                        <a:pt x="49130" y="15074"/>
                        <a:pt x="44291" y="20008"/>
                        <a:pt x="39910" y="25323"/>
                      </a:cubicBezTo>
                      <a:lnTo>
                        <a:pt x="35176" y="31057"/>
                      </a:lnTo>
                      <a:lnTo>
                        <a:pt x="31956" y="24247"/>
                      </a:lnTo>
                      <a:cubicBezTo>
                        <a:pt x="29175" y="18360"/>
                        <a:pt x="25175" y="13217"/>
                        <a:pt x="19650" y="9473"/>
                      </a:cubicBezTo>
                      <a:cubicBezTo>
                        <a:pt x="14154" y="5692"/>
                        <a:pt x="7449" y="3091"/>
                        <a:pt x="0" y="144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9" name="Google Shape;1529;p45"/>
                <p:cNvSpPr/>
                <p:nvPr/>
              </p:nvSpPr>
              <p:spPr>
                <a:xfrm>
                  <a:off x="5877105" y="2543179"/>
                  <a:ext cx="72590" cy="31066"/>
                </a:xfrm>
                <a:custGeom>
                  <a:rect b="b" l="l" r="r" t="t"/>
                  <a:pathLst>
                    <a:path extrusionOk="0" h="31066" w="72590">
                      <a:moveTo>
                        <a:pt x="0" y="1444"/>
                      </a:moveTo>
                      <a:cubicBezTo>
                        <a:pt x="7344" y="-899"/>
                        <a:pt x="15716" y="-385"/>
                        <a:pt x="23231" y="2949"/>
                      </a:cubicBezTo>
                      <a:cubicBezTo>
                        <a:pt x="27061" y="4492"/>
                        <a:pt x="30499" y="7044"/>
                        <a:pt x="33480" y="9997"/>
                      </a:cubicBezTo>
                      <a:cubicBezTo>
                        <a:pt x="36509" y="12959"/>
                        <a:pt x="38662" y="16607"/>
                        <a:pt x="40596" y="20275"/>
                      </a:cubicBezTo>
                      <a:lnTo>
                        <a:pt x="32642" y="19198"/>
                      </a:lnTo>
                      <a:cubicBezTo>
                        <a:pt x="37633" y="13464"/>
                        <a:pt x="43358" y="8254"/>
                        <a:pt x="50197" y="4539"/>
                      </a:cubicBezTo>
                      <a:cubicBezTo>
                        <a:pt x="53578" y="2653"/>
                        <a:pt x="57283" y="1215"/>
                        <a:pt x="61141" y="453"/>
                      </a:cubicBezTo>
                      <a:cubicBezTo>
                        <a:pt x="64999" y="-214"/>
                        <a:pt x="69123" y="-185"/>
                        <a:pt x="72590" y="1367"/>
                      </a:cubicBezTo>
                      <a:cubicBezTo>
                        <a:pt x="65151" y="2444"/>
                        <a:pt x="59598" y="6397"/>
                        <a:pt x="54312" y="10664"/>
                      </a:cubicBezTo>
                      <a:cubicBezTo>
                        <a:pt x="49130" y="15083"/>
                        <a:pt x="44291" y="20017"/>
                        <a:pt x="39910" y="25332"/>
                      </a:cubicBezTo>
                      <a:lnTo>
                        <a:pt x="35176" y="31066"/>
                      </a:lnTo>
                      <a:lnTo>
                        <a:pt x="31956" y="24256"/>
                      </a:lnTo>
                      <a:cubicBezTo>
                        <a:pt x="29175" y="18370"/>
                        <a:pt x="25175" y="13226"/>
                        <a:pt x="19650" y="9483"/>
                      </a:cubicBezTo>
                      <a:cubicBezTo>
                        <a:pt x="14154" y="5692"/>
                        <a:pt x="7449" y="3091"/>
                        <a:pt x="0" y="144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30" name="Google Shape;1530;p45"/>
                <p:cNvSpPr/>
                <p:nvPr/>
              </p:nvSpPr>
              <p:spPr>
                <a:xfrm>
                  <a:off x="5991996" y="2473408"/>
                  <a:ext cx="72590" cy="31047"/>
                </a:xfrm>
                <a:custGeom>
                  <a:rect b="b" l="l" r="r" t="t"/>
                  <a:pathLst>
                    <a:path extrusionOk="0" h="31047" w="72590">
                      <a:moveTo>
                        <a:pt x="0" y="1444"/>
                      </a:moveTo>
                      <a:cubicBezTo>
                        <a:pt x="7344" y="-899"/>
                        <a:pt x="15716" y="-385"/>
                        <a:pt x="23232" y="2949"/>
                      </a:cubicBezTo>
                      <a:cubicBezTo>
                        <a:pt x="27061" y="4492"/>
                        <a:pt x="30499" y="7044"/>
                        <a:pt x="33480" y="9997"/>
                      </a:cubicBezTo>
                      <a:cubicBezTo>
                        <a:pt x="36509" y="12959"/>
                        <a:pt x="38662" y="16608"/>
                        <a:pt x="40596" y="20275"/>
                      </a:cubicBezTo>
                      <a:lnTo>
                        <a:pt x="32642" y="19198"/>
                      </a:lnTo>
                      <a:cubicBezTo>
                        <a:pt x="37633" y="13464"/>
                        <a:pt x="43358" y="8254"/>
                        <a:pt x="50197" y="4530"/>
                      </a:cubicBezTo>
                      <a:cubicBezTo>
                        <a:pt x="53578" y="2644"/>
                        <a:pt x="57283" y="1206"/>
                        <a:pt x="61141" y="444"/>
                      </a:cubicBezTo>
                      <a:cubicBezTo>
                        <a:pt x="64999" y="-233"/>
                        <a:pt x="69123" y="-195"/>
                        <a:pt x="72590" y="1358"/>
                      </a:cubicBezTo>
                      <a:cubicBezTo>
                        <a:pt x="65151" y="2434"/>
                        <a:pt x="59608" y="6387"/>
                        <a:pt x="54312" y="10654"/>
                      </a:cubicBezTo>
                      <a:cubicBezTo>
                        <a:pt x="49130" y="15074"/>
                        <a:pt x="44291" y="20008"/>
                        <a:pt x="39910" y="25313"/>
                      </a:cubicBezTo>
                      <a:lnTo>
                        <a:pt x="35176" y="31047"/>
                      </a:lnTo>
                      <a:lnTo>
                        <a:pt x="31956" y="24237"/>
                      </a:lnTo>
                      <a:cubicBezTo>
                        <a:pt x="29175" y="18351"/>
                        <a:pt x="25175" y="13207"/>
                        <a:pt x="19650" y="9464"/>
                      </a:cubicBezTo>
                      <a:cubicBezTo>
                        <a:pt x="14154" y="5692"/>
                        <a:pt x="7439" y="3092"/>
                        <a:pt x="0" y="144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531" name="Google Shape;1531;p45"/>
              <p:cNvSpPr/>
              <p:nvPr/>
            </p:nvSpPr>
            <p:spPr>
              <a:xfrm>
                <a:off x="4651533" y="3467576"/>
                <a:ext cx="658653" cy="65246"/>
              </a:xfrm>
              <a:custGeom>
                <a:rect b="b" l="l" r="r" t="t"/>
                <a:pathLst>
                  <a:path extrusionOk="0" h="65246" w="658653">
                    <a:moveTo>
                      <a:pt x="658654" y="0"/>
                    </a:moveTo>
                    <a:cubicBezTo>
                      <a:pt x="658654" y="14002"/>
                      <a:pt x="654177" y="27051"/>
                      <a:pt x="646557" y="37719"/>
                    </a:cubicBezTo>
                    <a:cubicBezTo>
                      <a:pt x="644557" y="40767"/>
                      <a:pt x="642080" y="43625"/>
                      <a:pt x="639509" y="46196"/>
                    </a:cubicBezTo>
                    <a:cubicBezTo>
                      <a:pt x="627698" y="58007"/>
                      <a:pt x="611410" y="65246"/>
                      <a:pt x="593312" y="65246"/>
                    </a:cubicBezTo>
                    <a:lnTo>
                      <a:pt x="65246" y="65246"/>
                    </a:lnTo>
                    <a:cubicBezTo>
                      <a:pt x="43244" y="65246"/>
                      <a:pt x="23813" y="54388"/>
                      <a:pt x="12097" y="37719"/>
                    </a:cubicBezTo>
                    <a:lnTo>
                      <a:pt x="12002" y="37719"/>
                    </a:lnTo>
                    <a:cubicBezTo>
                      <a:pt x="4477" y="27051"/>
                      <a:pt x="0" y="14002"/>
                      <a:pt x="0" y="0"/>
                    </a:cubicBezTo>
                    <a:lnTo>
                      <a:pt x="658654" y="0"/>
                    </a:lnTo>
                    <a:close/>
                  </a:path>
                </a:pathLst>
              </a:custGeom>
              <a:solidFill>
                <a:srgbClr val="2F8AE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2" name="Google Shape;1532;p45"/>
              <p:cNvSpPr/>
              <p:nvPr/>
            </p:nvSpPr>
            <p:spPr>
              <a:xfrm>
                <a:off x="4663630" y="3505295"/>
                <a:ext cx="634460" cy="27527"/>
              </a:xfrm>
              <a:custGeom>
                <a:rect b="b" l="l" r="r" t="t"/>
                <a:pathLst>
                  <a:path extrusionOk="0" h="27527" w="634460">
                    <a:moveTo>
                      <a:pt x="634460" y="0"/>
                    </a:moveTo>
                    <a:cubicBezTo>
                      <a:pt x="632460" y="3048"/>
                      <a:pt x="629983" y="5905"/>
                      <a:pt x="627412" y="8477"/>
                    </a:cubicBezTo>
                    <a:cubicBezTo>
                      <a:pt x="615601" y="20288"/>
                      <a:pt x="599313" y="27527"/>
                      <a:pt x="581215" y="27527"/>
                    </a:cubicBezTo>
                    <a:lnTo>
                      <a:pt x="53149" y="27527"/>
                    </a:lnTo>
                    <a:cubicBezTo>
                      <a:pt x="31147" y="27527"/>
                      <a:pt x="11716" y="16669"/>
                      <a:pt x="0" y="0"/>
                    </a:cubicBezTo>
                    <a:lnTo>
                      <a:pt x="634460" y="0"/>
                    </a:lnTo>
                    <a:close/>
                  </a:path>
                </a:pathLst>
              </a:custGeom>
              <a:solidFill>
                <a:srgbClr val="206F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33" name="Google Shape;1533;p45"/>
              <p:cNvGrpSpPr/>
              <p:nvPr/>
            </p:nvGrpSpPr>
            <p:grpSpPr>
              <a:xfrm>
                <a:off x="4797675" y="3444428"/>
                <a:ext cx="107242" cy="46302"/>
                <a:chOff x="4797675" y="3444428"/>
                <a:chExt cx="107242" cy="46302"/>
              </a:xfrm>
            </p:grpSpPr>
            <p:grpSp>
              <p:nvGrpSpPr>
                <p:cNvPr id="1534" name="Google Shape;1534;p45"/>
                <p:cNvGrpSpPr/>
                <p:nvPr/>
              </p:nvGrpSpPr>
              <p:grpSpPr>
                <a:xfrm>
                  <a:off x="4839747" y="3449024"/>
                  <a:ext cx="65170" cy="41706"/>
                  <a:chOff x="4839747" y="3449024"/>
                  <a:chExt cx="65170" cy="41706"/>
                </a:xfrm>
              </p:grpSpPr>
              <p:sp>
                <p:nvSpPr>
                  <p:cNvPr id="1535" name="Google Shape;1535;p45"/>
                  <p:cNvSpPr/>
                  <p:nvPr/>
                </p:nvSpPr>
                <p:spPr>
                  <a:xfrm>
                    <a:off x="4904536" y="3487959"/>
                    <a:ext cx="381" cy="2771"/>
                  </a:xfrm>
                  <a:custGeom>
                    <a:rect b="b" l="l" r="r" t="t"/>
                    <a:pathLst>
                      <a:path extrusionOk="0" h="2771" w="381">
                        <a:moveTo>
                          <a:pt x="381" y="2772"/>
                        </a:moveTo>
                        <a:cubicBezTo>
                          <a:pt x="381" y="2772"/>
                          <a:pt x="295" y="1743"/>
                          <a:pt x="0" y="0"/>
                        </a:cubicBezTo>
                      </a:path>
                    </a:pathLst>
                  </a:custGeom>
                  <a:noFill/>
                  <a:ln cap="rnd" cmpd="sng" w="9525">
                    <a:solidFill>
                      <a:srgbClr val="22D2FC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36" name="Google Shape;1536;p45"/>
                  <p:cNvSpPr/>
                  <p:nvPr/>
                </p:nvSpPr>
                <p:spPr>
                  <a:xfrm>
                    <a:off x="4845319" y="3449024"/>
                    <a:ext cx="58026" cy="33563"/>
                  </a:xfrm>
                  <a:custGeom>
                    <a:rect b="b" l="l" r="r" t="t"/>
                    <a:pathLst>
                      <a:path extrusionOk="0" h="33563" w="58026">
                        <a:moveTo>
                          <a:pt x="58026" y="33563"/>
                        </a:moveTo>
                        <a:cubicBezTo>
                          <a:pt x="54197" y="19390"/>
                          <a:pt x="41386" y="-7461"/>
                          <a:pt x="0" y="1959"/>
                        </a:cubicBezTo>
                      </a:path>
                    </a:pathLst>
                  </a:custGeom>
                  <a:noFill/>
                  <a:ln cap="rnd" cmpd="sng" w="9525">
                    <a:solidFill>
                      <a:srgbClr val="22D2FC"/>
                    </a:solidFill>
                    <a:prstDash val="dashDot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37" name="Google Shape;1537;p45"/>
                  <p:cNvSpPr/>
                  <p:nvPr/>
                </p:nvSpPr>
                <p:spPr>
                  <a:xfrm>
                    <a:off x="4839747" y="3451678"/>
                    <a:ext cx="2743" cy="752"/>
                  </a:xfrm>
                  <a:custGeom>
                    <a:rect b="b" l="l" r="r" t="t"/>
                    <a:pathLst>
                      <a:path extrusionOk="0" h="752" w="2743">
                        <a:moveTo>
                          <a:pt x="2743" y="0"/>
                        </a:moveTo>
                        <a:cubicBezTo>
                          <a:pt x="1838" y="238"/>
                          <a:pt x="924" y="486"/>
                          <a:pt x="0" y="753"/>
                        </a:cubicBezTo>
                      </a:path>
                    </a:pathLst>
                  </a:custGeom>
                  <a:noFill/>
                  <a:ln cap="rnd" cmpd="sng" w="9525">
                    <a:solidFill>
                      <a:srgbClr val="22D2FC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538" name="Google Shape;1538;p45"/>
                <p:cNvGrpSpPr/>
                <p:nvPr/>
              </p:nvGrpSpPr>
              <p:grpSpPr>
                <a:xfrm>
                  <a:off x="4797675" y="3444428"/>
                  <a:ext cx="48356" cy="34329"/>
                  <a:chOff x="4797675" y="3444428"/>
                  <a:chExt cx="48356" cy="34329"/>
                </a:xfrm>
              </p:grpSpPr>
              <p:sp>
                <p:nvSpPr>
                  <p:cNvPr id="1539" name="Google Shape;1539;p45"/>
                  <p:cNvSpPr/>
                  <p:nvPr/>
                </p:nvSpPr>
                <p:spPr>
                  <a:xfrm>
                    <a:off x="4806189" y="3471698"/>
                    <a:ext cx="4280" cy="4280"/>
                  </a:xfrm>
                  <a:custGeom>
                    <a:rect b="b" l="l" r="r" t="t"/>
                    <a:pathLst>
                      <a:path extrusionOk="0" h="4280" w="4280">
                        <a:moveTo>
                          <a:pt x="4040" y="1154"/>
                        </a:moveTo>
                        <a:cubicBezTo>
                          <a:pt x="4583" y="2202"/>
                          <a:pt x="4174" y="3498"/>
                          <a:pt x="3126" y="4040"/>
                        </a:cubicBezTo>
                        <a:cubicBezTo>
                          <a:pt x="2078" y="4583"/>
                          <a:pt x="783" y="4174"/>
                          <a:pt x="240" y="3126"/>
                        </a:cubicBezTo>
                        <a:cubicBezTo>
                          <a:pt x="-303" y="2078"/>
                          <a:pt x="107" y="783"/>
                          <a:pt x="1154" y="240"/>
                        </a:cubicBezTo>
                        <a:cubicBezTo>
                          <a:pt x="2212" y="-303"/>
                          <a:pt x="3498" y="107"/>
                          <a:pt x="4040" y="1154"/>
                        </a:cubicBezTo>
                        <a:close/>
                      </a:path>
                    </a:pathLst>
                  </a:custGeom>
                  <a:solidFill>
                    <a:srgbClr val="00B2E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40" name="Google Shape;1540;p45"/>
                  <p:cNvSpPr/>
                  <p:nvPr/>
                </p:nvSpPr>
                <p:spPr>
                  <a:xfrm>
                    <a:off x="4807210" y="3447454"/>
                    <a:ext cx="22507" cy="8853"/>
                  </a:xfrm>
                  <a:custGeom>
                    <a:rect b="b" l="l" r="r" t="t"/>
                    <a:pathLst>
                      <a:path extrusionOk="0" h="8853" w="22507">
                        <a:moveTo>
                          <a:pt x="2134" y="8854"/>
                        </a:moveTo>
                        <a:lnTo>
                          <a:pt x="0" y="4253"/>
                        </a:lnTo>
                        <a:cubicBezTo>
                          <a:pt x="0" y="4253"/>
                          <a:pt x="7820" y="-3138"/>
                          <a:pt x="22508" y="1567"/>
                        </a:cubicBezTo>
                        <a:lnTo>
                          <a:pt x="20850" y="7701"/>
                        </a:lnTo>
                        <a:lnTo>
                          <a:pt x="2134" y="8854"/>
                        </a:lnTo>
                        <a:close/>
                      </a:path>
                    </a:pathLst>
                  </a:custGeom>
                  <a:solidFill>
                    <a:srgbClr val="E8BD0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541" name="Google Shape;1541;p45"/>
                  <p:cNvGrpSpPr/>
                  <p:nvPr/>
                </p:nvGrpSpPr>
                <p:grpSpPr>
                  <a:xfrm>
                    <a:off x="4797675" y="3444428"/>
                    <a:ext cx="48356" cy="34329"/>
                    <a:chOff x="4797675" y="3444428"/>
                    <a:chExt cx="48356" cy="34329"/>
                  </a:xfrm>
                </p:grpSpPr>
                <p:sp>
                  <p:nvSpPr>
                    <p:cNvPr id="1542" name="Google Shape;1542;p45"/>
                    <p:cNvSpPr/>
                    <p:nvPr/>
                  </p:nvSpPr>
                  <p:spPr>
                    <a:xfrm>
                      <a:off x="4797675" y="3451707"/>
                      <a:ext cx="38176" cy="27050"/>
                    </a:xfrm>
                    <a:custGeom>
                      <a:rect b="b" l="l" r="r" t="t"/>
                      <a:pathLst>
                        <a:path extrusionOk="0" h="27050" w="38176">
                          <a:moveTo>
                            <a:pt x="38176" y="3629"/>
                          </a:moveTo>
                          <a:cubicBezTo>
                            <a:pt x="38176" y="3629"/>
                            <a:pt x="35566" y="19497"/>
                            <a:pt x="25022" y="24965"/>
                          </a:cubicBezTo>
                          <a:cubicBezTo>
                            <a:pt x="14478" y="30432"/>
                            <a:pt x="0" y="23422"/>
                            <a:pt x="0" y="23422"/>
                          </a:cubicBezTo>
                          <a:cubicBezTo>
                            <a:pt x="0" y="23422"/>
                            <a:pt x="2610" y="7553"/>
                            <a:pt x="13154" y="2086"/>
                          </a:cubicBezTo>
                          <a:cubicBezTo>
                            <a:pt x="23698" y="-3382"/>
                            <a:pt x="38176" y="3629"/>
                            <a:pt x="38176" y="3629"/>
                          </a:cubicBezTo>
                          <a:close/>
                        </a:path>
                      </a:pathLst>
                    </a:custGeom>
                    <a:solidFill>
                      <a:srgbClr val="F9D41C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543" name="Google Shape;1543;p45"/>
                    <p:cNvSpPr/>
                    <p:nvPr/>
                  </p:nvSpPr>
                  <p:spPr>
                    <a:xfrm>
                      <a:off x="4833458" y="3444428"/>
                      <a:ext cx="12573" cy="16006"/>
                    </a:xfrm>
                    <a:custGeom>
                      <a:rect b="b" l="l" r="r" t="t"/>
                      <a:pathLst>
                        <a:path extrusionOk="0" h="16006" w="12573">
                          <a:moveTo>
                            <a:pt x="11442" y="15966"/>
                          </a:moveTo>
                          <a:lnTo>
                            <a:pt x="602" y="12527"/>
                          </a:lnTo>
                          <a:cubicBezTo>
                            <a:pt x="145" y="12384"/>
                            <a:pt x="-102" y="11899"/>
                            <a:pt x="40" y="11441"/>
                          </a:cubicBezTo>
                          <a:lnTo>
                            <a:pt x="3479" y="602"/>
                          </a:lnTo>
                          <a:cubicBezTo>
                            <a:pt x="3707" y="-131"/>
                            <a:pt x="4717" y="-217"/>
                            <a:pt x="5070" y="469"/>
                          </a:cubicBezTo>
                          <a:lnTo>
                            <a:pt x="12471" y="14747"/>
                          </a:lnTo>
                          <a:cubicBezTo>
                            <a:pt x="12832" y="15423"/>
                            <a:pt x="12185" y="16195"/>
                            <a:pt x="11442" y="15966"/>
                          </a:cubicBezTo>
                          <a:close/>
                        </a:path>
                      </a:pathLst>
                    </a:custGeom>
                    <a:solidFill>
                      <a:srgbClr val="F9D41C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544" name="Google Shape;1544;p45"/>
                    <p:cNvSpPr/>
                    <p:nvPr/>
                  </p:nvSpPr>
                  <p:spPr>
                    <a:xfrm>
                      <a:off x="4805627" y="3467098"/>
                      <a:ext cx="4280" cy="4280"/>
                    </a:xfrm>
                    <a:custGeom>
                      <a:rect b="b" l="l" r="r" t="t"/>
                      <a:pathLst>
                        <a:path extrusionOk="0" h="4280" w="4280">
                          <a:moveTo>
                            <a:pt x="4040" y="1154"/>
                          </a:moveTo>
                          <a:cubicBezTo>
                            <a:pt x="4583" y="2202"/>
                            <a:pt x="4174" y="3498"/>
                            <a:pt x="3126" y="4040"/>
                          </a:cubicBezTo>
                          <a:cubicBezTo>
                            <a:pt x="2078" y="4583"/>
                            <a:pt x="783" y="4174"/>
                            <a:pt x="240" y="3126"/>
                          </a:cubicBezTo>
                          <a:cubicBezTo>
                            <a:pt x="-303" y="2078"/>
                            <a:pt x="107" y="783"/>
                            <a:pt x="1154" y="240"/>
                          </a:cubicBezTo>
                          <a:cubicBezTo>
                            <a:pt x="2202" y="-303"/>
                            <a:pt x="3497" y="107"/>
                            <a:pt x="4040" y="1154"/>
                          </a:cubicBezTo>
                          <a:close/>
                        </a:path>
                      </a:pathLst>
                    </a:custGeom>
                    <a:solidFill>
                      <a:srgbClr val="51515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545" name="Google Shape;1545;p45"/>
                    <p:cNvSpPr/>
                    <p:nvPr/>
                  </p:nvSpPr>
                  <p:spPr>
                    <a:xfrm>
                      <a:off x="4808334" y="3463213"/>
                      <a:ext cx="5038" cy="6029"/>
                    </a:xfrm>
                    <a:custGeom>
                      <a:rect b="b" l="l" r="r" t="t"/>
                      <a:pathLst>
                        <a:path extrusionOk="0" h="6029" w="5038">
                          <a:moveTo>
                            <a:pt x="0" y="0"/>
                          </a:moveTo>
                          <a:cubicBezTo>
                            <a:pt x="0" y="0"/>
                            <a:pt x="4686" y="924"/>
                            <a:pt x="5039" y="6029"/>
                          </a:cubicBezTo>
                        </a:path>
                      </a:pathLst>
                    </a:custGeom>
                    <a:noFill/>
                    <a:ln cap="rnd" cmpd="sng" w="9525">
                      <a:solidFill>
                        <a:srgbClr val="51515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1546" name="Google Shape;1546;p45"/>
              <p:cNvGrpSpPr/>
              <p:nvPr/>
            </p:nvGrpSpPr>
            <p:grpSpPr>
              <a:xfrm>
                <a:off x="4965401" y="3470700"/>
                <a:ext cx="68075" cy="48235"/>
                <a:chOff x="4965401" y="3470700"/>
                <a:chExt cx="68075" cy="48235"/>
              </a:xfrm>
            </p:grpSpPr>
            <p:grpSp>
              <p:nvGrpSpPr>
                <p:cNvPr id="1547" name="Google Shape;1547;p45"/>
                <p:cNvGrpSpPr/>
                <p:nvPr/>
              </p:nvGrpSpPr>
              <p:grpSpPr>
                <a:xfrm>
                  <a:off x="4992633" y="3498016"/>
                  <a:ext cx="40843" cy="20919"/>
                  <a:chOff x="4992633" y="3498016"/>
                  <a:chExt cx="40843" cy="20919"/>
                </a:xfrm>
              </p:grpSpPr>
              <p:sp>
                <p:nvSpPr>
                  <p:cNvPr id="1548" name="Google Shape;1548;p45"/>
                  <p:cNvSpPr/>
                  <p:nvPr/>
                </p:nvSpPr>
                <p:spPr>
                  <a:xfrm>
                    <a:off x="4999100" y="3509762"/>
                    <a:ext cx="3476" cy="3476"/>
                  </a:xfrm>
                  <a:custGeom>
                    <a:rect b="b" l="l" r="r" t="t"/>
                    <a:pathLst>
                      <a:path extrusionOk="0" h="3476" w="3476">
                        <a:moveTo>
                          <a:pt x="3477" y="1762"/>
                        </a:moveTo>
                        <a:cubicBezTo>
                          <a:pt x="3486" y="800"/>
                          <a:pt x="2724" y="10"/>
                          <a:pt x="1762" y="0"/>
                        </a:cubicBezTo>
                        <a:cubicBezTo>
                          <a:pt x="800" y="-10"/>
                          <a:pt x="10" y="753"/>
                          <a:pt x="0" y="1715"/>
                        </a:cubicBezTo>
                        <a:cubicBezTo>
                          <a:pt x="-9" y="2677"/>
                          <a:pt x="753" y="3467"/>
                          <a:pt x="1715" y="3477"/>
                        </a:cubicBezTo>
                        <a:cubicBezTo>
                          <a:pt x="2677" y="3496"/>
                          <a:pt x="3467" y="2724"/>
                          <a:pt x="3477" y="1762"/>
                        </a:cubicBezTo>
                        <a:close/>
                      </a:path>
                    </a:pathLst>
                  </a:custGeom>
                  <a:solidFill>
                    <a:srgbClr val="00B2E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549" name="Google Shape;1549;p45"/>
                  <p:cNvGrpSpPr/>
                  <p:nvPr/>
                </p:nvGrpSpPr>
                <p:grpSpPr>
                  <a:xfrm>
                    <a:off x="4992633" y="3498016"/>
                    <a:ext cx="40843" cy="20919"/>
                    <a:chOff x="4992633" y="3498016"/>
                    <a:chExt cx="40843" cy="20919"/>
                  </a:xfrm>
                </p:grpSpPr>
                <p:sp>
                  <p:nvSpPr>
                    <p:cNvPr id="1550" name="Google Shape;1550;p45"/>
                    <p:cNvSpPr/>
                    <p:nvPr/>
                  </p:nvSpPr>
                  <p:spPr>
                    <a:xfrm>
                      <a:off x="4992633" y="3498016"/>
                      <a:ext cx="34909" cy="20919"/>
                    </a:xfrm>
                    <a:custGeom>
                      <a:rect b="b" l="l" r="r" t="t"/>
                      <a:pathLst>
                        <a:path extrusionOk="0" h="20919" w="34909">
                          <a:moveTo>
                            <a:pt x="34909" y="10707"/>
                          </a:moveTo>
                          <a:cubicBezTo>
                            <a:pt x="34909" y="10707"/>
                            <a:pt x="27242" y="135"/>
                            <a:pt x="17602" y="1"/>
                          </a:cubicBezTo>
                          <a:cubicBezTo>
                            <a:pt x="7963" y="-132"/>
                            <a:pt x="0" y="10212"/>
                            <a:pt x="0" y="10212"/>
                          </a:cubicBezTo>
                          <a:cubicBezTo>
                            <a:pt x="0" y="10212"/>
                            <a:pt x="7668" y="20785"/>
                            <a:pt x="17307" y="20918"/>
                          </a:cubicBezTo>
                          <a:cubicBezTo>
                            <a:pt x="26946" y="21061"/>
                            <a:pt x="34909" y="10707"/>
                            <a:pt x="34909" y="10707"/>
                          </a:cubicBezTo>
                          <a:close/>
                        </a:path>
                      </a:pathLst>
                    </a:custGeom>
                    <a:solidFill>
                      <a:srgbClr val="F9D41C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551" name="Google Shape;1551;p45"/>
                    <p:cNvSpPr/>
                    <p:nvPr/>
                  </p:nvSpPr>
                  <p:spPr>
                    <a:xfrm>
                      <a:off x="5025444" y="3501569"/>
                      <a:ext cx="8032" cy="14463"/>
                    </a:xfrm>
                    <a:custGeom>
                      <a:rect b="b" l="l" r="r" t="t"/>
                      <a:pathLst>
                        <a:path extrusionOk="0" h="14463" w="8032">
                          <a:moveTo>
                            <a:pt x="6832" y="202"/>
                          </a:moveTo>
                          <a:lnTo>
                            <a:pt x="212" y="6641"/>
                          </a:lnTo>
                          <a:cubicBezTo>
                            <a:pt x="-64" y="6907"/>
                            <a:pt x="-74" y="7355"/>
                            <a:pt x="202" y="7631"/>
                          </a:cubicBezTo>
                          <a:lnTo>
                            <a:pt x="6641" y="14251"/>
                          </a:lnTo>
                          <a:cubicBezTo>
                            <a:pt x="7079" y="14698"/>
                            <a:pt x="7841" y="14394"/>
                            <a:pt x="7851" y="13775"/>
                          </a:cubicBezTo>
                          <a:lnTo>
                            <a:pt x="8032" y="716"/>
                          </a:lnTo>
                          <a:cubicBezTo>
                            <a:pt x="8032" y="87"/>
                            <a:pt x="7279" y="-237"/>
                            <a:pt x="6832" y="202"/>
                          </a:cubicBezTo>
                          <a:close/>
                        </a:path>
                      </a:pathLst>
                    </a:custGeom>
                    <a:solidFill>
                      <a:srgbClr val="F9D41C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552" name="Google Shape;1552;p45"/>
                    <p:cNvSpPr/>
                    <p:nvPr/>
                  </p:nvSpPr>
                  <p:spPr>
                    <a:xfrm>
                      <a:off x="5000358" y="3507105"/>
                      <a:ext cx="3476" cy="3476"/>
                    </a:xfrm>
                    <a:custGeom>
                      <a:rect b="b" l="l" r="r" t="t"/>
                      <a:pathLst>
                        <a:path extrusionOk="0" h="3476" w="3476">
                          <a:moveTo>
                            <a:pt x="3477" y="1762"/>
                          </a:moveTo>
                          <a:cubicBezTo>
                            <a:pt x="3486" y="800"/>
                            <a:pt x="2724" y="9"/>
                            <a:pt x="1762" y="0"/>
                          </a:cubicBezTo>
                          <a:cubicBezTo>
                            <a:pt x="800" y="-10"/>
                            <a:pt x="10" y="752"/>
                            <a:pt x="0" y="1715"/>
                          </a:cubicBezTo>
                          <a:cubicBezTo>
                            <a:pt x="-10" y="2676"/>
                            <a:pt x="753" y="3467"/>
                            <a:pt x="1715" y="3477"/>
                          </a:cubicBezTo>
                          <a:cubicBezTo>
                            <a:pt x="2677" y="3496"/>
                            <a:pt x="3467" y="2724"/>
                            <a:pt x="3477" y="1762"/>
                          </a:cubicBezTo>
                          <a:close/>
                        </a:path>
                      </a:pathLst>
                    </a:custGeom>
                    <a:solidFill>
                      <a:srgbClr val="51515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553" name="Google Shape;1553;p45"/>
                    <p:cNvSpPr/>
                    <p:nvPr/>
                  </p:nvSpPr>
                  <p:spPr>
                    <a:xfrm>
                      <a:off x="5004701" y="3506800"/>
                      <a:ext cx="1929" cy="6210"/>
                    </a:xfrm>
                    <a:custGeom>
                      <a:rect b="b" l="l" r="r" t="t"/>
                      <a:pathLst>
                        <a:path extrusionOk="0" h="6210" w="1929">
                          <a:moveTo>
                            <a:pt x="0" y="6210"/>
                          </a:moveTo>
                          <a:cubicBezTo>
                            <a:pt x="0" y="6210"/>
                            <a:pt x="3067" y="3839"/>
                            <a:pt x="1467" y="0"/>
                          </a:cubicBezTo>
                        </a:path>
                      </a:pathLst>
                    </a:custGeom>
                    <a:noFill/>
                    <a:ln cap="rnd" cmpd="sng" w="9525">
                      <a:solidFill>
                        <a:srgbClr val="51515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1554" name="Google Shape;1554;p45"/>
                <p:cNvGrpSpPr/>
                <p:nvPr/>
              </p:nvGrpSpPr>
              <p:grpSpPr>
                <a:xfrm>
                  <a:off x="4965401" y="3470700"/>
                  <a:ext cx="23717" cy="39357"/>
                  <a:chOff x="4965401" y="3470700"/>
                  <a:chExt cx="23717" cy="39357"/>
                </a:xfrm>
              </p:grpSpPr>
              <p:sp>
                <p:nvSpPr>
                  <p:cNvPr id="1555" name="Google Shape;1555;p45"/>
                  <p:cNvSpPr/>
                  <p:nvPr/>
                </p:nvSpPr>
                <p:spPr>
                  <a:xfrm>
                    <a:off x="4984546" y="3505485"/>
                    <a:ext cx="4572" cy="4572"/>
                  </a:xfrm>
                  <a:custGeom>
                    <a:rect b="b" l="l" r="r" t="t"/>
                    <a:pathLst>
                      <a:path extrusionOk="0" h="4572" w="4572">
                        <a:moveTo>
                          <a:pt x="4572" y="2286"/>
                        </a:moveTo>
                        <a:cubicBezTo>
                          <a:pt x="4572" y="3553"/>
                          <a:pt x="3553" y="4572"/>
                          <a:pt x="2286" y="4572"/>
                        </a:cubicBezTo>
                        <a:cubicBezTo>
                          <a:pt x="1019" y="4572"/>
                          <a:pt x="0" y="3553"/>
                          <a:pt x="0" y="2286"/>
                        </a:cubicBezTo>
                        <a:cubicBezTo>
                          <a:pt x="0" y="1029"/>
                          <a:pt x="1019" y="0"/>
                          <a:pt x="2286" y="0"/>
                        </a:cubicBezTo>
                        <a:cubicBezTo>
                          <a:pt x="3553" y="0"/>
                          <a:pt x="4572" y="1029"/>
                          <a:pt x="4572" y="2286"/>
                        </a:cubicBezTo>
                        <a:close/>
                      </a:path>
                    </a:pathLst>
                  </a:custGeom>
                  <a:solidFill>
                    <a:srgbClr val="22D2F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56" name="Google Shape;1556;p45"/>
                  <p:cNvSpPr/>
                  <p:nvPr/>
                </p:nvSpPr>
                <p:spPr>
                  <a:xfrm>
                    <a:off x="4980117" y="3484330"/>
                    <a:ext cx="4571" cy="4571"/>
                  </a:xfrm>
                  <a:custGeom>
                    <a:rect b="b" l="l" r="r" t="t"/>
                    <a:pathLst>
                      <a:path extrusionOk="0" h="4571" w="4571">
                        <a:moveTo>
                          <a:pt x="4572" y="2286"/>
                        </a:moveTo>
                        <a:cubicBezTo>
                          <a:pt x="4572" y="3543"/>
                          <a:pt x="3553" y="4572"/>
                          <a:pt x="2286" y="4572"/>
                        </a:cubicBezTo>
                        <a:cubicBezTo>
                          <a:pt x="1019" y="4572"/>
                          <a:pt x="0" y="3553"/>
                          <a:pt x="0" y="2286"/>
                        </a:cubicBezTo>
                        <a:cubicBezTo>
                          <a:pt x="0" y="1029"/>
                          <a:pt x="1019" y="0"/>
                          <a:pt x="2286" y="0"/>
                        </a:cubicBezTo>
                        <a:cubicBezTo>
                          <a:pt x="3553" y="0"/>
                          <a:pt x="4572" y="1019"/>
                          <a:pt x="4572" y="2286"/>
                        </a:cubicBezTo>
                        <a:close/>
                      </a:path>
                    </a:pathLst>
                  </a:custGeom>
                  <a:solidFill>
                    <a:srgbClr val="22D2F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57" name="Google Shape;1557;p45"/>
                  <p:cNvSpPr/>
                  <p:nvPr/>
                </p:nvSpPr>
                <p:spPr>
                  <a:xfrm>
                    <a:off x="4965401" y="3470700"/>
                    <a:ext cx="4571" cy="4571"/>
                  </a:xfrm>
                  <a:custGeom>
                    <a:rect b="b" l="l" r="r" t="t"/>
                    <a:pathLst>
                      <a:path extrusionOk="0" h="4571" w="4571">
                        <a:moveTo>
                          <a:pt x="4572" y="2286"/>
                        </a:moveTo>
                        <a:cubicBezTo>
                          <a:pt x="4572" y="3543"/>
                          <a:pt x="3553" y="4572"/>
                          <a:pt x="2286" y="4572"/>
                        </a:cubicBezTo>
                        <a:cubicBezTo>
                          <a:pt x="1019" y="4572"/>
                          <a:pt x="0" y="3553"/>
                          <a:pt x="0" y="2286"/>
                        </a:cubicBezTo>
                        <a:cubicBezTo>
                          <a:pt x="0" y="1029"/>
                          <a:pt x="1019" y="0"/>
                          <a:pt x="2286" y="0"/>
                        </a:cubicBezTo>
                        <a:cubicBezTo>
                          <a:pt x="3553" y="0"/>
                          <a:pt x="4572" y="1019"/>
                          <a:pt x="4572" y="2286"/>
                        </a:cubicBezTo>
                        <a:close/>
                      </a:path>
                    </a:pathLst>
                  </a:custGeom>
                  <a:solidFill>
                    <a:srgbClr val="22D2F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58" name="Google Shape;1558;p45"/>
                  <p:cNvSpPr/>
                  <p:nvPr/>
                </p:nvSpPr>
                <p:spPr>
                  <a:xfrm>
                    <a:off x="4971554" y="3492617"/>
                    <a:ext cx="6362" cy="6362"/>
                  </a:xfrm>
                  <a:custGeom>
                    <a:rect b="b" l="l" r="r" t="t"/>
                    <a:pathLst>
                      <a:path extrusionOk="0" h="6362" w="6362">
                        <a:moveTo>
                          <a:pt x="6363" y="3181"/>
                        </a:moveTo>
                        <a:cubicBezTo>
                          <a:pt x="6363" y="4934"/>
                          <a:pt x="4934" y="6363"/>
                          <a:pt x="3181" y="6363"/>
                        </a:cubicBezTo>
                        <a:cubicBezTo>
                          <a:pt x="1429" y="6363"/>
                          <a:pt x="0" y="4934"/>
                          <a:pt x="0" y="3181"/>
                        </a:cubicBezTo>
                        <a:cubicBezTo>
                          <a:pt x="0" y="1419"/>
                          <a:pt x="1419" y="0"/>
                          <a:pt x="3181" y="0"/>
                        </a:cubicBezTo>
                        <a:cubicBezTo>
                          <a:pt x="4943" y="0"/>
                          <a:pt x="6363" y="1419"/>
                          <a:pt x="6363" y="3181"/>
                        </a:cubicBezTo>
                        <a:close/>
                      </a:path>
                    </a:pathLst>
                  </a:custGeom>
                  <a:solidFill>
                    <a:srgbClr val="22D2F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1559" name="Google Shape;1559;p45"/>
              <p:cNvGrpSpPr/>
              <p:nvPr/>
            </p:nvGrpSpPr>
            <p:grpSpPr>
              <a:xfrm>
                <a:off x="5133603" y="3474462"/>
                <a:ext cx="61921" cy="26328"/>
                <a:chOff x="5133603" y="3474462"/>
                <a:chExt cx="61921" cy="26328"/>
              </a:xfrm>
            </p:grpSpPr>
            <p:grpSp>
              <p:nvGrpSpPr>
                <p:cNvPr id="1560" name="Google Shape;1560;p45"/>
                <p:cNvGrpSpPr/>
                <p:nvPr/>
              </p:nvGrpSpPr>
              <p:grpSpPr>
                <a:xfrm>
                  <a:off x="5133603" y="3479871"/>
                  <a:ext cx="40843" cy="20919"/>
                  <a:chOff x="5133603" y="3479871"/>
                  <a:chExt cx="40843" cy="20919"/>
                </a:xfrm>
              </p:grpSpPr>
              <p:sp>
                <p:nvSpPr>
                  <p:cNvPr id="1561" name="Google Shape;1561;p45"/>
                  <p:cNvSpPr/>
                  <p:nvPr/>
                </p:nvSpPr>
                <p:spPr>
                  <a:xfrm>
                    <a:off x="5164502" y="3491617"/>
                    <a:ext cx="3477" cy="3476"/>
                  </a:xfrm>
                  <a:custGeom>
                    <a:rect b="b" l="l" r="r" t="t"/>
                    <a:pathLst>
                      <a:path extrusionOk="0" h="3476" w="3477">
                        <a:moveTo>
                          <a:pt x="0" y="1762"/>
                        </a:moveTo>
                        <a:cubicBezTo>
                          <a:pt x="-19" y="800"/>
                          <a:pt x="753" y="10"/>
                          <a:pt x="1715" y="0"/>
                        </a:cubicBezTo>
                        <a:cubicBezTo>
                          <a:pt x="2677" y="-10"/>
                          <a:pt x="3467" y="753"/>
                          <a:pt x="3477" y="1715"/>
                        </a:cubicBezTo>
                        <a:cubicBezTo>
                          <a:pt x="3486" y="2677"/>
                          <a:pt x="2724" y="3467"/>
                          <a:pt x="1762" y="3477"/>
                        </a:cubicBezTo>
                        <a:cubicBezTo>
                          <a:pt x="800" y="3486"/>
                          <a:pt x="19" y="2715"/>
                          <a:pt x="0" y="1762"/>
                        </a:cubicBezTo>
                        <a:close/>
                      </a:path>
                    </a:pathLst>
                  </a:custGeom>
                  <a:solidFill>
                    <a:srgbClr val="00B2E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562" name="Google Shape;1562;p45"/>
                  <p:cNvGrpSpPr/>
                  <p:nvPr/>
                </p:nvGrpSpPr>
                <p:grpSpPr>
                  <a:xfrm>
                    <a:off x="5133603" y="3479871"/>
                    <a:ext cx="40843" cy="20919"/>
                    <a:chOff x="5133603" y="3479871"/>
                    <a:chExt cx="40843" cy="20919"/>
                  </a:xfrm>
                </p:grpSpPr>
                <p:sp>
                  <p:nvSpPr>
                    <p:cNvPr id="1563" name="Google Shape;1563;p45"/>
                    <p:cNvSpPr/>
                    <p:nvPr/>
                  </p:nvSpPr>
                  <p:spPr>
                    <a:xfrm>
                      <a:off x="5139537" y="3479871"/>
                      <a:ext cx="34909" cy="20919"/>
                    </a:xfrm>
                    <a:custGeom>
                      <a:rect b="b" l="l" r="r" t="t"/>
                      <a:pathLst>
                        <a:path extrusionOk="0" h="20919" w="34909">
                          <a:moveTo>
                            <a:pt x="0" y="10707"/>
                          </a:moveTo>
                          <a:cubicBezTo>
                            <a:pt x="0" y="10707"/>
                            <a:pt x="7668" y="135"/>
                            <a:pt x="17307" y="1"/>
                          </a:cubicBezTo>
                          <a:cubicBezTo>
                            <a:pt x="26946" y="-132"/>
                            <a:pt x="34909" y="10212"/>
                            <a:pt x="34909" y="10212"/>
                          </a:cubicBezTo>
                          <a:cubicBezTo>
                            <a:pt x="34909" y="10212"/>
                            <a:pt x="27242" y="20785"/>
                            <a:pt x="17602" y="20918"/>
                          </a:cubicBezTo>
                          <a:cubicBezTo>
                            <a:pt x="7963" y="21051"/>
                            <a:pt x="0" y="10707"/>
                            <a:pt x="0" y="10707"/>
                          </a:cubicBezTo>
                          <a:close/>
                        </a:path>
                      </a:pathLst>
                    </a:custGeom>
                    <a:solidFill>
                      <a:srgbClr val="F9D41C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564" name="Google Shape;1564;p45"/>
                    <p:cNvSpPr/>
                    <p:nvPr/>
                  </p:nvSpPr>
                  <p:spPr>
                    <a:xfrm>
                      <a:off x="5133603" y="3483414"/>
                      <a:ext cx="8033" cy="14464"/>
                    </a:xfrm>
                    <a:custGeom>
                      <a:rect b="b" l="l" r="r" t="t"/>
                      <a:pathLst>
                        <a:path extrusionOk="0" h="14464" w="8033">
                          <a:moveTo>
                            <a:pt x="1200" y="201"/>
                          </a:moveTo>
                          <a:lnTo>
                            <a:pt x="7820" y="6640"/>
                          </a:lnTo>
                          <a:cubicBezTo>
                            <a:pt x="8096" y="6907"/>
                            <a:pt x="8106" y="7355"/>
                            <a:pt x="7839" y="7631"/>
                          </a:cubicBezTo>
                          <a:lnTo>
                            <a:pt x="1400" y="14251"/>
                          </a:lnTo>
                          <a:cubicBezTo>
                            <a:pt x="962" y="14699"/>
                            <a:pt x="200" y="14394"/>
                            <a:pt x="191" y="13775"/>
                          </a:cubicBezTo>
                          <a:lnTo>
                            <a:pt x="0" y="716"/>
                          </a:lnTo>
                          <a:cubicBezTo>
                            <a:pt x="0" y="87"/>
                            <a:pt x="752" y="-237"/>
                            <a:pt x="1200" y="201"/>
                          </a:cubicBezTo>
                          <a:close/>
                        </a:path>
                      </a:pathLst>
                    </a:custGeom>
                    <a:solidFill>
                      <a:srgbClr val="F9D41C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565" name="Google Shape;1565;p45"/>
                    <p:cNvSpPr/>
                    <p:nvPr/>
                  </p:nvSpPr>
                  <p:spPr>
                    <a:xfrm>
                      <a:off x="5163245" y="3488959"/>
                      <a:ext cx="3476" cy="3476"/>
                    </a:xfrm>
                    <a:custGeom>
                      <a:rect b="b" l="l" r="r" t="t"/>
                      <a:pathLst>
                        <a:path extrusionOk="0" h="3476" w="3476">
                          <a:moveTo>
                            <a:pt x="0" y="1762"/>
                          </a:moveTo>
                          <a:cubicBezTo>
                            <a:pt x="-9" y="800"/>
                            <a:pt x="753" y="9"/>
                            <a:pt x="1715" y="0"/>
                          </a:cubicBezTo>
                          <a:cubicBezTo>
                            <a:pt x="2677" y="-10"/>
                            <a:pt x="3467" y="752"/>
                            <a:pt x="3477" y="1715"/>
                          </a:cubicBezTo>
                          <a:cubicBezTo>
                            <a:pt x="3486" y="2676"/>
                            <a:pt x="2724" y="3467"/>
                            <a:pt x="1762" y="3477"/>
                          </a:cubicBezTo>
                          <a:cubicBezTo>
                            <a:pt x="800" y="3486"/>
                            <a:pt x="10" y="2714"/>
                            <a:pt x="0" y="1762"/>
                          </a:cubicBezTo>
                          <a:close/>
                        </a:path>
                      </a:pathLst>
                    </a:custGeom>
                    <a:solidFill>
                      <a:srgbClr val="51515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566" name="Google Shape;1566;p45"/>
                    <p:cNvSpPr/>
                    <p:nvPr/>
                  </p:nvSpPr>
                  <p:spPr>
                    <a:xfrm>
                      <a:off x="5160449" y="3488655"/>
                      <a:ext cx="1929" cy="6210"/>
                    </a:xfrm>
                    <a:custGeom>
                      <a:rect b="b" l="l" r="r" t="t"/>
                      <a:pathLst>
                        <a:path extrusionOk="0" h="6210" w="1929">
                          <a:moveTo>
                            <a:pt x="1929" y="6210"/>
                          </a:moveTo>
                          <a:cubicBezTo>
                            <a:pt x="1929" y="6210"/>
                            <a:pt x="-1138" y="3838"/>
                            <a:pt x="462" y="0"/>
                          </a:cubicBezTo>
                        </a:path>
                      </a:pathLst>
                    </a:custGeom>
                    <a:noFill/>
                    <a:ln cap="rnd" cmpd="sng" w="9525">
                      <a:solidFill>
                        <a:srgbClr val="51515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1567" name="Google Shape;1567;p45"/>
                <p:cNvGrpSpPr/>
                <p:nvPr/>
              </p:nvGrpSpPr>
              <p:grpSpPr>
                <a:xfrm>
                  <a:off x="5177961" y="3474462"/>
                  <a:ext cx="17563" cy="17441"/>
                  <a:chOff x="5177961" y="3474462"/>
                  <a:chExt cx="17563" cy="17441"/>
                </a:xfrm>
              </p:grpSpPr>
              <p:sp>
                <p:nvSpPr>
                  <p:cNvPr id="1568" name="Google Shape;1568;p45"/>
                  <p:cNvSpPr/>
                  <p:nvPr/>
                </p:nvSpPr>
                <p:spPr>
                  <a:xfrm>
                    <a:off x="5177961" y="3487331"/>
                    <a:ext cx="4572" cy="4572"/>
                  </a:xfrm>
                  <a:custGeom>
                    <a:rect b="b" l="l" r="r" t="t"/>
                    <a:pathLst>
                      <a:path extrusionOk="0" h="4572" w="4572">
                        <a:moveTo>
                          <a:pt x="0" y="2286"/>
                        </a:moveTo>
                        <a:cubicBezTo>
                          <a:pt x="0" y="3543"/>
                          <a:pt x="1019" y="4572"/>
                          <a:pt x="2286" y="4572"/>
                        </a:cubicBezTo>
                        <a:cubicBezTo>
                          <a:pt x="3553" y="4572"/>
                          <a:pt x="4572" y="3553"/>
                          <a:pt x="4572" y="2286"/>
                        </a:cubicBezTo>
                        <a:cubicBezTo>
                          <a:pt x="4572" y="1029"/>
                          <a:pt x="3553" y="0"/>
                          <a:pt x="2286" y="0"/>
                        </a:cubicBezTo>
                        <a:cubicBezTo>
                          <a:pt x="1019" y="0"/>
                          <a:pt x="0" y="1029"/>
                          <a:pt x="0" y="2286"/>
                        </a:cubicBezTo>
                        <a:close/>
                      </a:path>
                    </a:pathLst>
                  </a:custGeom>
                  <a:solidFill>
                    <a:srgbClr val="22D2F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69" name="Google Shape;1569;p45"/>
                  <p:cNvSpPr/>
                  <p:nvPr/>
                </p:nvSpPr>
                <p:spPr>
                  <a:xfrm>
                    <a:off x="5189162" y="3474462"/>
                    <a:ext cx="6362" cy="6362"/>
                  </a:xfrm>
                  <a:custGeom>
                    <a:rect b="b" l="l" r="r" t="t"/>
                    <a:pathLst>
                      <a:path extrusionOk="0" h="6362" w="6362">
                        <a:moveTo>
                          <a:pt x="0" y="3181"/>
                        </a:moveTo>
                        <a:cubicBezTo>
                          <a:pt x="0" y="4934"/>
                          <a:pt x="1419" y="6363"/>
                          <a:pt x="3181" y="6363"/>
                        </a:cubicBezTo>
                        <a:cubicBezTo>
                          <a:pt x="4934" y="6363"/>
                          <a:pt x="6363" y="4934"/>
                          <a:pt x="6363" y="3181"/>
                        </a:cubicBezTo>
                        <a:cubicBezTo>
                          <a:pt x="6363" y="1429"/>
                          <a:pt x="4934" y="0"/>
                          <a:pt x="3181" y="0"/>
                        </a:cubicBezTo>
                        <a:cubicBezTo>
                          <a:pt x="1419" y="0"/>
                          <a:pt x="0" y="1429"/>
                          <a:pt x="0" y="3181"/>
                        </a:cubicBezTo>
                        <a:close/>
                      </a:path>
                    </a:pathLst>
                  </a:custGeom>
                  <a:solidFill>
                    <a:srgbClr val="22D2F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1570" name="Google Shape;1570;p45"/>
              <p:cNvGrpSpPr/>
              <p:nvPr/>
            </p:nvGrpSpPr>
            <p:grpSpPr>
              <a:xfrm>
                <a:off x="4704587" y="3496751"/>
                <a:ext cx="61912" cy="26318"/>
                <a:chOff x="4704587" y="3496751"/>
                <a:chExt cx="61912" cy="26318"/>
              </a:xfrm>
            </p:grpSpPr>
            <p:grpSp>
              <p:nvGrpSpPr>
                <p:cNvPr id="1571" name="Google Shape;1571;p45"/>
                <p:cNvGrpSpPr/>
                <p:nvPr/>
              </p:nvGrpSpPr>
              <p:grpSpPr>
                <a:xfrm>
                  <a:off x="4704587" y="3502150"/>
                  <a:ext cx="40834" cy="20919"/>
                  <a:chOff x="4704587" y="3502150"/>
                  <a:chExt cx="40834" cy="20919"/>
                </a:xfrm>
              </p:grpSpPr>
              <p:sp>
                <p:nvSpPr>
                  <p:cNvPr id="1572" name="Google Shape;1572;p45"/>
                  <p:cNvSpPr/>
                  <p:nvPr/>
                </p:nvSpPr>
                <p:spPr>
                  <a:xfrm>
                    <a:off x="4735477" y="3513896"/>
                    <a:ext cx="3476" cy="3476"/>
                  </a:xfrm>
                  <a:custGeom>
                    <a:rect b="b" l="l" r="r" t="t"/>
                    <a:pathLst>
                      <a:path extrusionOk="0" h="3476" w="3476">
                        <a:moveTo>
                          <a:pt x="0" y="1762"/>
                        </a:moveTo>
                        <a:cubicBezTo>
                          <a:pt x="-9" y="800"/>
                          <a:pt x="753" y="10"/>
                          <a:pt x="1715" y="0"/>
                        </a:cubicBezTo>
                        <a:cubicBezTo>
                          <a:pt x="2677" y="-10"/>
                          <a:pt x="3467" y="753"/>
                          <a:pt x="3477" y="1715"/>
                        </a:cubicBezTo>
                        <a:cubicBezTo>
                          <a:pt x="3486" y="2677"/>
                          <a:pt x="2724" y="3467"/>
                          <a:pt x="1762" y="3477"/>
                        </a:cubicBezTo>
                        <a:cubicBezTo>
                          <a:pt x="810" y="3486"/>
                          <a:pt x="19" y="2724"/>
                          <a:pt x="0" y="1762"/>
                        </a:cubicBezTo>
                        <a:close/>
                      </a:path>
                    </a:pathLst>
                  </a:custGeom>
                  <a:solidFill>
                    <a:srgbClr val="00B2E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573" name="Google Shape;1573;p45"/>
                  <p:cNvGrpSpPr/>
                  <p:nvPr/>
                </p:nvGrpSpPr>
                <p:grpSpPr>
                  <a:xfrm>
                    <a:off x="4704587" y="3502150"/>
                    <a:ext cx="40834" cy="20919"/>
                    <a:chOff x="4704587" y="3502150"/>
                    <a:chExt cx="40834" cy="20919"/>
                  </a:xfrm>
                </p:grpSpPr>
                <p:sp>
                  <p:nvSpPr>
                    <p:cNvPr id="1574" name="Google Shape;1574;p45"/>
                    <p:cNvSpPr/>
                    <p:nvPr/>
                  </p:nvSpPr>
                  <p:spPr>
                    <a:xfrm>
                      <a:off x="4710512" y="3502150"/>
                      <a:ext cx="34909" cy="20919"/>
                    </a:xfrm>
                    <a:custGeom>
                      <a:rect b="b" l="l" r="r" t="t"/>
                      <a:pathLst>
                        <a:path extrusionOk="0" h="20919" w="34909">
                          <a:moveTo>
                            <a:pt x="0" y="10707"/>
                          </a:moveTo>
                          <a:cubicBezTo>
                            <a:pt x="0" y="10707"/>
                            <a:pt x="7668" y="135"/>
                            <a:pt x="17307" y="1"/>
                          </a:cubicBezTo>
                          <a:cubicBezTo>
                            <a:pt x="26946" y="-132"/>
                            <a:pt x="34909" y="10212"/>
                            <a:pt x="34909" y="10212"/>
                          </a:cubicBezTo>
                          <a:cubicBezTo>
                            <a:pt x="34909" y="10212"/>
                            <a:pt x="27242" y="20785"/>
                            <a:pt x="17602" y="20918"/>
                          </a:cubicBezTo>
                          <a:cubicBezTo>
                            <a:pt x="7963" y="21061"/>
                            <a:pt x="0" y="10707"/>
                            <a:pt x="0" y="10707"/>
                          </a:cubicBezTo>
                          <a:close/>
                        </a:path>
                      </a:pathLst>
                    </a:custGeom>
                    <a:solidFill>
                      <a:srgbClr val="F9D41C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575" name="Google Shape;1575;p45"/>
                    <p:cNvSpPr/>
                    <p:nvPr/>
                  </p:nvSpPr>
                  <p:spPr>
                    <a:xfrm>
                      <a:off x="4704587" y="3505695"/>
                      <a:ext cx="8023" cy="14461"/>
                    </a:xfrm>
                    <a:custGeom>
                      <a:rect b="b" l="l" r="r" t="t"/>
                      <a:pathLst>
                        <a:path extrusionOk="0" h="14461" w="8023">
                          <a:moveTo>
                            <a:pt x="1191" y="199"/>
                          </a:moveTo>
                          <a:lnTo>
                            <a:pt x="7811" y="6638"/>
                          </a:lnTo>
                          <a:cubicBezTo>
                            <a:pt x="8087" y="6905"/>
                            <a:pt x="8096" y="7353"/>
                            <a:pt x="7830" y="7629"/>
                          </a:cubicBezTo>
                          <a:lnTo>
                            <a:pt x="1391" y="14249"/>
                          </a:lnTo>
                          <a:cubicBezTo>
                            <a:pt x="953" y="14697"/>
                            <a:pt x="191" y="14392"/>
                            <a:pt x="181" y="13773"/>
                          </a:cubicBezTo>
                          <a:lnTo>
                            <a:pt x="0" y="714"/>
                          </a:lnTo>
                          <a:cubicBezTo>
                            <a:pt x="-9" y="95"/>
                            <a:pt x="743" y="-239"/>
                            <a:pt x="1191" y="199"/>
                          </a:cubicBezTo>
                          <a:close/>
                        </a:path>
                      </a:pathLst>
                    </a:custGeom>
                    <a:solidFill>
                      <a:srgbClr val="F9D41C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576" name="Google Shape;1576;p45"/>
                    <p:cNvSpPr/>
                    <p:nvPr/>
                  </p:nvSpPr>
                  <p:spPr>
                    <a:xfrm>
                      <a:off x="4734220" y="3511238"/>
                      <a:ext cx="3476" cy="3476"/>
                    </a:xfrm>
                    <a:custGeom>
                      <a:rect b="b" l="l" r="r" t="t"/>
                      <a:pathLst>
                        <a:path extrusionOk="0" h="3476" w="3476">
                          <a:moveTo>
                            <a:pt x="0" y="1762"/>
                          </a:moveTo>
                          <a:cubicBezTo>
                            <a:pt x="-9" y="800"/>
                            <a:pt x="753" y="10"/>
                            <a:pt x="1715" y="0"/>
                          </a:cubicBezTo>
                          <a:cubicBezTo>
                            <a:pt x="2677" y="-10"/>
                            <a:pt x="3467" y="753"/>
                            <a:pt x="3477" y="1715"/>
                          </a:cubicBezTo>
                          <a:cubicBezTo>
                            <a:pt x="3486" y="2677"/>
                            <a:pt x="2724" y="3467"/>
                            <a:pt x="1762" y="3477"/>
                          </a:cubicBezTo>
                          <a:cubicBezTo>
                            <a:pt x="800" y="3486"/>
                            <a:pt x="19" y="2724"/>
                            <a:pt x="0" y="1762"/>
                          </a:cubicBezTo>
                          <a:close/>
                        </a:path>
                      </a:pathLst>
                    </a:custGeom>
                    <a:solidFill>
                      <a:srgbClr val="51515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577" name="Google Shape;1577;p45"/>
                    <p:cNvSpPr/>
                    <p:nvPr/>
                  </p:nvSpPr>
                  <p:spPr>
                    <a:xfrm>
                      <a:off x="4731424" y="3510933"/>
                      <a:ext cx="1929" cy="6210"/>
                    </a:xfrm>
                    <a:custGeom>
                      <a:rect b="b" l="l" r="r" t="t"/>
                      <a:pathLst>
                        <a:path extrusionOk="0" h="6210" w="1929">
                          <a:moveTo>
                            <a:pt x="1929" y="6210"/>
                          </a:moveTo>
                          <a:cubicBezTo>
                            <a:pt x="1929" y="6210"/>
                            <a:pt x="-1138" y="3839"/>
                            <a:pt x="462" y="0"/>
                          </a:cubicBezTo>
                        </a:path>
                      </a:pathLst>
                    </a:custGeom>
                    <a:noFill/>
                    <a:ln cap="rnd" cmpd="sng" w="9525">
                      <a:solidFill>
                        <a:srgbClr val="51515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1578" name="Google Shape;1578;p45"/>
                <p:cNvGrpSpPr/>
                <p:nvPr/>
              </p:nvGrpSpPr>
              <p:grpSpPr>
                <a:xfrm>
                  <a:off x="4748945" y="3496751"/>
                  <a:ext cx="17554" cy="17440"/>
                  <a:chOff x="4748945" y="3496751"/>
                  <a:chExt cx="17554" cy="17440"/>
                </a:xfrm>
              </p:grpSpPr>
              <p:sp>
                <p:nvSpPr>
                  <p:cNvPr id="1579" name="Google Shape;1579;p45"/>
                  <p:cNvSpPr/>
                  <p:nvPr/>
                </p:nvSpPr>
                <p:spPr>
                  <a:xfrm>
                    <a:off x="4748945" y="3509619"/>
                    <a:ext cx="4571" cy="4572"/>
                  </a:xfrm>
                  <a:custGeom>
                    <a:rect b="b" l="l" r="r" t="t"/>
                    <a:pathLst>
                      <a:path extrusionOk="0" h="4572" w="4571">
                        <a:moveTo>
                          <a:pt x="0" y="2286"/>
                        </a:moveTo>
                        <a:cubicBezTo>
                          <a:pt x="0" y="3543"/>
                          <a:pt x="1019" y="4572"/>
                          <a:pt x="2286" y="4572"/>
                        </a:cubicBezTo>
                        <a:cubicBezTo>
                          <a:pt x="3543" y="4572"/>
                          <a:pt x="4572" y="3553"/>
                          <a:pt x="4572" y="2286"/>
                        </a:cubicBezTo>
                        <a:cubicBezTo>
                          <a:pt x="4572" y="1029"/>
                          <a:pt x="3553" y="0"/>
                          <a:pt x="2286" y="0"/>
                        </a:cubicBezTo>
                        <a:cubicBezTo>
                          <a:pt x="1019" y="0"/>
                          <a:pt x="0" y="1019"/>
                          <a:pt x="0" y="2286"/>
                        </a:cubicBezTo>
                        <a:close/>
                      </a:path>
                    </a:pathLst>
                  </a:custGeom>
                  <a:solidFill>
                    <a:srgbClr val="22D2F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80" name="Google Shape;1580;p45"/>
                  <p:cNvSpPr/>
                  <p:nvPr/>
                </p:nvSpPr>
                <p:spPr>
                  <a:xfrm>
                    <a:off x="4760137" y="3496751"/>
                    <a:ext cx="6362" cy="6362"/>
                  </a:xfrm>
                  <a:custGeom>
                    <a:rect b="b" l="l" r="r" t="t"/>
                    <a:pathLst>
                      <a:path extrusionOk="0" h="6362" w="6362">
                        <a:moveTo>
                          <a:pt x="6363" y="3181"/>
                        </a:moveTo>
                        <a:cubicBezTo>
                          <a:pt x="6363" y="4938"/>
                          <a:pt x="4938" y="6363"/>
                          <a:pt x="3181" y="6363"/>
                        </a:cubicBezTo>
                        <a:cubicBezTo>
                          <a:pt x="1424" y="6363"/>
                          <a:pt x="0" y="4938"/>
                          <a:pt x="0" y="3181"/>
                        </a:cubicBezTo>
                        <a:cubicBezTo>
                          <a:pt x="0" y="1424"/>
                          <a:pt x="1424" y="0"/>
                          <a:pt x="3181" y="0"/>
                        </a:cubicBezTo>
                        <a:cubicBezTo>
                          <a:pt x="4938" y="0"/>
                          <a:pt x="6363" y="1424"/>
                          <a:pt x="6363" y="3181"/>
                        </a:cubicBezTo>
                        <a:close/>
                      </a:path>
                    </a:pathLst>
                  </a:custGeom>
                  <a:solidFill>
                    <a:srgbClr val="22D2F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581" name="Google Shape;1581;p45"/>
              <p:cNvSpPr/>
              <p:nvPr/>
            </p:nvSpPr>
            <p:spPr>
              <a:xfrm>
                <a:off x="5538225" y="3488769"/>
                <a:ext cx="67846" cy="26755"/>
              </a:xfrm>
              <a:custGeom>
                <a:rect b="b" l="l" r="r" t="t"/>
                <a:pathLst>
                  <a:path extrusionOk="0" h="26755" w="67846">
                    <a:moveTo>
                      <a:pt x="54464" y="26756"/>
                    </a:moveTo>
                    <a:lnTo>
                      <a:pt x="13373" y="26756"/>
                    </a:lnTo>
                    <a:cubicBezTo>
                      <a:pt x="5982" y="26756"/>
                      <a:pt x="0" y="20764"/>
                      <a:pt x="0" y="13383"/>
                    </a:cubicBezTo>
                    <a:lnTo>
                      <a:pt x="0" y="13383"/>
                    </a:lnTo>
                    <a:cubicBezTo>
                      <a:pt x="0" y="5991"/>
                      <a:pt x="5991" y="0"/>
                      <a:pt x="13373" y="0"/>
                    </a:cubicBezTo>
                    <a:lnTo>
                      <a:pt x="54464" y="0"/>
                    </a:lnTo>
                    <a:cubicBezTo>
                      <a:pt x="61855" y="0"/>
                      <a:pt x="67847" y="5991"/>
                      <a:pt x="67847" y="13383"/>
                    </a:cubicBezTo>
                    <a:lnTo>
                      <a:pt x="67847" y="13383"/>
                    </a:lnTo>
                    <a:cubicBezTo>
                      <a:pt x="67847" y="20764"/>
                      <a:pt x="61855" y="26756"/>
                      <a:pt x="54464" y="26756"/>
                    </a:cubicBezTo>
                    <a:close/>
                  </a:path>
                </a:pathLst>
              </a:custGeom>
              <a:solidFill>
                <a:srgbClr val="4BBC62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2" name="Google Shape;1582;p45"/>
              <p:cNvSpPr/>
              <p:nvPr/>
            </p:nvSpPr>
            <p:spPr>
              <a:xfrm>
                <a:off x="5352297" y="3548062"/>
                <a:ext cx="67836" cy="26755"/>
              </a:xfrm>
              <a:custGeom>
                <a:rect b="b" l="l" r="r" t="t"/>
                <a:pathLst>
                  <a:path extrusionOk="0" h="26755" w="67836">
                    <a:moveTo>
                      <a:pt x="54464" y="26756"/>
                    </a:moveTo>
                    <a:lnTo>
                      <a:pt x="13373" y="26756"/>
                    </a:lnTo>
                    <a:cubicBezTo>
                      <a:pt x="5982" y="26756"/>
                      <a:pt x="0" y="20764"/>
                      <a:pt x="0" y="13383"/>
                    </a:cubicBezTo>
                    <a:lnTo>
                      <a:pt x="0" y="13383"/>
                    </a:lnTo>
                    <a:cubicBezTo>
                      <a:pt x="0" y="5991"/>
                      <a:pt x="5991" y="0"/>
                      <a:pt x="13373" y="0"/>
                    </a:cubicBezTo>
                    <a:lnTo>
                      <a:pt x="54464" y="0"/>
                    </a:lnTo>
                    <a:cubicBezTo>
                      <a:pt x="61855" y="0"/>
                      <a:pt x="67837" y="5991"/>
                      <a:pt x="67837" y="13383"/>
                    </a:cubicBezTo>
                    <a:lnTo>
                      <a:pt x="67837" y="13383"/>
                    </a:lnTo>
                    <a:cubicBezTo>
                      <a:pt x="67837" y="20764"/>
                      <a:pt x="61846" y="26756"/>
                      <a:pt x="54464" y="26756"/>
                    </a:cubicBezTo>
                    <a:close/>
                  </a:path>
                </a:pathLst>
              </a:custGeom>
              <a:solidFill>
                <a:srgbClr val="4BBC62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3" name="Google Shape;1583;p45"/>
              <p:cNvSpPr/>
              <p:nvPr/>
            </p:nvSpPr>
            <p:spPr>
              <a:xfrm>
                <a:off x="5077472" y="3552129"/>
                <a:ext cx="67837" cy="26755"/>
              </a:xfrm>
              <a:custGeom>
                <a:rect b="b" l="l" r="r" t="t"/>
                <a:pathLst>
                  <a:path extrusionOk="0" h="26755" w="67837">
                    <a:moveTo>
                      <a:pt x="54464" y="26756"/>
                    </a:moveTo>
                    <a:lnTo>
                      <a:pt x="13373" y="26756"/>
                    </a:lnTo>
                    <a:cubicBezTo>
                      <a:pt x="5982" y="26756"/>
                      <a:pt x="0" y="20764"/>
                      <a:pt x="0" y="13373"/>
                    </a:cubicBezTo>
                    <a:lnTo>
                      <a:pt x="0" y="13373"/>
                    </a:lnTo>
                    <a:cubicBezTo>
                      <a:pt x="0" y="5982"/>
                      <a:pt x="5991" y="0"/>
                      <a:pt x="13373" y="0"/>
                    </a:cubicBezTo>
                    <a:lnTo>
                      <a:pt x="54464" y="0"/>
                    </a:lnTo>
                    <a:cubicBezTo>
                      <a:pt x="61855" y="0"/>
                      <a:pt x="67837" y="5991"/>
                      <a:pt x="67837" y="13373"/>
                    </a:cubicBezTo>
                    <a:lnTo>
                      <a:pt x="67837" y="13373"/>
                    </a:lnTo>
                    <a:cubicBezTo>
                      <a:pt x="67847" y="20774"/>
                      <a:pt x="61855" y="26756"/>
                      <a:pt x="54464" y="26756"/>
                    </a:cubicBezTo>
                    <a:close/>
                  </a:path>
                </a:pathLst>
              </a:custGeom>
              <a:solidFill>
                <a:srgbClr val="4BBC62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4" name="Google Shape;1584;p45"/>
              <p:cNvSpPr/>
              <p:nvPr/>
            </p:nvSpPr>
            <p:spPr>
              <a:xfrm>
                <a:off x="4824574" y="3552129"/>
                <a:ext cx="67846" cy="26755"/>
              </a:xfrm>
              <a:custGeom>
                <a:rect b="b" l="l" r="r" t="t"/>
                <a:pathLst>
                  <a:path extrusionOk="0" h="26755" w="67846">
                    <a:moveTo>
                      <a:pt x="54464" y="26756"/>
                    </a:moveTo>
                    <a:lnTo>
                      <a:pt x="13373" y="26756"/>
                    </a:lnTo>
                    <a:cubicBezTo>
                      <a:pt x="5982" y="26756"/>
                      <a:pt x="0" y="20764"/>
                      <a:pt x="0" y="13373"/>
                    </a:cubicBezTo>
                    <a:lnTo>
                      <a:pt x="0" y="13373"/>
                    </a:lnTo>
                    <a:cubicBezTo>
                      <a:pt x="0" y="5982"/>
                      <a:pt x="5991" y="0"/>
                      <a:pt x="13373" y="0"/>
                    </a:cubicBezTo>
                    <a:lnTo>
                      <a:pt x="54464" y="0"/>
                    </a:lnTo>
                    <a:cubicBezTo>
                      <a:pt x="61855" y="0"/>
                      <a:pt x="67847" y="5991"/>
                      <a:pt x="67847" y="13373"/>
                    </a:cubicBezTo>
                    <a:lnTo>
                      <a:pt x="67847" y="13373"/>
                    </a:lnTo>
                    <a:cubicBezTo>
                      <a:pt x="67837" y="20774"/>
                      <a:pt x="61855" y="26756"/>
                      <a:pt x="54464" y="26756"/>
                    </a:cubicBezTo>
                    <a:close/>
                  </a:path>
                </a:pathLst>
              </a:custGeom>
              <a:solidFill>
                <a:srgbClr val="4BBC62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5" name="Google Shape;1585;p45"/>
              <p:cNvSpPr/>
              <p:nvPr/>
            </p:nvSpPr>
            <p:spPr>
              <a:xfrm>
                <a:off x="4610509" y="3552129"/>
                <a:ext cx="67837" cy="26755"/>
              </a:xfrm>
              <a:custGeom>
                <a:rect b="b" l="l" r="r" t="t"/>
                <a:pathLst>
                  <a:path extrusionOk="0" h="26755" w="67837">
                    <a:moveTo>
                      <a:pt x="54464" y="26756"/>
                    </a:moveTo>
                    <a:lnTo>
                      <a:pt x="13373" y="26756"/>
                    </a:lnTo>
                    <a:cubicBezTo>
                      <a:pt x="5982" y="26756"/>
                      <a:pt x="0" y="20764"/>
                      <a:pt x="0" y="13373"/>
                    </a:cubicBezTo>
                    <a:lnTo>
                      <a:pt x="0" y="13373"/>
                    </a:lnTo>
                    <a:cubicBezTo>
                      <a:pt x="0" y="5982"/>
                      <a:pt x="5991" y="0"/>
                      <a:pt x="13373" y="0"/>
                    </a:cubicBezTo>
                    <a:lnTo>
                      <a:pt x="54464" y="0"/>
                    </a:lnTo>
                    <a:cubicBezTo>
                      <a:pt x="61855" y="0"/>
                      <a:pt x="67837" y="5991"/>
                      <a:pt x="67837" y="13373"/>
                    </a:cubicBezTo>
                    <a:lnTo>
                      <a:pt x="67837" y="13373"/>
                    </a:lnTo>
                    <a:cubicBezTo>
                      <a:pt x="67837" y="20774"/>
                      <a:pt x="61846" y="26756"/>
                      <a:pt x="54464" y="26756"/>
                    </a:cubicBezTo>
                    <a:close/>
                  </a:path>
                </a:pathLst>
              </a:custGeom>
              <a:solidFill>
                <a:srgbClr val="4BBC62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6" name="Google Shape;1586;p45"/>
              <p:cNvSpPr/>
              <p:nvPr/>
            </p:nvSpPr>
            <p:spPr>
              <a:xfrm>
                <a:off x="4457661" y="3488188"/>
                <a:ext cx="67856" cy="26755"/>
              </a:xfrm>
              <a:custGeom>
                <a:rect b="b" l="l" r="r" t="t"/>
                <a:pathLst>
                  <a:path extrusionOk="0" h="26755" w="67856">
                    <a:moveTo>
                      <a:pt x="54473" y="26756"/>
                    </a:moveTo>
                    <a:lnTo>
                      <a:pt x="13383" y="26756"/>
                    </a:lnTo>
                    <a:cubicBezTo>
                      <a:pt x="5991" y="26756"/>
                      <a:pt x="0" y="20765"/>
                      <a:pt x="0" y="13373"/>
                    </a:cubicBezTo>
                    <a:lnTo>
                      <a:pt x="0" y="13373"/>
                    </a:lnTo>
                    <a:cubicBezTo>
                      <a:pt x="0" y="5982"/>
                      <a:pt x="5991" y="0"/>
                      <a:pt x="13383" y="0"/>
                    </a:cubicBezTo>
                    <a:lnTo>
                      <a:pt x="54473" y="0"/>
                    </a:lnTo>
                    <a:cubicBezTo>
                      <a:pt x="61865" y="0"/>
                      <a:pt x="67856" y="5991"/>
                      <a:pt x="67856" y="13373"/>
                    </a:cubicBezTo>
                    <a:lnTo>
                      <a:pt x="67856" y="13373"/>
                    </a:lnTo>
                    <a:cubicBezTo>
                      <a:pt x="67847" y="20765"/>
                      <a:pt x="61855" y="26756"/>
                      <a:pt x="54473" y="26756"/>
                    </a:cubicBezTo>
                    <a:close/>
                  </a:path>
                </a:pathLst>
              </a:custGeom>
              <a:solidFill>
                <a:srgbClr val="4BBC62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7" name="Google Shape;1587;p45"/>
              <p:cNvSpPr/>
              <p:nvPr/>
            </p:nvSpPr>
            <p:spPr>
              <a:xfrm>
                <a:off x="5667175" y="3548062"/>
                <a:ext cx="67846" cy="26755"/>
              </a:xfrm>
              <a:custGeom>
                <a:rect b="b" l="l" r="r" t="t"/>
                <a:pathLst>
                  <a:path extrusionOk="0" h="26755" w="67846">
                    <a:moveTo>
                      <a:pt x="54473" y="26756"/>
                    </a:moveTo>
                    <a:lnTo>
                      <a:pt x="13383" y="26756"/>
                    </a:lnTo>
                    <a:cubicBezTo>
                      <a:pt x="5991" y="26756"/>
                      <a:pt x="0" y="20764"/>
                      <a:pt x="0" y="13383"/>
                    </a:cubicBezTo>
                    <a:lnTo>
                      <a:pt x="0" y="13383"/>
                    </a:lnTo>
                    <a:cubicBezTo>
                      <a:pt x="0" y="5991"/>
                      <a:pt x="5991" y="0"/>
                      <a:pt x="13383" y="0"/>
                    </a:cubicBezTo>
                    <a:lnTo>
                      <a:pt x="54473" y="0"/>
                    </a:lnTo>
                    <a:cubicBezTo>
                      <a:pt x="61865" y="0"/>
                      <a:pt x="67847" y="5991"/>
                      <a:pt x="67847" y="13383"/>
                    </a:cubicBezTo>
                    <a:lnTo>
                      <a:pt x="67847" y="13383"/>
                    </a:lnTo>
                    <a:cubicBezTo>
                      <a:pt x="67847" y="20764"/>
                      <a:pt x="61865" y="26756"/>
                      <a:pt x="54473" y="26756"/>
                    </a:cubicBezTo>
                    <a:close/>
                  </a:path>
                </a:pathLst>
              </a:custGeom>
              <a:solidFill>
                <a:srgbClr val="4BBC62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8" name="Google Shape;1588;p45"/>
              <p:cNvSpPr/>
              <p:nvPr/>
            </p:nvSpPr>
            <p:spPr>
              <a:xfrm>
                <a:off x="5837253" y="3486549"/>
                <a:ext cx="67836" cy="26755"/>
              </a:xfrm>
              <a:custGeom>
                <a:rect b="b" l="l" r="r" t="t"/>
                <a:pathLst>
                  <a:path extrusionOk="0" h="26755" w="67836">
                    <a:moveTo>
                      <a:pt x="54464" y="26756"/>
                    </a:moveTo>
                    <a:lnTo>
                      <a:pt x="13373" y="26756"/>
                    </a:lnTo>
                    <a:cubicBezTo>
                      <a:pt x="5982" y="26756"/>
                      <a:pt x="0" y="20764"/>
                      <a:pt x="0" y="13373"/>
                    </a:cubicBezTo>
                    <a:lnTo>
                      <a:pt x="0" y="13373"/>
                    </a:lnTo>
                    <a:cubicBezTo>
                      <a:pt x="0" y="5982"/>
                      <a:pt x="5991" y="0"/>
                      <a:pt x="13373" y="0"/>
                    </a:cubicBezTo>
                    <a:lnTo>
                      <a:pt x="54464" y="0"/>
                    </a:lnTo>
                    <a:cubicBezTo>
                      <a:pt x="61855" y="0"/>
                      <a:pt x="67837" y="5991"/>
                      <a:pt x="67837" y="13373"/>
                    </a:cubicBezTo>
                    <a:lnTo>
                      <a:pt x="67837" y="13373"/>
                    </a:lnTo>
                    <a:cubicBezTo>
                      <a:pt x="67837" y="20764"/>
                      <a:pt x="61846" y="26756"/>
                      <a:pt x="54464" y="26756"/>
                    </a:cubicBezTo>
                    <a:close/>
                  </a:path>
                </a:pathLst>
              </a:custGeom>
              <a:solidFill>
                <a:srgbClr val="4BBC62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9" name="Google Shape;1589;p45"/>
              <p:cNvSpPr/>
              <p:nvPr/>
            </p:nvSpPr>
            <p:spPr>
              <a:xfrm>
                <a:off x="6318199" y="3542509"/>
                <a:ext cx="67856" cy="26755"/>
              </a:xfrm>
              <a:custGeom>
                <a:rect b="b" l="l" r="r" t="t"/>
                <a:pathLst>
                  <a:path extrusionOk="0" h="26755" w="67856">
                    <a:moveTo>
                      <a:pt x="54473" y="26756"/>
                    </a:moveTo>
                    <a:lnTo>
                      <a:pt x="13383" y="26756"/>
                    </a:lnTo>
                    <a:cubicBezTo>
                      <a:pt x="5991" y="26756"/>
                      <a:pt x="0" y="20764"/>
                      <a:pt x="0" y="13373"/>
                    </a:cubicBezTo>
                    <a:lnTo>
                      <a:pt x="0" y="13373"/>
                    </a:lnTo>
                    <a:cubicBezTo>
                      <a:pt x="0" y="5982"/>
                      <a:pt x="5991" y="0"/>
                      <a:pt x="13383" y="0"/>
                    </a:cubicBezTo>
                    <a:lnTo>
                      <a:pt x="54473" y="0"/>
                    </a:lnTo>
                    <a:cubicBezTo>
                      <a:pt x="61865" y="0"/>
                      <a:pt x="67856" y="5991"/>
                      <a:pt x="67856" y="13373"/>
                    </a:cubicBezTo>
                    <a:lnTo>
                      <a:pt x="67856" y="13373"/>
                    </a:lnTo>
                    <a:cubicBezTo>
                      <a:pt x="67856" y="20764"/>
                      <a:pt x="61865" y="26756"/>
                      <a:pt x="54473" y="26756"/>
                    </a:cubicBezTo>
                    <a:close/>
                  </a:path>
                </a:pathLst>
              </a:custGeom>
              <a:solidFill>
                <a:srgbClr val="4BBC62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0" name="Google Shape;1590;p45"/>
              <p:cNvSpPr/>
              <p:nvPr/>
            </p:nvSpPr>
            <p:spPr>
              <a:xfrm>
                <a:off x="6562744" y="3548062"/>
                <a:ext cx="67856" cy="26755"/>
              </a:xfrm>
              <a:custGeom>
                <a:rect b="b" l="l" r="r" t="t"/>
                <a:pathLst>
                  <a:path extrusionOk="0" h="26755" w="67856">
                    <a:moveTo>
                      <a:pt x="54473" y="26756"/>
                    </a:moveTo>
                    <a:lnTo>
                      <a:pt x="13383" y="26756"/>
                    </a:lnTo>
                    <a:cubicBezTo>
                      <a:pt x="5991" y="26756"/>
                      <a:pt x="0" y="20764"/>
                      <a:pt x="0" y="13383"/>
                    </a:cubicBezTo>
                    <a:lnTo>
                      <a:pt x="0" y="13383"/>
                    </a:lnTo>
                    <a:cubicBezTo>
                      <a:pt x="0" y="5991"/>
                      <a:pt x="5991" y="0"/>
                      <a:pt x="13383" y="0"/>
                    </a:cubicBezTo>
                    <a:lnTo>
                      <a:pt x="54473" y="0"/>
                    </a:lnTo>
                    <a:cubicBezTo>
                      <a:pt x="61865" y="0"/>
                      <a:pt x="67856" y="5991"/>
                      <a:pt x="67856" y="13383"/>
                    </a:cubicBezTo>
                    <a:lnTo>
                      <a:pt x="67856" y="13383"/>
                    </a:lnTo>
                    <a:cubicBezTo>
                      <a:pt x="67856" y="20764"/>
                      <a:pt x="61865" y="26756"/>
                      <a:pt x="54473" y="26756"/>
                    </a:cubicBezTo>
                    <a:close/>
                  </a:path>
                </a:pathLst>
              </a:custGeom>
              <a:solidFill>
                <a:srgbClr val="4BBC62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1" name="Google Shape;1591;p45"/>
              <p:cNvSpPr/>
              <p:nvPr/>
            </p:nvSpPr>
            <p:spPr>
              <a:xfrm>
                <a:off x="6155540" y="3491912"/>
                <a:ext cx="67856" cy="26755"/>
              </a:xfrm>
              <a:custGeom>
                <a:rect b="b" l="l" r="r" t="t"/>
                <a:pathLst>
                  <a:path extrusionOk="0" h="26755" w="67856">
                    <a:moveTo>
                      <a:pt x="54473" y="26756"/>
                    </a:moveTo>
                    <a:lnTo>
                      <a:pt x="13383" y="26756"/>
                    </a:lnTo>
                    <a:cubicBezTo>
                      <a:pt x="5991" y="26756"/>
                      <a:pt x="0" y="20764"/>
                      <a:pt x="0" y="13383"/>
                    </a:cubicBezTo>
                    <a:lnTo>
                      <a:pt x="0" y="13383"/>
                    </a:lnTo>
                    <a:cubicBezTo>
                      <a:pt x="0" y="5991"/>
                      <a:pt x="5991" y="0"/>
                      <a:pt x="13383" y="0"/>
                    </a:cubicBezTo>
                    <a:lnTo>
                      <a:pt x="54473" y="0"/>
                    </a:lnTo>
                    <a:cubicBezTo>
                      <a:pt x="61865" y="0"/>
                      <a:pt x="67856" y="5991"/>
                      <a:pt x="67856" y="13383"/>
                    </a:cubicBezTo>
                    <a:lnTo>
                      <a:pt x="67856" y="13383"/>
                    </a:lnTo>
                    <a:cubicBezTo>
                      <a:pt x="67856" y="20774"/>
                      <a:pt x="61865" y="26756"/>
                      <a:pt x="54473" y="26756"/>
                    </a:cubicBezTo>
                    <a:close/>
                  </a:path>
                </a:pathLst>
              </a:custGeom>
              <a:solidFill>
                <a:srgbClr val="4BBC62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2" name="Google Shape;1592;p45"/>
              <p:cNvSpPr/>
              <p:nvPr/>
            </p:nvSpPr>
            <p:spPr>
              <a:xfrm>
                <a:off x="6449749" y="3491912"/>
                <a:ext cx="67856" cy="26755"/>
              </a:xfrm>
              <a:custGeom>
                <a:rect b="b" l="l" r="r" t="t"/>
                <a:pathLst>
                  <a:path extrusionOk="0" h="26755" w="67856">
                    <a:moveTo>
                      <a:pt x="54473" y="26756"/>
                    </a:moveTo>
                    <a:lnTo>
                      <a:pt x="13383" y="26756"/>
                    </a:lnTo>
                    <a:cubicBezTo>
                      <a:pt x="5991" y="26756"/>
                      <a:pt x="0" y="20764"/>
                      <a:pt x="0" y="13383"/>
                    </a:cubicBezTo>
                    <a:lnTo>
                      <a:pt x="0" y="13383"/>
                    </a:lnTo>
                    <a:cubicBezTo>
                      <a:pt x="0" y="5991"/>
                      <a:pt x="5991" y="0"/>
                      <a:pt x="13383" y="0"/>
                    </a:cubicBezTo>
                    <a:lnTo>
                      <a:pt x="54473" y="0"/>
                    </a:lnTo>
                    <a:cubicBezTo>
                      <a:pt x="61865" y="0"/>
                      <a:pt x="67856" y="5991"/>
                      <a:pt x="67856" y="13383"/>
                    </a:cubicBezTo>
                    <a:lnTo>
                      <a:pt x="67856" y="13383"/>
                    </a:lnTo>
                    <a:cubicBezTo>
                      <a:pt x="67846" y="20774"/>
                      <a:pt x="61855" y="26756"/>
                      <a:pt x="54473" y="26756"/>
                    </a:cubicBezTo>
                    <a:close/>
                  </a:path>
                </a:pathLst>
              </a:custGeom>
              <a:solidFill>
                <a:srgbClr val="4BBC62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3" name="Google Shape;1593;p45"/>
              <p:cNvSpPr/>
              <p:nvPr/>
            </p:nvSpPr>
            <p:spPr>
              <a:xfrm>
                <a:off x="6712877" y="3499923"/>
                <a:ext cx="67856" cy="26765"/>
              </a:xfrm>
              <a:custGeom>
                <a:rect b="b" l="l" r="r" t="t"/>
                <a:pathLst>
                  <a:path extrusionOk="0" h="26765" w="67856">
                    <a:moveTo>
                      <a:pt x="54473" y="26765"/>
                    </a:moveTo>
                    <a:lnTo>
                      <a:pt x="13383" y="26765"/>
                    </a:lnTo>
                    <a:cubicBezTo>
                      <a:pt x="5991" y="26765"/>
                      <a:pt x="0" y="20774"/>
                      <a:pt x="0" y="13383"/>
                    </a:cubicBezTo>
                    <a:lnTo>
                      <a:pt x="0" y="13383"/>
                    </a:lnTo>
                    <a:cubicBezTo>
                      <a:pt x="0" y="5991"/>
                      <a:pt x="5991" y="0"/>
                      <a:pt x="13383" y="0"/>
                    </a:cubicBezTo>
                    <a:lnTo>
                      <a:pt x="54473" y="0"/>
                    </a:lnTo>
                    <a:cubicBezTo>
                      <a:pt x="61865" y="0"/>
                      <a:pt x="67856" y="5991"/>
                      <a:pt x="67856" y="13383"/>
                    </a:cubicBezTo>
                    <a:lnTo>
                      <a:pt x="67856" y="13383"/>
                    </a:lnTo>
                    <a:cubicBezTo>
                      <a:pt x="67846" y="20774"/>
                      <a:pt x="61855" y="26765"/>
                      <a:pt x="54473" y="26765"/>
                    </a:cubicBezTo>
                    <a:close/>
                  </a:path>
                </a:pathLst>
              </a:custGeom>
              <a:solidFill>
                <a:srgbClr val="4BBC62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4" name="Google Shape;1594;p45"/>
              <p:cNvSpPr/>
              <p:nvPr/>
            </p:nvSpPr>
            <p:spPr>
              <a:xfrm>
                <a:off x="7267708" y="3555882"/>
                <a:ext cx="67846" cy="26765"/>
              </a:xfrm>
              <a:custGeom>
                <a:rect b="b" l="l" r="r" t="t"/>
                <a:pathLst>
                  <a:path extrusionOk="0" h="26765" w="67846">
                    <a:moveTo>
                      <a:pt x="54473" y="26765"/>
                    </a:moveTo>
                    <a:lnTo>
                      <a:pt x="13383" y="26765"/>
                    </a:lnTo>
                    <a:cubicBezTo>
                      <a:pt x="5991" y="26765"/>
                      <a:pt x="0" y="20774"/>
                      <a:pt x="0" y="13383"/>
                    </a:cubicBezTo>
                    <a:lnTo>
                      <a:pt x="0" y="13383"/>
                    </a:lnTo>
                    <a:cubicBezTo>
                      <a:pt x="0" y="5991"/>
                      <a:pt x="5991" y="0"/>
                      <a:pt x="13383" y="0"/>
                    </a:cubicBezTo>
                    <a:lnTo>
                      <a:pt x="54473" y="0"/>
                    </a:lnTo>
                    <a:cubicBezTo>
                      <a:pt x="61865" y="0"/>
                      <a:pt x="67846" y="5991"/>
                      <a:pt x="67846" y="13383"/>
                    </a:cubicBezTo>
                    <a:lnTo>
                      <a:pt x="67846" y="13383"/>
                    </a:lnTo>
                    <a:cubicBezTo>
                      <a:pt x="67846" y="20774"/>
                      <a:pt x="61855" y="26765"/>
                      <a:pt x="54473" y="26765"/>
                    </a:cubicBezTo>
                    <a:close/>
                  </a:path>
                </a:pathLst>
              </a:custGeom>
              <a:solidFill>
                <a:srgbClr val="4BBC62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5" name="Google Shape;1595;p45"/>
              <p:cNvSpPr/>
              <p:nvPr/>
            </p:nvSpPr>
            <p:spPr>
              <a:xfrm>
                <a:off x="7595997" y="3542509"/>
                <a:ext cx="67846" cy="26755"/>
              </a:xfrm>
              <a:custGeom>
                <a:rect b="b" l="l" r="r" t="t"/>
                <a:pathLst>
                  <a:path extrusionOk="0" h="26755" w="67846">
                    <a:moveTo>
                      <a:pt x="54464" y="26756"/>
                    </a:moveTo>
                    <a:lnTo>
                      <a:pt x="13373" y="26756"/>
                    </a:lnTo>
                    <a:cubicBezTo>
                      <a:pt x="5982" y="26756"/>
                      <a:pt x="0" y="20764"/>
                      <a:pt x="0" y="13373"/>
                    </a:cubicBezTo>
                    <a:lnTo>
                      <a:pt x="0" y="13373"/>
                    </a:lnTo>
                    <a:cubicBezTo>
                      <a:pt x="0" y="5982"/>
                      <a:pt x="5991" y="0"/>
                      <a:pt x="13373" y="0"/>
                    </a:cubicBezTo>
                    <a:lnTo>
                      <a:pt x="54464" y="0"/>
                    </a:lnTo>
                    <a:cubicBezTo>
                      <a:pt x="61855" y="0"/>
                      <a:pt x="67846" y="5991"/>
                      <a:pt x="67846" y="13373"/>
                    </a:cubicBezTo>
                    <a:lnTo>
                      <a:pt x="67846" y="13373"/>
                    </a:lnTo>
                    <a:cubicBezTo>
                      <a:pt x="67846" y="20764"/>
                      <a:pt x="61855" y="26756"/>
                      <a:pt x="54464" y="26756"/>
                    </a:cubicBezTo>
                    <a:close/>
                  </a:path>
                </a:pathLst>
              </a:custGeom>
              <a:solidFill>
                <a:srgbClr val="4BBC62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6" name="Google Shape;1596;p45"/>
              <p:cNvSpPr/>
              <p:nvPr/>
            </p:nvSpPr>
            <p:spPr>
              <a:xfrm>
                <a:off x="7042946" y="3486549"/>
                <a:ext cx="67856" cy="26755"/>
              </a:xfrm>
              <a:custGeom>
                <a:rect b="b" l="l" r="r" t="t"/>
                <a:pathLst>
                  <a:path extrusionOk="0" h="26755" w="67856">
                    <a:moveTo>
                      <a:pt x="54473" y="26756"/>
                    </a:moveTo>
                    <a:lnTo>
                      <a:pt x="13383" y="26756"/>
                    </a:lnTo>
                    <a:cubicBezTo>
                      <a:pt x="5991" y="26756"/>
                      <a:pt x="0" y="20764"/>
                      <a:pt x="0" y="13373"/>
                    </a:cubicBezTo>
                    <a:lnTo>
                      <a:pt x="0" y="13373"/>
                    </a:lnTo>
                    <a:cubicBezTo>
                      <a:pt x="0" y="5982"/>
                      <a:pt x="5991" y="0"/>
                      <a:pt x="13383" y="0"/>
                    </a:cubicBezTo>
                    <a:lnTo>
                      <a:pt x="54473" y="0"/>
                    </a:lnTo>
                    <a:cubicBezTo>
                      <a:pt x="61865" y="0"/>
                      <a:pt x="67856" y="5991"/>
                      <a:pt x="67856" y="13373"/>
                    </a:cubicBezTo>
                    <a:lnTo>
                      <a:pt x="67856" y="13373"/>
                    </a:lnTo>
                    <a:cubicBezTo>
                      <a:pt x="67856" y="20764"/>
                      <a:pt x="61865" y="26756"/>
                      <a:pt x="54473" y="26756"/>
                    </a:cubicBezTo>
                    <a:close/>
                  </a:path>
                </a:pathLst>
              </a:custGeom>
              <a:solidFill>
                <a:srgbClr val="4BBC62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7" name="Google Shape;1597;p45"/>
              <p:cNvSpPr/>
              <p:nvPr/>
            </p:nvSpPr>
            <p:spPr>
              <a:xfrm>
                <a:off x="7394181" y="3499923"/>
                <a:ext cx="67856" cy="26765"/>
              </a:xfrm>
              <a:custGeom>
                <a:rect b="b" l="l" r="r" t="t"/>
                <a:pathLst>
                  <a:path extrusionOk="0" h="26765" w="67856">
                    <a:moveTo>
                      <a:pt x="54473" y="26765"/>
                    </a:moveTo>
                    <a:lnTo>
                      <a:pt x="13383" y="26765"/>
                    </a:lnTo>
                    <a:cubicBezTo>
                      <a:pt x="5991" y="26765"/>
                      <a:pt x="0" y="20774"/>
                      <a:pt x="0" y="13383"/>
                    </a:cubicBezTo>
                    <a:lnTo>
                      <a:pt x="0" y="13383"/>
                    </a:lnTo>
                    <a:cubicBezTo>
                      <a:pt x="0" y="5991"/>
                      <a:pt x="5991" y="0"/>
                      <a:pt x="13383" y="0"/>
                    </a:cubicBezTo>
                    <a:lnTo>
                      <a:pt x="54473" y="0"/>
                    </a:lnTo>
                    <a:cubicBezTo>
                      <a:pt x="61865" y="0"/>
                      <a:pt x="67856" y="5991"/>
                      <a:pt x="67856" y="13383"/>
                    </a:cubicBezTo>
                    <a:lnTo>
                      <a:pt x="67856" y="13383"/>
                    </a:lnTo>
                    <a:cubicBezTo>
                      <a:pt x="67856" y="20774"/>
                      <a:pt x="61865" y="26765"/>
                      <a:pt x="54473" y="26765"/>
                    </a:cubicBezTo>
                    <a:close/>
                  </a:path>
                </a:pathLst>
              </a:custGeom>
              <a:solidFill>
                <a:srgbClr val="4BBC62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8" name="Google Shape;1598;p45"/>
              <p:cNvSpPr/>
              <p:nvPr/>
            </p:nvSpPr>
            <p:spPr>
              <a:xfrm>
                <a:off x="7720098" y="3491912"/>
                <a:ext cx="67846" cy="26755"/>
              </a:xfrm>
              <a:custGeom>
                <a:rect b="b" l="l" r="r" t="t"/>
                <a:pathLst>
                  <a:path extrusionOk="0" h="26755" w="67846">
                    <a:moveTo>
                      <a:pt x="54473" y="26756"/>
                    </a:moveTo>
                    <a:lnTo>
                      <a:pt x="13383" y="26756"/>
                    </a:lnTo>
                    <a:cubicBezTo>
                      <a:pt x="5991" y="26756"/>
                      <a:pt x="0" y="20764"/>
                      <a:pt x="0" y="13383"/>
                    </a:cubicBezTo>
                    <a:lnTo>
                      <a:pt x="0" y="13383"/>
                    </a:lnTo>
                    <a:cubicBezTo>
                      <a:pt x="0" y="5991"/>
                      <a:pt x="5991" y="0"/>
                      <a:pt x="13383" y="0"/>
                    </a:cubicBezTo>
                    <a:lnTo>
                      <a:pt x="54473" y="0"/>
                    </a:lnTo>
                    <a:cubicBezTo>
                      <a:pt x="61865" y="0"/>
                      <a:pt x="67846" y="5991"/>
                      <a:pt x="67846" y="13383"/>
                    </a:cubicBezTo>
                    <a:lnTo>
                      <a:pt x="67846" y="13383"/>
                    </a:lnTo>
                    <a:cubicBezTo>
                      <a:pt x="67846" y="20774"/>
                      <a:pt x="61855" y="26756"/>
                      <a:pt x="54473" y="26756"/>
                    </a:cubicBezTo>
                    <a:close/>
                  </a:path>
                </a:pathLst>
              </a:custGeom>
              <a:solidFill>
                <a:srgbClr val="4BBC62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9" name="Google Shape;1599;p45"/>
              <p:cNvSpPr/>
              <p:nvPr/>
            </p:nvSpPr>
            <p:spPr>
              <a:xfrm>
                <a:off x="6909330" y="3548062"/>
                <a:ext cx="67846" cy="26755"/>
              </a:xfrm>
              <a:custGeom>
                <a:rect b="b" l="l" r="r" t="t"/>
                <a:pathLst>
                  <a:path extrusionOk="0" h="26755" w="67846">
                    <a:moveTo>
                      <a:pt x="54464" y="26756"/>
                    </a:moveTo>
                    <a:lnTo>
                      <a:pt x="13373" y="26756"/>
                    </a:lnTo>
                    <a:cubicBezTo>
                      <a:pt x="5982" y="26756"/>
                      <a:pt x="0" y="20764"/>
                      <a:pt x="0" y="13383"/>
                    </a:cubicBezTo>
                    <a:lnTo>
                      <a:pt x="0" y="13383"/>
                    </a:lnTo>
                    <a:cubicBezTo>
                      <a:pt x="0" y="5991"/>
                      <a:pt x="5991" y="0"/>
                      <a:pt x="13373" y="0"/>
                    </a:cubicBezTo>
                    <a:lnTo>
                      <a:pt x="54464" y="0"/>
                    </a:lnTo>
                    <a:cubicBezTo>
                      <a:pt x="61855" y="0"/>
                      <a:pt x="67846" y="5991"/>
                      <a:pt x="67846" y="13383"/>
                    </a:cubicBezTo>
                    <a:lnTo>
                      <a:pt x="67846" y="13383"/>
                    </a:lnTo>
                    <a:cubicBezTo>
                      <a:pt x="67837" y="20764"/>
                      <a:pt x="61846" y="26756"/>
                      <a:pt x="54464" y="26756"/>
                    </a:cubicBezTo>
                    <a:close/>
                  </a:path>
                </a:pathLst>
              </a:custGeom>
              <a:solidFill>
                <a:srgbClr val="4BBC62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0" name="Google Shape;1600;p45"/>
              <p:cNvSpPr/>
              <p:nvPr/>
            </p:nvSpPr>
            <p:spPr>
              <a:xfrm>
                <a:off x="6010474" y="3548062"/>
                <a:ext cx="67846" cy="26755"/>
              </a:xfrm>
              <a:custGeom>
                <a:rect b="b" l="l" r="r" t="t"/>
                <a:pathLst>
                  <a:path extrusionOk="0" h="26755" w="67846">
                    <a:moveTo>
                      <a:pt x="54464" y="26756"/>
                    </a:moveTo>
                    <a:lnTo>
                      <a:pt x="13373" y="26756"/>
                    </a:lnTo>
                    <a:cubicBezTo>
                      <a:pt x="5982" y="26756"/>
                      <a:pt x="0" y="20764"/>
                      <a:pt x="0" y="13383"/>
                    </a:cubicBezTo>
                    <a:lnTo>
                      <a:pt x="0" y="13383"/>
                    </a:lnTo>
                    <a:cubicBezTo>
                      <a:pt x="0" y="5991"/>
                      <a:pt x="5991" y="0"/>
                      <a:pt x="13373" y="0"/>
                    </a:cubicBezTo>
                    <a:lnTo>
                      <a:pt x="54464" y="0"/>
                    </a:lnTo>
                    <a:cubicBezTo>
                      <a:pt x="61855" y="0"/>
                      <a:pt x="67847" y="5991"/>
                      <a:pt x="67847" y="13383"/>
                    </a:cubicBezTo>
                    <a:lnTo>
                      <a:pt x="67847" y="13383"/>
                    </a:lnTo>
                    <a:cubicBezTo>
                      <a:pt x="67837" y="20764"/>
                      <a:pt x="61846" y="26756"/>
                      <a:pt x="54464" y="26756"/>
                    </a:cubicBezTo>
                    <a:close/>
                  </a:path>
                </a:pathLst>
              </a:custGeom>
              <a:solidFill>
                <a:srgbClr val="4BBC62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601" name="Google Shape;1601;p45"/>
              <p:cNvGrpSpPr/>
              <p:nvPr/>
            </p:nvGrpSpPr>
            <p:grpSpPr>
              <a:xfrm>
                <a:off x="6278594" y="3283505"/>
                <a:ext cx="598436" cy="184301"/>
                <a:chOff x="6278594" y="3283505"/>
                <a:chExt cx="598436" cy="184301"/>
              </a:xfrm>
            </p:grpSpPr>
            <p:grpSp>
              <p:nvGrpSpPr>
                <p:cNvPr id="1602" name="Google Shape;1602;p45"/>
                <p:cNvGrpSpPr/>
                <p:nvPr/>
              </p:nvGrpSpPr>
              <p:grpSpPr>
                <a:xfrm>
                  <a:off x="6278594" y="3283505"/>
                  <a:ext cx="598436" cy="153447"/>
                  <a:chOff x="6278594" y="3283505"/>
                  <a:chExt cx="598436" cy="153447"/>
                </a:xfrm>
              </p:grpSpPr>
              <p:grpSp>
                <p:nvGrpSpPr>
                  <p:cNvPr id="1603" name="Google Shape;1603;p45"/>
                  <p:cNvGrpSpPr/>
                  <p:nvPr/>
                </p:nvGrpSpPr>
                <p:grpSpPr>
                  <a:xfrm>
                    <a:off x="6278594" y="3283505"/>
                    <a:ext cx="282711" cy="153447"/>
                    <a:chOff x="6278594" y="3283505"/>
                    <a:chExt cx="282711" cy="153447"/>
                  </a:xfrm>
                </p:grpSpPr>
                <p:grpSp>
                  <p:nvGrpSpPr>
                    <p:cNvPr id="1604" name="Google Shape;1604;p45"/>
                    <p:cNvGrpSpPr/>
                    <p:nvPr/>
                  </p:nvGrpSpPr>
                  <p:grpSpPr>
                    <a:xfrm>
                      <a:off x="6278594" y="3283505"/>
                      <a:ext cx="282711" cy="144837"/>
                      <a:chOff x="6278594" y="3283505"/>
                      <a:chExt cx="282711" cy="144837"/>
                    </a:xfrm>
                  </p:grpSpPr>
                  <p:sp>
                    <p:nvSpPr>
                      <p:cNvPr id="1605" name="Google Shape;1605;p45"/>
                      <p:cNvSpPr/>
                      <p:nvPr/>
                    </p:nvSpPr>
                    <p:spPr>
                      <a:xfrm>
                        <a:off x="6278594" y="3283505"/>
                        <a:ext cx="282711" cy="144837"/>
                      </a:xfrm>
                      <a:custGeom>
                        <a:rect b="b" l="l" r="r" t="t"/>
                        <a:pathLst>
                          <a:path extrusionOk="0" h="144837" w="282711">
                            <a:moveTo>
                              <a:pt x="208864" y="144837"/>
                            </a:moveTo>
                            <a:lnTo>
                              <a:pt x="0" y="144837"/>
                            </a:lnTo>
                            <a:lnTo>
                              <a:pt x="73847" y="0"/>
                            </a:lnTo>
                            <a:lnTo>
                              <a:pt x="282712" y="0"/>
                            </a:lnTo>
                            <a:close/>
                          </a:path>
                        </a:pathLst>
                      </a:custGeom>
                      <a:solidFill>
                        <a:srgbClr val="C8F2F2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606" name="Google Shape;1606;p45"/>
                      <p:cNvSpPr/>
                      <p:nvPr/>
                    </p:nvSpPr>
                    <p:spPr>
                      <a:xfrm>
                        <a:off x="6291290" y="3290001"/>
                        <a:ext cx="257318" cy="131845"/>
                      </a:xfrm>
                      <a:custGeom>
                        <a:rect b="b" l="l" r="r" t="t"/>
                        <a:pathLst>
                          <a:path extrusionOk="0" h="131845" w="257318">
                            <a:moveTo>
                              <a:pt x="257318" y="0"/>
                            </a:moveTo>
                            <a:lnTo>
                              <a:pt x="245488" y="23251"/>
                            </a:lnTo>
                            <a:lnTo>
                              <a:pt x="190119" y="131845"/>
                            </a:lnTo>
                            <a:lnTo>
                              <a:pt x="0" y="131845"/>
                            </a:lnTo>
                            <a:lnTo>
                              <a:pt x="67208" y="0"/>
                            </a:lnTo>
                            <a:close/>
                          </a:path>
                        </a:pathLst>
                      </a:custGeom>
                      <a:solidFill>
                        <a:srgbClr val="309AEE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607" name="Google Shape;1607;p45"/>
                      <p:cNvSpPr/>
                      <p:nvPr/>
                    </p:nvSpPr>
                    <p:spPr>
                      <a:xfrm>
                        <a:off x="6350755" y="3290001"/>
                        <a:ext cx="76809" cy="132445"/>
                      </a:xfrm>
                      <a:custGeom>
                        <a:rect b="b" l="l" r="r" t="t"/>
                        <a:pathLst>
                          <a:path extrusionOk="0" h="132445" w="76809">
                            <a:moveTo>
                              <a:pt x="76810" y="0"/>
                            </a:moveTo>
                            <a:lnTo>
                              <a:pt x="45482" y="61484"/>
                            </a:lnTo>
                            <a:lnTo>
                              <a:pt x="41262" y="69761"/>
                            </a:lnTo>
                            <a:lnTo>
                              <a:pt x="9268" y="132445"/>
                            </a:lnTo>
                            <a:lnTo>
                              <a:pt x="0" y="132445"/>
                            </a:lnTo>
                            <a:lnTo>
                              <a:pt x="32071" y="69513"/>
                            </a:lnTo>
                            <a:lnTo>
                              <a:pt x="36290" y="61322"/>
                            </a:lnTo>
                            <a:lnTo>
                              <a:pt x="67542" y="0"/>
                            </a:lnTo>
                            <a:close/>
                          </a:path>
                        </a:pathLst>
                      </a:custGeom>
                      <a:solidFill>
                        <a:srgbClr val="C8F2F2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608" name="Google Shape;1608;p45"/>
                      <p:cNvSpPr/>
                      <p:nvPr/>
                    </p:nvSpPr>
                    <p:spPr>
                      <a:xfrm>
                        <a:off x="6323609" y="3350323"/>
                        <a:ext cx="192509" cy="11610"/>
                      </a:xfrm>
                      <a:custGeom>
                        <a:rect b="b" l="l" r="r" t="t"/>
                        <a:pathLst>
                          <a:path extrusionOk="0" h="11610" w="192509">
                            <a:moveTo>
                              <a:pt x="192510" y="3419"/>
                            </a:moveTo>
                            <a:lnTo>
                              <a:pt x="188328" y="11611"/>
                            </a:lnTo>
                            <a:lnTo>
                              <a:pt x="129073" y="10515"/>
                            </a:lnTo>
                            <a:lnTo>
                              <a:pt x="119891" y="10354"/>
                            </a:lnTo>
                            <a:lnTo>
                              <a:pt x="68409" y="9439"/>
                            </a:lnTo>
                            <a:lnTo>
                              <a:pt x="59217" y="9192"/>
                            </a:lnTo>
                            <a:lnTo>
                              <a:pt x="0" y="8201"/>
                            </a:lnTo>
                            <a:lnTo>
                              <a:pt x="4134" y="0"/>
                            </a:lnTo>
                            <a:lnTo>
                              <a:pt x="63437" y="1000"/>
                            </a:lnTo>
                            <a:lnTo>
                              <a:pt x="72628" y="1162"/>
                            </a:lnTo>
                            <a:lnTo>
                              <a:pt x="124111" y="2162"/>
                            </a:lnTo>
                            <a:lnTo>
                              <a:pt x="133302" y="2324"/>
                            </a:lnTo>
                            <a:close/>
                          </a:path>
                        </a:pathLst>
                      </a:custGeom>
                      <a:solidFill>
                        <a:srgbClr val="C8F2F2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609" name="Google Shape;1609;p45"/>
                      <p:cNvSpPr/>
                      <p:nvPr/>
                    </p:nvSpPr>
                    <p:spPr>
                      <a:xfrm>
                        <a:off x="6411906" y="3290001"/>
                        <a:ext cx="77143" cy="132873"/>
                      </a:xfrm>
                      <a:custGeom>
                        <a:rect b="b" l="l" r="r" t="t"/>
                        <a:pathLst>
                          <a:path extrusionOk="0" h="132873" w="77143">
                            <a:moveTo>
                              <a:pt x="77143" y="0"/>
                            </a:moveTo>
                            <a:lnTo>
                              <a:pt x="45006" y="62646"/>
                            </a:lnTo>
                            <a:lnTo>
                              <a:pt x="40777" y="70837"/>
                            </a:lnTo>
                            <a:lnTo>
                              <a:pt x="9268" y="132874"/>
                            </a:lnTo>
                            <a:lnTo>
                              <a:pt x="0" y="132874"/>
                            </a:lnTo>
                            <a:lnTo>
                              <a:pt x="31595" y="70675"/>
                            </a:lnTo>
                            <a:lnTo>
                              <a:pt x="35814" y="62484"/>
                            </a:lnTo>
                            <a:lnTo>
                              <a:pt x="67866" y="0"/>
                            </a:lnTo>
                            <a:close/>
                          </a:path>
                        </a:pathLst>
                      </a:custGeom>
                      <a:solidFill>
                        <a:srgbClr val="C8F2F2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sp>
                  <p:nvSpPr>
                    <p:cNvPr id="1610" name="Google Shape;1610;p45"/>
                    <p:cNvSpPr/>
                    <p:nvPr/>
                  </p:nvSpPr>
                  <p:spPr>
                    <a:xfrm>
                      <a:off x="6278594" y="3428342"/>
                      <a:ext cx="208892" cy="8610"/>
                    </a:xfrm>
                    <a:custGeom>
                      <a:rect b="b" l="l" r="r" t="t"/>
                      <a:pathLst>
                        <a:path extrusionOk="0" h="8610" w="208892">
                          <a:moveTo>
                            <a:pt x="0" y="0"/>
                          </a:moveTo>
                          <a:lnTo>
                            <a:pt x="208893" y="0"/>
                          </a:lnTo>
                          <a:lnTo>
                            <a:pt x="208893" y="8611"/>
                          </a:lnTo>
                          <a:lnTo>
                            <a:pt x="0" y="8611"/>
                          </a:lnTo>
                          <a:close/>
                        </a:path>
                      </a:pathLst>
                    </a:custGeom>
                    <a:solidFill>
                      <a:srgbClr val="7CA5A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11" name="Google Shape;1611;p45"/>
                    <p:cNvSpPr/>
                    <p:nvPr/>
                  </p:nvSpPr>
                  <p:spPr>
                    <a:xfrm>
                      <a:off x="6487458" y="3283505"/>
                      <a:ext cx="73847" cy="153447"/>
                    </a:xfrm>
                    <a:custGeom>
                      <a:rect b="b" l="l" r="r" t="t"/>
                      <a:pathLst>
                        <a:path extrusionOk="0" h="153447" w="73847">
                          <a:moveTo>
                            <a:pt x="73848" y="0"/>
                          </a:moveTo>
                          <a:lnTo>
                            <a:pt x="73848" y="9639"/>
                          </a:lnTo>
                          <a:lnTo>
                            <a:pt x="57" y="153448"/>
                          </a:lnTo>
                          <a:lnTo>
                            <a:pt x="0" y="144837"/>
                          </a:lnTo>
                          <a:close/>
                        </a:path>
                      </a:pathLst>
                    </a:custGeom>
                    <a:solidFill>
                      <a:srgbClr val="5D898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12" name="Google Shape;1612;p45"/>
                    <p:cNvSpPr/>
                    <p:nvPr/>
                  </p:nvSpPr>
                  <p:spPr>
                    <a:xfrm>
                      <a:off x="6291290" y="3290001"/>
                      <a:ext cx="155514" cy="131845"/>
                    </a:xfrm>
                    <a:custGeom>
                      <a:rect b="b" l="l" r="r" t="t"/>
                      <a:pathLst>
                        <a:path extrusionOk="0" h="131845" w="155514">
                          <a:moveTo>
                            <a:pt x="155515" y="0"/>
                          </a:moveTo>
                          <a:lnTo>
                            <a:pt x="23756" y="131845"/>
                          </a:lnTo>
                          <a:lnTo>
                            <a:pt x="0" y="131845"/>
                          </a:lnTo>
                          <a:lnTo>
                            <a:pt x="67208" y="0"/>
                          </a:lnTo>
                          <a:close/>
                        </a:path>
                      </a:pathLst>
                    </a:custGeom>
                    <a:solidFill>
                      <a:srgbClr val="C8F2F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13" name="Google Shape;1613;p45"/>
                    <p:cNvSpPr/>
                    <p:nvPr/>
                  </p:nvSpPr>
                  <p:spPr>
                    <a:xfrm>
                      <a:off x="6379930" y="3290001"/>
                      <a:ext cx="168678" cy="131845"/>
                    </a:xfrm>
                    <a:custGeom>
                      <a:rect b="b" l="l" r="r" t="t"/>
                      <a:pathLst>
                        <a:path extrusionOk="0" h="131845" w="168678">
                          <a:moveTo>
                            <a:pt x="168678" y="0"/>
                          </a:moveTo>
                          <a:lnTo>
                            <a:pt x="156848" y="23251"/>
                          </a:lnTo>
                          <a:lnTo>
                            <a:pt x="48168" y="131845"/>
                          </a:lnTo>
                          <a:lnTo>
                            <a:pt x="0" y="131845"/>
                          </a:lnTo>
                          <a:lnTo>
                            <a:pt x="131769" y="0"/>
                          </a:lnTo>
                          <a:close/>
                        </a:path>
                      </a:pathLst>
                    </a:custGeom>
                    <a:solidFill>
                      <a:srgbClr val="C8F2F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1614" name="Google Shape;1614;p45"/>
                  <p:cNvGrpSpPr/>
                  <p:nvPr/>
                </p:nvGrpSpPr>
                <p:grpSpPr>
                  <a:xfrm>
                    <a:off x="6594319" y="3283505"/>
                    <a:ext cx="282711" cy="153447"/>
                    <a:chOff x="6594319" y="3283505"/>
                    <a:chExt cx="282711" cy="153447"/>
                  </a:xfrm>
                </p:grpSpPr>
                <p:grpSp>
                  <p:nvGrpSpPr>
                    <p:cNvPr id="1615" name="Google Shape;1615;p45"/>
                    <p:cNvGrpSpPr/>
                    <p:nvPr/>
                  </p:nvGrpSpPr>
                  <p:grpSpPr>
                    <a:xfrm>
                      <a:off x="6594319" y="3283505"/>
                      <a:ext cx="282711" cy="144837"/>
                      <a:chOff x="6594319" y="3283505"/>
                      <a:chExt cx="282711" cy="144837"/>
                    </a:xfrm>
                  </p:grpSpPr>
                  <p:sp>
                    <p:nvSpPr>
                      <p:cNvPr id="1616" name="Google Shape;1616;p45"/>
                      <p:cNvSpPr/>
                      <p:nvPr/>
                    </p:nvSpPr>
                    <p:spPr>
                      <a:xfrm>
                        <a:off x="6594319" y="3283505"/>
                        <a:ext cx="282711" cy="144837"/>
                      </a:xfrm>
                      <a:custGeom>
                        <a:rect b="b" l="l" r="r" t="t"/>
                        <a:pathLst>
                          <a:path extrusionOk="0" h="144837" w="282711">
                            <a:moveTo>
                              <a:pt x="208864" y="144837"/>
                            </a:moveTo>
                            <a:lnTo>
                              <a:pt x="0" y="144837"/>
                            </a:lnTo>
                            <a:lnTo>
                              <a:pt x="73848" y="0"/>
                            </a:lnTo>
                            <a:lnTo>
                              <a:pt x="282712" y="0"/>
                            </a:lnTo>
                            <a:close/>
                          </a:path>
                        </a:pathLst>
                      </a:custGeom>
                      <a:solidFill>
                        <a:srgbClr val="C8F2F2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617" name="Google Shape;1617;p45"/>
                      <p:cNvSpPr/>
                      <p:nvPr/>
                    </p:nvSpPr>
                    <p:spPr>
                      <a:xfrm>
                        <a:off x="6607016" y="3290001"/>
                        <a:ext cx="257327" cy="131845"/>
                      </a:xfrm>
                      <a:custGeom>
                        <a:rect b="b" l="l" r="r" t="t"/>
                        <a:pathLst>
                          <a:path extrusionOk="0" h="131845" w="257327">
                            <a:moveTo>
                              <a:pt x="257327" y="0"/>
                            </a:moveTo>
                            <a:lnTo>
                              <a:pt x="245488" y="23251"/>
                            </a:lnTo>
                            <a:lnTo>
                              <a:pt x="190119" y="131845"/>
                            </a:lnTo>
                            <a:lnTo>
                              <a:pt x="0" y="131845"/>
                            </a:lnTo>
                            <a:lnTo>
                              <a:pt x="67208" y="0"/>
                            </a:lnTo>
                            <a:close/>
                          </a:path>
                        </a:pathLst>
                      </a:custGeom>
                      <a:solidFill>
                        <a:srgbClr val="309AEE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618" name="Google Shape;1618;p45"/>
                      <p:cNvSpPr/>
                      <p:nvPr/>
                    </p:nvSpPr>
                    <p:spPr>
                      <a:xfrm>
                        <a:off x="6666480" y="3290001"/>
                        <a:ext cx="76809" cy="132445"/>
                      </a:xfrm>
                      <a:custGeom>
                        <a:rect b="b" l="l" r="r" t="t"/>
                        <a:pathLst>
                          <a:path extrusionOk="0" h="132445" w="76809">
                            <a:moveTo>
                              <a:pt x="76810" y="0"/>
                            </a:moveTo>
                            <a:lnTo>
                              <a:pt x="45482" y="61484"/>
                            </a:lnTo>
                            <a:lnTo>
                              <a:pt x="41262" y="69761"/>
                            </a:lnTo>
                            <a:lnTo>
                              <a:pt x="9268" y="132445"/>
                            </a:lnTo>
                            <a:lnTo>
                              <a:pt x="0" y="132445"/>
                            </a:lnTo>
                            <a:lnTo>
                              <a:pt x="32080" y="69513"/>
                            </a:lnTo>
                            <a:lnTo>
                              <a:pt x="36300" y="61322"/>
                            </a:lnTo>
                            <a:lnTo>
                              <a:pt x="67542" y="0"/>
                            </a:lnTo>
                            <a:close/>
                          </a:path>
                        </a:pathLst>
                      </a:custGeom>
                      <a:solidFill>
                        <a:srgbClr val="C8F2F2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619" name="Google Shape;1619;p45"/>
                      <p:cNvSpPr/>
                      <p:nvPr/>
                    </p:nvSpPr>
                    <p:spPr>
                      <a:xfrm>
                        <a:off x="6639334" y="3350323"/>
                        <a:ext cx="192509" cy="11610"/>
                      </a:xfrm>
                      <a:custGeom>
                        <a:rect b="b" l="l" r="r" t="t"/>
                        <a:pathLst>
                          <a:path extrusionOk="0" h="11610" w="192509">
                            <a:moveTo>
                              <a:pt x="192510" y="3419"/>
                            </a:moveTo>
                            <a:lnTo>
                              <a:pt x="188328" y="11611"/>
                            </a:lnTo>
                            <a:lnTo>
                              <a:pt x="129083" y="10515"/>
                            </a:lnTo>
                            <a:lnTo>
                              <a:pt x="119891" y="10354"/>
                            </a:lnTo>
                            <a:lnTo>
                              <a:pt x="68409" y="9439"/>
                            </a:lnTo>
                            <a:lnTo>
                              <a:pt x="59226" y="9192"/>
                            </a:lnTo>
                            <a:lnTo>
                              <a:pt x="0" y="8201"/>
                            </a:lnTo>
                            <a:lnTo>
                              <a:pt x="4134" y="0"/>
                            </a:lnTo>
                            <a:lnTo>
                              <a:pt x="63446" y="1000"/>
                            </a:lnTo>
                            <a:lnTo>
                              <a:pt x="72628" y="1162"/>
                            </a:lnTo>
                            <a:lnTo>
                              <a:pt x="124111" y="2162"/>
                            </a:lnTo>
                            <a:lnTo>
                              <a:pt x="133302" y="2324"/>
                            </a:lnTo>
                            <a:close/>
                          </a:path>
                        </a:pathLst>
                      </a:custGeom>
                      <a:solidFill>
                        <a:srgbClr val="C8F2F2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620" name="Google Shape;1620;p45"/>
                      <p:cNvSpPr/>
                      <p:nvPr/>
                    </p:nvSpPr>
                    <p:spPr>
                      <a:xfrm>
                        <a:off x="6727631" y="3290001"/>
                        <a:ext cx="77142" cy="132873"/>
                      </a:xfrm>
                      <a:custGeom>
                        <a:rect b="b" l="l" r="r" t="t"/>
                        <a:pathLst>
                          <a:path extrusionOk="0" h="132873" w="77142">
                            <a:moveTo>
                              <a:pt x="77143" y="0"/>
                            </a:moveTo>
                            <a:lnTo>
                              <a:pt x="45006" y="62646"/>
                            </a:lnTo>
                            <a:lnTo>
                              <a:pt x="40786" y="70837"/>
                            </a:lnTo>
                            <a:lnTo>
                              <a:pt x="9268" y="132874"/>
                            </a:lnTo>
                            <a:lnTo>
                              <a:pt x="0" y="132874"/>
                            </a:lnTo>
                            <a:lnTo>
                              <a:pt x="31595" y="70675"/>
                            </a:lnTo>
                            <a:lnTo>
                              <a:pt x="35814" y="62484"/>
                            </a:lnTo>
                            <a:lnTo>
                              <a:pt x="67875" y="0"/>
                            </a:lnTo>
                            <a:close/>
                          </a:path>
                        </a:pathLst>
                      </a:custGeom>
                      <a:solidFill>
                        <a:srgbClr val="C8F2F2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sp>
                  <p:nvSpPr>
                    <p:cNvPr id="1621" name="Google Shape;1621;p45"/>
                    <p:cNvSpPr/>
                    <p:nvPr/>
                  </p:nvSpPr>
                  <p:spPr>
                    <a:xfrm>
                      <a:off x="6594319" y="3428342"/>
                      <a:ext cx="208892" cy="8610"/>
                    </a:xfrm>
                    <a:custGeom>
                      <a:rect b="b" l="l" r="r" t="t"/>
                      <a:pathLst>
                        <a:path extrusionOk="0" h="8610" w="208892">
                          <a:moveTo>
                            <a:pt x="0" y="0"/>
                          </a:moveTo>
                          <a:lnTo>
                            <a:pt x="208893" y="0"/>
                          </a:lnTo>
                          <a:lnTo>
                            <a:pt x="208893" y="8611"/>
                          </a:lnTo>
                          <a:lnTo>
                            <a:pt x="0" y="8611"/>
                          </a:lnTo>
                          <a:close/>
                        </a:path>
                      </a:pathLst>
                    </a:custGeom>
                    <a:solidFill>
                      <a:srgbClr val="7CA5A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22" name="Google Shape;1622;p45"/>
                    <p:cNvSpPr/>
                    <p:nvPr/>
                  </p:nvSpPr>
                  <p:spPr>
                    <a:xfrm>
                      <a:off x="6803183" y="3283505"/>
                      <a:ext cx="73847" cy="153447"/>
                    </a:xfrm>
                    <a:custGeom>
                      <a:rect b="b" l="l" r="r" t="t"/>
                      <a:pathLst>
                        <a:path extrusionOk="0" h="153447" w="73847">
                          <a:moveTo>
                            <a:pt x="73847" y="0"/>
                          </a:moveTo>
                          <a:lnTo>
                            <a:pt x="73847" y="9639"/>
                          </a:lnTo>
                          <a:lnTo>
                            <a:pt x="57" y="153448"/>
                          </a:lnTo>
                          <a:lnTo>
                            <a:pt x="0" y="144837"/>
                          </a:lnTo>
                          <a:close/>
                        </a:path>
                      </a:pathLst>
                    </a:custGeom>
                    <a:solidFill>
                      <a:srgbClr val="5D898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23" name="Google Shape;1623;p45"/>
                    <p:cNvSpPr/>
                    <p:nvPr/>
                  </p:nvSpPr>
                  <p:spPr>
                    <a:xfrm>
                      <a:off x="6607016" y="3290001"/>
                      <a:ext cx="155524" cy="131845"/>
                    </a:xfrm>
                    <a:custGeom>
                      <a:rect b="b" l="l" r="r" t="t"/>
                      <a:pathLst>
                        <a:path extrusionOk="0" h="131845" w="155524">
                          <a:moveTo>
                            <a:pt x="155524" y="0"/>
                          </a:moveTo>
                          <a:lnTo>
                            <a:pt x="23756" y="131845"/>
                          </a:lnTo>
                          <a:lnTo>
                            <a:pt x="0" y="131845"/>
                          </a:lnTo>
                          <a:lnTo>
                            <a:pt x="67208" y="0"/>
                          </a:lnTo>
                          <a:close/>
                        </a:path>
                      </a:pathLst>
                    </a:custGeom>
                    <a:solidFill>
                      <a:srgbClr val="C8F2F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24" name="Google Shape;1624;p45"/>
                    <p:cNvSpPr/>
                    <p:nvPr/>
                  </p:nvSpPr>
                  <p:spPr>
                    <a:xfrm>
                      <a:off x="6695655" y="3290001"/>
                      <a:ext cx="168687" cy="131845"/>
                    </a:xfrm>
                    <a:custGeom>
                      <a:rect b="b" l="l" r="r" t="t"/>
                      <a:pathLst>
                        <a:path extrusionOk="0" h="131845" w="168687">
                          <a:moveTo>
                            <a:pt x="168688" y="0"/>
                          </a:moveTo>
                          <a:lnTo>
                            <a:pt x="156848" y="23251"/>
                          </a:lnTo>
                          <a:lnTo>
                            <a:pt x="48178" y="131845"/>
                          </a:lnTo>
                          <a:lnTo>
                            <a:pt x="0" y="131845"/>
                          </a:lnTo>
                          <a:lnTo>
                            <a:pt x="131769" y="0"/>
                          </a:lnTo>
                          <a:close/>
                        </a:path>
                      </a:pathLst>
                    </a:custGeom>
                    <a:solidFill>
                      <a:srgbClr val="C8F2F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1625" name="Google Shape;1625;p45"/>
                <p:cNvGrpSpPr/>
                <p:nvPr/>
              </p:nvGrpSpPr>
              <p:grpSpPr>
                <a:xfrm>
                  <a:off x="6632950" y="3436955"/>
                  <a:ext cx="141194" cy="30851"/>
                  <a:chOff x="6632950" y="3436955"/>
                  <a:chExt cx="141194" cy="30851"/>
                </a:xfrm>
              </p:grpSpPr>
              <p:grpSp>
                <p:nvGrpSpPr>
                  <p:cNvPr id="1626" name="Google Shape;1626;p45"/>
                  <p:cNvGrpSpPr/>
                  <p:nvPr/>
                </p:nvGrpSpPr>
                <p:grpSpPr>
                  <a:xfrm>
                    <a:off x="6744568" y="3436955"/>
                    <a:ext cx="29576" cy="30851"/>
                    <a:chOff x="6744568" y="3436955"/>
                    <a:chExt cx="29576" cy="30851"/>
                  </a:xfrm>
                </p:grpSpPr>
                <p:sp>
                  <p:nvSpPr>
                    <p:cNvPr id="1627" name="Google Shape;1627;p45"/>
                    <p:cNvSpPr/>
                    <p:nvPr/>
                  </p:nvSpPr>
                  <p:spPr>
                    <a:xfrm rot="10800000">
                      <a:off x="6753866" y="3436955"/>
                      <a:ext cx="20278" cy="30851"/>
                    </a:xfrm>
                    <a:custGeom>
                      <a:rect b="b" l="l" r="r" t="t"/>
                      <a:pathLst>
                        <a:path extrusionOk="0" h="30851" w="20278">
                          <a:moveTo>
                            <a:pt x="0" y="0"/>
                          </a:moveTo>
                          <a:lnTo>
                            <a:pt x="20279" y="0"/>
                          </a:lnTo>
                          <a:lnTo>
                            <a:pt x="20279" y="30852"/>
                          </a:lnTo>
                          <a:lnTo>
                            <a:pt x="0" y="30852"/>
                          </a:lnTo>
                          <a:close/>
                        </a:path>
                      </a:pathLst>
                    </a:custGeom>
                    <a:solidFill>
                      <a:srgbClr val="5D898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28" name="Google Shape;1628;p45"/>
                    <p:cNvSpPr/>
                    <p:nvPr/>
                  </p:nvSpPr>
                  <p:spPr>
                    <a:xfrm rot="10800000">
                      <a:off x="6744568" y="3436955"/>
                      <a:ext cx="20278" cy="30851"/>
                    </a:xfrm>
                    <a:custGeom>
                      <a:rect b="b" l="l" r="r" t="t"/>
                      <a:pathLst>
                        <a:path extrusionOk="0" h="30851" w="20278">
                          <a:moveTo>
                            <a:pt x="0" y="0"/>
                          </a:moveTo>
                          <a:lnTo>
                            <a:pt x="20279" y="0"/>
                          </a:lnTo>
                          <a:lnTo>
                            <a:pt x="20279" y="30852"/>
                          </a:lnTo>
                          <a:lnTo>
                            <a:pt x="0" y="30852"/>
                          </a:lnTo>
                          <a:close/>
                        </a:path>
                      </a:pathLst>
                    </a:custGeom>
                    <a:solidFill>
                      <a:srgbClr val="C8F2F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1629" name="Google Shape;1629;p45"/>
                  <p:cNvGrpSpPr/>
                  <p:nvPr/>
                </p:nvGrpSpPr>
                <p:grpSpPr>
                  <a:xfrm>
                    <a:off x="6632950" y="3436955"/>
                    <a:ext cx="29577" cy="30851"/>
                    <a:chOff x="6632950" y="3436955"/>
                    <a:chExt cx="29577" cy="30851"/>
                  </a:xfrm>
                </p:grpSpPr>
                <p:sp>
                  <p:nvSpPr>
                    <p:cNvPr id="1630" name="Google Shape;1630;p45"/>
                    <p:cNvSpPr/>
                    <p:nvPr/>
                  </p:nvSpPr>
                  <p:spPr>
                    <a:xfrm rot="10800000">
                      <a:off x="6642249" y="3436955"/>
                      <a:ext cx="20278" cy="30851"/>
                    </a:xfrm>
                    <a:custGeom>
                      <a:rect b="b" l="l" r="r" t="t"/>
                      <a:pathLst>
                        <a:path extrusionOk="0" h="30851" w="20278">
                          <a:moveTo>
                            <a:pt x="0" y="0"/>
                          </a:moveTo>
                          <a:lnTo>
                            <a:pt x="20279" y="0"/>
                          </a:lnTo>
                          <a:lnTo>
                            <a:pt x="20279" y="30852"/>
                          </a:lnTo>
                          <a:lnTo>
                            <a:pt x="0" y="30852"/>
                          </a:lnTo>
                          <a:close/>
                        </a:path>
                      </a:pathLst>
                    </a:custGeom>
                    <a:solidFill>
                      <a:srgbClr val="5D898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31" name="Google Shape;1631;p45"/>
                    <p:cNvSpPr/>
                    <p:nvPr/>
                  </p:nvSpPr>
                  <p:spPr>
                    <a:xfrm rot="10800000">
                      <a:off x="6632950" y="3436955"/>
                      <a:ext cx="20278" cy="30851"/>
                    </a:xfrm>
                    <a:custGeom>
                      <a:rect b="b" l="l" r="r" t="t"/>
                      <a:pathLst>
                        <a:path extrusionOk="0" h="30851" w="20278">
                          <a:moveTo>
                            <a:pt x="0" y="0"/>
                          </a:moveTo>
                          <a:lnTo>
                            <a:pt x="20279" y="0"/>
                          </a:lnTo>
                          <a:lnTo>
                            <a:pt x="20279" y="30852"/>
                          </a:lnTo>
                          <a:lnTo>
                            <a:pt x="0" y="30852"/>
                          </a:lnTo>
                          <a:close/>
                        </a:path>
                      </a:pathLst>
                    </a:custGeom>
                    <a:solidFill>
                      <a:srgbClr val="C8F2F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1632" name="Google Shape;1632;p45"/>
                <p:cNvGrpSpPr/>
                <p:nvPr/>
              </p:nvGrpSpPr>
              <p:grpSpPr>
                <a:xfrm>
                  <a:off x="6312453" y="3436955"/>
                  <a:ext cx="141194" cy="30851"/>
                  <a:chOff x="6312453" y="3436955"/>
                  <a:chExt cx="141194" cy="30851"/>
                </a:xfrm>
              </p:grpSpPr>
              <p:grpSp>
                <p:nvGrpSpPr>
                  <p:cNvPr id="1633" name="Google Shape;1633;p45"/>
                  <p:cNvGrpSpPr/>
                  <p:nvPr/>
                </p:nvGrpSpPr>
                <p:grpSpPr>
                  <a:xfrm>
                    <a:off x="6424071" y="3436955"/>
                    <a:ext cx="29576" cy="30851"/>
                    <a:chOff x="6424071" y="3436955"/>
                    <a:chExt cx="29576" cy="30851"/>
                  </a:xfrm>
                </p:grpSpPr>
                <p:sp>
                  <p:nvSpPr>
                    <p:cNvPr id="1634" name="Google Shape;1634;p45"/>
                    <p:cNvSpPr/>
                    <p:nvPr/>
                  </p:nvSpPr>
                  <p:spPr>
                    <a:xfrm rot="10800000">
                      <a:off x="6433369" y="3436955"/>
                      <a:ext cx="20278" cy="30851"/>
                    </a:xfrm>
                    <a:custGeom>
                      <a:rect b="b" l="l" r="r" t="t"/>
                      <a:pathLst>
                        <a:path extrusionOk="0" h="30851" w="20278">
                          <a:moveTo>
                            <a:pt x="0" y="0"/>
                          </a:moveTo>
                          <a:lnTo>
                            <a:pt x="20279" y="0"/>
                          </a:lnTo>
                          <a:lnTo>
                            <a:pt x="20279" y="30852"/>
                          </a:lnTo>
                          <a:lnTo>
                            <a:pt x="0" y="30852"/>
                          </a:lnTo>
                          <a:close/>
                        </a:path>
                      </a:pathLst>
                    </a:custGeom>
                    <a:solidFill>
                      <a:srgbClr val="5D898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35" name="Google Shape;1635;p45"/>
                    <p:cNvSpPr/>
                    <p:nvPr/>
                  </p:nvSpPr>
                  <p:spPr>
                    <a:xfrm rot="10800000">
                      <a:off x="6424071" y="3436955"/>
                      <a:ext cx="20278" cy="30851"/>
                    </a:xfrm>
                    <a:custGeom>
                      <a:rect b="b" l="l" r="r" t="t"/>
                      <a:pathLst>
                        <a:path extrusionOk="0" h="30851" w="20278">
                          <a:moveTo>
                            <a:pt x="0" y="0"/>
                          </a:moveTo>
                          <a:lnTo>
                            <a:pt x="20279" y="0"/>
                          </a:lnTo>
                          <a:lnTo>
                            <a:pt x="20279" y="30852"/>
                          </a:lnTo>
                          <a:lnTo>
                            <a:pt x="0" y="30852"/>
                          </a:lnTo>
                          <a:close/>
                        </a:path>
                      </a:pathLst>
                    </a:custGeom>
                    <a:solidFill>
                      <a:srgbClr val="C8F2F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1636" name="Google Shape;1636;p45"/>
                  <p:cNvGrpSpPr/>
                  <p:nvPr/>
                </p:nvGrpSpPr>
                <p:grpSpPr>
                  <a:xfrm>
                    <a:off x="6312453" y="3436955"/>
                    <a:ext cx="29577" cy="30851"/>
                    <a:chOff x="6312453" y="3436955"/>
                    <a:chExt cx="29577" cy="30851"/>
                  </a:xfrm>
                </p:grpSpPr>
                <p:sp>
                  <p:nvSpPr>
                    <p:cNvPr id="1637" name="Google Shape;1637;p45"/>
                    <p:cNvSpPr/>
                    <p:nvPr/>
                  </p:nvSpPr>
                  <p:spPr>
                    <a:xfrm rot="10800000">
                      <a:off x="6321752" y="3436955"/>
                      <a:ext cx="20278" cy="30851"/>
                    </a:xfrm>
                    <a:custGeom>
                      <a:rect b="b" l="l" r="r" t="t"/>
                      <a:pathLst>
                        <a:path extrusionOk="0" h="30851" w="20278">
                          <a:moveTo>
                            <a:pt x="0" y="0"/>
                          </a:moveTo>
                          <a:lnTo>
                            <a:pt x="20279" y="0"/>
                          </a:lnTo>
                          <a:lnTo>
                            <a:pt x="20279" y="30852"/>
                          </a:lnTo>
                          <a:lnTo>
                            <a:pt x="0" y="30852"/>
                          </a:lnTo>
                          <a:close/>
                        </a:path>
                      </a:pathLst>
                    </a:custGeom>
                    <a:solidFill>
                      <a:srgbClr val="5D898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38" name="Google Shape;1638;p45"/>
                    <p:cNvSpPr/>
                    <p:nvPr/>
                  </p:nvSpPr>
                  <p:spPr>
                    <a:xfrm rot="10800000">
                      <a:off x="6312453" y="3436955"/>
                      <a:ext cx="20278" cy="30851"/>
                    </a:xfrm>
                    <a:custGeom>
                      <a:rect b="b" l="l" r="r" t="t"/>
                      <a:pathLst>
                        <a:path extrusionOk="0" h="30851" w="20278">
                          <a:moveTo>
                            <a:pt x="0" y="0"/>
                          </a:moveTo>
                          <a:lnTo>
                            <a:pt x="20279" y="0"/>
                          </a:lnTo>
                          <a:lnTo>
                            <a:pt x="20279" y="30852"/>
                          </a:lnTo>
                          <a:lnTo>
                            <a:pt x="0" y="30852"/>
                          </a:lnTo>
                          <a:close/>
                        </a:path>
                      </a:pathLst>
                    </a:custGeom>
                    <a:solidFill>
                      <a:srgbClr val="C8F2F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1639" name="Google Shape;1639;p45"/>
              <p:cNvGrpSpPr/>
              <p:nvPr/>
            </p:nvGrpSpPr>
            <p:grpSpPr>
              <a:xfrm>
                <a:off x="5670699" y="3283505"/>
                <a:ext cx="598436" cy="184301"/>
                <a:chOff x="5670699" y="3283505"/>
                <a:chExt cx="598436" cy="184301"/>
              </a:xfrm>
            </p:grpSpPr>
            <p:grpSp>
              <p:nvGrpSpPr>
                <p:cNvPr id="1640" name="Google Shape;1640;p45"/>
                <p:cNvGrpSpPr/>
                <p:nvPr/>
              </p:nvGrpSpPr>
              <p:grpSpPr>
                <a:xfrm>
                  <a:off x="5670699" y="3283505"/>
                  <a:ext cx="598436" cy="153447"/>
                  <a:chOff x="5670699" y="3283505"/>
                  <a:chExt cx="598436" cy="153447"/>
                </a:xfrm>
              </p:grpSpPr>
              <p:grpSp>
                <p:nvGrpSpPr>
                  <p:cNvPr id="1641" name="Google Shape;1641;p45"/>
                  <p:cNvGrpSpPr/>
                  <p:nvPr/>
                </p:nvGrpSpPr>
                <p:grpSpPr>
                  <a:xfrm>
                    <a:off x="5670699" y="3283505"/>
                    <a:ext cx="282711" cy="153447"/>
                    <a:chOff x="5670699" y="3283505"/>
                    <a:chExt cx="282711" cy="153447"/>
                  </a:xfrm>
                </p:grpSpPr>
                <p:grpSp>
                  <p:nvGrpSpPr>
                    <p:cNvPr id="1642" name="Google Shape;1642;p45"/>
                    <p:cNvGrpSpPr/>
                    <p:nvPr/>
                  </p:nvGrpSpPr>
                  <p:grpSpPr>
                    <a:xfrm>
                      <a:off x="5670699" y="3283505"/>
                      <a:ext cx="282711" cy="144837"/>
                      <a:chOff x="5670699" y="3283505"/>
                      <a:chExt cx="282711" cy="144837"/>
                    </a:xfrm>
                  </p:grpSpPr>
                  <p:sp>
                    <p:nvSpPr>
                      <p:cNvPr id="1643" name="Google Shape;1643;p45"/>
                      <p:cNvSpPr/>
                      <p:nvPr/>
                    </p:nvSpPr>
                    <p:spPr>
                      <a:xfrm>
                        <a:off x="5670699" y="3283505"/>
                        <a:ext cx="282711" cy="144837"/>
                      </a:xfrm>
                      <a:custGeom>
                        <a:rect b="b" l="l" r="r" t="t"/>
                        <a:pathLst>
                          <a:path extrusionOk="0" h="144837" w="282711">
                            <a:moveTo>
                              <a:pt x="208855" y="144837"/>
                            </a:moveTo>
                            <a:lnTo>
                              <a:pt x="0" y="144837"/>
                            </a:lnTo>
                            <a:lnTo>
                              <a:pt x="73847" y="0"/>
                            </a:lnTo>
                            <a:lnTo>
                              <a:pt x="282712" y="0"/>
                            </a:lnTo>
                            <a:close/>
                          </a:path>
                        </a:pathLst>
                      </a:custGeom>
                      <a:solidFill>
                        <a:srgbClr val="C8F2F2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644" name="Google Shape;1644;p45"/>
                      <p:cNvSpPr/>
                      <p:nvPr/>
                    </p:nvSpPr>
                    <p:spPr>
                      <a:xfrm>
                        <a:off x="5683386" y="3290001"/>
                        <a:ext cx="257327" cy="131845"/>
                      </a:xfrm>
                      <a:custGeom>
                        <a:rect b="b" l="l" r="r" t="t"/>
                        <a:pathLst>
                          <a:path extrusionOk="0" h="131845" w="257327">
                            <a:moveTo>
                              <a:pt x="257327" y="0"/>
                            </a:moveTo>
                            <a:lnTo>
                              <a:pt x="245488" y="23251"/>
                            </a:lnTo>
                            <a:lnTo>
                              <a:pt x="190119" y="131845"/>
                            </a:lnTo>
                            <a:lnTo>
                              <a:pt x="0" y="131845"/>
                            </a:lnTo>
                            <a:lnTo>
                              <a:pt x="67208" y="0"/>
                            </a:lnTo>
                            <a:close/>
                          </a:path>
                        </a:pathLst>
                      </a:custGeom>
                      <a:solidFill>
                        <a:srgbClr val="309AEE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645" name="Google Shape;1645;p45"/>
                      <p:cNvSpPr/>
                      <p:nvPr/>
                    </p:nvSpPr>
                    <p:spPr>
                      <a:xfrm>
                        <a:off x="5742851" y="3290001"/>
                        <a:ext cx="76819" cy="132445"/>
                      </a:xfrm>
                      <a:custGeom>
                        <a:rect b="b" l="l" r="r" t="t"/>
                        <a:pathLst>
                          <a:path extrusionOk="0" h="132445" w="76819">
                            <a:moveTo>
                              <a:pt x="76819" y="0"/>
                            </a:moveTo>
                            <a:lnTo>
                              <a:pt x="45491" y="61484"/>
                            </a:lnTo>
                            <a:lnTo>
                              <a:pt x="41272" y="69761"/>
                            </a:lnTo>
                            <a:lnTo>
                              <a:pt x="9277" y="132445"/>
                            </a:lnTo>
                            <a:lnTo>
                              <a:pt x="0" y="132445"/>
                            </a:lnTo>
                            <a:lnTo>
                              <a:pt x="32080" y="69513"/>
                            </a:lnTo>
                            <a:lnTo>
                              <a:pt x="36300" y="61322"/>
                            </a:lnTo>
                            <a:lnTo>
                              <a:pt x="67542" y="0"/>
                            </a:lnTo>
                            <a:close/>
                          </a:path>
                        </a:pathLst>
                      </a:custGeom>
                      <a:solidFill>
                        <a:srgbClr val="C8F2F2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646" name="Google Shape;1646;p45"/>
                      <p:cNvSpPr/>
                      <p:nvPr/>
                    </p:nvSpPr>
                    <p:spPr>
                      <a:xfrm>
                        <a:off x="5715704" y="3350323"/>
                        <a:ext cx="192509" cy="11610"/>
                      </a:xfrm>
                      <a:custGeom>
                        <a:rect b="b" l="l" r="r" t="t"/>
                        <a:pathLst>
                          <a:path extrusionOk="0" h="11610" w="192509">
                            <a:moveTo>
                              <a:pt x="192510" y="3419"/>
                            </a:moveTo>
                            <a:lnTo>
                              <a:pt x="188338" y="11611"/>
                            </a:lnTo>
                            <a:lnTo>
                              <a:pt x="129083" y="10515"/>
                            </a:lnTo>
                            <a:lnTo>
                              <a:pt x="119891" y="10354"/>
                            </a:lnTo>
                            <a:lnTo>
                              <a:pt x="68418" y="9439"/>
                            </a:lnTo>
                            <a:lnTo>
                              <a:pt x="59226" y="9192"/>
                            </a:lnTo>
                            <a:lnTo>
                              <a:pt x="0" y="8201"/>
                            </a:lnTo>
                            <a:lnTo>
                              <a:pt x="4143" y="0"/>
                            </a:lnTo>
                            <a:lnTo>
                              <a:pt x="63446" y="1000"/>
                            </a:lnTo>
                            <a:lnTo>
                              <a:pt x="72638" y="1162"/>
                            </a:lnTo>
                            <a:lnTo>
                              <a:pt x="124111" y="2162"/>
                            </a:lnTo>
                            <a:lnTo>
                              <a:pt x="133302" y="2324"/>
                            </a:lnTo>
                            <a:close/>
                          </a:path>
                        </a:pathLst>
                      </a:custGeom>
                      <a:solidFill>
                        <a:srgbClr val="C8F2F2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647" name="Google Shape;1647;p45"/>
                      <p:cNvSpPr/>
                      <p:nvPr/>
                    </p:nvSpPr>
                    <p:spPr>
                      <a:xfrm>
                        <a:off x="5804001" y="3290001"/>
                        <a:ext cx="77142" cy="132873"/>
                      </a:xfrm>
                      <a:custGeom>
                        <a:rect b="b" l="l" r="r" t="t"/>
                        <a:pathLst>
                          <a:path extrusionOk="0" h="132873" w="77142">
                            <a:moveTo>
                              <a:pt x="77143" y="0"/>
                            </a:moveTo>
                            <a:lnTo>
                              <a:pt x="45006" y="62646"/>
                            </a:lnTo>
                            <a:lnTo>
                              <a:pt x="40786" y="70837"/>
                            </a:lnTo>
                            <a:lnTo>
                              <a:pt x="9277" y="132874"/>
                            </a:lnTo>
                            <a:lnTo>
                              <a:pt x="0" y="132874"/>
                            </a:lnTo>
                            <a:lnTo>
                              <a:pt x="31594" y="70675"/>
                            </a:lnTo>
                            <a:lnTo>
                              <a:pt x="35814" y="62484"/>
                            </a:lnTo>
                            <a:lnTo>
                              <a:pt x="67875" y="0"/>
                            </a:lnTo>
                            <a:close/>
                          </a:path>
                        </a:pathLst>
                      </a:custGeom>
                      <a:solidFill>
                        <a:srgbClr val="C8F2F2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sp>
                  <p:nvSpPr>
                    <p:cNvPr id="1648" name="Google Shape;1648;p45"/>
                    <p:cNvSpPr/>
                    <p:nvPr/>
                  </p:nvSpPr>
                  <p:spPr>
                    <a:xfrm>
                      <a:off x="5670699" y="3428342"/>
                      <a:ext cx="208892" cy="8610"/>
                    </a:xfrm>
                    <a:custGeom>
                      <a:rect b="b" l="l" r="r" t="t"/>
                      <a:pathLst>
                        <a:path extrusionOk="0" h="8610" w="208892">
                          <a:moveTo>
                            <a:pt x="0" y="0"/>
                          </a:moveTo>
                          <a:lnTo>
                            <a:pt x="208893" y="0"/>
                          </a:lnTo>
                          <a:lnTo>
                            <a:pt x="208893" y="8611"/>
                          </a:lnTo>
                          <a:lnTo>
                            <a:pt x="0" y="8611"/>
                          </a:lnTo>
                          <a:close/>
                        </a:path>
                      </a:pathLst>
                    </a:custGeom>
                    <a:solidFill>
                      <a:srgbClr val="7CA5A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49" name="Google Shape;1649;p45"/>
                    <p:cNvSpPr/>
                    <p:nvPr/>
                  </p:nvSpPr>
                  <p:spPr>
                    <a:xfrm>
                      <a:off x="5879553" y="3283505"/>
                      <a:ext cx="73856" cy="153447"/>
                    </a:xfrm>
                    <a:custGeom>
                      <a:rect b="b" l="l" r="r" t="t"/>
                      <a:pathLst>
                        <a:path extrusionOk="0" h="153447" w="73856">
                          <a:moveTo>
                            <a:pt x="73857" y="0"/>
                          </a:moveTo>
                          <a:lnTo>
                            <a:pt x="73857" y="9639"/>
                          </a:lnTo>
                          <a:lnTo>
                            <a:pt x="57" y="153448"/>
                          </a:lnTo>
                          <a:lnTo>
                            <a:pt x="0" y="144837"/>
                          </a:lnTo>
                          <a:close/>
                        </a:path>
                      </a:pathLst>
                    </a:custGeom>
                    <a:solidFill>
                      <a:srgbClr val="5D898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50" name="Google Shape;1650;p45"/>
                    <p:cNvSpPr/>
                    <p:nvPr/>
                  </p:nvSpPr>
                  <p:spPr>
                    <a:xfrm>
                      <a:off x="5683386" y="3290001"/>
                      <a:ext cx="155524" cy="131845"/>
                    </a:xfrm>
                    <a:custGeom>
                      <a:rect b="b" l="l" r="r" t="t"/>
                      <a:pathLst>
                        <a:path extrusionOk="0" h="131845" w="155524">
                          <a:moveTo>
                            <a:pt x="155524" y="0"/>
                          </a:moveTo>
                          <a:lnTo>
                            <a:pt x="23755" y="131845"/>
                          </a:lnTo>
                          <a:lnTo>
                            <a:pt x="0" y="131845"/>
                          </a:lnTo>
                          <a:lnTo>
                            <a:pt x="67208" y="0"/>
                          </a:lnTo>
                          <a:close/>
                        </a:path>
                      </a:pathLst>
                    </a:custGeom>
                    <a:solidFill>
                      <a:srgbClr val="C8F2F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51" name="Google Shape;1651;p45"/>
                    <p:cNvSpPr/>
                    <p:nvPr/>
                  </p:nvSpPr>
                  <p:spPr>
                    <a:xfrm>
                      <a:off x="5772035" y="3290001"/>
                      <a:ext cx="168678" cy="131845"/>
                    </a:xfrm>
                    <a:custGeom>
                      <a:rect b="b" l="l" r="r" t="t"/>
                      <a:pathLst>
                        <a:path extrusionOk="0" h="131845" w="168678">
                          <a:moveTo>
                            <a:pt x="168678" y="0"/>
                          </a:moveTo>
                          <a:lnTo>
                            <a:pt x="156839" y="23251"/>
                          </a:lnTo>
                          <a:lnTo>
                            <a:pt x="48168" y="131845"/>
                          </a:lnTo>
                          <a:lnTo>
                            <a:pt x="0" y="131845"/>
                          </a:lnTo>
                          <a:lnTo>
                            <a:pt x="131759" y="0"/>
                          </a:lnTo>
                          <a:close/>
                        </a:path>
                      </a:pathLst>
                    </a:custGeom>
                    <a:solidFill>
                      <a:srgbClr val="C8F2F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1652" name="Google Shape;1652;p45"/>
                  <p:cNvGrpSpPr/>
                  <p:nvPr/>
                </p:nvGrpSpPr>
                <p:grpSpPr>
                  <a:xfrm>
                    <a:off x="5986424" y="3283505"/>
                    <a:ext cx="282711" cy="153447"/>
                    <a:chOff x="5986424" y="3283505"/>
                    <a:chExt cx="282711" cy="153447"/>
                  </a:xfrm>
                </p:grpSpPr>
                <p:grpSp>
                  <p:nvGrpSpPr>
                    <p:cNvPr id="1653" name="Google Shape;1653;p45"/>
                    <p:cNvGrpSpPr/>
                    <p:nvPr/>
                  </p:nvGrpSpPr>
                  <p:grpSpPr>
                    <a:xfrm>
                      <a:off x="5986424" y="3283505"/>
                      <a:ext cx="282711" cy="144837"/>
                      <a:chOff x="5986424" y="3283505"/>
                      <a:chExt cx="282711" cy="144837"/>
                    </a:xfrm>
                  </p:grpSpPr>
                  <p:sp>
                    <p:nvSpPr>
                      <p:cNvPr id="1654" name="Google Shape;1654;p45"/>
                      <p:cNvSpPr/>
                      <p:nvPr/>
                    </p:nvSpPr>
                    <p:spPr>
                      <a:xfrm>
                        <a:off x="5986424" y="3283505"/>
                        <a:ext cx="282711" cy="144837"/>
                      </a:xfrm>
                      <a:custGeom>
                        <a:rect b="b" l="l" r="r" t="t"/>
                        <a:pathLst>
                          <a:path extrusionOk="0" h="144837" w="282711">
                            <a:moveTo>
                              <a:pt x="208864" y="144837"/>
                            </a:moveTo>
                            <a:lnTo>
                              <a:pt x="0" y="144837"/>
                            </a:lnTo>
                            <a:lnTo>
                              <a:pt x="73847" y="0"/>
                            </a:lnTo>
                            <a:lnTo>
                              <a:pt x="282712" y="0"/>
                            </a:lnTo>
                            <a:close/>
                          </a:path>
                        </a:pathLst>
                      </a:custGeom>
                      <a:solidFill>
                        <a:srgbClr val="C8F2F2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655" name="Google Shape;1655;p45"/>
                      <p:cNvSpPr/>
                      <p:nvPr/>
                    </p:nvSpPr>
                    <p:spPr>
                      <a:xfrm>
                        <a:off x="5999121" y="3290001"/>
                        <a:ext cx="257317" cy="131845"/>
                      </a:xfrm>
                      <a:custGeom>
                        <a:rect b="b" l="l" r="r" t="t"/>
                        <a:pathLst>
                          <a:path extrusionOk="0" h="131845" w="257317">
                            <a:moveTo>
                              <a:pt x="257318" y="0"/>
                            </a:moveTo>
                            <a:lnTo>
                              <a:pt x="245488" y="23251"/>
                            </a:lnTo>
                            <a:lnTo>
                              <a:pt x="190109" y="131845"/>
                            </a:lnTo>
                            <a:lnTo>
                              <a:pt x="0" y="131845"/>
                            </a:lnTo>
                            <a:lnTo>
                              <a:pt x="67199" y="0"/>
                            </a:lnTo>
                            <a:close/>
                          </a:path>
                        </a:pathLst>
                      </a:custGeom>
                      <a:solidFill>
                        <a:srgbClr val="309AEE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656" name="Google Shape;1656;p45"/>
                      <p:cNvSpPr/>
                      <p:nvPr/>
                    </p:nvSpPr>
                    <p:spPr>
                      <a:xfrm>
                        <a:off x="6058585" y="3290001"/>
                        <a:ext cx="76809" cy="132445"/>
                      </a:xfrm>
                      <a:custGeom>
                        <a:rect b="b" l="l" r="r" t="t"/>
                        <a:pathLst>
                          <a:path extrusionOk="0" h="132445" w="76809">
                            <a:moveTo>
                              <a:pt x="76810" y="0"/>
                            </a:moveTo>
                            <a:lnTo>
                              <a:pt x="45482" y="61484"/>
                            </a:lnTo>
                            <a:lnTo>
                              <a:pt x="41262" y="69761"/>
                            </a:lnTo>
                            <a:lnTo>
                              <a:pt x="9268" y="132445"/>
                            </a:lnTo>
                            <a:lnTo>
                              <a:pt x="0" y="132445"/>
                            </a:lnTo>
                            <a:lnTo>
                              <a:pt x="32071" y="69513"/>
                            </a:lnTo>
                            <a:lnTo>
                              <a:pt x="36290" y="61322"/>
                            </a:lnTo>
                            <a:lnTo>
                              <a:pt x="67542" y="0"/>
                            </a:lnTo>
                            <a:close/>
                          </a:path>
                        </a:pathLst>
                      </a:custGeom>
                      <a:solidFill>
                        <a:srgbClr val="C8F2F2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657" name="Google Shape;1657;p45"/>
                      <p:cNvSpPr/>
                      <p:nvPr/>
                    </p:nvSpPr>
                    <p:spPr>
                      <a:xfrm>
                        <a:off x="6031439" y="3350323"/>
                        <a:ext cx="192509" cy="11610"/>
                      </a:xfrm>
                      <a:custGeom>
                        <a:rect b="b" l="l" r="r" t="t"/>
                        <a:pathLst>
                          <a:path extrusionOk="0" h="11610" w="192509">
                            <a:moveTo>
                              <a:pt x="192510" y="3419"/>
                            </a:moveTo>
                            <a:lnTo>
                              <a:pt x="188328" y="11611"/>
                            </a:lnTo>
                            <a:lnTo>
                              <a:pt x="129073" y="10515"/>
                            </a:lnTo>
                            <a:lnTo>
                              <a:pt x="119891" y="10354"/>
                            </a:lnTo>
                            <a:lnTo>
                              <a:pt x="68409" y="9439"/>
                            </a:lnTo>
                            <a:lnTo>
                              <a:pt x="59217" y="9192"/>
                            </a:lnTo>
                            <a:lnTo>
                              <a:pt x="0" y="8201"/>
                            </a:lnTo>
                            <a:lnTo>
                              <a:pt x="4134" y="0"/>
                            </a:lnTo>
                            <a:lnTo>
                              <a:pt x="63437" y="1000"/>
                            </a:lnTo>
                            <a:lnTo>
                              <a:pt x="72628" y="1162"/>
                            </a:lnTo>
                            <a:lnTo>
                              <a:pt x="124111" y="2162"/>
                            </a:lnTo>
                            <a:lnTo>
                              <a:pt x="133293" y="2324"/>
                            </a:lnTo>
                            <a:close/>
                          </a:path>
                        </a:pathLst>
                      </a:custGeom>
                      <a:solidFill>
                        <a:srgbClr val="C8F2F2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658" name="Google Shape;1658;p45"/>
                      <p:cNvSpPr/>
                      <p:nvPr/>
                    </p:nvSpPr>
                    <p:spPr>
                      <a:xfrm>
                        <a:off x="6119736" y="3290001"/>
                        <a:ext cx="77133" cy="132873"/>
                      </a:xfrm>
                      <a:custGeom>
                        <a:rect b="b" l="l" r="r" t="t"/>
                        <a:pathLst>
                          <a:path extrusionOk="0" h="132873" w="77133">
                            <a:moveTo>
                              <a:pt x="77133" y="0"/>
                            </a:moveTo>
                            <a:lnTo>
                              <a:pt x="44996" y="62646"/>
                            </a:lnTo>
                            <a:lnTo>
                              <a:pt x="40777" y="70837"/>
                            </a:lnTo>
                            <a:lnTo>
                              <a:pt x="9268" y="132874"/>
                            </a:lnTo>
                            <a:lnTo>
                              <a:pt x="0" y="132874"/>
                            </a:lnTo>
                            <a:lnTo>
                              <a:pt x="31594" y="70675"/>
                            </a:lnTo>
                            <a:lnTo>
                              <a:pt x="35814" y="62484"/>
                            </a:lnTo>
                            <a:lnTo>
                              <a:pt x="67866" y="0"/>
                            </a:lnTo>
                            <a:close/>
                          </a:path>
                        </a:pathLst>
                      </a:custGeom>
                      <a:solidFill>
                        <a:srgbClr val="C8F2F2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sp>
                  <p:nvSpPr>
                    <p:cNvPr id="1659" name="Google Shape;1659;p45"/>
                    <p:cNvSpPr/>
                    <p:nvPr/>
                  </p:nvSpPr>
                  <p:spPr>
                    <a:xfrm>
                      <a:off x="5986424" y="3428342"/>
                      <a:ext cx="208892" cy="8610"/>
                    </a:xfrm>
                    <a:custGeom>
                      <a:rect b="b" l="l" r="r" t="t"/>
                      <a:pathLst>
                        <a:path extrusionOk="0" h="8610" w="208892">
                          <a:moveTo>
                            <a:pt x="0" y="0"/>
                          </a:moveTo>
                          <a:lnTo>
                            <a:pt x="208893" y="0"/>
                          </a:lnTo>
                          <a:lnTo>
                            <a:pt x="208893" y="8611"/>
                          </a:lnTo>
                          <a:lnTo>
                            <a:pt x="0" y="8611"/>
                          </a:lnTo>
                          <a:close/>
                        </a:path>
                      </a:pathLst>
                    </a:custGeom>
                    <a:solidFill>
                      <a:srgbClr val="7CA5A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60" name="Google Shape;1660;p45"/>
                    <p:cNvSpPr/>
                    <p:nvPr/>
                  </p:nvSpPr>
                  <p:spPr>
                    <a:xfrm>
                      <a:off x="6195288" y="3283505"/>
                      <a:ext cx="73847" cy="153447"/>
                    </a:xfrm>
                    <a:custGeom>
                      <a:rect b="b" l="l" r="r" t="t"/>
                      <a:pathLst>
                        <a:path extrusionOk="0" h="153447" w="73847">
                          <a:moveTo>
                            <a:pt x="73847" y="0"/>
                          </a:moveTo>
                          <a:lnTo>
                            <a:pt x="73847" y="9639"/>
                          </a:lnTo>
                          <a:lnTo>
                            <a:pt x="47" y="153448"/>
                          </a:lnTo>
                          <a:lnTo>
                            <a:pt x="0" y="144837"/>
                          </a:lnTo>
                          <a:close/>
                        </a:path>
                      </a:pathLst>
                    </a:custGeom>
                    <a:solidFill>
                      <a:srgbClr val="5D898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61" name="Google Shape;1661;p45"/>
                    <p:cNvSpPr/>
                    <p:nvPr/>
                  </p:nvSpPr>
                  <p:spPr>
                    <a:xfrm>
                      <a:off x="5999121" y="3290001"/>
                      <a:ext cx="155514" cy="131845"/>
                    </a:xfrm>
                    <a:custGeom>
                      <a:rect b="b" l="l" r="r" t="t"/>
                      <a:pathLst>
                        <a:path extrusionOk="0" h="131845" w="155514">
                          <a:moveTo>
                            <a:pt x="155515" y="0"/>
                          </a:moveTo>
                          <a:lnTo>
                            <a:pt x="23746" y="131845"/>
                          </a:lnTo>
                          <a:lnTo>
                            <a:pt x="0" y="131845"/>
                          </a:lnTo>
                          <a:lnTo>
                            <a:pt x="67199" y="0"/>
                          </a:lnTo>
                          <a:close/>
                        </a:path>
                      </a:pathLst>
                    </a:custGeom>
                    <a:solidFill>
                      <a:srgbClr val="C8F2F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62" name="Google Shape;1662;p45"/>
                    <p:cNvSpPr/>
                    <p:nvPr/>
                  </p:nvSpPr>
                  <p:spPr>
                    <a:xfrm>
                      <a:off x="6087760" y="3290001"/>
                      <a:ext cx="168678" cy="131845"/>
                    </a:xfrm>
                    <a:custGeom>
                      <a:rect b="b" l="l" r="r" t="t"/>
                      <a:pathLst>
                        <a:path extrusionOk="0" h="131845" w="168678">
                          <a:moveTo>
                            <a:pt x="168678" y="0"/>
                          </a:moveTo>
                          <a:lnTo>
                            <a:pt x="156848" y="23251"/>
                          </a:lnTo>
                          <a:lnTo>
                            <a:pt x="48168" y="131845"/>
                          </a:lnTo>
                          <a:lnTo>
                            <a:pt x="0" y="131845"/>
                          </a:lnTo>
                          <a:lnTo>
                            <a:pt x="131769" y="0"/>
                          </a:lnTo>
                          <a:close/>
                        </a:path>
                      </a:pathLst>
                    </a:custGeom>
                    <a:solidFill>
                      <a:srgbClr val="C8F2F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1663" name="Google Shape;1663;p45"/>
                <p:cNvGrpSpPr/>
                <p:nvPr/>
              </p:nvGrpSpPr>
              <p:grpSpPr>
                <a:xfrm>
                  <a:off x="6025048" y="3436955"/>
                  <a:ext cx="141203" cy="30851"/>
                  <a:chOff x="6025048" y="3436955"/>
                  <a:chExt cx="141203" cy="30851"/>
                </a:xfrm>
              </p:grpSpPr>
              <p:grpSp>
                <p:nvGrpSpPr>
                  <p:cNvPr id="1664" name="Google Shape;1664;p45"/>
                  <p:cNvGrpSpPr/>
                  <p:nvPr/>
                </p:nvGrpSpPr>
                <p:grpSpPr>
                  <a:xfrm>
                    <a:off x="6136675" y="3436955"/>
                    <a:ext cx="29576" cy="30851"/>
                    <a:chOff x="6136675" y="3436955"/>
                    <a:chExt cx="29576" cy="30851"/>
                  </a:xfrm>
                </p:grpSpPr>
                <p:sp>
                  <p:nvSpPr>
                    <p:cNvPr id="1665" name="Google Shape;1665;p45"/>
                    <p:cNvSpPr/>
                    <p:nvPr/>
                  </p:nvSpPr>
                  <p:spPr>
                    <a:xfrm rot="10800000">
                      <a:off x="6145973" y="3436955"/>
                      <a:ext cx="20278" cy="30851"/>
                    </a:xfrm>
                    <a:custGeom>
                      <a:rect b="b" l="l" r="r" t="t"/>
                      <a:pathLst>
                        <a:path extrusionOk="0" h="30851" w="20278">
                          <a:moveTo>
                            <a:pt x="0" y="0"/>
                          </a:moveTo>
                          <a:lnTo>
                            <a:pt x="20279" y="0"/>
                          </a:lnTo>
                          <a:lnTo>
                            <a:pt x="20279" y="30852"/>
                          </a:lnTo>
                          <a:lnTo>
                            <a:pt x="0" y="30852"/>
                          </a:lnTo>
                          <a:close/>
                        </a:path>
                      </a:pathLst>
                    </a:custGeom>
                    <a:solidFill>
                      <a:srgbClr val="5D898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66" name="Google Shape;1666;p45"/>
                    <p:cNvSpPr/>
                    <p:nvPr/>
                  </p:nvSpPr>
                  <p:spPr>
                    <a:xfrm rot="10800000">
                      <a:off x="6136675" y="3436955"/>
                      <a:ext cx="20278" cy="30851"/>
                    </a:xfrm>
                    <a:custGeom>
                      <a:rect b="b" l="l" r="r" t="t"/>
                      <a:pathLst>
                        <a:path extrusionOk="0" h="30851" w="20278">
                          <a:moveTo>
                            <a:pt x="0" y="0"/>
                          </a:moveTo>
                          <a:lnTo>
                            <a:pt x="20279" y="0"/>
                          </a:lnTo>
                          <a:lnTo>
                            <a:pt x="20279" y="30852"/>
                          </a:lnTo>
                          <a:lnTo>
                            <a:pt x="0" y="30852"/>
                          </a:lnTo>
                          <a:close/>
                        </a:path>
                      </a:pathLst>
                    </a:custGeom>
                    <a:solidFill>
                      <a:srgbClr val="C8F2F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1667" name="Google Shape;1667;p45"/>
                  <p:cNvGrpSpPr/>
                  <p:nvPr/>
                </p:nvGrpSpPr>
                <p:grpSpPr>
                  <a:xfrm>
                    <a:off x="6025048" y="3436955"/>
                    <a:ext cx="29576" cy="30851"/>
                    <a:chOff x="6025048" y="3436955"/>
                    <a:chExt cx="29576" cy="30851"/>
                  </a:xfrm>
                </p:grpSpPr>
                <p:sp>
                  <p:nvSpPr>
                    <p:cNvPr id="1668" name="Google Shape;1668;p45"/>
                    <p:cNvSpPr/>
                    <p:nvPr/>
                  </p:nvSpPr>
                  <p:spPr>
                    <a:xfrm rot="10800000">
                      <a:off x="6034346" y="3436955"/>
                      <a:ext cx="20278" cy="30851"/>
                    </a:xfrm>
                    <a:custGeom>
                      <a:rect b="b" l="l" r="r" t="t"/>
                      <a:pathLst>
                        <a:path extrusionOk="0" h="30851" w="20278">
                          <a:moveTo>
                            <a:pt x="0" y="0"/>
                          </a:moveTo>
                          <a:lnTo>
                            <a:pt x="20279" y="0"/>
                          </a:lnTo>
                          <a:lnTo>
                            <a:pt x="20279" y="30852"/>
                          </a:lnTo>
                          <a:lnTo>
                            <a:pt x="0" y="30852"/>
                          </a:lnTo>
                          <a:close/>
                        </a:path>
                      </a:pathLst>
                    </a:custGeom>
                    <a:solidFill>
                      <a:srgbClr val="5D898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69" name="Google Shape;1669;p45"/>
                    <p:cNvSpPr/>
                    <p:nvPr/>
                  </p:nvSpPr>
                  <p:spPr>
                    <a:xfrm rot="10800000">
                      <a:off x="6025048" y="3436955"/>
                      <a:ext cx="20278" cy="30851"/>
                    </a:xfrm>
                    <a:custGeom>
                      <a:rect b="b" l="l" r="r" t="t"/>
                      <a:pathLst>
                        <a:path extrusionOk="0" h="30851" w="20278">
                          <a:moveTo>
                            <a:pt x="0" y="0"/>
                          </a:moveTo>
                          <a:lnTo>
                            <a:pt x="20279" y="0"/>
                          </a:lnTo>
                          <a:lnTo>
                            <a:pt x="20279" y="30852"/>
                          </a:lnTo>
                          <a:lnTo>
                            <a:pt x="0" y="30852"/>
                          </a:lnTo>
                          <a:close/>
                        </a:path>
                      </a:pathLst>
                    </a:custGeom>
                    <a:solidFill>
                      <a:srgbClr val="C8F2F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1670" name="Google Shape;1670;p45"/>
                <p:cNvGrpSpPr/>
                <p:nvPr/>
              </p:nvGrpSpPr>
              <p:grpSpPr>
                <a:xfrm>
                  <a:off x="5704551" y="3436955"/>
                  <a:ext cx="141203" cy="30851"/>
                  <a:chOff x="5704551" y="3436955"/>
                  <a:chExt cx="141203" cy="30851"/>
                </a:xfrm>
              </p:grpSpPr>
              <p:grpSp>
                <p:nvGrpSpPr>
                  <p:cNvPr id="1671" name="Google Shape;1671;p45"/>
                  <p:cNvGrpSpPr/>
                  <p:nvPr/>
                </p:nvGrpSpPr>
                <p:grpSpPr>
                  <a:xfrm>
                    <a:off x="5816178" y="3436955"/>
                    <a:ext cx="29576" cy="30851"/>
                    <a:chOff x="5816178" y="3436955"/>
                    <a:chExt cx="29576" cy="30851"/>
                  </a:xfrm>
                </p:grpSpPr>
                <p:sp>
                  <p:nvSpPr>
                    <p:cNvPr id="1672" name="Google Shape;1672;p45"/>
                    <p:cNvSpPr/>
                    <p:nvPr/>
                  </p:nvSpPr>
                  <p:spPr>
                    <a:xfrm rot="10800000">
                      <a:off x="5825476" y="3436955"/>
                      <a:ext cx="20278" cy="30851"/>
                    </a:xfrm>
                    <a:custGeom>
                      <a:rect b="b" l="l" r="r" t="t"/>
                      <a:pathLst>
                        <a:path extrusionOk="0" h="30851" w="20278">
                          <a:moveTo>
                            <a:pt x="0" y="0"/>
                          </a:moveTo>
                          <a:lnTo>
                            <a:pt x="20279" y="0"/>
                          </a:lnTo>
                          <a:lnTo>
                            <a:pt x="20279" y="30852"/>
                          </a:lnTo>
                          <a:lnTo>
                            <a:pt x="0" y="30852"/>
                          </a:lnTo>
                          <a:close/>
                        </a:path>
                      </a:pathLst>
                    </a:custGeom>
                    <a:solidFill>
                      <a:srgbClr val="5D898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73" name="Google Shape;1673;p45"/>
                    <p:cNvSpPr/>
                    <p:nvPr/>
                  </p:nvSpPr>
                  <p:spPr>
                    <a:xfrm rot="10800000">
                      <a:off x="5816178" y="3436955"/>
                      <a:ext cx="20278" cy="30851"/>
                    </a:xfrm>
                    <a:custGeom>
                      <a:rect b="b" l="l" r="r" t="t"/>
                      <a:pathLst>
                        <a:path extrusionOk="0" h="30851" w="20278">
                          <a:moveTo>
                            <a:pt x="0" y="0"/>
                          </a:moveTo>
                          <a:lnTo>
                            <a:pt x="20279" y="0"/>
                          </a:lnTo>
                          <a:lnTo>
                            <a:pt x="20279" y="30852"/>
                          </a:lnTo>
                          <a:lnTo>
                            <a:pt x="0" y="30852"/>
                          </a:lnTo>
                          <a:close/>
                        </a:path>
                      </a:pathLst>
                    </a:custGeom>
                    <a:solidFill>
                      <a:srgbClr val="C8F2F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1674" name="Google Shape;1674;p45"/>
                  <p:cNvGrpSpPr/>
                  <p:nvPr/>
                </p:nvGrpSpPr>
                <p:grpSpPr>
                  <a:xfrm>
                    <a:off x="5704551" y="3436955"/>
                    <a:ext cx="29576" cy="30851"/>
                    <a:chOff x="5704551" y="3436955"/>
                    <a:chExt cx="29576" cy="30851"/>
                  </a:xfrm>
                </p:grpSpPr>
                <p:sp>
                  <p:nvSpPr>
                    <p:cNvPr id="1675" name="Google Shape;1675;p45"/>
                    <p:cNvSpPr/>
                    <p:nvPr/>
                  </p:nvSpPr>
                  <p:spPr>
                    <a:xfrm rot="10800000">
                      <a:off x="5713849" y="3436955"/>
                      <a:ext cx="20278" cy="30851"/>
                    </a:xfrm>
                    <a:custGeom>
                      <a:rect b="b" l="l" r="r" t="t"/>
                      <a:pathLst>
                        <a:path extrusionOk="0" h="30851" w="20278">
                          <a:moveTo>
                            <a:pt x="0" y="0"/>
                          </a:moveTo>
                          <a:lnTo>
                            <a:pt x="20279" y="0"/>
                          </a:lnTo>
                          <a:lnTo>
                            <a:pt x="20279" y="30852"/>
                          </a:lnTo>
                          <a:lnTo>
                            <a:pt x="0" y="30852"/>
                          </a:lnTo>
                          <a:close/>
                        </a:path>
                      </a:pathLst>
                    </a:custGeom>
                    <a:solidFill>
                      <a:srgbClr val="5D8987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76" name="Google Shape;1676;p45"/>
                    <p:cNvSpPr/>
                    <p:nvPr/>
                  </p:nvSpPr>
                  <p:spPr>
                    <a:xfrm rot="10800000">
                      <a:off x="5704551" y="3436955"/>
                      <a:ext cx="20278" cy="30851"/>
                    </a:xfrm>
                    <a:custGeom>
                      <a:rect b="b" l="l" r="r" t="t"/>
                      <a:pathLst>
                        <a:path extrusionOk="0" h="30851" w="20278">
                          <a:moveTo>
                            <a:pt x="0" y="0"/>
                          </a:moveTo>
                          <a:lnTo>
                            <a:pt x="20279" y="0"/>
                          </a:lnTo>
                          <a:lnTo>
                            <a:pt x="20279" y="30852"/>
                          </a:lnTo>
                          <a:lnTo>
                            <a:pt x="0" y="30852"/>
                          </a:lnTo>
                          <a:close/>
                        </a:path>
                      </a:pathLst>
                    </a:custGeom>
                    <a:solidFill>
                      <a:srgbClr val="C8F2F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1677" name="Google Shape;1677;p45"/>
              <p:cNvGrpSpPr/>
              <p:nvPr/>
            </p:nvGrpSpPr>
            <p:grpSpPr>
              <a:xfrm>
                <a:off x="5425997" y="1903284"/>
                <a:ext cx="334832" cy="334832"/>
                <a:chOff x="5425997" y="1903284"/>
                <a:chExt cx="334832" cy="334832"/>
              </a:xfrm>
            </p:grpSpPr>
            <p:sp>
              <p:nvSpPr>
                <p:cNvPr id="1678" name="Google Shape;1678;p45"/>
                <p:cNvSpPr/>
                <p:nvPr/>
              </p:nvSpPr>
              <p:spPr>
                <a:xfrm rot="-4847797">
                  <a:off x="5479084" y="1955958"/>
                  <a:ext cx="229491" cy="229491"/>
                </a:xfrm>
                <a:custGeom>
                  <a:rect b="b" l="l" r="r" t="t"/>
                  <a:pathLst>
                    <a:path extrusionOk="0" h="229404" w="229404">
                      <a:moveTo>
                        <a:pt x="229404" y="114702"/>
                      </a:moveTo>
                      <a:cubicBezTo>
                        <a:pt x="229404" y="178050"/>
                        <a:pt x="178050" y="229404"/>
                        <a:pt x="114702" y="229404"/>
                      </a:cubicBezTo>
                      <a:cubicBezTo>
                        <a:pt x="51354" y="229404"/>
                        <a:pt x="0" y="178050"/>
                        <a:pt x="0" y="114702"/>
                      </a:cubicBezTo>
                      <a:cubicBezTo>
                        <a:pt x="0" y="51354"/>
                        <a:pt x="51354" y="0"/>
                        <a:pt x="114702" y="0"/>
                      </a:cubicBezTo>
                      <a:cubicBezTo>
                        <a:pt x="178050" y="0"/>
                        <a:pt x="229404" y="51354"/>
                        <a:pt x="229404" y="114702"/>
                      </a:cubicBezTo>
                      <a:close/>
                    </a:path>
                  </a:pathLst>
                </a:custGeom>
                <a:solidFill>
                  <a:srgbClr val="FFDDA1">
                    <a:alpha val="298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9" name="Google Shape;1679;p45"/>
                <p:cNvSpPr/>
                <p:nvPr/>
              </p:nvSpPr>
              <p:spPr>
                <a:xfrm rot="-4610003">
                  <a:off x="5454073" y="1931361"/>
                  <a:ext cx="278680" cy="278680"/>
                </a:xfrm>
                <a:custGeom>
                  <a:rect b="b" l="l" r="r" t="t"/>
                  <a:pathLst>
                    <a:path extrusionOk="0" h="279027" w="279027">
                      <a:moveTo>
                        <a:pt x="279028" y="139514"/>
                      </a:moveTo>
                      <a:cubicBezTo>
                        <a:pt x="279028" y="216565"/>
                        <a:pt x="216565" y="279028"/>
                        <a:pt x="139514" y="279028"/>
                      </a:cubicBezTo>
                      <a:cubicBezTo>
                        <a:pt x="62463" y="279028"/>
                        <a:pt x="0" y="216565"/>
                        <a:pt x="0" y="139514"/>
                      </a:cubicBezTo>
                      <a:cubicBezTo>
                        <a:pt x="0" y="62463"/>
                        <a:pt x="62462" y="0"/>
                        <a:pt x="139514" y="0"/>
                      </a:cubicBezTo>
                      <a:cubicBezTo>
                        <a:pt x="216565" y="0"/>
                        <a:pt x="279028" y="62463"/>
                        <a:pt x="279028" y="139514"/>
                      </a:cubicBezTo>
                      <a:close/>
                    </a:path>
                  </a:pathLst>
                </a:custGeom>
                <a:solidFill>
                  <a:srgbClr val="FFDDA1">
                    <a:alpha val="298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80" name="Google Shape;1680;p45"/>
                <p:cNvSpPr/>
                <p:nvPr/>
              </p:nvSpPr>
              <p:spPr>
                <a:xfrm>
                  <a:off x="5502192" y="1979199"/>
                  <a:ext cx="183013" cy="183013"/>
                </a:xfrm>
                <a:custGeom>
                  <a:rect b="b" l="l" r="r" t="t"/>
                  <a:pathLst>
                    <a:path extrusionOk="0" h="183013" w="183013">
                      <a:moveTo>
                        <a:pt x="183013" y="91507"/>
                      </a:moveTo>
                      <a:cubicBezTo>
                        <a:pt x="183013" y="142044"/>
                        <a:pt x="142044" y="183013"/>
                        <a:pt x="91507" y="183013"/>
                      </a:cubicBezTo>
                      <a:cubicBezTo>
                        <a:pt x="40969" y="183013"/>
                        <a:pt x="0" y="142044"/>
                        <a:pt x="0" y="91507"/>
                      </a:cubicBezTo>
                      <a:cubicBezTo>
                        <a:pt x="0" y="40969"/>
                        <a:pt x="40969" y="0"/>
                        <a:pt x="91507" y="0"/>
                      </a:cubicBezTo>
                      <a:cubicBezTo>
                        <a:pt x="142044" y="0"/>
                        <a:pt x="183013" y="40969"/>
                        <a:pt x="183013" y="91507"/>
                      </a:cubicBezTo>
                      <a:close/>
                    </a:path>
                  </a:pathLst>
                </a:custGeom>
                <a:solidFill>
                  <a:srgbClr val="FFF5E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81" name="Google Shape;1681;p45"/>
              <p:cNvGrpSpPr/>
              <p:nvPr/>
            </p:nvGrpSpPr>
            <p:grpSpPr>
              <a:xfrm>
                <a:off x="6650507" y="2530868"/>
                <a:ext cx="235076" cy="235077"/>
                <a:chOff x="6650507" y="2530868"/>
                <a:chExt cx="235076" cy="235077"/>
              </a:xfrm>
            </p:grpSpPr>
            <p:sp>
              <p:nvSpPr>
                <p:cNvPr id="1682" name="Google Shape;1682;p45"/>
                <p:cNvSpPr/>
                <p:nvPr/>
              </p:nvSpPr>
              <p:spPr>
                <a:xfrm>
                  <a:off x="6650507" y="2530868"/>
                  <a:ext cx="235076" cy="235077"/>
                </a:xfrm>
                <a:custGeom>
                  <a:rect b="b" l="l" r="r" t="t"/>
                  <a:pathLst>
                    <a:path extrusionOk="0" h="235077" w="235076">
                      <a:moveTo>
                        <a:pt x="235077" y="117539"/>
                      </a:moveTo>
                      <a:cubicBezTo>
                        <a:pt x="235077" y="182453"/>
                        <a:pt x="182453" y="235077"/>
                        <a:pt x="117539" y="235077"/>
                      </a:cubicBezTo>
                      <a:cubicBezTo>
                        <a:pt x="52624" y="235077"/>
                        <a:pt x="0" y="182453"/>
                        <a:pt x="0" y="117539"/>
                      </a:cubicBezTo>
                      <a:cubicBezTo>
                        <a:pt x="0" y="52624"/>
                        <a:pt x="52624" y="0"/>
                        <a:pt x="117539" y="0"/>
                      </a:cubicBezTo>
                      <a:cubicBezTo>
                        <a:pt x="182453" y="0"/>
                        <a:pt x="235077" y="52624"/>
                        <a:pt x="235077" y="117539"/>
                      </a:cubicBezTo>
                      <a:close/>
                    </a:path>
                  </a:pathLst>
                </a:custGeom>
                <a:solidFill>
                  <a:srgbClr val="F6FAF3">
                    <a:alpha val="298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683" name="Google Shape;1683;p45"/>
                <p:cNvGrpSpPr/>
                <p:nvPr/>
              </p:nvGrpSpPr>
              <p:grpSpPr>
                <a:xfrm>
                  <a:off x="6734505" y="2619755"/>
                  <a:ext cx="125666" cy="125666"/>
                  <a:chOff x="6734505" y="2619755"/>
                  <a:chExt cx="125666" cy="125666"/>
                </a:xfrm>
              </p:grpSpPr>
              <p:sp>
                <p:nvSpPr>
                  <p:cNvPr id="1684" name="Google Shape;1684;p45"/>
                  <p:cNvSpPr/>
                  <p:nvPr/>
                </p:nvSpPr>
                <p:spPr>
                  <a:xfrm>
                    <a:off x="6734505" y="2619755"/>
                    <a:ext cx="125666" cy="125666"/>
                  </a:xfrm>
                  <a:custGeom>
                    <a:rect b="b" l="l" r="r" t="t"/>
                    <a:pathLst>
                      <a:path extrusionOk="0" h="125666" w="125666">
                        <a:moveTo>
                          <a:pt x="75336" y="118958"/>
                        </a:moveTo>
                        <a:cubicBezTo>
                          <a:pt x="73765" y="119825"/>
                          <a:pt x="72193" y="120615"/>
                          <a:pt x="70602" y="121310"/>
                        </a:cubicBezTo>
                        <a:cubicBezTo>
                          <a:pt x="50876" y="130035"/>
                          <a:pt x="30798" y="124892"/>
                          <a:pt x="17120" y="112633"/>
                        </a:cubicBezTo>
                        <a:lnTo>
                          <a:pt x="10433" y="121187"/>
                        </a:lnTo>
                        <a:lnTo>
                          <a:pt x="4461" y="115224"/>
                        </a:lnTo>
                        <a:lnTo>
                          <a:pt x="13024" y="108537"/>
                        </a:lnTo>
                        <a:cubicBezTo>
                          <a:pt x="12452" y="107899"/>
                          <a:pt x="11890" y="107233"/>
                          <a:pt x="11348" y="106566"/>
                        </a:cubicBezTo>
                        <a:cubicBezTo>
                          <a:pt x="10805" y="105899"/>
                          <a:pt x="10300" y="105213"/>
                          <a:pt x="9776" y="104527"/>
                        </a:cubicBezTo>
                        <a:cubicBezTo>
                          <a:pt x="8747" y="103137"/>
                          <a:pt x="7804" y="101708"/>
                          <a:pt x="6928" y="100213"/>
                        </a:cubicBezTo>
                        <a:cubicBezTo>
                          <a:pt x="5166" y="97241"/>
                          <a:pt x="3708" y="94088"/>
                          <a:pt x="2594" y="90802"/>
                        </a:cubicBezTo>
                        <a:cubicBezTo>
                          <a:pt x="2223" y="89706"/>
                          <a:pt x="1880" y="88602"/>
                          <a:pt x="1584" y="87478"/>
                        </a:cubicBezTo>
                        <a:cubicBezTo>
                          <a:pt x="1394" y="86773"/>
                          <a:pt x="1222" y="86077"/>
                          <a:pt x="1080" y="85354"/>
                        </a:cubicBezTo>
                        <a:cubicBezTo>
                          <a:pt x="622" y="83220"/>
                          <a:pt x="308" y="81029"/>
                          <a:pt x="137" y="78819"/>
                        </a:cubicBezTo>
                        <a:cubicBezTo>
                          <a:pt x="-444" y="71142"/>
                          <a:pt x="803" y="63056"/>
                          <a:pt x="4356" y="55045"/>
                        </a:cubicBezTo>
                        <a:cubicBezTo>
                          <a:pt x="10471" y="41224"/>
                          <a:pt x="22625" y="27661"/>
                          <a:pt x="44999" y="17355"/>
                        </a:cubicBezTo>
                        <a:cubicBezTo>
                          <a:pt x="49314" y="15354"/>
                          <a:pt x="54010" y="13497"/>
                          <a:pt x="59134" y="11763"/>
                        </a:cubicBezTo>
                        <a:cubicBezTo>
                          <a:pt x="76289" y="5963"/>
                          <a:pt x="98092" y="1772"/>
                          <a:pt x="125666" y="0"/>
                        </a:cubicBezTo>
                        <a:cubicBezTo>
                          <a:pt x="122866" y="43615"/>
                          <a:pt x="113998" y="72790"/>
                          <a:pt x="102283" y="92021"/>
                        </a:cubicBezTo>
                        <a:cubicBezTo>
                          <a:pt x="94291" y="105166"/>
                          <a:pt x="84966" y="113662"/>
                          <a:pt x="75336" y="118958"/>
                        </a:cubicBezTo>
                        <a:close/>
                      </a:path>
                    </a:pathLst>
                  </a:custGeom>
                  <a:solidFill>
                    <a:srgbClr val="7AAF1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85" name="Google Shape;1685;p45"/>
                  <p:cNvSpPr/>
                  <p:nvPr/>
                </p:nvSpPr>
                <p:spPr>
                  <a:xfrm>
                    <a:off x="6734505" y="2619765"/>
                    <a:ext cx="125656" cy="118214"/>
                  </a:xfrm>
                  <a:custGeom>
                    <a:rect b="b" l="l" r="r" t="t"/>
                    <a:pathLst>
                      <a:path extrusionOk="0" h="118214" w="125656">
                        <a:moveTo>
                          <a:pt x="125657" y="0"/>
                        </a:moveTo>
                        <a:lnTo>
                          <a:pt x="7452" y="118215"/>
                        </a:lnTo>
                        <a:lnTo>
                          <a:pt x="4470" y="115234"/>
                        </a:lnTo>
                        <a:lnTo>
                          <a:pt x="13034" y="108547"/>
                        </a:lnTo>
                        <a:lnTo>
                          <a:pt x="13043" y="108537"/>
                        </a:lnTo>
                        <a:cubicBezTo>
                          <a:pt x="11890" y="107251"/>
                          <a:pt x="10805" y="105918"/>
                          <a:pt x="9785" y="104537"/>
                        </a:cubicBezTo>
                        <a:cubicBezTo>
                          <a:pt x="8766" y="103137"/>
                          <a:pt x="7823" y="101698"/>
                          <a:pt x="6937" y="100222"/>
                        </a:cubicBezTo>
                        <a:cubicBezTo>
                          <a:pt x="5175" y="97250"/>
                          <a:pt x="3718" y="94097"/>
                          <a:pt x="2604" y="90811"/>
                        </a:cubicBezTo>
                        <a:cubicBezTo>
                          <a:pt x="2232" y="89716"/>
                          <a:pt x="1889" y="88611"/>
                          <a:pt x="1594" y="87487"/>
                        </a:cubicBezTo>
                        <a:cubicBezTo>
                          <a:pt x="851" y="84687"/>
                          <a:pt x="356" y="81782"/>
                          <a:pt x="137" y="78829"/>
                        </a:cubicBezTo>
                        <a:cubicBezTo>
                          <a:pt x="-444" y="71152"/>
                          <a:pt x="803" y="63065"/>
                          <a:pt x="4356" y="55054"/>
                        </a:cubicBezTo>
                        <a:cubicBezTo>
                          <a:pt x="10471" y="41234"/>
                          <a:pt x="22625" y="27670"/>
                          <a:pt x="44999" y="17364"/>
                        </a:cubicBezTo>
                        <a:cubicBezTo>
                          <a:pt x="49314" y="15364"/>
                          <a:pt x="54010" y="13506"/>
                          <a:pt x="59134" y="11773"/>
                        </a:cubicBezTo>
                        <a:cubicBezTo>
                          <a:pt x="76279" y="5963"/>
                          <a:pt x="98082" y="1772"/>
                          <a:pt x="125657" y="0"/>
                        </a:cubicBezTo>
                        <a:close/>
                      </a:path>
                    </a:pathLst>
                  </a:custGeom>
                  <a:solidFill>
                    <a:srgbClr val="A5C8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86" name="Google Shape;1686;p45"/>
                  <p:cNvSpPr/>
                  <p:nvPr/>
                </p:nvSpPr>
                <p:spPr>
                  <a:xfrm>
                    <a:off x="6779504" y="2631528"/>
                    <a:ext cx="29832" cy="50739"/>
                  </a:xfrm>
                  <a:custGeom>
                    <a:rect b="b" l="l" r="r" t="t"/>
                    <a:pathLst>
                      <a:path extrusionOk="0" h="50739" w="29832">
                        <a:moveTo>
                          <a:pt x="29832" y="39062"/>
                        </a:moveTo>
                        <a:lnTo>
                          <a:pt x="18155" y="50740"/>
                        </a:lnTo>
                        <a:lnTo>
                          <a:pt x="0" y="5591"/>
                        </a:lnTo>
                        <a:cubicBezTo>
                          <a:pt x="4315" y="3591"/>
                          <a:pt x="9010" y="1733"/>
                          <a:pt x="14135" y="0"/>
                        </a:cubicBezTo>
                        <a:lnTo>
                          <a:pt x="29832" y="39062"/>
                        </a:lnTo>
                        <a:close/>
                      </a:path>
                    </a:pathLst>
                  </a:custGeom>
                  <a:solidFill>
                    <a:srgbClr val="92BD1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87" name="Google Shape;1687;p45"/>
                  <p:cNvSpPr/>
                  <p:nvPr/>
                </p:nvSpPr>
                <p:spPr>
                  <a:xfrm>
                    <a:off x="6760882" y="2692088"/>
                    <a:ext cx="75895" cy="46624"/>
                  </a:xfrm>
                  <a:custGeom>
                    <a:rect b="b" l="l" r="r" t="t"/>
                    <a:pathLst>
                      <a:path extrusionOk="0" h="46624" w="75895">
                        <a:moveTo>
                          <a:pt x="48959" y="46625"/>
                        </a:moveTo>
                        <a:lnTo>
                          <a:pt x="0" y="26946"/>
                        </a:lnTo>
                        <a:lnTo>
                          <a:pt x="26946" y="0"/>
                        </a:lnTo>
                        <a:lnTo>
                          <a:pt x="75895" y="19688"/>
                        </a:lnTo>
                        <a:cubicBezTo>
                          <a:pt x="67913" y="32833"/>
                          <a:pt x="58588" y="41329"/>
                          <a:pt x="48959" y="46625"/>
                        </a:cubicBezTo>
                        <a:close/>
                      </a:path>
                    </a:pathLst>
                  </a:custGeom>
                  <a:solidFill>
                    <a:srgbClr val="64950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688" name="Google Shape;1688;p45"/>
                <p:cNvGrpSpPr/>
                <p:nvPr/>
              </p:nvGrpSpPr>
              <p:grpSpPr>
                <a:xfrm>
                  <a:off x="6682635" y="2581408"/>
                  <a:ext cx="69132" cy="69138"/>
                  <a:chOff x="6682635" y="2581408"/>
                  <a:chExt cx="69132" cy="69138"/>
                </a:xfrm>
              </p:grpSpPr>
              <p:sp>
                <p:nvSpPr>
                  <p:cNvPr id="1689" name="Google Shape;1689;p45"/>
                  <p:cNvSpPr/>
                  <p:nvPr/>
                </p:nvSpPr>
                <p:spPr>
                  <a:xfrm>
                    <a:off x="6682635" y="2581408"/>
                    <a:ext cx="69132" cy="69138"/>
                  </a:xfrm>
                  <a:custGeom>
                    <a:rect b="b" l="l" r="r" t="t"/>
                    <a:pathLst>
                      <a:path extrusionOk="0" h="69138" w="69132">
                        <a:moveTo>
                          <a:pt x="27689" y="65446"/>
                        </a:moveTo>
                        <a:cubicBezTo>
                          <a:pt x="28556" y="65922"/>
                          <a:pt x="29413" y="66361"/>
                          <a:pt x="30290" y="66742"/>
                        </a:cubicBezTo>
                        <a:cubicBezTo>
                          <a:pt x="41148" y="71542"/>
                          <a:pt x="52188" y="68713"/>
                          <a:pt x="59712" y="61970"/>
                        </a:cubicBezTo>
                        <a:lnTo>
                          <a:pt x="63389" y="66675"/>
                        </a:lnTo>
                        <a:lnTo>
                          <a:pt x="66675" y="63389"/>
                        </a:lnTo>
                        <a:lnTo>
                          <a:pt x="61970" y="59712"/>
                        </a:lnTo>
                        <a:cubicBezTo>
                          <a:pt x="62284" y="59360"/>
                          <a:pt x="62599" y="58988"/>
                          <a:pt x="62894" y="58626"/>
                        </a:cubicBezTo>
                        <a:cubicBezTo>
                          <a:pt x="63189" y="58255"/>
                          <a:pt x="63475" y="57883"/>
                          <a:pt x="63760" y="57502"/>
                        </a:cubicBezTo>
                        <a:cubicBezTo>
                          <a:pt x="64332" y="56740"/>
                          <a:pt x="64846" y="55950"/>
                          <a:pt x="65322" y="55131"/>
                        </a:cubicBezTo>
                        <a:cubicBezTo>
                          <a:pt x="66294" y="53492"/>
                          <a:pt x="67094" y="51759"/>
                          <a:pt x="67704" y="49959"/>
                        </a:cubicBezTo>
                        <a:cubicBezTo>
                          <a:pt x="67904" y="49358"/>
                          <a:pt x="68094" y="48749"/>
                          <a:pt x="68256" y="48130"/>
                        </a:cubicBezTo>
                        <a:cubicBezTo>
                          <a:pt x="68361" y="47749"/>
                          <a:pt x="68456" y="47358"/>
                          <a:pt x="68542" y="46958"/>
                        </a:cubicBezTo>
                        <a:cubicBezTo>
                          <a:pt x="68790" y="45787"/>
                          <a:pt x="68971" y="44577"/>
                          <a:pt x="69056" y="43367"/>
                        </a:cubicBezTo>
                        <a:cubicBezTo>
                          <a:pt x="69380" y="39138"/>
                          <a:pt x="68685" y="34690"/>
                          <a:pt x="66742" y="30289"/>
                        </a:cubicBezTo>
                        <a:cubicBezTo>
                          <a:pt x="63380" y="22679"/>
                          <a:pt x="56693" y="15221"/>
                          <a:pt x="44377" y="9553"/>
                        </a:cubicBezTo>
                        <a:cubicBezTo>
                          <a:pt x="42005" y="8458"/>
                          <a:pt x="39414" y="7429"/>
                          <a:pt x="36605" y="6477"/>
                        </a:cubicBezTo>
                        <a:cubicBezTo>
                          <a:pt x="27165" y="3286"/>
                          <a:pt x="15173" y="981"/>
                          <a:pt x="0" y="0"/>
                        </a:cubicBezTo>
                        <a:cubicBezTo>
                          <a:pt x="1543" y="24003"/>
                          <a:pt x="6420" y="40043"/>
                          <a:pt x="12868" y="50625"/>
                        </a:cubicBezTo>
                        <a:cubicBezTo>
                          <a:pt x="17259" y="57855"/>
                          <a:pt x="22393" y="62532"/>
                          <a:pt x="27689" y="65446"/>
                        </a:cubicBezTo>
                        <a:close/>
                      </a:path>
                    </a:pathLst>
                  </a:custGeom>
                  <a:solidFill>
                    <a:srgbClr val="7AAF1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90" name="Google Shape;1690;p45"/>
                  <p:cNvSpPr/>
                  <p:nvPr/>
                </p:nvSpPr>
                <p:spPr>
                  <a:xfrm>
                    <a:off x="6682635" y="2581408"/>
                    <a:ext cx="69123" cy="65036"/>
                  </a:xfrm>
                  <a:custGeom>
                    <a:rect b="b" l="l" r="r" t="t"/>
                    <a:pathLst>
                      <a:path extrusionOk="0" h="65036" w="69123">
                        <a:moveTo>
                          <a:pt x="0" y="0"/>
                        </a:moveTo>
                        <a:lnTo>
                          <a:pt x="65037" y="65037"/>
                        </a:lnTo>
                        <a:lnTo>
                          <a:pt x="66675" y="63398"/>
                        </a:lnTo>
                        <a:lnTo>
                          <a:pt x="61970" y="59722"/>
                        </a:lnTo>
                        <a:lnTo>
                          <a:pt x="61960" y="59712"/>
                        </a:lnTo>
                        <a:cubicBezTo>
                          <a:pt x="62599" y="59007"/>
                          <a:pt x="63189" y="58274"/>
                          <a:pt x="63751" y="57512"/>
                        </a:cubicBezTo>
                        <a:cubicBezTo>
                          <a:pt x="64313" y="56740"/>
                          <a:pt x="64827" y="55950"/>
                          <a:pt x="65313" y="55140"/>
                        </a:cubicBezTo>
                        <a:cubicBezTo>
                          <a:pt x="66285" y="53502"/>
                          <a:pt x="67085" y="51768"/>
                          <a:pt x="67694" y="49968"/>
                        </a:cubicBezTo>
                        <a:cubicBezTo>
                          <a:pt x="67894" y="49368"/>
                          <a:pt x="68085" y="48758"/>
                          <a:pt x="68247" y="48139"/>
                        </a:cubicBezTo>
                        <a:cubicBezTo>
                          <a:pt x="68656" y="46596"/>
                          <a:pt x="68932" y="45006"/>
                          <a:pt x="69047" y="43377"/>
                        </a:cubicBezTo>
                        <a:cubicBezTo>
                          <a:pt x="69371" y="39148"/>
                          <a:pt x="68675" y="34699"/>
                          <a:pt x="66732" y="30299"/>
                        </a:cubicBezTo>
                        <a:cubicBezTo>
                          <a:pt x="63370" y="22688"/>
                          <a:pt x="56683" y="15230"/>
                          <a:pt x="44368" y="9563"/>
                        </a:cubicBezTo>
                        <a:cubicBezTo>
                          <a:pt x="41996" y="8468"/>
                          <a:pt x="39405" y="7439"/>
                          <a:pt x="36595" y="6487"/>
                        </a:cubicBezTo>
                        <a:cubicBezTo>
                          <a:pt x="27165" y="3286"/>
                          <a:pt x="15173" y="971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A5C8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91" name="Google Shape;1691;p45"/>
                  <p:cNvSpPr/>
                  <p:nvPr/>
                </p:nvSpPr>
                <p:spPr>
                  <a:xfrm>
                    <a:off x="6710600" y="2587885"/>
                    <a:ext cx="16421" cy="27917"/>
                  </a:xfrm>
                  <a:custGeom>
                    <a:rect b="b" l="l" r="r" t="t"/>
                    <a:pathLst>
                      <a:path extrusionOk="0" h="27917" w="16421">
                        <a:moveTo>
                          <a:pt x="0" y="21488"/>
                        </a:moveTo>
                        <a:lnTo>
                          <a:pt x="6430" y="27918"/>
                        </a:lnTo>
                        <a:lnTo>
                          <a:pt x="16421" y="3077"/>
                        </a:lnTo>
                        <a:cubicBezTo>
                          <a:pt x="14049" y="1981"/>
                          <a:pt x="11459" y="953"/>
                          <a:pt x="8649" y="0"/>
                        </a:cubicBezTo>
                        <a:lnTo>
                          <a:pt x="0" y="21488"/>
                        </a:lnTo>
                        <a:close/>
                      </a:path>
                    </a:pathLst>
                  </a:custGeom>
                  <a:solidFill>
                    <a:srgbClr val="92BD1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92" name="Google Shape;1692;p45"/>
                  <p:cNvSpPr/>
                  <p:nvPr/>
                </p:nvSpPr>
                <p:spPr>
                  <a:xfrm>
                    <a:off x="6695503" y="2621203"/>
                    <a:ext cx="41757" cy="25650"/>
                  </a:xfrm>
                  <a:custGeom>
                    <a:rect b="b" l="l" r="r" t="t"/>
                    <a:pathLst>
                      <a:path extrusionOk="0" h="25650" w="41757">
                        <a:moveTo>
                          <a:pt x="14821" y="25651"/>
                        </a:moveTo>
                        <a:lnTo>
                          <a:pt x="41758" y="14830"/>
                        </a:lnTo>
                        <a:lnTo>
                          <a:pt x="26927" y="0"/>
                        </a:lnTo>
                        <a:lnTo>
                          <a:pt x="0" y="10830"/>
                        </a:lnTo>
                        <a:cubicBezTo>
                          <a:pt x="4391" y="18059"/>
                          <a:pt x="9525" y="22736"/>
                          <a:pt x="14821" y="25651"/>
                        </a:cubicBezTo>
                        <a:close/>
                      </a:path>
                    </a:pathLst>
                  </a:custGeom>
                  <a:solidFill>
                    <a:srgbClr val="64950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sp>
          <p:nvSpPr>
            <p:cNvPr id="1693" name="Google Shape;1693;p45"/>
            <p:cNvSpPr/>
            <p:nvPr/>
          </p:nvSpPr>
          <p:spPr>
            <a:xfrm flipH="1">
              <a:off x="8109807" y="2580677"/>
              <a:ext cx="399919" cy="399919"/>
            </a:xfrm>
            <a:custGeom>
              <a:rect b="b" l="l" r="r" t="t"/>
              <a:pathLst>
                <a:path extrusionOk="0" h="1202765" w="1202765">
                  <a:moveTo>
                    <a:pt x="1202766" y="601383"/>
                  </a:moveTo>
                  <a:cubicBezTo>
                    <a:pt x="1202766" y="933517"/>
                    <a:pt x="933517" y="1202766"/>
                    <a:pt x="601383" y="1202766"/>
                  </a:cubicBezTo>
                  <a:cubicBezTo>
                    <a:pt x="269248" y="1202766"/>
                    <a:pt x="0" y="933517"/>
                    <a:pt x="0" y="601383"/>
                  </a:cubicBezTo>
                  <a:cubicBezTo>
                    <a:pt x="0" y="269248"/>
                    <a:pt x="269248" y="0"/>
                    <a:pt x="601383" y="0"/>
                  </a:cubicBezTo>
                  <a:cubicBezTo>
                    <a:pt x="933518" y="0"/>
                    <a:pt x="1202766" y="269248"/>
                    <a:pt x="1202766" y="60138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2</a:t>
              </a:r>
              <a:endParaRPr/>
            </a:p>
          </p:txBody>
        </p:sp>
        <p:sp>
          <p:nvSpPr>
            <p:cNvPr id="1694" name="Google Shape;1694;p45"/>
            <p:cNvSpPr/>
            <p:nvPr/>
          </p:nvSpPr>
          <p:spPr>
            <a:xfrm flipH="1">
              <a:off x="8109807" y="4714741"/>
              <a:ext cx="399919" cy="399919"/>
            </a:xfrm>
            <a:custGeom>
              <a:rect b="b" l="l" r="r" t="t"/>
              <a:pathLst>
                <a:path extrusionOk="0" h="1202765" w="1202765">
                  <a:moveTo>
                    <a:pt x="1202766" y="601383"/>
                  </a:moveTo>
                  <a:cubicBezTo>
                    <a:pt x="1202766" y="933517"/>
                    <a:pt x="933517" y="1202766"/>
                    <a:pt x="601383" y="1202766"/>
                  </a:cubicBezTo>
                  <a:cubicBezTo>
                    <a:pt x="269248" y="1202766"/>
                    <a:pt x="0" y="933517"/>
                    <a:pt x="0" y="601383"/>
                  </a:cubicBezTo>
                  <a:cubicBezTo>
                    <a:pt x="0" y="269248"/>
                    <a:pt x="269248" y="0"/>
                    <a:pt x="601383" y="0"/>
                  </a:cubicBezTo>
                  <a:cubicBezTo>
                    <a:pt x="933518" y="0"/>
                    <a:pt x="1202766" y="269248"/>
                    <a:pt x="1202766" y="60138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4</a:t>
              </a:r>
              <a:endParaRPr b="1"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95" name="Google Shape;1695;p45"/>
            <p:cNvSpPr/>
            <p:nvPr/>
          </p:nvSpPr>
          <p:spPr>
            <a:xfrm flipH="1">
              <a:off x="3508566" y="2546209"/>
              <a:ext cx="399919" cy="399919"/>
            </a:xfrm>
            <a:custGeom>
              <a:rect b="b" l="l" r="r" t="t"/>
              <a:pathLst>
                <a:path extrusionOk="0" h="1202765" w="1202765">
                  <a:moveTo>
                    <a:pt x="1202766" y="601383"/>
                  </a:moveTo>
                  <a:cubicBezTo>
                    <a:pt x="1202766" y="933517"/>
                    <a:pt x="933517" y="1202766"/>
                    <a:pt x="601383" y="1202766"/>
                  </a:cubicBezTo>
                  <a:cubicBezTo>
                    <a:pt x="269248" y="1202766"/>
                    <a:pt x="0" y="933517"/>
                    <a:pt x="0" y="601383"/>
                  </a:cubicBezTo>
                  <a:cubicBezTo>
                    <a:pt x="0" y="269248"/>
                    <a:pt x="269248" y="0"/>
                    <a:pt x="601383" y="0"/>
                  </a:cubicBezTo>
                  <a:cubicBezTo>
                    <a:pt x="933518" y="0"/>
                    <a:pt x="1202766" y="269248"/>
                    <a:pt x="1202766" y="60138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1</a:t>
              </a:r>
              <a:endParaRPr/>
            </a:p>
          </p:txBody>
        </p:sp>
        <p:sp>
          <p:nvSpPr>
            <p:cNvPr id="1696" name="Google Shape;1696;p45"/>
            <p:cNvSpPr/>
            <p:nvPr/>
          </p:nvSpPr>
          <p:spPr>
            <a:xfrm flipH="1">
              <a:off x="3508566" y="4714741"/>
              <a:ext cx="399919" cy="399919"/>
            </a:xfrm>
            <a:custGeom>
              <a:rect b="b" l="l" r="r" t="t"/>
              <a:pathLst>
                <a:path extrusionOk="0" h="1202765" w="1202765">
                  <a:moveTo>
                    <a:pt x="1202766" y="601383"/>
                  </a:moveTo>
                  <a:cubicBezTo>
                    <a:pt x="1202766" y="933517"/>
                    <a:pt x="933517" y="1202766"/>
                    <a:pt x="601383" y="1202766"/>
                  </a:cubicBezTo>
                  <a:cubicBezTo>
                    <a:pt x="269248" y="1202766"/>
                    <a:pt x="0" y="933517"/>
                    <a:pt x="0" y="601383"/>
                  </a:cubicBezTo>
                  <a:cubicBezTo>
                    <a:pt x="0" y="269248"/>
                    <a:pt x="269248" y="0"/>
                    <a:pt x="601383" y="0"/>
                  </a:cubicBezTo>
                  <a:cubicBezTo>
                    <a:pt x="933518" y="0"/>
                    <a:pt x="1202766" y="269248"/>
                    <a:pt x="1202766" y="60138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3</a:t>
              </a:r>
              <a:endParaRPr/>
            </a:p>
          </p:txBody>
        </p:sp>
        <p:sp>
          <p:nvSpPr>
            <p:cNvPr id="1697" name="Google Shape;1697;p45"/>
            <p:cNvSpPr txBox="1"/>
            <p:nvPr/>
          </p:nvSpPr>
          <p:spPr>
            <a:xfrm>
              <a:off x="4962525" y="4493867"/>
              <a:ext cx="2267100" cy="86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Classification Of Environmental Aspects </a:t>
              </a:r>
              <a:endParaRPr/>
            </a:p>
          </p:txBody>
        </p:sp>
        <p:grpSp>
          <p:nvGrpSpPr>
            <p:cNvPr id="1698" name="Google Shape;1698;p45"/>
            <p:cNvGrpSpPr/>
            <p:nvPr/>
          </p:nvGrpSpPr>
          <p:grpSpPr>
            <a:xfrm>
              <a:off x="884075" y="2546209"/>
              <a:ext cx="2452887" cy="807323"/>
              <a:chOff x="884075" y="2546209"/>
              <a:chExt cx="2452887" cy="807323"/>
            </a:xfrm>
          </p:grpSpPr>
          <p:sp>
            <p:nvSpPr>
              <p:cNvPr id="1699" name="Google Shape;1699;p45"/>
              <p:cNvSpPr txBox="1"/>
              <p:nvPr/>
            </p:nvSpPr>
            <p:spPr>
              <a:xfrm>
                <a:off x="1218662" y="2546209"/>
                <a:ext cx="2118300" cy="31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600">
                    <a:solidFill>
                      <a:srgbClr val="1F1F1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Influenced </a:t>
                </a:r>
                <a:endParaRPr b="1" sz="16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700" name="Google Shape;1700;p45"/>
              <p:cNvSpPr txBox="1"/>
              <p:nvPr/>
            </p:nvSpPr>
            <p:spPr>
              <a:xfrm>
                <a:off x="884075" y="2919432"/>
                <a:ext cx="2452800" cy="43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Affected or changed by external factors, actions, or opinions.</a:t>
                </a:r>
                <a:endParaRPr/>
              </a:p>
            </p:txBody>
          </p:sp>
        </p:grpSp>
        <p:grpSp>
          <p:nvGrpSpPr>
            <p:cNvPr id="1701" name="Google Shape;1701;p45"/>
            <p:cNvGrpSpPr/>
            <p:nvPr/>
          </p:nvGrpSpPr>
          <p:grpSpPr>
            <a:xfrm>
              <a:off x="964323" y="4730518"/>
              <a:ext cx="2452887" cy="810642"/>
              <a:chOff x="964323" y="4776872"/>
              <a:chExt cx="2452887" cy="810642"/>
            </a:xfrm>
          </p:grpSpPr>
          <p:sp>
            <p:nvSpPr>
              <p:cNvPr id="1702" name="Google Shape;1702;p45"/>
              <p:cNvSpPr txBox="1"/>
              <p:nvPr/>
            </p:nvSpPr>
            <p:spPr>
              <a:xfrm>
                <a:off x="1298910" y="4776872"/>
                <a:ext cx="2118300" cy="31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600">
                    <a:solidFill>
                      <a:srgbClr val="1F1F1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Controlled </a:t>
                </a:r>
                <a:endParaRPr b="1" sz="16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703" name="Google Shape;1703;p45"/>
              <p:cNvSpPr txBox="1"/>
              <p:nvPr/>
            </p:nvSpPr>
            <p:spPr>
              <a:xfrm>
                <a:off x="964323" y="5153414"/>
                <a:ext cx="2452800" cy="43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Managed or regulated to maintain consistency, stability, or accuracy.</a:t>
                </a:r>
                <a:endParaRPr/>
              </a:p>
            </p:txBody>
          </p:sp>
        </p:grpSp>
        <p:grpSp>
          <p:nvGrpSpPr>
            <p:cNvPr id="1704" name="Google Shape;1704;p45"/>
            <p:cNvGrpSpPr/>
            <p:nvPr/>
          </p:nvGrpSpPr>
          <p:grpSpPr>
            <a:xfrm>
              <a:off x="8611909" y="2546209"/>
              <a:ext cx="2452800" cy="946555"/>
              <a:chOff x="8611909" y="2642808"/>
              <a:chExt cx="2452800" cy="946555"/>
            </a:xfrm>
          </p:grpSpPr>
          <p:sp>
            <p:nvSpPr>
              <p:cNvPr id="1705" name="Google Shape;1705;p45"/>
              <p:cNvSpPr txBox="1"/>
              <p:nvPr/>
            </p:nvSpPr>
            <p:spPr>
              <a:xfrm>
                <a:off x="8611909" y="2642808"/>
                <a:ext cx="2118300" cy="31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1F1F1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Significant </a:t>
                </a:r>
                <a:endParaRPr/>
              </a:p>
            </p:txBody>
          </p:sp>
          <p:sp>
            <p:nvSpPr>
              <p:cNvPr id="1706" name="Google Shape;1706;p45"/>
              <p:cNvSpPr txBox="1"/>
              <p:nvPr/>
            </p:nvSpPr>
            <p:spPr>
              <a:xfrm>
                <a:off x="8611909" y="2981563"/>
                <a:ext cx="2452800" cy="6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Having meaningful impact or importance in outcome, data, or results.</a:t>
                </a:r>
                <a:endParaRPr/>
              </a:p>
            </p:txBody>
          </p:sp>
        </p:grpSp>
        <p:grpSp>
          <p:nvGrpSpPr>
            <p:cNvPr id="1707" name="Google Shape;1707;p45"/>
            <p:cNvGrpSpPr/>
            <p:nvPr/>
          </p:nvGrpSpPr>
          <p:grpSpPr>
            <a:xfrm>
              <a:off x="8611909" y="4730518"/>
              <a:ext cx="2452800" cy="856996"/>
              <a:chOff x="8611909" y="4730518"/>
              <a:chExt cx="2452800" cy="856996"/>
            </a:xfrm>
          </p:grpSpPr>
          <p:sp>
            <p:nvSpPr>
              <p:cNvPr id="1708" name="Google Shape;1708;p45"/>
              <p:cNvSpPr txBox="1"/>
              <p:nvPr/>
            </p:nvSpPr>
            <p:spPr>
              <a:xfrm>
                <a:off x="8611909" y="4730518"/>
                <a:ext cx="2118300" cy="31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1F1F1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Nonsignificant</a:t>
                </a:r>
                <a:endParaRPr/>
              </a:p>
            </p:txBody>
          </p:sp>
          <p:sp>
            <p:nvSpPr>
              <p:cNvPr id="1709" name="Google Shape;1709;p45"/>
              <p:cNvSpPr txBox="1"/>
              <p:nvPr/>
            </p:nvSpPr>
            <p:spPr>
              <a:xfrm>
                <a:off x="8611909" y="5153414"/>
                <a:ext cx="2452800" cy="43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Showing no meaningful difference or effect in data or outcome.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p46"/>
          <p:cNvSpPr txBox="1"/>
          <p:nvPr/>
        </p:nvSpPr>
        <p:spPr>
          <a:xfrm>
            <a:off x="0" y="29425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1F1F1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Environmental Aspect </a:t>
            </a:r>
            <a:endParaRPr b="1" sz="3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15" name="Google Shape;1715;p46"/>
          <p:cNvSpPr txBox="1"/>
          <p:nvPr/>
        </p:nvSpPr>
        <p:spPr>
          <a:xfrm>
            <a:off x="0" y="896187"/>
            <a:ext cx="1219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Natural Environmental Aspects</a:t>
            </a:r>
            <a:endParaRPr/>
          </a:p>
        </p:txBody>
      </p:sp>
      <p:grpSp>
        <p:nvGrpSpPr>
          <p:cNvPr id="1716" name="Google Shape;1716;p46"/>
          <p:cNvGrpSpPr/>
          <p:nvPr/>
        </p:nvGrpSpPr>
        <p:grpSpPr>
          <a:xfrm>
            <a:off x="4255492" y="1998825"/>
            <a:ext cx="4332586" cy="2860466"/>
            <a:chOff x="4358329" y="3600707"/>
            <a:chExt cx="3479989" cy="2297563"/>
          </a:xfrm>
        </p:grpSpPr>
        <p:sp>
          <p:nvSpPr>
            <p:cNvPr id="1717" name="Google Shape;1717;p46"/>
            <p:cNvSpPr/>
            <p:nvPr/>
          </p:nvSpPr>
          <p:spPr>
            <a:xfrm>
              <a:off x="7373796" y="3689261"/>
              <a:ext cx="464522" cy="163258"/>
            </a:xfrm>
            <a:custGeom>
              <a:rect b="b" l="l" r="r" t="t"/>
              <a:pathLst>
                <a:path extrusionOk="0" h="163258" w="464522">
                  <a:moveTo>
                    <a:pt x="438056" y="163259"/>
                  </a:moveTo>
                  <a:cubicBezTo>
                    <a:pt x="465345" y="163259"/>
                    <a:pt x="474718" y="126949"/>
                    <a:pt x="450867" y="113700"/>
                  </a:cubicBezTo>
                  <a:cubicBezTo>
                    <a:pt x="441638" y="108575"/>
                    <a:pt x="431008" y="105651"/>
                    <a:pt x="419701" y="105651"/>
                  </a:cubicBezTo>
                  <a:cubicBezTo>
                    <a:pt x="413758" y="105651"/>
                    <a:pt x="408005" y="106470"/>
                    <a:pt x="402547" y="107985"/>
                  </a:cubicBezTo>
                  <a:cubicBezTo>
                    <a:pt x="392307" y="72333"/>
                    <a:pt x="359484" y="46234"/>
                    <a:pt x="320537" y="46234"/>
                  </a:cubicBezTo>
                  <a:cubicBezTo>
                    <a:pt x="316012" y="46234"/>
                    <a:pt x="311583" y="46596"/>
                    <a:pt x="307249" y="47273"/>
                  </a:cubicBezTo>
                  <a:cubicBezTo>
                    <a:pt x="291190" y="19050"/>
                    <a:pt x="260863" y="0"/>
                    <a:pt x="226058" y="0"/>
                  </a:cubicBezTo>
                  <a:cubicBezTo>
                    <a:pt x="179300" y="0"/>
                    <a:pt x="140581" y="34357"/>
                    <a:pt x="133751" y="79210"/>
                  </a:cubicBezTo>
                  <a:cubicBezTo>
                    <a:pt x="103948" y="79981"/>
                    <a:pt x="78230" y="97098"/>
                    <a:pt x="65219" y="121949"/>
                  </a:cubicBezTo>
                  <a:cubicBezTo>
                    <a:pt x="54580" y="114671"/>
                    <a:pt x="41721" y="110404"/>
                    <a:pt x="27852" y="110404"/>
                  </a:cubicBezTo>
                  <a:cubicBezTo>
                    <a:pt x="26709" y="110404"/>
                    <a:pt x="25576" y="110433"/>
                    <a:pt x="24442" y="110490"/>
                  </a:cubicBezTo>
                  <a:cubicBezTo>
                    <a:pt x="-9428" y="112204"/>
                    <a:pt x="-7476" y="163259"/>
                    <a:pt x="26443" y="163259"/>
                  </a:cubicBezTo>
                  <a:lnTo>
                    <a:pt x="438056" y="163259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p46"/>
            <p:cNvSpPr/>
            <p:nvPr/>
          </p:nvSpPr>
          <p:spPr>
            <a:xfrm>
              <a:off x="4798961" y="4663925"/>
              <a:ext cx="2590095" cy="1234335"/>
            </a:xfrm>
            <a:custGeom>
              <a:rect b="b" l="l" r="r" t="t"/>
              <a:pathLst>
                <a:path extrusionOk="0" h="1234335" w="2590095">
                  <a:moveTo>
                    <a:pt x="0" y="0"/>
                  </a:moveTo>
                  <a:cubicBezTo>
                    <a:pt x="32480" y="687172"/>
                    <a:pt x="599846" y="1234335"/>
                    <a:pt x="1295048" y="1234335"/>
                  </a:cubicBezTo>
                  <a:cubicBezTo>
                    <a:pt x="1990258" y="1234335"/>
                    <a:pt x="2557615" y="687172"/>
                    <a:pt x="259009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p46"/>
            <p:cNvSpPr/>
            <p:nvPr/>
          </p:nvSpPr>
          <p:spPr>
            <a:xfrm>
              <a:off x="5611425" y="4663925"/>
              <a:ext cx="1777641" cy="1234345"/>
            </a:xfrm>
            <a:custGeom>
              <a:rect b="b" l="l" r="r" t="t"/>
              <a:pathLst>
                <a:path extrusionOk="0" h="1234345" w="1777641">
                  <a:moveTo>
                    <a:pt x="999677" y="0"/>
                  </a:moveTo>
                  <a:cubicBezTo>
                    <a:pt x="1007002" y="48635"/>
                    <a:pt x="1010831" y="98422"/>
                    <a:pt x="1010831" y="149105"/>
                  </a:cubicBezTo>
                  <a:cubicBezTo>
                    <a:pt x="1010831" y="697297"/>
                    <a:pt x="566433" y="1141695"/>
                    <a:pt x="18240" y="1141695"/>
                  </a:cubicBezTo>
                  <a:cubicBezTo>
                    <a:pt x="12144" y="1141695"/>
                    <a:pt x="6067" y="1141571"/>
                    <a:pt x="0" y="1141467"/>
                  </a:cubicBezTo>
                  <a:cubicBezTo>
                    <a:pt x="149171" y="1201331"/>
                    <a:pt x="312010" y="1234345"/>
                    <a:pt x="482594" y="1234345"/>
                  </a:cubicBezTo>
                  <a:cubicBezTo>
                    <a:pt x="1177804" y="1234345"/>
                    <a:pt x="1745161" y="687181"/>
                    <a:pt x="1777641" y="10"/>
                  </a:cubicBezTo>
                  <a:lnTo>
                    <a:pt x="999677" y="1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46"/>
            <p:cNvSpPr/>
            <p:nvPr/>
          </p:nvSpPr>
          <p:spPr>
            <a:xfrm>
              <a:off x="4930082" y="4663916"/>
              <a:ext cx="1255785" cy="1168432"/>
            </a:xfrm>
            <a:custGeom>
              <a:rect b="b" l="l" r="r" t="t"/>
              <a:pathLst>
                <a:path extrusionOk="0" h="1168432" w="1255785">
                  <a:moveTo>
                    <a:pt x="1220753" y="565061"/>
                  </a:moveTo>
                  <a:cubicBezTo>
                    <a:pt x="1229439" y="608943"/>
                    <a:pt x="1246994" y="670198"/>
                    <a:pt x="1220753" y="678971"/>
                  </a:cubicBezTo>
                  <a:cubicBezTo>
                    <a:pt x="1194425" y="687743"/>
                    <a:pt x="1124388" y="705298"/>
                    <a:pt x="1141857" y="731539"/>
                  </a:cubicBezTo>
                  <a:cubicBezTo>
                    <a:pt x="1159412" y="757866"/>
                    <a:pt x="1133084" y="836676"/>
                    <a:pt x="1106843" y="845448"/>
                  </a:cubicBezTo>
                  <a:cubicBezTo>
                    <a:pt x="1080516" y="854221"/>
                    <a:pt x="1054275" y="854221"/>
                    <a:pt x="1063047" y="863003"/>
                  </a:cubicBezTo>
                  <a:cubicBezTo>
                    <a:pt x="1071820" y="871690"/>
                    <a:pt x="1106843" y="889244"/>
                    <a:pt x="1080516" y="898017"/>
                  </a:cubicBezTo>
                  <a:cubicBezTo>
                    <a:pt x="1054275" y="906789"/>
                    <a:pt x="1028376" y="890178"/>
                    <a:pt x="1039282" y="908580"/>
                  </a:cubicBezTo>
                  <a:cubicBezTo>
                    <a:pt x="1050274" y="927068"/>
                    <a:pt x="1047883" y="936184"/>
                    <a:pt x="1032377" y="936355"/>
                  </a:cubicBezTo>
                  <a:cubicBezTo>
                    <a:pt x="1016870" y="936527"/>
                    <a:pt x="1015594" y="1008259"/>
                    <a:pt x="1054951" y="1024280"/>
                  </a:cubicBezTo>
                  <a:cubicBezTo>
                    <a:pt x="1094404" y="1040387"/>
                    <a:pt x="1025042" y="1073953"/>
                    <a:pt x="1079830" y="1139638"/>
                  </a:cubicBezTo>
                  <a:cubicBezTo>
                    <a:pt x="1134532" y="1205417"/>
                    <a:pt x="998039" y="1145514"/>
                    <a:pt x="974693" y="1089289"/>
                  </a:cubicBezTo>
                  <a:cubicBezTo>
                    <a:pt x="951348" y="1033053"/>
                    <a:pt x="982704" y="971712"/>
                    <a:pt x="944023" y="949814"/>
                  </a:cubicBezTo>
                  <a:cubicBezTo>
                    <a:pt x="905342" y="927916"/>
                    <a:pt x="901675" y="870232"/>
                    <a:pt x="900227" y="831552"/>
                  </a:cubicBezTo>
                  <a:cubicBezTo>
                    <a:pt x="898779" y="792871"/>
                    <a:pt x="916248" y="711079"/>
                    <a:pt x="843991" y="676056"/>
                  </a:cubicBezTo>
                  <a:cubicBezTo>
                    <a:pt x="771744" y="641042"/>
                    <a:pt x="684838" y="576796"/>
                    <a:pt x="660044" y="554136"/>
                  </a:cubicBezTo>
                  <a:cubicBezTo>
                    <a:pt x="635165" y="531476"/>
                    <a:pt x="654929" y="509578"/>
                    <a:pt x="681171" y="481889"/>
                  </a:cubicBezTo>
                  <a:cubicBezTo>
                    <a:pt x="707498" y="454114"/>
                    <a:pt x="649815" y="423443"/>
                    <a:pt x="660044" y="406660"/>
                  </a:cubicBezTo>
                  <a:cubicBezTo>
                    <a:pt x="670265" y="389877"/>
                    <a:pt x="719176" y="362864"/>
                    <a:pt x="677513" y="359207"/>
                  </a:cubicBezTo>
                  <a:cubicBezTo>
                    <a:pt x="635937" y="355540"/>
                    <a:pt x="652720" y="374542"/>
                    <a:pt x="549031" y="330746"/>
                  </a:cubicBezTo>
                  <a:cubicBezTo>
                    <a:pt x="445341" y="286950"/>
                    <a:pt x="535905" y="291303"/>
                    <a:pt x="461448" y="298628"/>
                  </a:cubicBezTo>
                  <a:cubicBezTo>
                    <a:pt x="386982" y="305867"/>
                    <a:pt x="288407" y="289855"/>
                    <a:pt x="275282" y="249726"/>
                  </a:cubicBezTo>
                  <a:cubicBezTo>
                    <a:pt x="262071" y="209512"/>
                    <a:pt x="267957" y="190595"/>
                    <a:pt x="200054" y="165716"/>
                  </a:cubicBezTo>
                  <a:cubicBezTo>
                    <a:pt x="132150" y="140922"/>
                    <a:pt x="299314" y="259185"/>
                    <a:pt x="262080" y="270167"/>
                  </a:cubicBezTo>
                  <a:cubicBezTo>
                    <a:pt x="224847" y="281073"/>
                    <a:pt x="160601" y="168612"/>
                    <a:pt x="69352" y="128483"/>
                  </a:cubicBezTo>
                  <a:cubicBezTo>
                    <a:pt x="343" y="98155"/>
                    <a:pt x="19850" y="36462"/>
                    <a:pt x="0" y="0"/>
                  </a:cubicBezTo>
                  <a:lnTo>
                    <a:pt x="656301" y="0"/>
                  </a:lnTo>
                  <a:cubicBezTo>
                    <a:pt x="678542" y="45501"/>
                    <a:pt x="701964" y="86306"/>
                    <a:pt x="624945" y="100794"/>
                  </a:cubicBezTo>
                  <a:cubicBezTo>
                    <a:pt x="484794" y="127035"/>
                    <a:pt x="327089" y="144589"/>
                    <a:pt x="388429" y="205845"/>
                  </a:cubicBezTo>
                  <a:cubicBezTo>
                    <a:pt x="449770" y="267186"/>
                    <a:pt x="572376" y="179603"/>
                    <a:pt x="563604" y="232172"/>
                  </a:cubicBezTo>
                  <a:cubicBezTo>
                    <a:pt x="554917" y="284740"/>
                    <a:pt x="598703" y="346081"/>
                    <a:pt x="712622" y="337309"/>
                  </a:cubicBezTo>
                  <a:cubicBezTo>
                    <a:pt x="826456" y="328536"/>
                    <a:pt x="922811" y="372323"/>
                    <a:pt x="984161" y="398650"/>
                  </a:cubicBezTo>
                  <a:cubicBezTo>
                    <a:pt x="1045502" y="424891"/>
                    <a:pt x="975389" y="468687"/>
                    <a:pt x="1054284" y="451218"/>
                  </a:cubicBezTo>
                  <a:cubicBezTo>
                    <a:pt x="1133094" y="433664"/>
                    <a:pt x="1255786" y="459991"/>
                    <a:pt x="1255786" y="477460"/>
                  </a:cubicBezTo>
                  <a:cubicBezTo>
                    <a:pt x="1255776" y="495024"/>
                    <a:pt x="1211980" y="521265"/>
                    <a:pt x="1220753" y="5650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46"/>
            <p:cNvSpPr/>
            <p:nvPr/>
          </p:nvSpPr>
          <p:spPr>
            <a:xfrm>
              <a:off x="6291672" y="4663916"/>
              <a:ext cx="950671" cy="667302"/>
            </a:xfrm>
            <a:custGeom>
              <a:rect b="b" l="l" r="r" t="t"/>
              <a:pathLst>
                <a:path extrusionOk="0" h="667302" w="950671">
                  <a:moveTo>
                    <a:pt x="950671" y="9"/>
                  </a:moveTo>
                  <a:cubicBezTo>
                    <a:pt x="942747" y="22079"/>
                    <a:pt x="909095" y="53940"/>
                    <a:pt x="840334" y="100803"/>
                  </a:cubicBezTo>
                  <a:cubicBezTo>
                    <a:pt x="711851" y="188385"/>
                    <a:pt x="884215" y="220513"/>
                    <a:pt x="822865" y="246754"/>
                  </a:cubicBezTo>
                  <a:cubicBezTo>
                    <a:pt x="761524" y="273082"/>
                    <a:pt x="822865" y="308095"/>
                    <a:pt x="811197" y="386991"/>
                  </a:cubicBezTo>
                  <a:cubicBezTo>
                    <a:pt x="799529" y="465801"/>
                    <a:pt x="624269" y="667302"/>
                    <a:pt x="548354" y="667302"/>
                  </a:cubicBezTo>
                  <a:cubicBezTo>
                    <a:pt x="472440" y="667302"/>
                    <a:pt x="525008" y="538820"/>
                    <a:pt x="481127" y="462905"/>
                  </a:cubicBezTo>
                  <a:cubicBezTo>
                    <a:pt x="437331" y="386991"/>
                    <a:pt x="443217" y="354873"/>
                    <a:pt x="457781" y="305200"/>
                  </a:cubicBezTo>
                  <a:cubicBezTo>
                    <a:pt x="472440" y="255527"/>
                    <a:pt x="361417" y="229286"/>
                    <a:pt x="376076" y="159163"/>
                  </a:cubicBezTo>
                  <a:cubicBezTo>
                    <a:pt x="390649" y="89040"/>
                    <a:pt x="142370" y="197167"/>
                    <a:pt x="46006" y="170831"/>
                  </a:cubicBezTo>
                  <a:cubicBezTo>
                    <a:pt x="-49759" y="144761"/>
                    <a:pt x="42005" y="83925"/>
                    <a:pt x="0" y="0"/>
                  </a:cubicBezTo>
                  <a:lnTo>
                    <a:pt x="9506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46"/>
            <p:cNvSpPr/>
            <p:nvPr/>
          </p:nvSpPr>
          <p:spPr>
            <a:xfrm>
              <a:off x="4659087" y="4550273"/>
              <a:ext cx="2896819" cy="113595"/>
            </a:xfrm>
            <a:custGeom>
              <a:rect b="b" l="l" r="r" t="t"/>
              <a:pathLst>
                <a:path extrusionOk="0" h="113595" w="2896819">
                  <a:moveTo>
                    <a:pt x="2840022" y="0"/>
                  </a:moveTo>
                  <a:lnTo>
                    <a:pt x="56798" y="0"/>
                  </a:lnTo>
                  <a:cubicBezTo>
                    <a:pt x="25432" y="0"/>
                    <a:pt x="0" y="25432"/>
                    <a:pt x="0" y="56797"/>
                  </a:cubicBezTo>
                  <a:lnTo>
                    <a:pt x="0" y="56797"/>
                  </a:lnTo>
                  <a:cubicBezTo>
                    <a:pt x="0" y="88163"/>
                    <a:pt x="25432" y="113595"/>
                    <a:pt x="56798" y="113595"/>
                  </a:cubicBezTo>
                  <a:lnTo>
                    <a:pt x="2840022" y="113595"/>
                  </a:lnTo>
                  <a:cubicBezTo>
                    <a:pt x="2871388" y="113595"/>
                    <a:pt x="2896819" y="88163"/>
                    <a:pt x="2896819" y="56797"/>
                  </a:cubicBezTo>
                  <a:lnTo>
                    <a:pt x="2896819" y="56797"/>
                  </a:lnTo>
                  <a:cubicBezTo>
                    <a:pt x="2896819" y="25432"/>
                    <a:pt x="2871397" y="0"/>
                    <a:pt x="2840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p46"/>
            <p:cNvSpPr/>
            <p:nvPr/>
          </p:nvSpPr>
          <p:spPr>
            <a:xfrm>
              <a:off x="4659087" y="4550273"/>
              <a:ext cx="2896819" cy="84648"/>
            </a:xfrm>
            <a:custGeom>
              <a:rect b="b" l="l" r="r" t="t"/>
              <a:pathLst>
                <a:path extrusionOk="0" h="84648" w="2896819">
                  <a:moveTo>
                    <a:pt x="56798" y="55702"/>
                  </a:moveTo>
                  <a:lnTo>
                    <a:pt x="2840022" y="55702"/>
                  </a:lnTo>
                  <a:cubicBezTo>
                    <a:pt x="2861262" y="55702"/>
                    <a:pt x="2879751" y="67380"/>
                    <a:pt x="2889495" y="84649"/>
                  </a:cubicBezTo>
                  <a:cubicBezTo>
                    <a:pt x="2894143" y="76410"/>
                    <a:pt x="2896819" y="66923"/>
                    <a:pt x="2896819" y="56797"/>
                  </a:cubicBezTo>
                  <a:cubicBezTo>
                    <a:pt x="2896819" y="25432"/>
                    <a:pt x="2871388" y="0"/>
                    <a:pt x="2840022" y="0"/>
                  </a:cubicBezTo>
                  <a:lnTo>
                    <a:pt x="56798" y="0"/>
                  </a:lnTo>
                  <a:cubicBezTo>
                    <a:pt x="25422" y="0"/>
                    <a:pt x="0" y="25432"/>
                    <a:pt x="0" y="56797"/>
                  </a:cubicBezTo>
                  <a:cubicBezTo>
                    <a:pt x="0" y="66923"/>
                    <a:pt x="2686" y="76419"/>
                    <a:pt x="7325" y="84649"/>
                  </a:cubicBezTo>
                  <a:cubicBezTo>
                    <a:pt x="17069" y="67389"/>
                    <a:pt x="35557" y="55702"/>
                    <a:pt x="56798" y="55702"/>
                  </a:cubicBezTo>
                  <a:close/>
                </a:path>
              </a:pathLst>
            </a:custGeom>
            <a:solidFill>
              <a:srgbClr val="BF4F1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p46"/>
            <p:cNvSpPr/>
            <p:nvPr/>
          </p:nvSpPr>
          <p:spPr>
            <a:xfrm>
              <a:off x="4798961" y="4663925"/>
              <a:ext cx="2590095" cy="106499"/>
            </a:xfrm>
            <a:custGeom>
              <a:rect b="b" l="l" r="r" t="t"/>
              <a:pathLst>
                <a:path extrusionOk="0" h="106499" w="2590095">
                  <a:moveTo>
                    <a:pt x="2580599" y="106499"/>
                  </a:moveTo>
                  <a:cubicBezTo>
                    <a:pt x="2585161" y="71409"/>
                    <a:pt x="2588400" y="35909"/>
                    <a:pt x="2590095" y="0"/>
                  </a:cubicBezTo>
                  <a:lnTo>
                    <a:pt x="0" y="0"/>
                  </a:lnTo>
                  <a:cubicBezTo>
                    <a:pt x="1695" y="35909"/>
                    <a:pt x="4943" y="71409"/>
                    <a:pt x="9496" y="106499"/>
                  </a:cubicBezTo>
                  <a:lnTo>
                    <a:pt x="2580599" y="106499"/>
                  </a:lnTo>
                  <a:close/>
                </a:path>
              </a:pathLst>
            </a:custGeom>
            <a:solidFill>
              <a:srgbClr val="668906">
                <a:alpha val="4078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25" name="Google Shape;1725;p46"/>
            <p:cNvGrpSpPr/>
            <p:nvPr/>
          </p:nvGrpSpPr>
          <p:grpSpPr>
            <a:xfrm>
              <a:off x="4790503" y="3792264"/>
              <a:ext cx="383428" cy="759399"/>
              <a:chOff x="4790503" y="3570108"/>
              <a:chExt cx="383428" cy="759399"/>
            </a:xfrm>
          </p:grpSpPr>
          <p:sp>
            <p:nvSpPr>
              <p:cNvPr id="1726" name="Google Shape;1726;p46"/>
              <p:cNvSpPr/>
              <p:nvPr/>
            </p:nvSpPr>
            <p:spPr>
              <a:xfrm>
                <a:off x="4790503" y="3570108"/>
                <a:ext cx="383428" cy="759399"/>
              </a:xfrm>
              <a:custGeom>
                <a:rect b="b" l="l" r="r" t="t"/>
                <a:pathLst>
                  <a:path extrusionOk="0" h="759399" w="383428">
                    <a:moveTo>
                      <a:pt x="0" y="0"/>
                    </a:moveTo>
                    <a:lnTo>
                      <a:pt x="383429" y="0"/>
                    </a:lnTo>
                    <a:lnTo>
                      <a:pt x="383429" y="759400"/>
                    </a:lnTo>
                    <a:lnTo>
                      <a:pt x="0" y="759400"/>
                    </a:lnTo>
                    <a:close/>
                  </a:path>
                </a:pathLst>
              </a:custGeom>
              <a:solidFill>
                <a:srgbClr val="16D2D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7" name="Google Shape;1727;p46"/>
              <p:cNvSpPr/>
              <p:nvPr/>
            </p:nvSpPr>
            <p:spPr>
              <a:xfrm>
                <a:off x="5094874" y="3570108"/>
                <a:ext cx="79057" cy="759399"/>
              </a:xfrm>
              <a:custGeom>
                <a:rect b="b" l="l" r="r" t="t"/>
                <a:pathLst>
                  <a:path extrusionOk="0" h="759399" w="79057">
                    <a:moveTo>
                      <a:pt x="0" y="0"/>
                    </a:moveTo>
                    <a:lnTo>
                      <a:pt x="79058" y="0"/>
                    </a:lnTo>
                    <a:lnTo>
                      <a:pt x="79058" y="759400"/>
                    </a:lnTo>
                    <a:lnTo>
                      <a:pt x="0" y="759400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8" name="Google Shape;1728;p46"/>
              <p:cNvSpPr/>
              <p:nvPr/>
            </p:nvSpPr>
            <p:spPr>
              <a:xfrm>
                <a:off x="4790503" y="3570108"/>
                <a:ext cx="79057" cy="759399"/>
              </a:xfrm>
              <a:custGeom>
                <a:rect b="b" l="l" r="r" t="t"/>
                <a:pathLst>
                  <a:path extrusionOk="0" h="759399" w="79057">
                    <a:moveTo>
                      <a:pt x="0" y="0"/>
                    </a:moveTo>
                    <a:lnTo>
                      <a:pt x="79058" y="0"/>
                    </a:lnTo>
                    <a:lnTo>
                      <a:pt x="79058" y="759400"/>
                    </a:lnTo>
                    <a:lnTo>
                      <a:pt x="0" y="759400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729" name="Google Shape;1729;p46"/>
              <p:cNvGrpSpPr/>
              <p:nvPr/>
            </p:nvGrpSpPr>
            <p:grpSpPr>
              <a:xfrm>
                <a:off x="4904698" y="3660301"/>
                <a:ext cx="165058" cy="669206"/>
                <a:chOff x="4904698" y="3660301"/>
                <a:chExt cx="165058" cy="669206"/>
              </a:xfrm>
            </p:grpSpPr>
            <p:sp>
              <p:nvSpPr>
                <p:cNvPr id="1730" name="Google Shape;1730;p46"/>
                <p:cNvSpPr/>
                <p:nvPr/>
              </p:nvSpPr>
              <p:spPr>
                <a:xfrm>
                  <a:off x="4904698" y="3660301"/>
                  <a:ext cx="165058" cy="33270"/>
                </a:xfrm>
                <a:custGeom>
                  <a:rect b="b" l="l" r="r" t="t"/>
                  <a:pathLst>
                    <a:path extrusionOk="0" h="33270" w="165058">
                      <a:moveTo>
                        <a:pt x="0" y="0"/>
                      </a:moveTo>
                      <a:lnTo>
                        <a:pt x="165059" y="0"/>
                      </a:lnTo>
                      <a:lnTo>
                        <a:pt x="165059" y="33271"/>
                      </a:lnTo>
                      <a:lnTo>
                        <a:pt x="0" y="33271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1" name="Google Shape;1731;p46"/>
                <p:cNvSpPr/>
                <p:nvPr/>
              </p:nvSpPr>
              <p:spPr>
                <a:xfrm>
                  <a:off x="4904698" y="3739796"/>
                  <a:ext cx="165058" cy="33270"/>
                </a:xfrm>
                <a:custGeom>
                  <a:rect b="b" l="l" r="r" t="t"/>
                  <a:pathLst>
                    <a:path extrusionOk="0" h="33270" w="165058">
                      <a:moveTo>
                        <a:pt x="0" y="0"/>
                      </a:moveTo>
                      <a:lnTo>
                        <a:pt x="165059" y="0"/>
                      </a:lnTo>
                      <a:lnTo>
                        <a:pt x="165059" y="33271"/>
                      </a:lnTo>
                      <a:lnTo>
                        <a:pt x="0" y="33271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2" name="Google Shape;1732;p46"/>
                <p:cNvSpPr/>
                <p:nvPr/>
              </p:nvSpPr>
              <p:spPr>
                <a:xfrm>
                  <a:off x="4904698" y="3819292"/>
                  <a:ext cx="165058" cy="33270"/>
                </a:xfrm>
                <a:custGeom>
                  <a:rect b="b" l="l" r="r" t="t"/>
                  <a:pathLst>
                    <a:path extrusionOk="0" h="33270" w="165058">
                      <a:moveTo>
                        <a:pt x="0" y="0"/>
                      </a:moveTo>
                      <a:lnTo>
                        <a:pt x="165059" y="0"/>
                      </a:lnTo>
                      <a:lnTo>
                        <a:pt x="165059" y="33271"/>
                      </a:lnTo>
                      <a:lnTo>
                        <a:pt x="0" y="33271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3" name="Google Shape;1733;p46"/>
                <p:cNvSpPr/>
                <p:nvPr/>
              </p:nvSpPr>
              <p:spPr>
                <a:xfrm>
                  <a:off x="4904698" y="3898778"/>
                  <a:ext cx="165058" cy="33270"/>
                </a:xfrm>
                <a:custGeom>
                  <a:rect b="b" l="l" r="r" t="t"/>
                  <a:pathLst>
                    <a:path extrusionOk="0" h="33270" w="165058">
                      <a:moveTo>
                        <a:pt x="0" y="0"/>
                      </a:moveTo>
                      <a:lnTo>
                        <a:pt x="165059" y="0"/>
                      </a:lnTo>
                      <a:lnTo>
                        <a:pt x="165059" y="33271"/>
                      </a:lnTo>
                      <a:lnTo>
                        <a:pt x="0" y="33271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4" name="Google Shape;1734;p46"/>
                <p:cNvSpPr/>
                <p:nvPr/>
              </p:nvSpPr>
              <p:spPr>
                <a:xfrm>
                  <a:off x="4904698" y="3978274"/>
                  <a:ext cx="165058" cy="33270"/>
                </a:xfrm>
                <a:custGeom>
                  <a:rect b="b" l="l" r="r" t="t"/>
                  <a:pathLst>
                    <a:path extrusionOk="0" h="33270" w="165058">
                      <a:moveTo>
                        <a:pt x="0" y="0"/>
                      </a:moveTo>
                      <a:lnTo>
                        <a:pt x="165059" y="0"/>
                      </a:lnTo>
                      <a:lnTo>
                        <a:pt x="165059" y="33271"/>
                      </a:lnTo>
                      <a:lnTo>
                        <a:pt x="0" y="33271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5" name="Google Shape;1735;p46"/>
                <p:cNvSpPr/>
                <p:nvPr/>
              </p:nvSpPr>
              <p:spPr>
                <a:xfrm>
                  <a:off x="4904698" y="4057760"/>
                  <a:ext cx="165058" cy="33270"/>
                </a:xfrm>
                <a:custGeom>
                  <a:rect b="b" l="l" r="r" t="t"/>
                  <a:pathLst>
                    <a:path extrusionOk="0" h="33270" w="165058">
                      <a:moveTo>
                        <a:pt x="0" y="0"/>
                      </a:moveTo>
                      <a:lnTo>
                        <a:pt x="165059" y="0"/>
                      </a:lnTo>
                      <a:lnTo>
                        <a:pt x="165059" y="33271"/>
                      </a:lnTo>
                      <a:lnTo>
                        <a:pt x="0" y="33271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6" name="Google Shape;1736;p46"/>
                <p:cNvSpPr/>
                <p:nvPr/>
              </p:nvSpPr>
              <p:spPr>
                <a:xfrm>
                  <a:off x="4904698" y="4137255"/>
                  <a:ext cx="165058" cy="33270"/>
                </a:xfrm>
                <a:custGeom>
                  <a:rect b="b" l="l" r="r" t="t"/>
                  <a:pathLst>
                    <a:path extrusionOk="0" h="33270" w="165058">
                      <a:moveTo>
                        <a:pt x="0" y="0"/>
                      </a:moveTo>
                      <a:lnTo>
                        <a:pt x="165059" y="0"/>
                      </a:lnTo>
                      <a:lnTo>
                        <a:pt x="165059" y="33271"/>
                      </a:lnTo>
                      <a:lnTo>
                        <a:pt x="0" y="33271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7" name="Google Shape;1737;p46"/>
                <p:cNvSpPr/>
                <p:nvPr/>
              </p:nvSpPr>
              <p:spPr>
                <a:xfrm>
                  <a:off x="4904698" y="4216741"/>
                  <a:ext cx="165058" cy="33270"/>
                </a:xfrm>
                <a:custGeom>
                  <a:rect b="b" l="l" r="r" t="t"/>
                  <a:pathLst>
                    <a:path extrusionOk="0" h="33270" w="165058">
                      <a:moveTo>
                        <a:pt x="0" y="0"/>
                      </a:moveTo>
                      <a:lnTo>
                        <a:pt x="165059" y="0"/>
                      </a:lnTo>
                      <a:lnTo>
                        <a:pt x="165059" y="33271"/>
                      </a:lnTo>
                      <a:lnTo>
                        <a:pt x="0" y="33271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8" name="Google Shape;1738;p46"/>
                <p:cNvSpPr/>
                <p:nvPr/>
              </p:nvSpPr>
              <p:spPr>
                <a:xfrm>
                  <a:off x="4904698" y="4296237"/>
                  <a:ext cx="165058" cy="33270"/>
                </a:xfrm>
                <a:custGeom>
                  <a:rect b="b" l="l" r="r" t="t"/>
                  <a:pathLst>
                    <a:path extrusionOk="0" h="33270" w="165058">
                      <a:moveTo>
                        <a:pt x="0" y="0"/>
                      </a:moveTo>
                      <a:lnTo>
                        <a:pt x="165059" y="0"/>
                      </a:lnTo>
                      <a:lnTo>
                        <a:pt x="165059" y="33271"/>
                      </a:lnTo>
                      <a:lnTo>
                        <a:pt x="0" y="33271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739" name="Google Shape;1739;p46"/>
            <p:cNvGrpSpPr/>
            <p:nvPr/>
          </p:nvGrpSpPr>
          <p:grpSpPr>
            <a:xfrm>
              <a:off x="4677479" y="4096455"/>
              <a:ext cx="146932" cy="455208"/>
              <a:chOff x="4677479" y="3874299"/>
              <a:chExt cx="146932" cy="455208"/>
            </a:xfrm>
          </p:grpSpPr>
          <p:sp>
            <p:nvSpPr>
              <p:cNvPr id="1740" name="Google Shape;1740;p46"/>
              <p:cNvSpPr/>
              <p:nvPr/>
            </p:nvSpPr>
            <p:spPr>
              <a:xfrm>
                <a:off x="4735087" y="4123587"/>
                <a:ext cx="31746" cy="205920"/>
              </a:xfrm>
              <a:custGeom>
                <a:rect b="b" l="l" r="r" t="t"/>
                <a:pathLst>
                  <a:path extrusionOk="0" h="205920" w="31746">
                    <a:moveTo>
                      <a:pt x="0" y="0"/>
                    </a:moveTo>
                    <a:lnTo>
                      <a:pt x="31747" y="0"/>
                    </a:lnTo>
                    <a:lnTo>
                      <a:pt x="31747" y="205921"/>
                    </a:lnTo>
                    <a:lnTo>
                      <a:pt x="0" y="205921"/>
                    </a:lnTo>
                    <a:close/>
                  </a:path>
                </a:pathLst>
              </a:custGeom>
              <a:solidFill>
                <a:srgbClr val="CC702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1" name="Google Shape;1741;p46"/>
              <p:cNvSpPr/>
              <p:nvPr/>
            </p:nvSpPr>
            <p:spPr>
              <a:xfrm>
                <a:off x="4755537" y="4123587"/>
                <a:ext cx="11296" cy="205920"/>
              </a:xfrm>
              <a:custGeom>
                <a:rect b="b" l="l" r="r" t="t"/>
                <a:pathLst>
                  <a:path extrusionOk="0" h="205920" w="11296">
                    <a:moveTo>
                      <a:pt x="0" y="0"/>
                    </a:moveTo>
                    <a:lnTo>
                      <a:pt x="11297" y="0"/>
                    </a:lnTo>
                    <a:lnTo>
                      <a:pt x="11297" y="205921"/>
                    </a:lnTo>
                    <a:lnTo>
                      <a:pt x="0" y="205921"/>
                    </a:lnTo>
                    <a:close/>
                  </a:path>
                </a:pathLst>
              </a:custGeom>
              <a:solidFill>
                <a:srgbClr val="AA541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2" name="Google Shape;1742;p46"/>
              <p:cNvSpPr/>
              <p:nvPr/>
            </p:nvSpPr>
            <p:spPr>
              <a:xfrm>
                <a:off x="4677479" y="3874299"/>
                <a:ext cx="146913" cy="336518"/>
              </a:xfrm>
              <a:custGeom>
                <a:rect b="b" l="l" r="r" t="t"/>
                <a:pathLst>
                  <a:path extrusionOk="0" h="336518" w="146913">
                    <a:moveTo>
                      <a:pt x="138379" y="213836"/>
                    </a:moveTo>
                    <a:cubicBezTo>
                      <a:pt x="133664" y="203749"/>
                      <a:pt x="132207" y="192348"/>
                      <a:pt x="135560" y="181718"/>
                    </a:cubicBezTo>
                    <a:cubicBezTo>
                      <a:pt x="138046" y="173822"/>
                      <a:pt x="139408" y="165325"/>
                      <a:pt x="139408" y="156458"/>
                    </a:cubicBezTo>
                    <a:cubicBezTo>
                      <a:pt x="139408" y="142580"/>
                      <a:pt x="136084" y="129607"/>
                      <a:pt x="130302" y="118472"/>
                    </a:cubicBezTo>
                    <a:cubicBezTo>
                      <a:pt x="123939" y="106204"/>
                      <a:pt x="122930" y="92069"/>
                      <a:pt x="126178" y="78639"/>
                    </a:cubicBezTo>
                    <a:cubicBezTo>
                      <a:pt x="127445" y="73409"/>
                      <a:pt x="128121" y="67904"/>
                      <a:pt x="128121" y="62208"/>
                    </a:cubicBezTo>
                    <a:cubicBezTo>
                      <a:pt x="128121" y="27851"/>
                      <a:pt x="103651" y="0"/>
                      <a:pt x="73466" y="0"/>
                    </a:cubicBezTo>
                    <a:cubicBezTo>
                      <a:pt x="43282" y="0"/>
                      <a:pt x="18812" y="27851"/>
                      <a:pt x="18812" y="62208"/>
                    </a:cubicBezTo>
                    <a:cubicBezTo>
                      <a:pt x="18812" y="67904"/>
                      <a:pt x="19488" y="73409"/>
                      <a:pt x="20755" y="78639"/>
                    </a:cubicBezTo>
                    <a:cubicBezTo>
                      <a:pt x="24013" y="92069"/>
                      <a:pt x="23003" y="106204"/>
                      <a:pt x="16631" y="118472"/>
                    </a:cubicBezTo>
                    <a:cubicBezTo>
                      <a:pt x="10849" y="129607"/>
                      <a:pt x="7525" y="142580"/>
                      <a:pt x="7525" y="156458"/>
                    </a:cubicBezTo>
                    <a:cubicBezTo>
                      <a:pt x="7525" y="165325"/>
                      <a:pt x="8887" y="173831"/>
                      <a:pt x="11373" y="181728"/>
                    </a:cubicBezTo>
                    <a:cubicBezTo>
                      <a:pt x="14726" y="192348"/>
                      <a:pt x="13268" y="203749"/>
                      <a:pt x="8553" y="213846"/>
                    </a:cubicBezTo>
                    <a:cubicBezTo>
                      <a:pt x="3105" y="225495"/>
                      <a:pt x="0" y="238782"/>
                      <a:pt x="0" y="252908"/>
                    </a:cubicBezTo>
                    <a:cubicBezTo>
                      <a:pt x="0" y="299085"/>
                      <a:pt x="32890" y="336518"/>
                      <a:pt x="73457" y="336518"/>
                    </a:cubicBezTo>
                    <a:cubicBezTo>
                      <a:pt x="114024" y="336518"/>
                      <a:pt x="146914" y="299085"/>
                      <a:pt x="146914" y="252908"/>
                    </a:cubicBezTo>
                    <a:cubicBezTo>
                      <a:pt x="146933" y="238763"/>
                      <a:pt x="143828" y="225485"/>
                      <a:pt x="138379" y="213836"/>
                    </a:cubicBezTo>
                    <a:close/>
                  </a:path>
                </a:pathLst>
              </a:custGeom>
              <a:solidFill>
                <a:srgbClr val="83BB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3" name="Google Shape;1743;p46"/>
              <p:cNvSpPr/>
              <p:nvPr/>
            </p:nvSpPr>
            <p:spPr>
              <a:xfrm>
                <a:off x="4677479" y="3874299"/>
                <a:ext cx="146913" cy="336518"/>
              </a:xfrm>
              <a:custGeom>
                <a:rect b="b" l="l" r="r" t="t"/>
                <a:pathLst>
                  <a:path extrusionOk="0" h="336518" w="146913">
                    <a:moveTo>
                      <a:pt x="138379" y="213836"/>
                    </a:moveTo>
                    <a:cubicBezTo>
                      <a:pt x="133664" y="203749"/>
                      <a:pt x="132207" y="192348"/>
                      <a:pt x="135560" y="181718"/>
                    </a:cubicBezTo>
                    <a:cubicBezTo>
                      <a:pt x="138046" y="173822"/>
                      <a:pt x="139408" y="165325"/>
                      <a:pt x="139408" y="156458"/>
                    </a:cubicBezTo>
                    <a:cubicBezTo>
                      <a:pt x="139408" y="142580"/>
                      <a:pt x="136084" y="129607"/>
                      <a:pt x="130302" y="118472"/>
                    </a:cubicBezTo>
                    <a:cubicBezTo>
                      <a:pt x="123939" y="106204"/>
                      <a:pt x="122930" y="92069"/>
                      <a:pt x="126178" y="78639"/>
                    </a:cubicBezTo>
                    <a:cubicBezTo>
                      <a:pt x="127445" y="73409"/>
                      <a:pt x="128121" y="67904"/>
                      <a:pt x="128121" y="62208"/>
                    </a:cubicBezTo>
                    <a:cubicBezTo>
                      <a:pt x="128121" y="27851"/>
                      <a:pt x="103651" y="0"/>
                      <a:pt x="73466" y="0"/>
                    </a:cubicBezTo>
                    <a:cubicBezTo>
                      <a:pt x="43282" y="0"/>
                      <a:pt x="18812" y="27851"/>
                      <a:pt x="18812" y="62208"/>
                    </a:cubicBezTo>
                    <a:cubicBezTo>
                      <a:pt x="18812" y="67904"/>
                      <a:pt x="19488" y="73409"/>
                      <a:pt x="20755" y="78639"/>
                    </a:cubicBezTo>
                    <a:cubicBezTo>
                      <a:pt x="24013" y="92069"/>
                      <a:pt x="23003" y="106204"/>
                      <a:pt x="16631" y="118472"/>
                    </a:cubicBezTo>
                    <a:cubicBezTo>
                      <a:pt x="10849" y="129607"/>
                      <a:pt x="7525" y="142580"/>
                      <a:pt x="7525" y="156458"/>
                    </a:cubicBezTo>
                    <a:cubicBezTo>
                      <a:pt x="7525" y="165325"/>
                      <a:pt x="8887" y="173831"/>
                      <a:pt x="11373" y="181728"/>
                    </a:cubicBezTo>
                    <a:cubicBezTo>
                      <a:pt x="14726" y="192348"/>
                      <a:pt x="13268" y="203749"/>
                      <a:pt x="8553" y="213846"/>
                    </a:cubicBezTo>
                    <a:cubicBezTo>
                      <a:pt x="3105" y="225495"/>
                      <a:pt x="0" y="238782"/>
                      <a:pt x="0" y="252908"/>
                    </a:cubicBezTo>
                    <a:cubicBezTo>
                      <a:pt x="0" y="299085"/>
                      <a:pt x="32890" y="336518"/>
                      <a:pt x="73457" y="336518"/>
                    </a:cubicBezTo>
                    <a:cubicBezTo>
                      <a:pt x="114024" y="336518"/>
                      <a:pt x="146914" y="299085"/>
                      <a:pt x="146914" y="252908"/>
                    </a:cubicBezTo>
                    <a:cubicBezTo>
                      <a:pt x="146933" y="238763"/>
                      <a:pt x="143828" y="225485"/>
                      <a:pt x="138379" y="213836"/>
                    </a:cubicBezTo>
                    <a:close/>
                  </a:path>
                </a:pathLst>
              </a:custGeom>
              <a:solidFill>
                <a:srgbClr val="83BB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4" name="Google Shape;1744;p46"/>
              <p:cNvSpPr/>
              <p:nvPr/>
            </p:nvSpPr>
            <p:spPr>
              <a:xfrm>
                <a:off x="4729838" y="3874299"/>
                <a:ext cx="94573" cy="336508"/>
              </a:xfrm>
              <a:custGeom>
                <a:rect b="b" l="l" r="r" t="t"/>
                <a:pathLst>
                  <a:path extrusionOk="0" h="336508" w="94573">
                    <a:moveTo>
                      <a:pt x="86020" y="213836"/>
                    </a:moveTo>
                    <a:cubicBezTo>
                      <a:pt x="81305" y="203749"/>
                      <a:pt x="79848" y="192348"/>
                      <a:pt x="83201" y="181718"/>
                    </a:cubicBezTo>
                    <a:cubicBezTo>
                      <a:pt x="85687" y="173822"/>
                      <a:pt x="87049" y="165325"/>
                      <a:pt x="87049" y="156458"/>
                    </a:cubicBezTo>
                    <a:cubicBezTo>
                      <a:pt x="87049" y="142580"/>
                      <a:pt x="83725" y="129607"/>
                      <a:pt x="77943" y="118472"/>
                    </a:cubicBezTo>
                    <a:cubicBezTo>
                      <a:pt x="71580" y="106204"/>
                      <a:pt x="70571" y="92069"/>
                      <a:pt x="73819" y="78639"/>
                    </a:cubicBezTo>
                    <a:cubicBezTo>
                      <a:pt x="75086" y="73409"/>
                      <a:pt x="75762" y="67904"/>
                      <a:pt x="75762" y="62208"/>
                    </a:cubicBezTo>
                    <a:cubicBezTo>
                      <a:pt x="75762" y="27851"/>
                      <a:pt x="51292" y="0"/>
                      <a:pt x="21107" y="0"/>
                    </a:cubicBezTo>
                    <a:cubicBezTo>
                      <a:pt x="13630" y="0"/>
                      <a:pt x="6496" y="1724"/>
                      <a:pt x="0" y="4820"/>
                    </a:cubicBezTo>
                    <a:cubicBezTo>
                      <a:pt x="19707" y="14221"/>
                      <a:pt x="33547" y="36367"/>
                      <a:pt x="33547" y="62208"/>
                    </a:cubicBezTo>
                    <a:cubicBezTo>
                      <a:pt x="33547" y="67904"/>
                      <a:pt x="32871" y="73409"/>
                      <a:pt x="31604" y="78639"/>
                    </a:cubicBezTo>
                    <a:cubicBezTo>
                      <a:pt x="28346" y="92069"/>
                      <a:pt x="29356" y="106204"/>
                      <a:pt x="35728" y="118472"/>
                    </a:cubicBezTo>
                    <a:cubicBezTo>
                      <a:pt x="41510" y="129607"/>
                      <a:pt x="44834" y="142580"/>
                      <a:pt x="44834" y="156458"/>
                    </a:cubicBezTo>
                    <a:cubicBezTo>
                      <a:pt x="44834" y="165325"/>
                      <a:pt x="43472" y="173831"/>
                      <a:pt x="40986" y="181718"/>
                    </a:cubicBezTo>
                    <a:cubicBezTo>
                      <a:pt x="37633" y="192339"/>
                      <a:pt x="39091" y="203740"/>
                      <a:pt x="43805" y="213836"/>
                    </a:cubicBezTo>
                    <a:cubicBezTo>
                      <a:pt x="49254" y="225485"/>
                      <a:pt x="52359" y="238773"/>
                      <a:pt x="52359" y="252898"/>
                    </a:cubicBezTo>
                    <a:cubicBezTo>
                      <a:pt x="52359" y="290722"/>
                      <a:pt x="30280" y="322640"/>
                      <a:pt x="10" y="332965"/>
                    </a:cubicBezTo>
                    <a:cubicBezTo>
                      <a:pt x="6696" y="335252"/>
                      <a:pt x="13773" y="336509"/>
                      <a:pt x="21117" y="336509"/>
                    </a:cubicBezTo>
                    <a:cubicBezTo>
                      <a:pt x="61684" y="336509"/>
                      <a:pt x="94574" y="299076"/>
                      <a:pt x="94574" y="252898"/>
                    </a:cubicBezTo>
                    <a:cubicBezTo>
                      <a:pt x="94574" y="238763"/>
                      <a:pt x="91469" y="225485"/>
                      <a:pt x="86020" y="213836"/>
                    </a:cubicBezTo>
                    <a:close/>
                  </a:path>
                </a:pathLst>
              </a:custGeom>
              <a:solidFill>
                <a:srgbClr val="6E930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5" name="Google Shape;1745;p46"/>
              <p:cNvSpPr/>
              <p:nvPr/>
            </p:nvSpPr>
            <p:spPr>
              <a:xfrm>
                <a:off x="4735087" y="4208855"/>
                <a:ext cx="31756" cy="16335"/>
              </a:xfrm>
              <a:custGeom>
                <a:rect b="b" l="l" r="r" t="t"/>
                <a:pathLst>
                  <a:path extrusionOk="0" h="16335" w="31756">
                    <a:moveTo>
                      <a:pt x="31756" y="0"/>
                    </a:moveTo>
                    <a:lnTo>
                      <a:pt x="31756" y="14335"/>
                    </a:lnTo>
                    <a:cubicBezTo>
                      <a:pt x="26613" y="15630"/>
                      <a:pt x="21317" y="16335"/>
                      <a:pt x="15859" y="16335"/>
                    </a:cubicBezTo>
                    <a:cubicBezTo>
                      <a:pt x="10401" y="16335"/>
                      <a:pt x="5105" y="15630"/>
                      <a:pt x="0" y="14335"/>
                    </a:cubicBezTo>
                    <a:lnTo>
                      <a:pt x="0" y="0"/>
                    </a:lnTo>
                    <a:cubicBezTo>
                      <a:pt x="5105" y="1295"/>
                      <a:pt x="10401" y="1962"/>
                      <a:pt x="15859" y="1962"/>
                    </a:cubicBezTo>
                    <a:cubicBezTo>
                      <a:pt x="21317" y="1962"/>
                      <a:pt x="26660" y="1295"/>
                      <a:pt x="31756" y="0"/>
                    </a:cubicBezTo>
                    <a:close/>
                  </a:path>
                </a:pathLst>
              </a:custGeom>
              <a:solidFill>
                <a:srgbClr val="AA541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46" name="Google Shape;1746;p46"/>
            <p:cNvGrpSpPr/>
            <p:nvPr/>
          </p:nvGrpSpPr>
          <p:grpSpPr>
            <a:xfrm>
              <a:off x="5174361" y="3600707"/>
              <a:ext cx="383438" cy="950957"/>
              <a:chOff x="5174361" y="3378551"/>
              <a:chExt cx="383438" cy="950957"/>
            </a:xfrm>
          </p:grpSpPr>
          <p:grpSp>
            <p:nvGrpSpPr>
              <p:cNvPr id="1747" name="Google Shape;1747;p46"/>
              <p:cNvGrpSpPr/>
              <p:nvPr/>
            </p:nvGrpSpPr>
            <p:grpSpPr>
              <a:xfrm>
                <a:off x="5174361" y="3378551"/>
                <a:ext cx="383438" cy="950957"/>
                <a:chOff x="5174361" y="3378551"/>
                <a:chExt cx="383438" cy="950957"/>
              </a:xfrm>
            </p:grpSpPr>
            <p:sp>
              <p:nvSpPr>
                <p:cNvPr id="1748" name="Google Shape;1748;p46"/>
                <p:cNvSpPr/>
                <p:nvPr/>
              </p:nvSpPr>
              <p:spPr>
                <a:xfrm>
                  <a:off x="5174361" y="3378551"/>
                  <a:ext cx="383438" cy="950957"/>
                </a:xfrm>
                <a:custGeom>
                  <a:rect b="b" l="l" r="r" t="t"/>
                  <a:pathLst>
                    <a:path extrusionOk="0" h="950957" w="383438">
                      <a:moveTo>
                        <a:pt x="383438" y="950957"/>
                      </a:moveTo>
                      <a:lnTo>
                        <a:pt x="383438" y="162563"/>
                      </a:lnTo>
                      <a:lnTo>
                        <a:pt x="0" y="0"/>
                      </a:lnTo>
                      <a:lnTo>
                        <a:pt x="0" y="950957"/>
                      </a:lnTo>
                      <a:close/>
                    </a:path>
                  </a:pathLst>
                </a:custGeom>
                <a:solidFill>
                  <a:srgbClr val="68EAF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749" name="Google Shape;1749;p46"/>
                <p:cNvGrpSpPr/>
                <p:nvPr/>
              </p:nvGrpSpPr>
              <p:grpSpPr>
                <a:xfrm>
                  <a:off x="5174361" y="3463704"/>
                  <a:ext cx="383428" cy="804196"/>
                  <a:chOff x="5174361" y="3463704"/>
                  <a:chExt cx="383428" cy="804196"/>
                </a:xfrm>
              </p:grpSpPr>
              <p:sp>
                <p:nvSpPr>
                  <p:cNvPr id="1750" name="Google Shape;1750;p46"/>
                  <p:cNvSpPr/>
                  <p:nvPr/>
                </p:nvSpPr>
                <p:spPr>
                  <a:xfrm>
                    <a:off x="5174361" y="3463704"/>
                    <a:ext cx="243201" cy="17954"/>
                  </a:xfrm>
                  <a:custGeom>
                    <a:rect b="b" l="l" r="r" t="t"/>
                    <a:pathLst>
                      <a:path extrusionOk="0" h="17954" w="243201">
                        <a:moveTo>
                          <a:pt x="200854" y="0"/>
                        </a:moveTo>
                        <a:lnTo>
                          <a:pt x="0" y="0"/>
                        </a:lnTo>
                        <a:lnTo>
                          <a:pt x="0" y="17955"/>
                        </a:lnTo>
                        <a:lnTo>
                          <a:pt x="243202" y="17955"/>
                        </a:lnTo>
                        <a:close/>
                      </a:path>
                    </a:pathLst>
                  </a:custGeom>
                  <a:solidFill>
                    <a:srgbClr val="16D2D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51" name="Google Shape;1751;p46"/>
                  <p:cNvSpPr/>
                  <p:nvPr/>
                </p:nvSpPr>
                <p:spPr>
                  <a:xfrm>
                    <a:off x="5174361" y="3542333"/>
                    <a:ext cx="383428" cy="17954"/>
                  </a:xfrm>
                  <a:custGeom>
                    <a:rect b="b" l="l" r="r" t="t"/>
                    <a:pathLst>
                      <a:path extrusionOk="0" h="17954" w="383428">
                        <a:moveTo>
                          <a:pt x="0" y="0"/>
                        </a:moveTo>
                        <a:lnTo>
                          <a:pt x="383429" y="0"/>
                        </a:lnTo>
                        <a:lnTo>
                          <a:pt x="383429" y="17955"/>
                        </a:lnTo>
                        <a:lnTo>
                          <a:pt x="0" y="17955"/>
                        </a:lnTo>
                        <a:close/>
                      </a:path>
                    </a:pathLst>
                  </a:custGeom>
                  <a:solidFill>
                    <a:srgbClr val="16D2D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52" name="Google Shape;1752;p46"/>
                  <p:cNvSpPr/>
                  <p:nvPr/>
                </p:nvSpPr>
                <p:spPr>
                  <a:xfrm>
                    <a:off x="5174361" y="3620953"/>
                    <a:ext cx="383428" cy="17954"/>
                  </a:xfrm>
                  <a:custGeom>
                    <a:rect b="b" l="l" r="r" t="t"/>
                    <a:pathLst>
                      <a:path extrusionOk="0" h="17954" w="383428">
                        <a:moveTo>
                          <a:pt x="0" y="0"/>
                        </a:moveTo>
                        <a:lnTo>
                          <a:pt x="383429" y="0"/>
                        </a:lnTo>
                        <a:lnTo>
                          <a:pt x="383429" y="17955"/>
                        </a:lnTo>
                        <a:lnTo>
                          <a:pt x="0" y="17955"/>
                        </a:lnTo>
                        <a:close/>
                      </a:path>
                    </a:pathLst>
                  </a:custGeom>
                  <a:solidFill>
                    <a:srgbClr val="16D2D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53" name="Google Shape;1753;p46"/>
                  <p:cNvSpPr/>
                  <p:nvPr/>
                </p:nvSpPr>
                <p:spPr>
                  <a:xfrm>
                    <a:off x="5174361" y="3699582"/>
                    <a:ext cx="383428" cy="17954"/>
                  </a:xfrm>
                  <a:custGeom>
                    <a:rect b="b" l="l" r="r" t="t"/>
                    <a:pathLst>
                      <a:path extrusionOk="0" h="17954" w="383428">
                        <a:moveTo>
                          <a:pt x="0" y="0"/>
                        </a:moveTo>
                        <a:lnTo>
                          <a:pt x="383429" y="0"/>
                        </a:lnTo>
                        <a:lnTo>
                          <a:pt x="383429" y="17955"/>
                        </a:lnTo>
                        <a:lnTo>
                          <a:pt x="0" y="17955"/>
                        </a:lnTo>
                        <a:close/>
                      </a:path>
                    </a:pathLst>
                  </a:custGeom>
                  <a:solidFill>
                    <a:srgbClr val="16D2D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54" name="Google Shape;1754;p46"/>
                  <p:cNvSpPr/>
                  <p:nvPr/>
                </p:nvSpPr>
                <p:spPr>
                  <a:xfrm>
                    <a:off x="5174361" y="3778201"/>
                    <a:ext cx="383428" cy="17954"/>
                  </a:xfrm>
                  <a:custGeom>
                    <a:rect b="b" l="l" r="r" t="t"/>
                    <a:pathLst>
                      <a:path extrusionOk="0" h="17954" w="383428">
                        <a:moveTo>
                          <a:pt x="0" y="0"/>
                        </a:moveTo>
                        <a:lnTo>
                          <a:pt x="383429" y="0"/>
                        </a:lnTo>
                        <a:lnTo>
                          <a:pt x="383429" y="17955"/>
                        </a:lnTo>
                        <a:lnTo>
                          <a:pt x="0" y="17955"/>
                        </a:lnTo>
                        <a:close/>
                      </a:path>
                    </a:pathLst>
                  </a:custGeom>
                  <a:solidFill>
                    <a:srgbClr val="16D2D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55" name="Google Shape;1755;p46"/>
                  <p:cNvSpPr/>
                  <p:nvPr/>
                </p:nvSpPr>
                <p:spPr>
                  <a:xfrm>
                    <a:off x="5174361" y="3856830"/>
                    <a:ext cx="383428" cy="17954"/>
                  </a:xfrm>
                  <a:custGeom>
                    <a:rect b="b" l="l" r="r" t="t"/>
                    <a:pathLst>
                      <a:path extrusionOk="0" h="17954" w="383428">
                        <a:moveTo>
                          <a:pt x="0" y="0"/>
                        </a:moveTo>
                        <a:lnTo>
                          <a:pt x="383429" y="0"/>
                        </a:lnTo>
                        <a:lnTo>
                          <a:pt x="383429" y="17955"/>
                        </a:lnTo>
                        <a:lnTo>
                          <a:pt x="0" y="17955"/>
                        </a:lnTo>
                        <a:close/>
                      </a:path>
                    </a:pathLst>
                  </a:custGeom>
                  <a:solidFill>
                    <a:srgbClr val="16D2D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56" name="Google Shape;1756;p46"/>
                  <p:cNvSpPr/>
                  <p:nvPr/>
                </p:nvSpPr>
                <p:spPr>
                  <a:xfrm>
                    <a:off x="5174361" y="3935449"/>
                    <a:ext cx="383428" cy="17954"/>
                  </a:xfrm>
                  <a:custGeom>
                    <a:rect b="b" l="l" r="r" t="t"/>
                    <a:pathLst>
                      <a:path extrusionOk="0" h="17954" w="383428">
                        <a:moveTo>
                          <a:pt x="0" y="0"/>
                        </a:moveTo>
                        <a:lnTo>
                          <a:pt x="383429" y="0"/>
                        </a:lnTo>
                        <a:lnTo>
                          <a:pt x="383429" y="17955"/>
                        </a:lnTo>
                        <a:lnTo>
                          <a:pt x="0" y="17955"/>
                        </a:lnTo>
                        <a:close/>
                      </a:path>
                    </a:pathLst>
                  </a:custGeom>
                  <a:solidFill>
                    <a:srgbClr val="16D2D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57" name="Google Shape;1757;p46"/>
                  <p:cNvSpPr/>
                  <p:nvPr/>
                </p:nvSpPr>
                <p:spPr>
                  <a:xfrm>
                    <a:off x="5174361" y="4014069"/>
                    <a:ext cx="383428" cy="17954"/>
                  </a:xfrm>
                  <a:custGeom>
                    <a:rect b="b" l="l" r="r" t="t"/>
                    <a:pathLst>
                      <a:path extrusionOk="0" h="17954" w="383428">
                        <a:moveTo>
                          <a:pt x="0" y="0"/>
                        </a:moveTo>
                        <a:lnTo>
                          <a:pt x="383429" y="0"/>
                        </a:lnTo>
                        <a:lnTo>
                          <a:pt x="383429" y="17955"/>
                        </a:lnTo>
                        <a:lnTo>
                          <a:pt x="0" y="17955"/>
                        </a:lnTo>
                        <a:close/>
                      </a:path>
                    </a:pathLst>
                  </a:custGeom>
                  <a:solidFill>
                    <a:srgbClr val="16D2D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58" name="Google Shape;1758;p46"/>
                  <p:cNvSpPr/>
                  <p:nvPr/>
                </p:nvSpPr>
                <p:spPr>
                  <a:xfrm>
                    <a:off x="5174361" y="4092697"/>
                    <a:ext cx="383428" cy="17954"/>
                  </a:xfrm>
                  <a:custGeom>
                    <a:rect b="b" l="l" r="r" t="t"/>
                    <a:pathLst>
                      <a:path extrusionOk="0" h="17954" w="383428">
                        <a:moveTo>
                          <a:pt x="0" y="0"/>
                        </a:moveTo>
                        <a:lnTo>
                          <a:pt x="383429" y="0"/>
                        </a:lnTo>
                        <a:lnTo>
                          <a:pt x="383429" y="17955"/>
                        </a:lnTo>
                        <a:lnTo>
                          <a:pt x="0" y="17955"/>
                        </a:lnTo>
                        <a:close/>
                      </a:path>
                    </a:pathLst>
                  </a:custGeom>
                  <a:solidFill>
                    <a:srgbClr val="16D2D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59" name="Google Shape;1759;p46"/>
                  <p:cNvSpPr/>
                  <p:nvPr/>
                </p:nvSpPr>
                <p:spPr>
                  <a:xfrm>
                    <a:off x="5174361" y="4171317"/>
                    <a:ext cx="383428" cy="17954"/>
                  </a:xfrm>
                  <a:custGeom>
                    <a:rect b="b" l="l" r="r" t="t"/>
                    <a:pathLst>
                      <a:path extrusionOk="0" h="17954" w="383428">
                        <a:moveTo>
                          <a:pt x="0" y="0"/>
                        </a:moveTo>
                        <a:lnTo>
                          <a:pt x="383429" y="0"/>
                        </a:lnTo>
                        <a:lnTo>
                          <a:pt x="383429" y="17955"/>
                        </a:lnTo>
                        <a:lnTo>
                          <a:pt x="0" y="17955"/>
                        </a:lnTo>
                        <a:close/>
                      </a:path>
                    </a:pathLst>
                  </a:custGeom>
                  <a:solidFill>
                    <a:srgbClr val="16D2D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60" name="Google Shape;1760;p46"/>
                  <p:cNvSpPr/>
                  <p:nvPr/>
                </p:nvSpPr>
                <p:spPr>
                  <a:xfrm>
                    <a:off x="5174361" y="4249946"/>
                    <a:ext cx="383428" cy="17954"/>
                  </a:xfrm>
                  <a:custGeom>
                    <a:rect b="b" l="l" r="r" t="t"/>
                    <a:pathLst>
                      <a:path extrusionOk="0" h="17954" w="383428">
                        <a:moveTo>
                          <a:pt x="0" y="0"/>
                        </a:moveTo>
                        <a:lnTo>
                          <a:pt x="383429" y="0"/>
                        </a:lnTo>
                        <a:lnTo>
                          <a:pt x="383429" y="17955"/>
                        </a:lnTo>
                        <a:lnTo>
                          <a:pt x="0" y="17955"/>
                        </a:lnTo>
                        <a:close/>
                      </a:path>
                    </a:pathLst>
                  </a:custGeom>
                  <a:solidFill>
                    <a:srgbClr val="16D2D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761" name="Google Shape;1761;p46"/>
              <p:cNvSpPr/>
              <p:nvPr/>
            </p:nvSpPr>
            <p:spPr>
              <a:xfrm>
                <a:off x="5460263" y="3499766"/>
                <a:ext cx="97536" cy="829741"/>
              </a:xfrm>
              <a:custGeom>
                <a:rect b="b" l="l" r="r" t="t"/>
                <a:pathLst>
                  <a:path extrusionOk="0" h="829741" w="97536">
                    <a:moveTo>
                      <a:pt x="0" y="0"/>
                    </a:moveTo>
                    <a:lnTo>
                      <a:pt x="0" y="42567"/>
                    </a:lnTo>
                    <a:lnTo>
                      <a:pt x="0" y="60522"/>
                    </a:lnTo>
                    <a:lnTo>
                      <a:pt x="0" y="121187"/>
                    </a:lnTo>
                    <a:lnTo>
                      <a:pt x="0" y="139141"/>
                    </a:lnTo>
                    <a:lnTo>
                      <a:pt x="0" y="199815"/>
                    </a:lnTo>
                    <a:lnTo>
                      <a:pt x="0" y="217761"/>
                    </a:lnTo>
                    <a:lnTo>
                      <a:pt x="0" y="278435"/>
                    </a:lnTo>
                    <a:lnTo>
                      <a:pt x="0" y="296389"/>
                    </a:lnTo>
                    <a:lnTo>
                      <a:pt x="0" y="357064"/>
                    </a:lnTo>
                    <a:lnTo>
                      <a:pt x="0" y="375009"/>
                    </a:lnTo>
                    <a:lnTo>
                      <a:pt x="0" y="435683"/>
                    </a:lnTo>
                    <a:lnTo>
                      <a:pt x="0" y="453638"/>
                    </a:lnTo>
                    <a:lnTo>
                      <a:pt x="0" y="514302"/>
                    </a:lnTo>
                    <a:lnTo>
                      <a:pt x="0" y="532257"/>
                    </a:lnTo>
                    <a:lnTo>
                      <a:pt x="0" y="592931"/>
                    </a:lnTo>
                    <a:lnTo>
                      <a:pt x="0" y="610886"/>
                    </a:lnTo>
                    <a:lnTo>
                      <a:pt x="0" y="671551"/>
                    </a:lnTo>
                    <a:lnTo>
                      <a:pt x="0" y="689505"/>
                    </a:lnTo>
                    <a:lnTo>
                      <a:pt x="0" y="750180"/>
                    </a:lnTo>
                    <a:lnTo>
                      <a:pt x="0" y="768134"/>
                    </a:lnTo>
                    <a:lnTo>
                      <a:pt x="0" y="829742"/>
                    </a:lnTo>
                    <a:lnTo>
                      <a:pt x="97536" y="829742"/>
                    </a:lnTo>
                    <a:lnTo>
                      <a:pt x="97536" y="768134"/>
                    </a:lnTo>
                    <a:lnTo>
                      <a:pt x="97536" y="750180"/>
                    </a:lnTo>
                    <a:lnTo>
                      <a:pt x="97536" y="689505"/>
                    </a:lnTo>
                    <a:lnTo>
                      <a:pt x="97536" y="671551"/>
                    </a:lnTo>
                    <a:lnTo>
                      <a:pt x="97536" y="610886"/>
                    </a:lnTo>
                    <a:lnTo>
                      <a:pt x="97536" y="592931"/>
                    </a:lnTo>
                    <a:lnTo>
                      <a:pt x="97536" y="532257"/>
                    </a:lnTo>
                    <a:lnTo>
                      <a:pt x="97536" y="514302"/>
                    </a:lnTo>
                    <a:lnTo>
                      <a:pt x="97536" y="453638"/>
                    </a:lnTo>
                    <a:lnTo>
                      <a:pt x="97536" y="435683"/>
                    </a:lnTo>
                    <a:lnTo>
                      <a:pt x="97536" y="375009"/>
                    </a:lnTo>
                    <a:lnTo>
                      <a:pt x="97536" y="357064"/>
                    </a:lnTo>
                    <a:lnTo>
                      <a:pt x="97536" y="296389"/>
                    </a:lnTo>
                    <a:lnTo>
                      <a:pt x="97536" y="278435"/>
                    </a:lnTo>
                    <a:lnTo>
                      <a:pt x="97536" y="217761"/>
                    </a:lnTo>
                    <a:lnTo>
                      <a:pt x="97536" y="199815"/>
                    </a:lnTo>
                    <a:lnTo>
                      <a:pt x="97536" y="139141"/>
                    </a:lnTo>
                    <a:lnTo>
                      <a:pt x="97536" y="121187"/>
                    </a:lnTo>
                    <a:lnTo>
                      <a:pt x="97536" y="60522"/>
                    </a:lnTo>
                    <a:lnTo>
                      <a:pt x="97536" y="42567"/>
                    </a:lnTo>
                    <a:lnTo>
                      <a:pt x="97536" y="41348"/>
                    </a:lnTo>
                    <a:close/>
                  </a:path>
                </a:pathLst>
              </a:custGeom>
              <a:solidFill>
                <a:srgbClr val="16D2D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62" name="Google Shape;1762;p46"/>
            <p:cNvGrpSpPr/>
            <p:nvPr/>
          </p:nvGrpSpPr>
          <p:grpSpPr>
            <a:xfrm>
              <a:off x="7311208" y="4174836"/>
              <a:ext cx="269481" cy="376827"/>
              <a:chOff x="7311208" y="3952680"/>
              <a:chExt cx="269481" cy="376827"/>
            </a:xfrm>
          </p:grpSpPr>
          <p:grpSp>
            <p:nvGrpSpPr>
              <p:cNvPr id="1763" name="Google Shape;1763;p46"/>
              <p:cNvGrpSpPr/>
              <p:nvPr/>
            </p:nvGrpSpPr>
            <p:grpSpPr>
              <a:xfrm>
                <a:off x="7311208" y="4064713"/>
                <a:ext cx="269481" cy="171354"/>
                <a:chOff x="7311208" y="4064713"/>
                <a:chExt cx="269481" cy="171354"/>
              </a:xfrm>
            </p:grpSpPr>
            <p:sp>
              <p:nvSpPr>
                <p:cNvPr id="1764" name="Google Shape;1764;p46"/>
                <p:cNvSpPr/>
                <p:nvPr/>
              </p:nvSpPr>
              <p:spPr>
                <a:xfrm>
                  <a:off x="7311208" y="4064713"/>
                  <a:ext cx="269481" cy="171354"/>
                </a:xfrm>
                <a:custGeom>
                  <a:rect b="b" l="l" r="r" t="t"/>
                  <a:pathLst>
                    <a:path extrusionOk="0" h="171354" w="269481">
                      <a:moveTo>
                        <a:pt x="269481" y="171355"/>
                      </a:moveTo>
                      <a:lnTo>
                        <a:pt x="134741" y="0"/>
                      </a:lnTo>
                      <a:lnTo>
                        <a:pt x="0" y="171355"/>
                      </a:lnTo>
                      <a:close/>
                    </a:path>
                  </a:pathLst>
                </a:custGeom>
                <a:solidFill>
                  <a:srgbClr val="83BB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5" name="Google Shape;1765;p46"/>
                <p:cNvSpPr/>
                <p:nvPr/>
              </p:nvSpPr>
              <p:spPr>
                <a:xfrm>
                  <a:off x="7311208" y="4064713"/>
                  <a:ext cx="269471" cy="171354"/>
                </a:xfrm>
                <a:custGeom>
                  <a:rect b="b" l="l" r="r" t="t"/>
                  <a:pathLst>
                    <a:path extrusionOk="0" h="171354" w="269471">
                      <a:moveTo>
                        <a:pt x="134741" y="0"/>
                      </a:moveTo>
                      <a:lnTo>
                        <a:pt x="113672" y="26804"/>
                      </a:lnTo>
                      <a:lnTo>
                        <a:pt x="148342" y="70904"/>
                      </a:lnTo>
                      <a:cubicBezTo>
                        <a:pt x="171260" y="100051"/>
                        <a:pt x="150495" y="142789"/>
                        <a:pt x="113414" y="142789"/>
                      </a:cubicBezTo>
                      <a:lnTo>
                        <a:pt x="22460" y="142789"/>
                      </a:lnTo>
                      <a:lnTo>
                        <a:pt x="0" y="171355"/>
                      </a:lnTo>
                      <a:lnTo>
                        <a:pt x="269472" y="171355"/>
                      </a:lnTo>
                      <a:lnTo>
                        <a:pt x="134741" y="0"/>
                      </a:lnTo>
                      <a:close/>
                    </a:path>
                  </a:pathLst>
                </a:custGeom>
                <a:solidFill>
                  <a:srgbClr val="6E930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66" name="Google Shape;1766;p46"/>
              <p:cNvGrpSpPr/>
              <p:nvPr/>
            </p:nvGrpSpPr>
            <p:grpSpPr>
              <a:xfrm>
                <a:off x="7337002" y="4009973"/>
                <a:ext cx="217884" cy="138540"/>
                <a:chOff x="7337002" y="4009973"/>
                <a:chExt cx="217884" cy="138540"/>
              </a:xfrm>
            </p:grpSpPr>
            <p:sp>
              <p:nvSpPr>
                <p:cNvPr id="1767" name="Google Shape;1767;p46"/>
                <p:cNvSpPr/>
                <p:nvPr/>
              </p:nvSpPr>
              <p:spPr>
                <a:xfrm>
                  <a:off x="7337012" y="4009973"/>
                  <a:ext cx="217874" cy="138540"/>
                </a:xfrm>
                <a:custGeom>
                  <a:rect b="b" l="l" r="r" t="t"/>
                  <a:pathLst>
                    <a:path extrusionOk="0" h="138540" w="217874">
                      <a:moveTo>
                        <a:pt x="217875" y="138541"/>
                      </a:moveTo>
                      <a:lnTo>
                        <a:pt x="108937" y="0"/>
                      </a:lnTo>
                      <a:lnTo>
                        <a:pt x="0" y="138541"/>
                      </a:lnTo>
                      <a:close/>
                    </a:path>
                  </a:pathLst>
                </a:custGeom>
                <a:solidFill>
                  <a:srgbClr val="83BB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8" name="Google Shape;1768;p46"/>
                <p:cNvSpPr/>
                <p:nvPr/>
              </p:nvSpPr>
              <p:spPr>
                <a:xfrm>
                  <a:off x="7337002" y="4009973"/>
                  <a:ext cx="217874" cy="138540"/>
                </a:xfrm>
                <a:custGeom>
                  <a:rect b="b" l="l" r="r" t="t"/>
                  <a:pathLst>
                    <a:path extrusionOk="0" h="138540" w="217874">
                      <a:moveTo>
                        <a:pt x="108947" y="0"/>
                      </a:moveTo>
                      <a:lnTo>
                        <a:pt x="91907" y="21669"/>
                      </a:lnTo>
                      <a:lnTo>
                        <a:pt x="119939" y="57322"/>
                      </a:lnTo>
                      <a:cubicBezTo>
                        <a:pt x="138465" y="80886"/>
                        <a:pt x="121682" y="115443"/>
                        <a:pt x="91697" y="115443"/>
                      </a:cubicBezTo>
                      <a:lnTo>
                        <a:pt x="18164" y="115443"/>
                      </a:lnTo>
                      <a:lnTo>
                        <a:pt x="0" y="138541"/>
                      </a:lnTo>
                      <a:lnTo>
                        <a:pt x="217875" y="138541"/>
                      </a:lnTo>
                      <a:lnTo>
                        <a:pt x="108947" y="0"/>
                      </a:lnTo>
                      <a:close/>
                    </a:path>
                  </a:pathLst>
                </a:custGeom>
                <a:solidFill>
                  <a:srgbClr val="6E930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69" name="Google Shape;1769;p46"/>
              <p:cNvGrpSpPr/>
              <p:nvPr/>
            </p:nvGrpSpPr>
            <p:grpSpPr>
              <a:xfrm>
                <a:off x="7420927" y="4235934"/>
                <a:ext cx="41681" cy="93573"/>
                <a:chOff x="7420927" y="4235934"/>
                <a:chExt cx="41681" cy="93573"/>
              </a:xfrm>
            </p:grpSpPr>
            <p:sp>
              <p:nvSpPr>
                <p:cNvPr id="1770" name="Google Shape;1770;p46"/>
                <p:cNvSpPr/>
                <p:nvPr/>
              </p:nvSpPr>
              <p:spPr>
                <a:xfrm>
                  <a:off x="7420927" y="4235934"/>
                  <a:ext cx="41681" cy="93564"/>
                </a:xfrm>
                <a:custGeom>
                  <a:rect b="b" l="l" r="r" t="t"/>
                  <a:pathLst>
                    <a:path extrusionOk="0" h="93564" w="41681">
                      <a:moveTo>
                        <a:pt x="0" y="0"/>
                      </a:moveTo>
                      <a:lnTo>
                        <a:pt x="41682" y="0"/>
                      </a:lnTo>
                      <a:lnTo>
                        <a:pt x="41682" y="93564"/>
                      </a:lnTo>
                      <a:lnTo>
                        <a:pt x="0" y="93564"/>
                      </a:lnTo>
                      <a:close/>
                    </a:path>
                  </a:pathLst>
                </a:custGeom>
                <a:solidFill>
                  <a:srgbClr val="CC702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71" name="Google Shape;1771;p46"/>
                <p:cNvSpPr/>
                <p:nvPr/>
              </p:nvSpPr>
              <p:spPr>
                <a:xfrm>
                  <a:off x="7420927" y="4235934"/>
                  <a:ext cx="41681" cy="93573"/>
                </a:xfrm>
                <a:custGeom>
                  <a:rect b="b" l="l" r="r" t="t"/>
                  <a:pathLst>
                    <a:path extrusionOk="0" h="93573" w="41681">
                      <a:moveTo>
                        <a:pt x="23974" y="93574"/>
                      </a:moveTo>
                      <a:lnTo>
                        <a:pt x="41681" y="93574"/>
                      </a:lnTo>
                      <a:lnTo>
                        <a:pt x="41681" y="0"/>
                      </a:lnTo>
                      <a:lnTo>
                        <a:pt x="0" y="0"/>
                      </a:lnTo>
                      <a:lnTo>
                        <a:pt x="0" y="12859"/>
                      </a:lnTo>
                      <a:lnTo>
                        <a:pt x="23974" y="12859"/>
                      </a:lnTo>
                      <a:close/>
                    </a:path>
                  </a:pathLst>
                </a:custGeom>
                <a:solidFill>
                  <a:srgbClr val="AA541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72" name="Google Shape;1772;p46"/>
              <p:cNvGrpSpPr/>
              <p:nvPr/>
            </p:nvGrpSpPr>
            <p:grpSpPr>
              <a:xfrm>
                <a:off x="7352652" y="3952680"/>
                <a:ext cx="186594" cy="118652"/>
                <a:chOff x="7352652" y="3952680"/>
                <a:chExt cx="186594" cy="118652"/>
              </a:xfrm>
            </p:grpSpPr>
            <p:sp>
              <p:nvSpPr>
                <p:cNvPr id="1773" name="Google Shape;1773;p46"/>
                <p:cNvSpPr/>
                <p:nvPr/>
              </p:nvSpPr>
              <p:spPr>
                <a:xfrm>
                  <a:off x="7352652" y="3952680"/>
                  <a:ext cx="186594" cy="118652"/>
                </a:xfrm>
                <a:custGeom>
                  <a:rect b="b" l="l" r="r" t="t"/>
                  <a:pathLst>
                    <a:path extrusionOk="0" h="118652" w="186594">
                      <a:moveTo>
                        <a:pt x="186595" y="118653"/>
                      </a:moveTo>
                      <a:lnTo>
                        <a:pt x="93297" y="0"/>
                      </a:lnTo>
                      <a:lnTo>
                        <a:pt x="0" y="118653"/>
                      </a:lnTo>
                      <a:close/>
                    </a:path>
                  </a:pathLst>
                </a:custGeom>
                <a:solidFill>
                  <a:srgbClr val="83BB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74" name="Google Shape;1774;p46"/>
                <p:cNvSpPr/>
                <p:nvPr/>
              </p:nvSpPr>
              <p:spPr>
                <a:xfrm>
                  <a:off x="7352652" y="3952680"/>
                  <a:ext cx="186594" cy="118652"/>
                </a:xfrm>
                <a:custGeom>
                  <a:rect b="b" l="l" r="r" t="t"/>
                  <a:pathLst>
                    <a:path extrusionOk="0" h="118652" w="186594">
                      <a:moveTo>
                        <a:pt x="93297" y="0"/>
                      </a:moveTo>
                      <a:lnTo>
                        <a:pt x="78705" y="18555"/>
                      </a:lnTo>
                      <a:lnTo>
                        <a:pt x="102718" y="49092"/>
                      </a:lnTo>
                      <a:cubicBezTo>
                        <a:pt x="118586" y="69275"/>
                        <a:pt x="104213" y="98870"/>
                        <a:pt x="78534" y="98870"/>
                      </a:cubicBezTo>
                      <a:lnTo>
                        <a:pt x="15554" y="98870"/>
                      </a:lnTo>
                      <a:lnTo>
                        <a:pt x="0" y="118653"/>
                      </a:lnTo>
                      <a:lnTo>
                        <a:pt x="186595" y="118653"/>
                      </a:lnTo>
                      <a:lnTo>
                        <a:pt x="93297" y="0"/>
                      </a:lnTo>
                      <a:close/>
                    </a:path>
                  </a:pathLst>
                </a:custGeom>
                <a:solidFill>
                  <a:srgbClr val="6E930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775" name="Google Shape;1775;p46"/>
            <p:cNvGrpSpPr/>
            <p:nvPr/>
          </p:nvGrpSpPr>
          <p:grpSpPr>
            <a:xfrm>
              <a:off x="5642257" y="3643712"/>
              <a:ext cx="1790976" cy="907951"/>
              <a:chOff x="5642257" y="3421556"/>
              <a:chExt cx="1790976" cy="907951"/>
            </a:xfrm>
          </p:grpSpPr>
          <p:grpSp>
            <p:nvGrpSpPr>
              <p:cNvPr id="1776" name="Google Shape;1776;p46"/>
              <p:cNvGrpSpPr/>
              <p:nvPr/>
            </p:nvGrpSpPr>
            <p:grpSpPr>
              <a:xfrm>
                <a:off x="5642257" y="3421556"/>
                <a:ext cx="1320051" cy="907951"/>
                <a:chOff x="5642257" y="3421556"/>
                <a:chExt cx="1320051" cy="907951"/>
              </a:xfrm>
            </p:grpSpPr>
            <p:sp>
              <p:nvSpPr>
                <p:cNvPr id="1777" name="Google Shape;1777;p46"/>
                <p:cNvSpPr/>
                <p:nvPr/>
              </p:nvSpPr>
              <p:spPr>
                <a:xfrm>
                  <a:off x="5642257" y="3421556"/>
                  <a:ext cx="1320050" cy="907951"/>
                </a:xfrm>
                <a:custGeom>
                  <a:rect b="b" l="l" r="r" t="t"/>
                  <a:pathLst>
                    <a:path extrusionOk="0" h="907951" w="1320050">
                      <a:moveTo>
                        <a:pt x="1320051" y="907952"/>
                      </a:moveTo>
                      <a:lnTo>
                        <a:pt x="660025" y="0"/>
                      </a:lnTo>
                      <a:lnTo>
                        <a:pt x="0" y="907952"/>
                      </a:lnTo>
                      <a:close/>
                    </a:path>
                  </a:pathLst>
                </a:custGeom>
                <a:solidFill>
                  <a:srgbClr val="A0A09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78" name="Google Shape;1778;p46"/>
                <p:cNvSpPr/>
                <p:nvPr/>
              </p:nvSpPr>
              <p:spPr>
                <a:xfrm>
                  <a:off x="6041212" y="3421556"/>
                  <a:ext cx="550964" cy="398792"/>
                </a:xfrm>
                <a:custGeom>
                  <a:rect b="b" l="l" r="r" t="t"/>
                  <a:pathLst>
                    <a:path extrusionOk="0" h="398792" w="550964">
                      <a:moveTo>
                        <a:pt x="170269" y="231905"/>
                      </a:moveTo>
                      <a:lnTo>
                        <a:pt x="258070" y="389573"/>
                      </a:lnTo>
                      <a:lnTo>
                        <a:pt x="358616" y="235725"/>
                      </a:lnTo>
                      <a:lnTo>
                        <a:pt x="550964" y="398793"/>
                      </a:lnTo>
                      <a:lnTo>
                        <a:pt x="261071" y="0"/>
                      </a:lnTo>
                      <a:lnTo>
                        <a:pt x="0" y="359140"/>
                      </a:lnTo>
                      <a:close/>
                    </a:path>
                  </a:pathLst>
                </a:custGeom>
                <a:solidFill>
                  <a:srgbClr val="B7B7B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79" name="Google Shape;1779;p46"/>
                <p:cNvSpPr/>
                <p:nvPr/>
              </p:nvSpPr>
              <p:spPr>
                <a:xfrm>
                  <a:off x="6041250" y="3421556"/>
                  <a:ext cx="261032" cy="359083"/>
                </a:xfrm>
                <a:custGeom>
                  <a:rect b="b" l="l" r="r" t="t"/>
                  <a:pathLst>
                    <a:path extrusionOk="0" h="359083" w="261032">
                      <a:moveTo>
                        <a:pt x="261033" y="0"/>
                      </a:moveTo>
                      <a:lnTo>
                        <a:pt x="171726" y="234582"/>
                      </a:lnTo>
                      <a:lnTo>
                        <a:pt x="170202" y="231905"/>
                      </a:lnTo>
                      <a:lnTo>
                        <a:pt x="0" y="359083"/>
                      </a:lnTo>
                      <a:close/>
                    </a:path>
                  </a:pathLst>
                </a:custGeom>
                <a:solidFill>
                  <a:srgbClr val="F1F2E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0" name="Google Shape;1780;p46"/>
                <p:cNvSpPr/>
                <p:nvPr/>
              </p:nvSpPr>
              <p:spPr>
                <a:xfrm>
                  <a:off x="6302283" y="3421556"/>
                  <a:ext cx="660025" cy="907951"/>
                </a:xfrm>
                <a:custGeom>
                  <a:rect b="b" l="l" r="r" t="t"/>
                  <a:pathLst>
                    <a:path extrusionOk="0" h="907951" w="660025">
                      <a:moveTo>
                        <a:pt x="660025" y="907952"/>
                      </a:moveTo>
                      <a:lnTo>
                        <a:pt x="0" y="0"/>
                      </a:lnTo>
                      <a:lnTo>
                        <a:pt x="355616" y="907952"/>
                      </a:lnTo>
                      <a:close/>
                    </a:path>
                  </a:pathLst>
                </a:custGeom>
                <a:solidFill>
                  <a:srgbClr val="87877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1" name="Google Shape;1781;p46"/>
                <p:cNvSpPr/>
                <p:nvPr/>
              </p:nvSpPr>
              <p:spPr>
                <a:xfrm>
                  <a:off x="6302283" y="3421556"/>
                  <a:ext cx="289893" cy="398792"/>
                </a:xfrm>
                <a:custGeom>
                  <a:rect b="b" l="l" r="r" t="t"/>
                  <a:pathLst>
                    <a:path extrusionOk="0" h="398792" w="289893">
                      <a:moveTo>
                        <a:pt x="97546" y="235725"/>
                      </a:moveTo>
                      <a:lnTo>
                        <a:pt x="289893" y="398793"/>
                      </a:lnTo>
                      <a:lnTo>
                        <a:pt x="0" y="0"/>
                      </a:lnTo>
                      <a:lnTo>
                        <a:pt x="94278" y="240725"/>
                      </a:lnTo>
                      <a:close/>
                    </a:path>
                  </a:pathLst>
                </a:custGeom>
                <a:solidFill>
                  <a:srgbClr val="A0A09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2" name="Google Shape;1782;p46"/>
                <p:cNvSpPr/>
                <p:nvPr/>
              </p:nvSpPr>
              <p:spPr>
                <a:xfrm>
                  <a:off x="5642257" y="3421556"/>
                  <a:ext cx="660025" cy="907951"/>
                </a:xfrm>
                <a:custGeom>
                  <a:rect b="b" l="l" r="r" t="t"/>
                  <a:pathLst>
                    <a:path extrusionOk="0" h="907951" w="660025">
                      <a:moveTo>
                        <a:pt x="314258" y="907952"/>
                      </a:moveTo>
                      <a:lnTo>
                        <a:pt x="660025" y="0"/>
                      </a:lnTo>
                      <a:lnTo>
                        <a:pt x="0" y="907952"/>
                      </a:lnTo>
                      <a:close/>
                    </a:path>
                  </a:pathLst>
                </a:custGeom>
                <a:solidFill>
                  <a:srgbClr val="B7B7B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3" name="Google Shape;1783;p46"/>
                <p:cNvSpPr/>
                <p:nvPr/>
              </p:nvSpPr>
              <p:spPr>
                <a:xfrm>
                  <a:off x="6041250" y="3421556"/>
                  <a:ext cx="261032" cy="359083"/>
                </a:xfrm>
                <a:custGeom>
                  <a:rect b="b" l="l" r="r" t="t"/>
                  <a:pathLst>
                    <a:path extrusionOk="0" h="359083" w="261032">
                      <a:moveTo>
                        <a:pt x="261033" y="0"/>
                      </a:moveTo>
                      <a:lnTo>
                        <a:pt x="171726" y="234582"/>
                      </a:lnTo>
                      <a:lnTo>
                        <a:pt x="170202" y="231905"/>
                      </a:lnTo>
                      <a:lnTo>
                        <a:pt x="0" y="359083"/>
                      </a:lnTo>
                      <a:close/>
                    </a:path>
                  </a:pathLst>
                </a:custGeom>
                <a:solidFill>
                  <a:srgbClr val="EFEFE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84" name="Google Shape;1784;p46"/>
              <p:cNvGrpSpPr/>
              <p:nvPr/>
            </p:nvGrpSpPr>
            <p:grpSpPr>
              <a:xfrm>
                <a:off x="6346812" y="3582243"/>
                <a:ext cx="1086421" cy="747264"/>
                <a:chOff x="6346812" y="3582243"/>
                <a:chExt cx="1086421" cy="747264"/>
              </a:xfrm>
            </p:grpSpPr>
            <p:sp>
              <p:nvSpPr>
                <p:cNvPr id="1785" name="Google Shape;1785;p46"/>
                <p:cNvSpPr/>
                <p:nvPr/>
              </p:nvSpPr>
              <p:spPr>
                <a:xfrm>
                  <a:off x="6346812" y="3582243"/>
                  <a:ext cx="1086421" cy="747264"/>
                </a:xfrm>
                <a:custGeom>
                  <a:rect b="b" l="l" r="r" t="t"/>
                  <a:pathLst>
                    <a:path extrusionOk="0" h="747264" w="1086421">
                      <a:moveTo>
                        <a:pt x="1086422" y="747265"/>
                      </a:moveTo>
                      <a:lnTo>
                        <a:pt x="543211" y="0"/>
                      </a:lnTo>
                      <a:lnTo>
                        <a:pt x="0" y="747265"/>
                      </a:lnTo>
                      <a:close/>
                    </a:path>
                  </a:pathLst>
                </a:custGeom>
                <a:solidFill>
                  <a:srgbClr val="A0A09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6" name="Google Shape;1786;p46"/>
                <p:cNvSpPr/>
                <p:nvPr/>
              </p:nvSpPr>
              <p:spPr>
                <a:xfrm>
                  <a:off x="6674777" y="3582253"/>
                  <a:ext cx="454256" cy="328774"/>
                </a:xfrm>
                <a:custGeom>
                  <a:rect b="b" l="l" r="r" t="t"/>
                  <a:pathLst>
                    <a:path extrusionOk="0" h="328774" w="454256">
                      <a:moveTo>
                        <a:pt x="140389" y="191195"/>
                      </a:moveTo>
                      <a:lnTo>
                        <a:pt x="212779" y="321174"/>
                      </a:lnTo>
                      <a:lnTo>
                        <a:pt x="295675" y="194339"/>
                      </a:lnTo>
                      <a:lnTo>
                        <a:pt x="454257" y="328775"/>
                      </a:lnTo>
                      <a:lnTo>
                        <a:pt x="215246" y="0"/>
                      </a:lnTo>
                      <a:lnTo>
                        <a:pt x="0" y="296094"/>
                      </a:lnTo>
                      <a:close/>
                    </a:path>
                  </a:pathLst>
                </a:custGeom>
                <a:solidFill>
                  <a:srgbClr val="B7B7B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7" name="Google Shape;1787;p46"/>
                <p:cNvSpPr/>
                <p:nvPr/>
              </p:nvSpPr>
              <p:spPr>
                <a:xfrm>
                  <a:off x="6674815" y="3582243"/>
                  <a:ext cx="215217" cy="296046"/>
                </a:xfrm>
                <a:custGeom>
                  <a:rect b="b" l="l" r="r" t="t"/>
                  <a:pathLst>
                    <a:path extrusionOk="0" h="296046" w="215217">
                      <a:moveTo>
                        <a:pt x="215217" y="0"/>
                      </a:moveTo>
                      <a:lnTo>
                        <a:pt x="141579" y="193405"/>
                      </a:lnTo>
                      <a:lnTo>
                        <a:pt x="140322" y="191205"/>
                      </a:lnTo>
                      <a:lnTo>
                        <a:pt x="0" y="296046"/>
                      </a:lnTo>
                      <a:close/>
                    </a:path>
                  </a:pathLst>
                </a:custGeom>
                <a:solidFill>
                  <a:srgbClr val="F1F2E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8" name="Google Shape;1788;p46"/>
                <p:cNvSpPr/>
                <p:nvPr/>
              </p:nvSpPr>
              <p:spPr>
                <a:xfrm>
                  <a:off x="6890023" y="3582243"/>
                  <a:ext cx="543210" cy="747264"/>
                </a:xfrm>
                <a:custGeom>
                  <a:rect b="b" l="l" r="r" t="t"/>
                  <a:pathLst>
                    <a:path extrusionOk="0" h="747264" w="543210">
                      <a:moveTo>
                        <a:pt x="543211" y="747265"/>
                      </a:moveTo>
                      <a:lnTo>
                        <a:pt x="0" y="0"/>
                      </a:lnTo>
                      <a:lnTo>
                        <a:pt x="292684" y="747265"/>
                      </a:lnTo>
                      <a:close/>
                    </a:path>
                  </a:pathLst>
                </a:custGeom>
                <a:solidFill>
                  <a:srgbClr val="87877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9" name="Google Shape;1789;p46"/>
                <p:cNvSpPr/>
                <p:nvPr/>
              </p:nvSpPr>
              <p:spPr>
                <a:xfrm>
                  <a:off x="6890023" y="3582253"/>
                  <a:ext cx="239010" cy="328774"/>
                </a:xfrm>
                <a:custGeom>
                  <a:rect b="b" l="l" r="r" t="t"/>
                  <a:pathLst>
                    <a:path extrusionOk="0" h="328774" w="239010">
                      <a:moveTo>
                        <a:pt x="80429" y="194339"/>
                      </a:moveTo>
                      <a:lnTo>
                        <a:pt x="239011" y="328775"/>
                      </a:lnTo>
                      <a:lnTo>
                        <a:pt x="0" y="0"/>
                      </a:lnTo>
                      <a:lnTo>
                        <a:pt x="77734" y="198453"/>
                      </a:lnTo>
                      <a:close/>
                    </a:path>
                  </a:pathLst>
                </a:custGeom>
                <a:solidFill>
                  <a:srgbClr val="A0A09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0" name="Google Shape;1790;p46"/>
                <p:cNvSpPr/>
                <p:nvPr/>
              </p:nvSpPr>
              <p:spPr>
                <a:xfrm>
                  <a:off x="6346812" y="3582243"/>
                  <a:ext cx="543210" cy="747264"/>
                </a:xfrm>
                <a:custGeom>
                  <a:rect b="b" l="l" r="r" t="t"/>
                  <a:pathLst>
                    <a:path extrusionOk="0" h="747264" w="543210">
                      <a:moveTo>
                        <a:pt x="258642" y="747265"/>
                      </a:moveTo>
                      <a:lnTo>
                        <a:pt x="543211" y="0"/>
                      </a:lnTo>
                      <a:lnTo>
                        <a:pt x="0" y="747265"/>
                      </a:lnTo>
                      <a:close/>
                    </a:path>
                  </a:pathLst>
                </a:custGeom>
                <a:solidFill>
                  <a:srgbClr val="B7B7B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1" name="Google Shape;1791;p46"/>
                <p:cNvSpPr/>
                <p:nvPr/>
              </p:nvSpPr>
              <p:spPr>
                <a:xfrm>
                  <a:off x="6674815" y="3582243"/>
                  <a:ext cx="215217" cy="296046"/>
                </a:xfrm>
                <a:custGeom>
                  <a:rect b="b" l="l" r="r" t="t"/>
                  <a:pathLst>
                    <a:path extrusionOk="0" h="296046" w="215217">
                      <a:moveTo>
                        <a:pt x="215217" y="0"/>
                      </a:moveTo>
                      <a:lnTo>
                        <a:pt x="141579" y="193405"/>
                      </a:lnTo>
                      <a:lnTo>
                        <a:pt x="140322" y="191205"/>
                      </a:lnTo>
                      <a:lnTo>
                        <a:pt x="0" y="296046"/>
                      </a:lnTo>
                      <a:close/>
                    </a:path>
                  </a:pathLst>
                </a:custGeom>
                <a:solidFill>
                  <a:srgbClr val="EFEFE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792" name="Google Shape;1792;p46"/>
            <p:cNvSpPr/>
            <p:nvPr/>
          </p:nvSpPr>
          <p:spPr>
            <a:xfrm>
              <a:off x="4989518" y="4062584"/>
              <a:ext cx="337956" cy="489070"/>
            </a:xfrm>
            <a:custGeom>
              <a:rect b="b" l="l" r="r" t="t"/>
              <a:pathLst>
                <a:path extrusionOk="0" h="489070" w="337956">
                  <a:moveTo>
                    <a:pt x="0" y="0"/>
                  </a:moveTo>
                  <a:lnTo>
                    <a:pt x="337957" y="0"/>
                  </a:lnTo>
                  <a:lnTo>
                    <a:pt x="337957" y="489071"/>
                  </a:lnTo>
                  <a:lnTo>
                    <a:pt x="0" y="48907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3" name="Google Shape;1793;p46"/>
            <p:cNvSpPr/>
            <p:nvPr/>
          </p:nvSpPr>
          <p:spPr>
            <a:xfrm>
              <a:off x="5215737" y="4062584"/>
              <a:ext cx="111747" cy="489070"/>
            </a:xfrm>
            <a:custGeom>
              <a:rect b="b" l="l" r="r" t="t"/>
              <a:pathLst>
                <a:path extrusionOk="0" h="489070" w="111747">
                  <a:moveTo>
                    <a:pt x="0" y="0"/>
                  </a:moveTo>
                  <a:lnTo>
                    <a:pt x="111747" y="0"/>
                  </a:lnTo>
                  <a:lnTo>
                    <a:pt x="111747" y="489071"/>
                  </a:lnTo>
                  <a:lnTo>
                    <a:pt x="0" y="489071"/>
                  </a:lnTo>
                  <a:close/>
                </a:path>
              </a:pathLst>
            </a:custGeom>
            <a:solidFill>
              <a:srgbClr val="DFE0D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94" name="Google Shape;1794;p46"/>
            <p:cNvGrpSpPr/>
            <p:nvPr/>
          </p:nvGrpSpPr>
          <p:grpSpPr>
            <a:xfrm>
              <a:off x="5394969" y="3965438"/>
              <a:ext cx="344881" cy="586216"/>
              <a:chOff x="5394969" y="3743282"/>
              <a:chExt cx="344881" cy="586216"/>
            </a:xfrm>
          </p:grpSpPr>
          <p:sp>
            <p:nvSpPr>
              <p:cNvPr id="1795" name="Google Shape;1795;p46"/>
              <p:cNvSpPr/>
              <p:nvPr/>
            </p:nvSpPr>
            <p:spPr>
              <a:xfrm>
                <a:off x="5394969" y="3743282"/>
                <a:ext cx="344881" cy="586216"/>
              </a:xfrm>
              <a:custGeom>
                <a:rect b="b" l="l" r="r" t="t"/>
                <a:pathLst>
                  <a:path extrusionOk="0" h="586216" w="344881">
                    <a:moveTo>
                      <a:pt x="0" y="0"/>
                    </a:moveTo>
                    <a:lnTo>
                      <a:pt x="344881" y="0"/>
                    </a:lnTo>
                    <a:lnTo>
                      <a:pt x="344881" y="586216"/>
                    </a:lnTo>
                    <a:lnTo>
                      <a:pt x="0" y="586216"/>
                    </a:lnTo>
                    <a:close/>
                  </a:path>
                </a:pathLst>
              </a:custGeom>
              <a:solidFill>
                <a:srgbClr val="149A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6" name="Google Shape;1796;p46"/>
              <p:cNvSpPr/>
              <p:nvPr/>
            </p:nvSpPr>
            <p:spPr>
              <a:xfrm>
                <a:off x="5658030" y="3743282"/>
                <a:ext cx="81819" cy="586216"/>
              </a:xfrm>
              <a:custGeom>
                <a:rect b="b" l="l" r="r" t="t"/>
                <a:pathLst>
                  <a:path extrusionOk="0" h="586216" w="81819">
                    <a:moveTo>
                      <a:pt x="0" y="0"/>
                    </a:moveTo>
                    <a:lnTo>
                      <a:pt x="81820" y="0"/>
                    </a:lnTo>
                    <a:lnTo>
                      <a:pt x="81820" y="586216"/>
                    </a:lnTo>
                    <a:lnTo>
                      <a:pt x="0" y="586216"/>
                    </a:lnTo>
                    <a:close/>
                  </a:path>
                </a:pathLst>
              </a:custGeom>
              <a:solidFill>
                <a:srgbClr val="0D7F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797" name="Google Shape;1797;p46"/>
              <p:cNvGrpSpPr/>
              <p:nvPr/>
            </p:nvGrpSpPr>
            <p:grpSpPr>
              <a:xfrm>
                <a:off x="5448366" y="3785126"/>
                <a:ext cx="234076" cy="514340"/>
                <a:chOff x="5448366" y="3785126"/>
                <a:chExt cx="234076" cy="514340"/>
              </a:xfrm>
            </p:grpSpPr>
            <p:grpSp>
              <p:nvGrpSpPr>
                <p:cNvPr id="1798" name="Google Shape;1798;p46"/>
                <p:cNvGrpSpPr/>
                <p:nvPr/>
              </p:nvGrpSpPr>
              <p:grpSpPr>
                <a:xfrm>
                  <a:off x="5448366" y="3785126"/>
                  <a:ext cx="234076" cy="42548"/>
                  <a:chOff x="5448366" y="3785126"/>
                  <a:chExt cx="234076" cy="42548"/>
                </a:xfrm>
              </p:grpSpPr>
              <p:sp>
                <p:nvSpPr>
                  <p:cNvPr id="1799" name="Google Shape;1799;p46"/>
                  <p:cNvSpPr/>
                  <p:nvPr/>
                </p:nvSpPr>
                <p:spPr>
                  <a:xfrm>
                    <a:off x="5448366" y="3785126"/>
                    <a:ext cx="54930" cy="42548"/>
                  </a:xfrm>
                  <a:custGeom>
                    <a:rect b="b" l="l" r="r" t="t"/>
                    <a:pathLst>
                      <a:path extrusionOk="0" h="42548" w="54930">
                        <a:moveTo>
                          <a:pt x="0" y="0"/>
                        </a:moveTo>
                        <a:lnTo>
                          <a:pt x="54931" y="0"/>
                        </a:lnTo>
                        <a:lnTo>
                          <a:pt x="54931" y="42548"/>
                        </a:lnTo>
                        <a:lnTo>
                          <a:pt x="0" y="4254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00" name="Google Shape;1800;p46"/>
                  <p:cNvSpPr/>
                  <p:nvPr/>
                </p:nvSpPr>
                <p:spPr>
                  <a:xfrm>
                    <a:off x="5537939" y="3785126"/>
                    <a:ext cx="54930" cy="42548"/>
                  </a:xfrm>
                  <a:custGeom>
                    <a:rect b="b" l="l" r="r" t="t"/>
                    <a:pathLst>
                      <a:path extrusionOk="0" h="42548" w="54930">
                        <a:moveTo>
                          <a:pt x="0" y="0"/>
                        </a:moveTo>
                        <a:lnTo>
                          <a:pt x="54931" y="0"/>
                        </a:lnTo>
                        <a:lnTo>
                          <a:pt x="54931" y="42548"/>
                        </a:lnTo>
                        <a:lnTo>
                          <a:pt x="0" y="4254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01" name="Google Shape;1801;p46"/>
                  <p:cNvSpPr/>
                  <p:nvPr/>
                </p:nvSpPr>
                <p:spPr>
                  <a:xfrm>
                    <a:off x="5627512" y="3785126"/>
                    <a:ext cx="54930" cy="42548"/>
                  </a:xfrm>
                  <a:custGeom>
                    <a:rect b="b" l="l" r="r" t="t"/>
                    <a:pathLst>
                      <a:path extrusionOk="0" h="42548" w="54930">
                        <a:moveTo>
                          <a:pt x="0" y="0"/>
                        </a:moveTo>
                        <a:lnTo>
                          <a:pt x="54931" y="0"/>
                        </a:lnTo>
                        <a:lnTo>
                          <a:pt x="54931" y="42548"/>
                        </a:lnTo>
                        <a:lnTo>
                          <a:pt x="0" y="4254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802" name="Google Shape;1802;p46"/>
                <p:cNvGrpSpPr/>
                <p:nvPr/>
              </p:nvGrpSpPr>
              <p:grpSpPr>
                <a:xfrm>
                  <a:off x="5448366" y="3879480"/>
                  <a:ext cx="234076" cy="42548"/>
                  <a:chOff x="5448366" y="3879480"/>
                  <a:chExt cx="234076" cy="42548"/>
                </a:xfrm>
              </p:grpSpPr>
              <p:sp>
                <p:nvSpPr>
                  <p:cNvPr id="1803" name="Google Shape;1803;p46"/>
                  <p:cNvSpPr/>
                  <p:nvPr/>
                </p:nvSpPr>
                <p:spPr>
                  <a:xfrm>
                    <a:off x="5448366" y="3879480"/>
                    <a:ext cx="54930" cy="42548"/>
                  </a:xfrm>
                  <a:custGeom>
                    <a:rect b="b" l="l" r="r" t="t"/>
                    <a:pathLst>
                      <a:path extrusionOk="0" h="42548" w="54930">
                        <a:moveTo>
                          <a:pt x="0" y="0"/>
                        </a:moveTo>
                        <a:lnTo>
                          <a:pt x="54931" y="0"/>
                        </a:lnTo>
                        <a:lnTo>
                          <a:pt x="54931" y="42548"/>
                        </a:lnTo>
                        <a:lnTo>
                          <a:pt x="0" y="4254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04" name="Google Shape;1804;p46"/>
                  <p:cNvSpPr/>
                  <p:nvPr/>
                </p:nvSpPr>
                <p:spPr>
                  <a:xfrm>
                    <a:off x="5537939" y="3879480"/>
                    <a:ext cx="54930" cy="42548"/>
                  </a:xfrm>
                  <a:custGeom>
                    <a:rect b="b" l="l" r="r" t="t"/>
                    <a:pathLst>
                      <a:path extrusionOk="0" h="42548" w="54930">
                        <a:moveTo>
                          <a:pt x="0" y="0"/>
                        </a:moveTo>
                        <a:lnTo>
                          <a:pt x="54931" y="0"/>
                        </a:lnTo>
                        <a:lnTo>
                          <a:pt x="54931" y="42548"/>
                        </a:lnTo>
                        <a:lnTo>
                          <a:pt x="0" y="4254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05" name="Google Shape;1805;p46"/>
                  <p:cNvSpPr/>
                  <p:nvPr/>
                </p:nvSpPr>
                <p:spPr>
                  <a:xfrm>
                    <a:off x="5627512" y="3879480"/>
                    <a:ext cx="54930" cy="42548"/>
                  </a:xfrm>
                  <a:custGeom>
                    <a:rect b="b" l="l" r="r" t="t"/>
                    <a:pathLst>
                      <a:path extrusionOk="0" h="42548" w="54930">
                        <a:moveTo>
                          <a:pt x="0" y="0"/>
                        </a:moveTo>
                        <a:lnTo>
                          <a:pt x="54931" y="0"/>
                        </a:lnTo>
                        <a:lnTo>
                          <a:pt x="54931" y="42548"/>
                        </a:lnTo>
                        <a:lnTo>
                          <a:pt x="0" y="4254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806" name="Google Shape;1806;p46"/>
                <p:cNvGrpSpPr/>
                <p:nvPr/>
              </p:nvGrpSpPr>
              <p:grpSpPr>
                <a:xfrm>
                  <a:off x="5448366" y="3973844"/>
                  <a:ext cx="234076" cy="42548"/>
                  <a:chOff x="5448366" y="3973844"/>
                  <a:chExt cx="234076" cy="42548"/>
                </a:xfrm>
              </p:grpSpPr>
              <p:sp>
                <p:nvSpPr>
                  <p:cNvPr id="1807" name="Google Shape;1807;p46"/>
                  <p:cNvSpPr/>
                  <p:nvPr/>
                </p:nvSpPr>
                <p:spPr>
                  <a:xfrm>
                    <a:off x="5448366" y="3973844"/>
                    <a:ext cx="54930" cy="42548"/>
                  </a:xfrm>
                  <a:custGeom>
                    <a:rect b="b" l="l" r="r" t="t"/>
                    <a:pathLst>
                      <a:path extrusionOk="0" h="42548" w="54930">
                        <a:moveTo>
                          <a:pt x="0" y="0"/>
                        </a:moveTo>
                        <a:lnTo>
                          <a:pt x="54931" y="0"/>
                        </a:lnTo>
                        <a:lnTo>
                          <a:pt x="54931" y="42548"/>
                        </a:lnTo>
                        <a:lnTo>
                          <a:pt x="0" y="4254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08" name="Google Shape;1808;p46"/>
                  <p:cNvSpPr/>
                  <p:nvPr/>
                </p:nvSpPr>
                <p:spPr>
                  <a:xfrm>
                    <a:off x="5537939" y="3973844"/>
                    <a:ext cx="54930" cy="42548"/>
                  </a:xfrm>
                  <a:custGeom>
                    <a:rect b="b" l="l" r="r" t="t"/>
                    <a:pathLst>
                      <a:path extrusionOk="0" h="42548" w="54930">
                        <a:moveTo>
                          <a:pt x="0" y="0"/>
                        </a:moveTo>
                        <a:lnTo>
                          <a:pt x="54931" y="0"/>
                        </a:lnTo>
                        <a:lnTo>
                          <a:pt x="54931" y="42548"/>
                        </a:lnTo>
                        <a:lnTo>
                          <a:pt x="0" y="4254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09" name="Google Shape;1809;p46"/>
                  <p:cNvSpPr/>
                  <p:nvPr/>
                </p:nvSpPr>
                <p:spPr>
                  <a:xfrm>
                    <a:off x="5627512" y="3973844"/>
                    <a:ext cx="54930" cy="42548"/>
                  </a:xfrm>
                  <a:custGeom>
                    <a:rect b="b" l="l" r="r" t="t"/>
                    <a:pathLst>
                      <a:path extrusionOk="0" h="42548" w="54930">
                        <a:moveTo>
                          <a:pt x="0" y="0"/>
                        </a:moveTo>
                        <a:lnTo>
                          <a:pt x="54931" y="0"/>
                        </a:lnTo>
                        <a:lnTo>
                          <a:pt x="54931" y="42548"/>
                        </a:lnTo>
                        <a:lnTo>
                          <a:pt x="0" y="4254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810" name="Google Shape;1810;p46"/>
                <p:cNvGrpSpPr/>
                <p:nvPr/>
              </p:nvGrpSpPr>
              <p:grpSpPr>
                <a:xfrm>
                  <a:off x="5448366" y="4068199"/>
                  <a:ext cx="234076" cy="42548"/>
                  <a:chOff x="5448366" y="4068199"/>
                  <a:chExt cx="234076" cy="42548"/>
                </a:xfrm>
              </p:grpSpPr>
              <p:sp>
                <p:nvSpPr>
                  <p:cNvPr id="1811" name="Google Shape;1811;p46"/>
                  <p:cNvSpPr/>
                  <p:nvPr/>
                </p:nvSpPr>
                <p:spPr>
                  <a:xfrm>
                    <a:off x="5448366" y="4068199"/>
                    <a:ext cx="54930" cy="42548"/>
                  </a:xfrm>
                  <a:custGeom>
                    <a:rect b="b" l="l" r="r" t="t"/>
                    <a:pathLst>
                      <a:path extrusionOk="0" h="42548" w="54930">
                        <a:moveTo>
                          <a:pt x="0" y="0"/>
                        </a:moveTo>
                        <a:lnTo>
                          <a:pt x="54931" y="0"/>
                        </a:lnTo>
                        <a:lnTo>
                          <a:pt x="54931" y="42548"/>
                        </a:lnTo>
                        <a:lnTo>
                          <a:pt x="0" y="4254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12" name="Google Shape;1812;p46"/>
                  <p:cNvSpPr/>
                  <p:nvPr/>
                </p:nvSpPr>
                <p:spPr>
                  <a:xfrm>
                    <a:off x="5537939" y="4068199"/>
                    <a:ext cx="54930" cy="42548"/>
                  </a:xfrm>
                  <a:custGeom>
                    <a:rect b="b" l="l" r="r" t="t"/>
                    <a:pathLst>
                      <a:path extrusionOk="0" h="42548" w="54930">
                        <a:moveTo>
                          <a:pt x="0" y="0"/>
                        </a:moveTo>
                        <a:lnTo>
                          <a:pt x="54931" y="0"/>
                        </a:lnTo>
                        <a:lnTo>
                          <a:pt x="54931" y="42548"/>
                        </a:lnTo>
                        <a:lnTo>
                          <a:pt x="0" y="4254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13" name="Google Shape;1813;p46"/>
                  <p:cNvSpPr/>
                  <p:nvPr/>
                </p:nvSpPr>
                <p:spPr>
                  <a:xfrm>
                    <a:off x="5627512" y="4068199"/>
                    <a:ext cx="54930" cy="42548"/>
                  </a:xfrm>
                  <a:custGeom>
                    <a:rect b="b" l="l" r="r" t="t"/>
                    <a:pathLst>
                      <a:path extrusionOk="0" h="42548" w="54930">
                        <a:moveTo>
                          <a:pt x="0" y="0"/>
                        </a:moveTo>
                        <a:lnTo>
                          <a:pt x="54931" y="0"/>
                        </a:lnTo>
                        <a:lnTo>
                          <a:pt x="54931" y="42548"/>
                        </a:lnTo>
                        <a:lnTo>
                          <a:pt x="0" y="4254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814" name="Google Shape;1814;p46"/>
                <p:cNvGrpSpPr/>
                <p:nvPr/>
              </p:nvGrpSpPr>
              <p:grpSpPr>
                <a:xfrm>
                  <a:off x="5448366" y="4162563"/>
                  <a:ext cx="234076" cy="42548"/>
                  <a:chOff x="5448366" y="4162563"/>
                  <a:chExt cx="234076" cy="42548"/>
                </a:xfrm>
              </p:grpSpPr>
              <p:sp>
                <p:nvSpPr>
                  <p:cNvPr id="1815" name="Google Shape;1815;p46"/>
                  <p:cNvSpPr/>
                  <p:nvPr/>
                </p:nvSpPr>
                <p:spPr>
                  <a:xfrm>
                    <a:off x="5448366" y="4162563"/>
                    <a:ext cx="54930" cy="42548"/>
                  </a:xfrm>
                  <a:custGeom>
                    <a:rect b="b" l="l" r="r" t="t"/>
                    <a:pathLst>
                      <a:path extrusionOk="0" h="42548" w="54930">
                        <a:moveTo>
                          <a:pt x="0" y="0"/>
                        </a:moveTo>
                        <a:lnTo>
                          <a:pt x="54931" y="0"/>
                        </a:lnTo>
                        <a:lnTo>
                          <a:pt x="54931" y="42548"/>
                        </a:lnTo>
                        <a:lnTo>
                          <a:pt x="0" y="4254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16" name="Google Shape;1816;p46"/>
                  <p:cNvSpPr/>
                  <p:nvPr/>
                </p:nvSpPr>
                <p:spPr>
                  <a:xfrm>
                    <a:off x="5537939" y="4162563"/>
                    <a:ext cx="54930" cy="42548"/>
                  </a:xfrm>
                  <a:custGeom>
                    <a:rect b="b" l="l" r="r" t="t"/>
                    <a:pathLst>
                      <a:path extrusionOk="0" h="42548" w="54930">
                        <a:moveTo>
                          <a:pt x="0" y="0"/>
                        </a:moveTo>
                        <a:lnTo>
                          <a:pt x="54931" y="0"/>
                        </a:lnTo>
                        <a:lnTo>
                          <a:pt x="54931" y="42548"/>
                        </a:lnTo>
                        <a:lnTo>
                          <a:pt x="0" y="4254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17" name="Google Shape;1817;p46"/>
                  <p:cNvSpPr/>
                  <p:nvPr/>
                </p:nvSpPr>
                <p:spPr>
                  <a:xfrm>
                    <a:off x="5627512" y="4162563"/>
                    <a:ext cx="54930" cy="42548"/>
                  </a:xfrm>
                  <a:custGeom>
                    <a:rect b="b" l="l" r="r" t="t"/>
                    <a:pathLst>
                      <a:path extrusionOk="0" h="42548" w="54930">
                        <a:moveTo>
                          <a:pt x="0" y="0"/>
                        </a:moveTo>
                        <a:lnTo>
                          <a:pt x="54931" y="0"/>
                        </a:lnTo>
                        <a:lnTo>
                          <a:pt x="54931" y="42548"/>
                        </a:lnTo>
                        <a:lnTo>
                          <a:pt x="0" y="4254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818" name="Google Shape;1818;p46"/>
                <p:cNvGrpSpPr/>
                <p:nvPr/>
              </p:nvGrpSpPr>
              <p:grpSpPr>
                <a:xfrm>
                  <a:off x="5448366" y="4256918"/>
                  <a:ext cx="234076" cy="42548"/>
                  <a:chOff x="5448366" y="4256918"/>
                  <a:chExt cx="234076" cy="42548"/>
                </a:xfrm>
              </p:grpSpPr>
              <p:sp>
                <p:nvSpPr>
                  <p:cNvPr id="1819" name="Google Shape;1819;p46"/>
                  <p:cNvSpPr/>
                  <p:nvPr/>
                </p:nvSpPr>
                <p:spPr>
                  <a:xfrm>
                    <a:off x="5448366" y="4256918"/>
                    <a:ext cx="54930" cy="42548"/>
                  </a:xfrm>
                  <a:custGeom>
                    <a:rect b="b" l="l" r="r" t="t"/>
                    <a:pathLst>
                      <a:path extrusionOk="0" h="42548" w="54930">
                        <a:moveTo>
                          <a:pt x="0" y="0"/>
                        </a:moveTo>
                        <a:lnTo>
                          <a:pt x="54931" y="0"/>
                        </a:lnTo>
                        <a:lnTo>
                          <a:pt x="54931" y="42548"/>
                        </a:lnTo>
                        <a:lnTo>
                          <a:pt x="0" y="4254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20" name="Google Shape;1820;p46"/>
                  <p:cNvSpPr/>
                  <p:nvPr/>
                </p:nvSpPr>
                <p:spPr>
                  <a:xfrm>
                    <a:off x="5537939" y="4256918"/>
                    <a:ext cx="54930" cy="42548"/>
                  </a:xfrm>
                  <a:custGeom>
                    <a:rect b="b" l="l" r="r" t="t"/>
                    <a:pathLst>
                      <a:path extrusionOk="0" h="42548" w="54930">
                        <a:moveTo>
                          <a:pt x="0" y="0"/>
                        </a:moveTo>
                        <a:lnTo>
                          <a:pt x="54931" y="0"/>
                        </a:lnTo>
                        <a:lnTo>
                          <a:pt x="54931" y="42548"/>
                        </a:lnTo>
                        <a:lnTo>
                          <a:pt x="0" y="4254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21" name="Google Shape;1821;p46"/>
                  <p:cNvSpPr/>
                  <p:nvPr/>
                </p:nvSpPr>
                <p:spPr>
                  <a:xfrm>
                    <a:off x="5627512" y="4256918"/>
                    <a:ext cx="54930" cy="42548"/>
                  </a:xfrm>
                  <a:custGeom>
                    <a:rect b="b" l="l" r="r" t="t"/>
                    <a:pathLst>
                      <a:path extrusionOk="0" h="42548" w="54930">
                        <a:moveTo>
                          <a:pt x="0" y="0"/>
                        </a:moveTo>
                        <a:lnTo>
                          <a:pt x="54931" y="0"/>
                        </a:lnTo>
                        <a:lnTo>
                          <a:pt x="54931" y="42548"/>
                        </a:lnTo>
                        <a:lnTo>
                          <a:pt x="0" y="4254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1822" name="Google Shape;1822;p46"/>
            <p:cNvGrpSpPr/>
            <p:nvPr/>
          </p:nvGrpSpPr>
          <p:grpSpPr>
            <a:xfrm>
              <a:off x="5023380" y="4157072"/>
              <a:ext cx="276920" cy="394592"/>
              <a:chOff x="5023380" y="3934916"/>
              <a:chExt cx="276920" cy="394592"/>
            </a:xfrm>
          </p:grpSpPr>
          <p:sp>
            <p:nvSpPr>
              <p:cNvPr id="1823" name="Google Shape;1823;p46"/>
              <p:cNvSpPr/>
              <p:nvPr/>
            </p:nvSpPr>
            <p:spPr>
              <a:xfrm>
                <a:off x="5023380" y="3934916"/>
                <a:ext cx="276920" cy="38376"/>
              </a:xfrm>
              <a:custGeom>
                <a:rect b="b" l="l" r="r" t="t"/>
                <a:pathLst>
                  <a:path extrusionOk="0" h="38376" w="276920">
                    <a:moveTo>
                      <a:pt x="0" y="0"/>
                    </a:moveTo>
                    <a:lnTo>
                      <a:pt x="276920" y="0"/>
                    </a:lnTo>
                    <a:lnTo>
                      <a:pt x="276920" y="38376"/>
                    </a:lnTo>
                    <a:lnTo>
                      <a:pt x="0" y="38376"/>
                    </a:lnTo>
                    <a:close/>
                  </a:path>
                </a:pathLst>
              </a:custGeom>
              <a:solidFill>
                <a:srgbClr val="16D2D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4" name="Google Shape;1824;p46"/>
              <p:cNvSpPr/>
              <p:nvPr/>
            </p:nvSpPr>
            <p:spPr>
              <a:xfrm>
                <a:off x="5023380" y="4023975"/>
                <a:ext cx="276920" cy="38376"/>
              </a:xfrm>
              <a:custGeom>
                <a:rect b="b" l="l" r="r" t="t"/>
                <a:pathLst>
                  <a:path extrusionOk="0" h="38376" w="276920">
                    <a:moveTo>
                      <a:pt x="0" y="0"/>
                    </a:moveTo>
                    <a:lnTo>
                      <a:pt x="276920" y="0"/>
                    </a:lnTo>
                    <a:lnTo>
                      <a:pt x="276920" y="38376"/>
                    </a:lnTo>
                    <a:lnTo>
                      <a:pt x="0" y="38376"/>
                    </a:lnTo>
                    <a:close/>
                  </a:path>
                </a:pathLst>
              </a:custGeom>
              <a:solidFill>
                <a:srgbClr val="16D2D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5" name="Google Shape;1825;p46"/>
              <p:cNvSpPr/>
              <p:nvPr/>
            </p:nvSpPr>
            <p:spPr>
              <a:xfrm>
                <a:off x="5023380" y="4113024"/>
                <a:ext cx="276920" cy="38376"/>
              </a:xfrm>
              <a:custGeom>
                <a:rect b="b" l="l" r="r" t="t"/>
                <a:pathLst>
                  <a:path extrusionOk="0" h="38376" w="276920">
                    <a:moveTo>
                      <a:pt x="0" y="0"/>
                    </a:moveTo>
                    <a:lnTo>
                      <a:pt x="276920" y="0"/>
                    </a:lnTo>
                    <a:lnTo>
                      <a:pt x="276920" y="38376"/>
                    </a:lnTo>
                    <a:lnTo>
                      <a:pt x="0" y="38376"/>
                    </a:lnTo>
                    <a:close/>
                  </a:path>
                </a:pathLst>
              </a:custGeom>
              <a:solidFill>
                <a:srgbClr val="16D2D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6" name="Google Shape;1826;p46"/>
              <p:cNvSpPr/>
              <p:nvPr/>
            </p:nvSpPr>
            <p:spPr>
              <a:xfrm>
                <a:off x="5023380" y="4202073"/>
                <a:ext cx="276920" cy="38376"/>
              </a:xfrm>
              <a:custGeom>
                <a:rect b="b" l="l" r="r" t="t"/>
                <a:pathLst>
                  <a:path extrusionOk="0" h="38376" w="276920">
                    <a:moveTo>
                      <a:pt x="0" y="0"/>
                    </a:moveTo>
                    <a:lnTo>
                      <a:pt x="276920" y="0"/>
                    </a:lnTo>
                    <a:lnTo>
                      <a:pt x="276920" y="38376"/>
                    </a:lnTo>
                    <a:lnTo>
                      <a:pt x="0" y="38376"/>
                    </a:lnTo>
                    <a:close/>
                  </a:path>
                </a:pathLst>
              </a:custGeom>
              <a:solidFill>
                <a:srgbClr val="16D2D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7" name="Google Shape;1827;p46"/>
              <p:cNvSpPr/>
              <p:nvPr/>
            </p:nvSpPr>
            <p:spPr>
              <a:xfrm>
                <a:off x="5023380" y="4291132"/>
                <a:ext cx="276920" cy="38376"/>
              </a:xfrm>
              <a:custGeom>
                <a:rect b="b" l="l" r="r" t="t"/>
                <a:pathLst>
                  <a:path extrusionOk="0" h="38376" w="276920">
                    <a:moveTo>
                      <a:pt x="0" y="0"/>
                    </a:moveTo>
                    <a:lnTo>
                      <a:pt x="276920" y="0"/>
                    </a:lnTo>
                    <a:lnTo>
                      <a:pt x="276920" y="38376"/>
                    </a:lnTo>
                    <a:lnTo>
                      <a:pt x="0" y="38376"/>
                    </a:lnTo>
                    <a:close/>
                  </a:path>
                </a:pathLst>
              </a:custGeom>
              <a:solidFill>
                <a:srgbClr val="16D2D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28" name="Google Shape;1828;p46"/>
            <p:cNvGrpSpPr/>
            <p:nvPr/>
          </p:nvGrpSpPr>
          <p:grpSpPr>
            <a:xfrm>
              <a:off x="5215775" y="4157053"/>
              <a:ext cx="84524" cy="394610"/>
              <a:chOff x="5215775" y="3934897"/>
              <a:chExt cx="84524" cy="394610"/>
            </a:xfrm>
          </p:grpSpPr>
          <p:sp>
            <p:nvSpPr>
              <p:cNvPr id="1829" name="Google Shape;1829;p46"/>
              <p:cNvSpPr/>
              <p:nvPr/>
            </p:nvSpPr>
            <p:spPr>
              <a:xfrm>
                <a:off x="5215775" y="3934897"/>
                <a:ext cx="84524" cy="38385"/>
              </a:xfrm>
              <a:custGeom>
                <a:rect b="b" l="l" r="r" t="t"/>
                <a:pathLst>
                  <a:path extrusionOk="0" h="38385" w="84524">
                    <a:moveTo>
                      <a:pt x="0" y="0"/>
                    </a:moveTo>
                    <a:lnTo>
                      <a:pt x="84525" y="0"/>
                    </a:lnTo>
                    <a:lnTo>
                      <a:pt x="84525" y="38386"/>
                    </a:lnTo>
                    <a:lnTo>
                      <a:pt x="0" y="38386"/>
                    </a:lnTo>
                    <a:close/>
                  </a:path>
                </a:pathLst>
              </a:custGeom>
              <a:solidFill>
                <a:srgbClr val="09B5B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0" name="Google Shape;1830;p46"/>
              <p:cNvSpPr/>
              <p:nvPr/>
            </p:nvSpPr>
            <p:spPr>
              <a:xfrm>
                <a:off x="5215775" y="4023946"/>
                <a:ext cx="84524" cy="38385"/>
              </a:xfrm>
              <a:custGeom>
                <a:rect b="b" l="l" r="r" t="t"/>
                <a:pathLst>
                  <a:path extrusionOk="0" h="38385" w="84524">
                    <a:moveTo>
                      <a:pt x="0" y="0"/>
                    </a:moveTo>
                    <a:lnTo>
                      <a:pt x="84525" y="0"/>
                    </a:lnTo>
                    <a:lnTo>
                      <a:pt x="84525" y="38386"/>
                    </a:lnTo>
                    <a:lnTo>
                      <a:pt x="0" y="38386"/>
                    </a:lnTo>
                    <a:close/>
                  </a:path>
                </a:pathLst>
              </a:custGeom>
              <a:solidFill>
                <a:srgbClr val="09B5B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1" name="Google Shape;1831;p46"/>
              <p:cNvSpPr/>
              <p:nvPr/>
            </p:nvSpPr>
            <p:spPr>
              <a:xfrm>
                <a:off x="5215775" y="4113005"/>
                <a:ext cx="84524" cy="38385"/>
              </a:xfrm>
              <a:custGeom>
                <a:rect b="b" l="l" r="r" t="t"/>
                <a:pathLst>
                  <a:path extrusionOk="0" h="38385" w="84524">
                    <a:moveTo>
                      <a:pt x="0" y="0"/>
                    </a:moveTo>
                    <a:lnTo>
                      <a:pt x="84525" y="0"/>
                    </a:lnTo>
                    <a:lnTo>
                      <a:pt x="84525" y="38386"/>
                    </a:lnTo>
                    <a:lnTo>
                      <a:pt x="0" y="38386"/>
                    </a:lnTo>
                    <a:close/>
                  </a:path>
                </a:pathLst>
              </a:custGeom>
              <a:solidFill>
                <a:srgbClr val="09B5B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2" name="Google Shape;1832;p46"/>
              <p:cNvSpPr/>
              <p:nvPr/>
            </p:nvSpPr>
            <p:spPr>
              <a:xfrm>
                <a:off x="5215775" y="4202063"/>
                <a:ext cx="84524" cy="38385"/>
              </a:xfrm>
              <a:custGeom>
                <a:rect b="b" l="l" r="r" t="t"/>
                <a:pathLst>
                  <a:path extrusionOk="0" h="38385" w="84524">
                    <a:moveTo>
                      <a:pt x="0" y="0"/>
                    </a:moveTo>
                    <a:lnTo>
                      <a:pt x="84525" y="0"/>
                    </a:lnTo>
                    <a:lnTo>
                      <a:pt x="84525" y="38386"/>
                    </a:lnTo>
                    <a:lnTo>
                      <a:pt x="0" y="38386"/>
                    </a:lnTo>
                    <a:close/>
                  </a:path>
                </a:pathLst>
              </a:custGeom>
              <a:solidFill>
                <a:srgbClr val="09B5B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3" name="Google Shape;1833;p46"/>
              <p:cNvSpPr/>
              <p:nvPr/>
            </p:nvSpPr>
            <p:spPr>
              <a:xfrm>
                <a:off x="5215775" y="4291122"/>
                <a:ext cx="84524" cy="38385"/>
              </a:xfrm>
              <a:custGeom>
                <a:rect b="b" l="l" r="r" t="t"/>
                <a:pathLst>
                  <a:path extrusionOk="0" h="38385" w="84524">
                    <a:moveTo>
                      <a:pt x="0" y="0"/>
                    </a:moveTo>
                    <a:lnTo>
                      <a:pt x="84525" y="0"/>
                    </a:lnTo>
                    <a:lnTo>
                      <a:pt x="84525" y="38386"/>
                    </a:lnTo>
                    <a:lnTo>
                      <a:pt x="0" y="38386"/>
                    </a:lnTo>
                    <a:close/>
                  </a:path>
                </a:pathLst>
              </a:custGeom>
              <a:solidFill>
                <a:srgbClr val="09B5B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34" name="Google Shape;1834;p46"/>
            <p:cNvGrpSpPr/>
            <p:nvPr/>
          </p:nvGrpSpPr>
          <p:grpSpPr>
            <a:xfrm>
              <a:off x="4726076" y="4325979"/>
              <a:ext cx="235410" cy="225685"/>
              <a:chOff x="4726076" y="4103823"/>
              <a:chExt cx="235410" cy="225685"/>
            </a:xfrm>
          </p:grpSpPr>
          <p:sp>
            <p:nvSpPr>
              <p:cNvPr id="1835" name="Google Shape;1835;p46"/>
              <p:cNvSpPr/>
              <p:nvPr/>
            </p:nvSpPr>
            <p:spPr>
              <a:xfrm>
                <a:off x="4726076" y="4103823"/>
                <a:ext cx="235410" cy="152380"/>
              </a:xfrm>
              <a:custGeom>
                <a:rect b="b" l="l" r="r" t="t"/>
                <a:pathLst>
                  <a:path extrusionOk="0" h="152380" w="235410">
                    <a:moveTo>
                      <a:pt x="26042" y="152362"/>
                    </a:moveTo>
                    <a:cubicBezTo>
                      <a:pt x="18498" y="152362"/>
                      <a:pt x="11326" y="149095"/>
                      <a:pt x="6382" y="143399"/>
                    </a:cubicBezTo>
                    <a:cubicBezTo>
                      <a:pt x="1429" y="137703"/>
                      <a:pt x="-800" y="130150"/>
                      <a:pt x="258" y="122682"/>
                    </a:cubicBezTo>
                    <a:lnTo>
                      <a:pt x="14402" y="22403"/>
                    </a:lnTo>
                    <a:cubicBezTo>
                      <a:pt x="16202" y="9630"/>
                      <a:pt x="27289" y="0"/>
                      <a:pt x="40196" y="0"/>
                    </a:cubicBezTo>
                    <a:lnTo>
                      <a:pt x="195215" y="0"/>
                    </a:lnTo>
                    <a:cubicBezTo>
                      <a:pt x="208112" y="0"/>
                      <a:pt x="219199" y="9630"/>
                      <a:pt x="221009" y="22412"/>
                    </a:cubicBezTo>
                    <a:lnTo>
                      <a:pt x="235154" y="122691"/>
                    </a:lnTo>
                    <a:cubicBezTo>
                      <a:pt x="236211" y="130169"/>
                      <a:pt x="233972" y="137713"/>
                      <a:pt x="229019" y="143418"/>
                    </a:cubicBezTo>
                    <a:cubicBezTo>
                      <a:pt x="224076" y="149114"/>
                      <a:pt x="216904" y="152381"/>
                      <a:pt x="209360" y="152381"/>
                    </a:cubicBezTo>
                    <a:lnTo>
                      <a:pt x="26042" y="15238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836" name="Google Shape;1836;p46"/>
              <p:cNvGrpSpPr/>
              <p:nvPr/>
            </p:nvGrpSpPr>
            <p:grpSpPr>
              <a:xfrm>
                <a:off x="4737965" y="4115719"/>
                <a:ext cx="211603" cy="128568"/>
                <a:chOff x="4737965" y="4115719"/>
                <a:chExt cx="211603" cy="128568"/>
              </a:xfrm>
            </p:grpSpPr>
            <p:sp>
              <p:nvSpPr>
                <p:cNvPr id="1837" name="Google Shape;1837;p46"/>
                <p:cNvSpPr/>
                <p:nvPr/>
              </p:nvSpPr>
              <p:spPr>
                <a:xfrm>
                  <a:off x="4877219" y="4136236"/>
                  <a:ext cx="29765" cy="19421"/>
                </a:xfrm>
                <a:custGeom>
                  <a:rect b="b" l="l" r="r" t="t"/>
                  <a:pathLst>
                    <a:path extrusionOk="0" h="19421" w="29765">
                      <a:moveTo>
                        <a:pt x="972" y="19421"/>
                      </a:moveTo>
                      <a:lnTo>
                        <a:pt x="29766" y="19421"/>
                      </a:lnTo>
                      <a:lnTo>
                        <a:pt x="2798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38" name="Google Shape;1838;p46"/>
                <p:cNvSpPr/>
                <p:nvPr/>
              </p:nvSpPr>
              <p:spPr>
                <a:xfrm>
                  <a:off x="4880638" y="4204845"/>
                  <a:ext cx="32632" cy="19421"/>
                </a:xfrm>
                <a:custGeom>
                  <a:rect b="b" l="l" r="r" t="t"/>
                  <a:pathLst>
                    <a:path extrusionOk="0" h="19421" w="32632">
                      <a:moveTo>
                        <a:pt x="972" y="19421"/>
                      </a:moveTo>
                      <a:lnTo>
                        <a:pt x="32633" y="19421"/>
                      </a:lnTo>
                      <a:lnTo>
                        <a:pt x="3085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39" name="Google Shape;1839;p46"/>
                <p:cNvSpPr/>
                <p:nvPr/>
              </p:nvSpPr>
              <p:spPr>
                <a:xfrm>
                  <a:off x="4876199" y="4115719"/>
                  <a:ext cx="28679" cy="17059"/>
                </a:xfrm>
                <a:custGeom>
                  <a:rect b="b" l="l" r="r" t="t"/>
                  <a:pathLst>
                    <a:path extrusionOk="0" h="17059" w="28679">
                      <a:moveTo>
                        <a:pt x="28680" y="17059"/>
                      </a:moveTo>
                      <a:lnTo>
                        <a:pt x="27118" y="0"/>
                      </a:lnTo>
                      <a:lnTo>
                        <a:pt x="0" y="0"/>
                      </a:lnTo>
                      <a:lnTo>
                        <a:pt x="848" y="17059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40" name="Google Shape;1840;p46"/>
                <p:cNvSpPr/>
                <p:nvPr/>
              </p:nvSpPr>
              <p:spPr>
                <a:xfrm>
                  <a:off x="4878362" y="4159106"/>
                  <a:ext cx="30718" cy="19421"/>
                </a:xfrm>
                <a:custGeom>
                  <a:rect b="b" l="l" r="r" t="t"/>
                  <a:pathLst>
                    <a:path extrusionOk="0" h="19421" w="30718">
                      <a:moveTo>
                        <a:pt x="962" y="19421"/>
                      </a:moveTo>
                      <a:lnTo>
                        <a:pt x="30718" y="19421"/>
                      </a:lnTo>
                      <a:lnTo>
                        <a:pt x="2893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41" name="Google Shape;1841;p46"/>
                <p:cNvSpPr/>
                <p:nvPr/>
              </p:nvSpPr>
              <p:spPr>
                <a:xfrm>
                  <a:off x="4879505" y="4181975"/>
                  <a:ext cx="31670" cy="19421"/>
                </a:xfrm>
                <a:custGeom>
                  <a:rect b="b" l="l" r="r" t="t"/>
                  <a:pathLst>
                    <a:path extrusionOk="0" h="19421" w="31670">
                      <a:moveTo>
                        <a:pt x="962" y="19421"/>
                      </a:moveTo>
                      <a:lnTo>
                        <a:pt x="31671" y="19421"/>
                      </a:lnTo>
                      <a:lnTo>
                        <a:pt x="2988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42" name="Google Shape;1842;p46"/>
                <p:cNvSpPr/>
                <p:nvPr/>
              </p:nvSpPr>
              <p:spPr>
                <a:xfrm>
                  <a:off x="4906841" y="4115719"/>
                  <a:ext cx="29127" cy="17059"/>
                </a:xfrm>
                <a:custGeom>
                  <a:rect b="b" l="l" r="r" t="t"/>
                  <a:pathLst>
                    <a:path extrusionOk="0" h="17059" w="29127">
                      <a:moveTo>
                        <a:pt x="29128" y="17059"/>
                      </a:moveTo>
                      <a:lnTo>
                        <a:pt x="28432" y="12164"/>
                      </a:lnTo>
                      <a:cubicBezTo>
                        <a:pt x="27451" y="5182"/>
                        <a:pt x="21479" y="0"/>
                        <a:pt x="14430" y="0"/>
                      </a:cubicBezTo>
                      <a:lnTo>
                        <a:pt x="0" y="0"/>
                      </a:lnTo>
                      <a:lnTo>
                        <a:pt x="1657" y="17059"/>
                      </a:lnTo>
                      <a:lnTo>
                        <a:pt x="29128" y="17059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43" name="Google Shape;1843;p46"/>
                <p:cNvSpPr/>
                <p:nvPr/>
              </p:nvSpPr>
              <p:spPr>
                <a:xfrm>
                  <a:off x="4751565" y="4115719"/>
                  <a:ext cx="29127" cy="17059"/>
                </a:xfrm>
                <a:custGeom>
                  <a:rect b="b" l="l" r="r" t="t"/>
                  <a:pathLst>
                    <a:path extrusionOk="0" h="17059" w="29127">
                      <a:moveTo>
                        <a:pt x="29128" y="0"/>
                      </a:moveTo>
                      <a:lnTo>
                        <a:pt x="14697" y="0"/>
                      </a:lnTo>
                      <a:cubicBezTo>
                        <a:pt x="7649" y="0"/>
                        <a:pt x="1676" y="5191"/>
                        <a:pt x="695" y="12164"/>
                      </a:cubicBezTo>
                      <a:lnTo>
                        <a:pt x="0" y="17059"/>
                      </a:lnTo>
                      <a:lnTo>
                        <a:pt x="27461" y="17059"/>
                      </a:lnTo>
                      <a:lnTo>
                        <a:pt x="29128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44" name="Google Shape;1844;p46"/>
                <p:cNvSpPr/>
                <p:nvPr/>
              </p:nvSpPr>
              <p:spPr>
                <a:xfrm>
                  <a:off x="4748345" y="4136236"/>
                  <a:ext cx="30356" cy="19421"/>
                </a:xfrm>
                <a:custGeom>
                  <a:rect b="b" l="l" r="r" t="t"/>
                  <a:pathLst>
                    <a:path extrusionOk="0" h="19421" w="30356">
                      <a:moveTo>
                        <a:pt x="30356" y="0"/>
                      </a:moveTo>
                      <a:lnTo>
                        <a:pt x="2734" y="0"/>
                      </a:lnTo>
                      <a:lnTo>
                        <a:pt x="0" y="19421"/>
                      </a:lnTo>
                      <a:lnTo>
                        <a:pt x="28470" y="19421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45" name="Google Shape;1845;p46"/>
                <p:cNvSpPr/>
                <p:nvPr/>
              </p:nvSpPr>
              <p:spPr>
                <a:xfrm>
                  <a:off x="4814115" y="4115719"/>
                  <a:ext cx="27889" cy="17059"/>
                </a:xfrm>
                <a:custGeom>
                  <a:rect b="b" l="l" r="r" t="t"/>
                  <a:pathLst>
                    <a:path extrusionOk="0" h="17059" w="27889">
                      <a:moveTo>
                        <a:pt x="27842" y="17059"/>
                      </a:moveTo>
                      <a:lnTo>
                        <a:pt x="27889" y="0"/>
                      </a:lnTo>
                      <a:lnTo>
                        <a:pt x="762" y="0"/>
                      </a:lnTo>
                      <a:lnTo>
                        <a:pt x="0" y="17059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46" name="Google Shape;1846;p46"/>
                <p:cNvSpPr/>
                <p:nvPr/>
              </p:nvSpPr>
              <p:spPr>
                <a:xfrm>
                  <a:off x="4845538" y="4115719"/>
                  <a:ext cx="27879" cy="17059"/>
                </a:xfrm>
                <a:custGeom>
                  <a:rect b="b" l="l" r="r" t="t"/>
                  <a:pathLst>
                    <a:path extrusionOk="0" h="17059" w="27879">
                      <a:moveTo>
                        <a:pt x="27880" y="17059"/>
                      </a:moveTo>
                      <a:lnTo>
                        <a:pt x="27127" y="0"/>
                      </a:lnTo>
                      <a:lnTo>
                        <a:pt x="0" y="0"/>
                      </a:lnTo>
                      <a:lnTo>
                        <a:pt x="48" y="17059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47" name="Google Shape;1847;p46"/>
                <p:cNvSpPr/>
                <p:nvPr/>
              </p:nvSpPr>
              <p:spPr>
                <a:xfrm>
                  <a:off x="4782654" y="4115719"/>
                  <a:ext cx="28689" cy="17059"/>
                </a:xfrm>
                <a:custGeom>
                  <a:rect b="b" l="l" r="r" t="t"/>
                  <a:pathLst>
                    <a:path extrusionOk="0" h="17059" w="28689">
                      <a:moveTo>
                        <a:pt x="27842" y="17059"/>
                      </a:moveTo>
                      <a:lnTo>
                        <a:pt x="28689" y="0"/>
                      </a:lnTo>
                      <a:lnTo>
                        <a:pt x="1562" y="0"/>
                      </a:lnTo>
                      <a:lnTo>
                        <a:pt x="0" y="17059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48" name="Google Shape;1848;p46"/>
                <p:cNvSpPr/>
                <p:nvPr/>
              </p:nvSpPr>
              <p:spPr>
                <a:xfrm>
                  <a:off x="4778463" y="4159106"/>
                  <a:ext cx="30718" cy="19421"/>
                </a:xfrm>
                <a:custGeom>
                  <a:rect b="b" l="l" r="r" t="t"/>
                  <a:pathLst>
                    <a:path extrusionOk="0" h="19421" w="30718">
                      <a:moveTo>
                        <a:pt x="30718" y="0"/>
                      </a:moveTo>
                      <a:lnTo>
                        <a:pt x="1781" y="0"/>
                      </a:lnTo>
                      <a:lnTo>
                        <a:pt x="0" y="19421"/>
                      </a:lnTo>
                      <a:lnTo>
                        <a:pt x="29747" y="19421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49" name="Google Shape;1849;p46"/>
                <p:cNvSpPr/>
                <p:nvPr/>
              </p:nvSpPr>
              <p:spPr>
                <a:xfrm>
                  <a:off x="4845653" y="4159106"/>
                  <a:ext cx="29803" cy="19421"/>
                </a:xfrm>
                <a:custGeom>
                  <a:rect b="b" l="l" r="r" t="t"/>
                  <a:pathLst>
                    <a:path extrusionOk="0" h="19421" w="29803">
                      <a:moveTo>
                        <a:pt x="57" y="19421"/>
                      </a:moveTo>
                      <a:lnTo>
                        <a:pt x="29804" y="19421"/>
                      </a:lnTo>
                      <a:lnTo>
                        <a:pt x="2893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50" name="Google Shape;1850;p46"/>
                <p:cNvSpPr/>
                <p:nvPr/>
              </p:nvSpPr>
              <p:spPr>
                <a:xfrm>
                  <a:off x="4845719" y="4181975"/>
                  <a:ext cx="30756" cy="19421"/>
                </a:xfrm>
                <a:custGeom>
                  <a:rect b="b" l="l" r="r" t="t"/>
                  <a:pathLst>
                    <a:path extrusionOk="0" h="19421" w="30756">
                      <a:moveTo>
                        <a:pt x="48" y="19421"/>
                      </a:moveTo>
                      <a:lnTo>
                        <a:pt x="30756" y="19421"/>
                      </a:lnTo>
                      <a:lnTo>
                        <a:pt x="2988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51" name="Google Shape;1851;p46"/>
                <p:cNvSpPr/>
                <p:nvPr/>
              </p:nvSpPr>
              <p:spPr>
                <a:xfrm>
                  <a:off x="4845596" y="4136236"/>
                  <a:ext cx="28841" cy="19421"/>
                </a:xfrm>
                <a:custGeom>
                  <a:rect b="b" l="l" r="r" t="t"/>
                  <a:pathLst>
                    <a:path extrusionOk="0" h="19421" w="28841">
                      <a:moveTo>
                        <a:pt x="28842" y="19421"/>
                      </a:moveTo>
                      <a:lnTo>
                        <a:pt x="27975" y="0"/>
                      </a:lnTo>
                      <a:lnTo>
                        <a:pt x="0" y="0"/>
                      </a:lnTo>
                      <a:lnTo>
                        <a:pt x="48" y="19421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52" name="Google Shape;1852;p46"/>
                <p:cNvSpPr/>
                <p:nvPr/>
              </p:nvSpPr>
              <p:spPr>
                <a:xfrm>
                  <a:off x="4811067" y="4181975"/>
                  <a:ext cx="30756" cy="19421"/>
                </a:xfrm>
                <a:custGeom>
                  <a:rect b="b" l="l" r="r" t="t"/>
                  <a:pathLst>
                    <a:path extrusionOk="0" h="19421" w="30756">
                      <a:moveTo>
                        <a:pt x="867" y="0"/>
                      </a:moveTo>
                      <a:lnTo>
                        <a:pt x="0" y="19421"/>
                      </a:lnTo>
                      <a:lnTo>
                        <a:pt x="30709" y="19421"/>
                      </a:lnTo>
                      <a:lnTo>
                        <a:pt x="30756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53" name="Google Shape;1853;p46"/>
                <p:cNvSpPr/>
                <p:nvPr/>
              </p:nvSpPr>
              <p:spPr>
                <a:xfrm>
                  <a:off x="4812087" y="4159106"/>
                  <a:ext cx="29803" cy="19421"/>
                </a:xfrm>
                <a:custGeom>
                  <a:rect b="b" l="l" r="r" t="t"/>
                  <a:pathLst>
                    <a:path extrusionOk="0" h="19421" w="29803">
                      <a:moveTo>
                        <a:pt x="29804" y="0"/>
                      </a:moveTo>
                      <a:lnTo>
                        <a:pt x="867" y="0"/>
                      </a:lnTo>
                      <a:lnTo>
                        <a:pt x="0" y="19421"/>
                      </a:lnTo>
                      <a:lnTo>
                        <a:pt x="29747" y="19421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54" name="Google Shape;1854;p46"/>
                <p:cNvSpPr/>
                <p:nvPr/>
              </p:nvSpPr>
              <p:spPr>
                <a:xfrm>
                  <a:off x="4776368" y="4181975"/>
                  <a:ext cx="31670" cy="19421"/>
                </a:xfrm>
                <a:custGeom>
                  <a:rect b="b" l="l" r="r" t="t"/>
                  <a:pathLst>
                    <a:path extrusionOk="0" h="19421" w="31670">
                      <a:moveTo>
                        <a:pt x="31671" y="0"/>
                      </a:moveTo>
                      <a:lnTo>
                        <a:pt x="1781" y="0"/>
                      </a:lnTo>
                      <a:lnTo>
                        <a:pt x="0" y="19421"/>
                      </a:lnTo>
                      <a:lnTo>
                        <a:pt x="30699" y="19421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55" name="Google Shape;1855;p46"/>
                <p:cNvSpPr/>
                <p:nvPr/>
              </p:nvSpPr>
              <p:spPr>
                <a:xfrm>
                  <a:off x="4810048" y="4204845"/>
                  <a:ext cx="31718" cy="19421"/>
                </a:xfrm>
                <a:custGeom>
                  <a:rect b="b" l="l" r="r" t="t"/>
                  <a:pathLst>
                    <a:path extrusionOk="0" h="19421" w="31718">
                      <a:moveTo>
                        <a:pt x="867" y="0"/>
                      </a:moveTo>
                      <a:lnTo>
                        <a:pt x="0" y="19421"/>
                      </a:lnTo>
                      <a:lnTo>
                        <a:pt x="31661" y="19421"/>
                      </a:lnTo>
                      <a:lnTo>
                        <a:pt x="31718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56" name="Google Shape;1856;p46"/>
                <p:cNvSpPr/>
                <p:nvPr/>
              </p:nvSpPr>
              <p:spPr>
                <a:xfrm>
                  <a:off x="4774272" y="4204845"/>
                  <a:ext cx="32623" cy="19421"/>
                </a:xfrm>
                <a:custGeom>
                  <a:rect b="b" l="l" r="r" t="t"/>
                  <a:pathLst>
                    <a:path extrusionOk="0" h="19421" w="32623">
                      <a:moveTo>
                        <a:pt x="1781" y="0"/>
                      </a:moveTo>
                      <a:lnTo>
                        <a:pt x="0" y="19421"/>
                      </a:lnTo>
                      <a:lnTo>
                        <a:pt x="31661" y="19421"/>
                      </a:lnTo>
                      <a:lnTo>
                        <a:pt x="32623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57" name="Google Shape;1857;p46"/>
                <p:cNvSpPr/>
                <p:nvPr/>
              </p:nvSpPr>
              <p:spPr>
                <a:xfrm>
                  <a:off x="4845777" y="4204845"/>
                  <a:ext cx="31708" cy="19421"/>
                </a:xfrm>
                <a:custGeom>
                  <a:rect b="b" l="l" r="r" t="t"/>
                  <a:pathLst>
                    <a:path extrusionOk="0" h="19421" w="31708">
                      <a:moveTo>
                        <a:pt x="0" y="0"/>
                      </a:moveTo>
                      <a:lnTo>
                        <a:pt x="57" y="19421"/>
                      </a:lnTo>
                      <a:lnTo>
                        <a:pt x="31709" y="19421"/>
                      </a:lnTo>
                      <a:lnTo>
                        <a:pt x="30852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58" name="Google Shape;1858;p46"/>
                <p:cNvSpPr/>
                <p:nvPr/>
              </p:nvSpPr>
              <p:spPr>
                <a:xfrm>
                  <a:off x="4745116" y="4159106"/>
                  <a:ext cx="31356" cy="19421"/>
                </a:xfrm>
                <a:custGeom>
                  <a:rect b="b" l="l" r="r" t="t"/>
                  <a:pathLst>
                    <a:path extrusionOk="0" h="19421" w="31356">
                      <a:moveTo>
                        <a:pt x="31356" y="0"/>
                      </a:moveTo>
                      <a:lnTo>
                        <a:pt x="2743" y="0"/>
                      </a:lnTo>
                      <a:lnTo>
                        <a:pt x="0" y="19421"/>
                      </a:lnTo>
                      <a:lnTo>
                        <a:pt x="29480" y="19421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59" name="Google Shape;1859;p46"/>
                <p:cNvSpPr/>
                <p:nvPr/>
              </p:nvSpPr>
              <p:spPr>
                <a:xfrm>
                  <a:off x="4780559" y="4136236"/>
                  <a:ext cx="29765" cy="19421"/>
                </a:xfrm>
                <a:custGeom>
                  <a:rect b="b" l="l" r="r" t="t"/>
                  <a:pathLst>
                    <a:path extrusionOk="0" h="19421" w="29765">
                      <a:moveTo>
                        <a:pt x="29766" y="0"/>
                      </a:moveTo>
                      <a:lnTo>
                        <a:pt x="1781" y="0"/>
                      </a:lnTo>
                      <a:lnTo>
                        <a:pt x="0" y="19421"/>
                      </a:lnTo>
                      <a:lnTo>
                        <a:pt x="28794" y="19421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60" name="Google Shape;1860;p46"/>
                <p:cNvSpPr/>
                <p:nvPr/>
              </p:nvSpPr>
              <p:spPr>
                <a:xfrm>
                  <a:off x="4813106" y="4136236"/>
                  <a:ext cx="28841" cy="19421"/>
                </a:xfrm>
                <a:custGeom>
                  <a:rect b="b" l="l" r="r" t="t"/>
                  <a:pathLst>
                    <a:path extrusionOk="0" h="19421" w="28841">
                      <a:moveTo>
                        <a:pt x="28794" y="19421"/>
                      </a:moveTo>
                      <a:lnTo>
                        <a:pt x="28842" y="0"/>
                      </a:lnTo>
                      <a:lnTo>
                        <a:pt x="857" y="0"/>
                      </a:lnTo>
                      <a:lnTo>
                        <a:pt x="0" y="19421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61" name="Google Shape;1861;p46"/>
                <p:cNvSpPr/>
                <p:nvPr/>
              </p:nvSpPr>
              <p:spPr>
                <a:xfrm>
                  <a:off x="4911061" y="4159106"/>
                  <a:ext cx="31365" cy="19421"/>
                </a:xfrm>
                <a:custGeom>
                  <a:rect b="b" l="l" r="r" t="t"/>
                  <a:pathLst>
                    <a:path extrusionOk="0" h="19421" w="31365">
                      <a:moveTo>
                        <a:pt x="1886" y="19421"/>
                      </a:moveTo>
                      <a:lnTo>
                        <a:pt x="31366" y="19421"/>
                      </a:lnTo>
                      <a:lnTo>
                        <a:pt x="2862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62" name="Google Shape;1862;p46"/>
                <p:cNvSpPr/>
                <p:nvPr/>
              </p:nvSpPr>
              <p:spPr>
                <a:xfrm>
                  <a:off x="4809162" y="4227724"/>
                  <a:ext cx="32537" cy="16563"/>
                </a:xfrm>
                <a:custGeom>
                  <a:rect b="b" l="l" r="r" t="t"/>
                  <a:pathLst>
                    <a:path extrusionOk="0" h="16563" w="32537">
                      <a:moveTo>
                        <a:pt x="733" y="0"/>
                      </a:moveTo>
                      <a:lnTo>
                        <a:pt x="0" y="16564"/>
                      </a:lnTo>
                      <a:lnTo>
                        <a:pt x="32490" y="16564"/>
                      </a:lnTo>
                      <a:lnTo>
                        <a:pt x="32537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63" name="Google Shape;1863;p46"/>
                <p:cNvSpPr/>
                <p:nvPr/>
              </p:nvSpPr>
              <p:spPr>
                <a:xfrm>
                  <a:off x="4737965" y="4227724"/>
                  <a:ext cx="31849" cy="16563"/>
                </a:xfrm>
                <a:custGeom>
                  <a:rect b="b" l="l" r="r" t="t"/>
                  <a:pathLst>
                    <a:path extrusionOk="0" h="16563" w="31849">
                      <a:moveTo>
                        <a:pt x="208" y="0"/>
                      </a:moveTo>
                      <a:lnTo>
                        <a:pt x="141" y="448"/>
                      </a:lnTo>
                      <a:cubicBezTo>
                        <a:pt x="-1059" y="8963"/>
                        <a:pt x="5551" y="16564"/>
                        <a:pt x="14143" y="16564"/>
                      </a:cubicBezTo>
                      <a:lnTo>
                        <a:pt x="30240" y="16564"/>
                      </a:lnTo>
                      <a:lnTo>
                        <a:pt x="31850" y="0"/>
                      </a:lnTo>
                      <a:lnTo>
                        <a:pt x="208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64" name="Google Shape;1864;p46"/>
                <p:cNvSpPr/>
                <p:nvPr/>
              </p:nvSpPr>
              <p:spPr>
                <a:xfrm>
                  <a:off x="4738658" y="4204845"/>
                  <a:ext cx="33375" cy="19421"/>
                </a:xfrm>
                <a:custGeom>
                  <a:rect b="b" l="l" r="r" t="t"/>
                  <a:pathLst>
                    <a:path extrusionOk="0" h="19421" w="33375">
                      <a:moveTo>
                        <a:pt x="33376" y="0"/>
                      </a:moveTo>
                      <a:lnTo>
                        <a:pt x="2743" y="0"/>
                      </a:lnTo>
                      <a:lnTo>
                        <a:pt x="0" y="19421"/>
                      </a:lnTo>
                      <a:lnTo>
                        <a:pt x="31490" y="19421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65" name="Google Shape;1865;p46"/>
                <p:cNvSpPr/>
                <p:nvPr/>
              </p:nvSpPr>
              <p:spPr>
                <a:xfrm>
                  <a:off x="4772444" y="4227724"/>
                  <a:ext cx="33318" cy="16563"/>
                </a:xfrm>
                <a:custGeom>
                  <a:rect b="b" l="l" r="r" t="t"/>
                  <a:pathLst>
                    <a:path extrusionOk="0" h="16563" w="33318">
                      <a:moveTo>
                        <a:pt x="1515" y="0"/>
                      </a:moveTo>
                      <a:lnTo>
                        <a:pt x="0" y="16564"/>
                      </a:lnTo>
                      <a:lnTo>
                        <a:pt x="32490" y="16564"/>
                      </a:lnTo>
                      <a:lnTo>
                        <a:pt x="33318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66" name="Google Shape;1866;p46"/>
                <p:cNvSpPr/>
                <p:nvPr/>
              </p:nvSpPr>
              <p:spPr>
                <a:xfrm>
                  <a:off x="4917719" y="4227724"/>
                  <a:ext cx="31849" cy="16563"/>
                </a:xfrm>
                <a:custGeom>
                  <a:rect b="b" l="l" r="r" t="t"/>
                  <a:pathLst>
                    <a:path extrusionOk="0" h="16563" w="31849">
                      <a:moveTo>
                        <a:pt x="1610" y="16564"/>
                      </a:moveTo>
                      <a:lnTo>
                        <a:pt x="17707" y="16564"/>
                      </a:lnTo>
                      <a:cubicBezTo>
                        <a:pt x="26299" y="16564"/>
                        <a:pt x="32909" y="8963"/>
                        <a:pt x="31709" y="448"/>
                      </a:cubicBezTo>
                      <a:lnTo>
                        <a:pt x="31642" y="0"/>
                      </a:lnTo>
                      <a:lnTo>
                        <a:pt x="0" y="0"/>
                      </a:lnTo>
                      <a:lnTo>
                        <a:pt x="1610" y="16564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67" name="Google Shape;1867;p46"/>
                <p:cNvSpPr/>
                <p:nvPr/>
              </p:nvSpPr>
              <p:spPr>
                <a:xfrm>
                  <a:off x="4908842" y="4136236"/>
                  <a:ext cx="30356" cy="19421"/>
                </a:xfrm>
                <a:custGeom>
                  <a:rect b="b" l="l" r="r" t="t"/>
                  <a:pathLst>
                    <a:path extrusionOk="0" h="19421" w="30356">
                      <a:moveTo>
                        <a:pt x="0" y="0"/>
                      </a:moveTo>
                      <a:lnTo>
                        <a:pt x="1886" y="19421"/>
                      </a:lnTo>
                      <a:lnTo>
                        <a:pt x="30356" y="19421"/>
                      </a:lnTo>
                      <a:lnTo>
                        <a:pt x="27623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68" name="Google Shape;1868;p46"/>
                <p:cNvSpPr/>
                <p:nvPr/>
              </p:nvSpPr>
              <p:spPr>
                <a:xfrm>
                  <a:off x="4915500" y="4204845"/>
                  <a:ext cx="33375" cy="19421"/>
                </a:xfrm>
                <a:custGeom>
                  <a:rect b="b" l="l" r="r" t="t"/>
                  <a:pathLst>
                    <a:path extrusionOk="0" h="19421" w="33375">
                      <a:moveTo>
                        <a:pt x="1886" y="19421"/>
                      </a:moveTo>
                      <a:lnTo>
                        <a:pt x="33376" y="19421"/>
                      </a:lnTo>
                      <a:lnTo>
                        <a:pt x="3064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69" name="Google Shape;1869;p46"/>
                <p:cNvSpPr/>
                <p:nvPr/>
              </p:nvSpPr>
              <p:spPr>
                <a:xfrm>
                  <a:off x="4741887" y="4181975"/>
                  <a:ext cx="32365" cy="19421"/>
                </a:xfrm>
                <a:custGeom>
                  <a:rect b="b" l="l" r="r" t="t"/>
                  <a:pathLst>
                    <a:path extrusionOk="0" h="19421" w="32365">
                      <a:moveTo>
                        <a:pt x="32366" y="0"/>
                      </a:moveTo>
                      <a:lnTo>
                        <a:pt x="2743" y="0"/>
                      </a:lnTo>
                      <a:lnTo>
                        <a:pt x="0" y="19421"/>
                      </a:lnTo>
                      <a:lnTo>
                        <a:pt x="30480" y="19421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70" name="Google Shape;1870;p46"/>
                <p:cNvSpPr/>
                <p:nvPr/>
              </p:nvSpPr>
              <p:spPr>
                <a:xfrm>
                  <a:off x="4881781" y="4227724"/>
                  <a:ext cx="33318" cy="16563"/>
                </a:xfrm>
                <a:custGeom>
                  <a:rect b="b" l="l" r="r" t="t"/>
                  <a:pathLst>
                    <a:path extrusionOk="0" h="16563" w="33318">
                      <a:moveTo>
                        <a:pt x="0" y="0"/>
                      </a:moveTo>
                      <a:lnTo>
                        <a:pt x="829" y="16564"/>
                      </a:lnTo>
                      <a:lnTo>
                        <a:pt x="33318" y="16564"/>
                      </a:lnTo>
                      <a:lnTo>
                        <a:pt x="31804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71" name="Google Shape;1871;p46"/>
                <p:cNvSpPr/>
                <p:nvPr/>
              </p:nvSpPr>
              <p:spPr>
                <a:xfrm>
                  <a:off x="4913280" y="4181975"/>
                  <a:ext cx="32375" cy="19421"/>
                </a:xfrm>
                <a:custGeom>
                  <a:rect b="b" l="l" r="r" t="t"/>
                  <a:pathLst>
                    <a:path extrusionOk="0" h="19421" w="32375">
                      <a:moveTo>
                        <a:pt x="1886" y="19421"/>
                      </a:moveTo>
                      <a:lnTo>
                        <a:pt x="32375" y="19421"/>
                      </a:lnTo>
                      <a:lnTo>
                        <a:pt x="2963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72" name="Google Shape;1872;p46"/>
                <p:cNvSpPr/>
                <p:nvPr/>
              </p:nvSpPr>
              <p:spPr>
                <a:xfrm>
                  <a:off x="4845843" y="4227724"/>
                  <a:ext cx="32537" cy="16563"/>
                </a:xfrm>
                <a:custGeom>
                  <a:rect b="b" l="l" r="r" t="t"/>
                  <a:pathLst>
                    <a:path extrusionOk="0" h="16563" w="32537">
                      <a:moveTo>
                        <a:pt x="0" y="0"/>
                      </a:moveTo>
                      <a:lnTo>
                        <a:pt x="38" y="16564"/>
                      </a:lnTo>
                      <a:lnTo>
                        <a:pt x="32537" y="16564"/>
                      </a:lnTo>
                      <a:lnTo>
                        <a:pt x="31794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873" name="Google Shape;1873;p46"/>
              <p:cNvSpPr/>
              <p:nvPr/>
            </p:nvSpPr>
            <p:spPr>
              <a:xfrm>
                <a:off x="4819640" y="4255756"/>
                <a:ext cx="49520" cy="73752"/>
              </a:xfrm>
              <a:custGeom>
                <a:rect b="b" l="l" r="r" t="t"/>
                <a:pathLst>
                  <a:path extrusionOk="0" h="73752" w="49520">
                    <a:moveTo>
                      <a:pt x="0" y="0"/>
                    </a:moveTo>
                    <a:lnTo>
                      <a:pt x="49520" y="0"/>
                    </a:lnTo>
                    <a:lnTo>
                      <a:pt x="49520" y="73752"/>
                    </a:lnTo>
                    <a:lnTo>
                      <a:pt x="0" y="73752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4" name="Google Shape;1874;p46"/>
              <p:cNvSpPr/>
              <p:nvPr/>
            </p:nvSpPr>
            <p:spPr>
              <a:xfrm>
                <a:off x="4819640" y="4255756"/>
                <a:ext cx="49520" cy="20650"/>
              </a:xfrm>
              <a:custGeom>
                <a:rect b="b" l="l" r="r" t="t"/>
                <a:pathLst>
                  <a:path extrusionOk="0" h="20650" w="49520">
                    <a:moveTo>
                      <a:pt x="0" y="0"/>
                    </a:moveTo>
                    <a:lnTo>
                      <a:pt x="49520" y="0"/>
                    </a:lnTo>
                    <a:lnTo>
                      <a:pt x="49520" y="20650"/>
                    </a:lnTo>
                    <a:lnTo>
                      <a:pt x="0" y="20650"/>
                    </a:lnTo>
                    <a:close/>
                  </a:path>
                </a:pathLst>
              </a:custGeom>
              <a:solidFill>
                <a:srgbClr val="B7B7B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875" name="Google Shape;1875;p46"/>
              <p:cNvGrpSpPr/>
              <p:nvPr/>
            </p:nvGrpSpPr>
            <p:grpSpPr>
              <a:xfrm>
                <a:off x="4737974" y="4115719"/>
                <a:ext cx="203328" cy="128568"/>
                <a:chOff x="4737974" y="4115719"/>
                <a:chExt cx="203328" cy="128568"/>
              </a:xfrm>
            </p:grpSpPr>
            <p:sp>
              <p:nvSpPr>
                <p:cNvPr id="1876" name="Google Shape;1876;p46"/>
                <p:cNvSpPr/>
                <p:nvPr/>
              </p:nvSpPr>
              <p:spPr>
                <a:xfrm>
                  <a:off x="4880867" y="4136236"/>
                  <a:ext cx="26117" cy="19421"/>
                </a:xfrm>
                <a:custGeom>
                  <a:rect b="b" l="l" r="r" t="t"/>
                  <a:pathLst>
                    <a:path extrusionOk="0" h="19421" w="26117">
                      <a:moveTo>
                        <a:pt x="26118" y="19421"/>
                      </a:moveTo>
                      <a:lnTo>
                        <a:pt x="24336" y="0"/>
                      </a:lnTo>
                      <a:lnTo>
                        <a:pt x="19421" y="0"/>
                      </a:lnTo>
                      <a:lnTo>
                        <a:pt x="0" y="1942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77" name="Google Shape;1877;p46"/>
                <p:cNvSpPr/>
                <p:nvPr/>
              </p:nvSpPr>
              <p:spPr>
                <a:xfrm>
                  <a:off x="4880638" y="4204845"/>
                  <a:ext cx="26355" cy="19421"/>
                </a:xfrm>
                <a:custGeom>
                  <a:rect b="b" l="l" r="r" t="t"/>
                  <a:pathLst>
                    <a:path extrusionOk="0" h="19421" w="26355">
                      <a:moveTo>
                        <a:pt x="972" y="19421"/>
                      </a:moveTo>
                      <a:lnTo>
                        <a:pt x="6934" y="19421"/>
                      </a:lnTo>
                      <a:lnTo>
                        <a:pt x="2635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78" name="Google Shape;1878;p46"/>
                <p:cNvSpPr/>
                <p:nvPr/>
              </p:nvSpPr>
              <p:spPr>
                <a:xfrm>
                  <a:off x="4903736" y="4131731"/>
                  <a:ext cx="1142" cy="1047"/>
                </a:xfrm>
                <a:custGeom>
                  <a:rect b="b" l="l" r="r" t="t"/>
                  <a:pathLst>
                    <a:path extrusionOk="0" h="1047" w="1142">
                      <a:moveTo>
                        <a:pt x="1048" y="0"/>
                      </a:moveTo>
                      <a:lnTo>
                        <a:pt x="0" y="1048"/>
                      </a:lnTo>
                      <a:lnTo>
                        <a:pt x="1143" y="104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79" name="Google Shape;1879;p46"/>
                <p:cNvSpPr/>
                <p:nvPr/>
              </p:nvSpPr>
              <p:spPr>
                <a:xfrm>
                  <a:off x="4878362" y="4159106"/>
                  <a:ext cx="30718" cy="19421"/>
                </a:xfrm>
                <a:custGeom>
                  <a:rect b="b" l="l" r="r" t="t"/>
                  <a:pathLst>
                    <a:path extrusionOk="0" h="19421" w="30718">
                      <a:moveTo>
                        <a:pt x="28937" y="0"/>
                      </a:moveTo>
                      <a:lnTo>
                        <a:pt x="0" y="0"/>
                      </a:lnTo>
                      <a:lnTo>
                        <a:pt x="962" y="19421"/>
                      </a:lnTo>
                      <a:lnTo>
                        <a:pt x="30718" y="1942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80" name="Google Shape;1880;p46"/>
                <p:cNvSpPr/>
                <p:nvPr/>
              </p:nvSpPr>
              <p:spPr>
                <a:xfrm>
                  <a:off x="4879505" y="4181975"/>
                  <a:ext cx="31603" cy="19421"/>
                </a:xfrm>
                <a:custGeom>
                  <a:rect b="b" l="l" r="r" t="t"/>
                  <a:pathLst>
                    <a:path extrusionOk="0" h="19421" w="31603">
                      <a:moveTo>
                        <a:pt x="0" y="0"/>
                      </a:moveTo>
                      <a:lnTo>
                        <a:pt x="962" y="19421"/>
                      </a:lnTo>
                      <a:lnTo>
                        <a:pt x="30937" y="19421"/>
                      </a:lnTo>
                      <a:lnTo>
                        <a:pt x="31604" y="18755"/>
                      </a:lnTo>
                      <a:lnTo>
                        <a:pt x="2988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81" name="Google Shape;1881;p46"/>
                <p:cNvSpPr/>
                <p:nvPr/>
              </p:nvSpPr>
              <p:spPr>
                <a:xfrm>
                  <a:off x="4908080" y="4115719"/>
                  <a:ext cx="27889" cy="17059"/>
                </a:xfrm>
                <a:custGeom>
                  <a:rect b="b" l="l" r="r" t="t"/>
                  <a:pathLst>
                    <a:path extrusionOk="0" h="17059" w="27889">
                      <a:moveTo>
                        <a:pt x="27889" y="17059"/>
                      </a:moveTo>
                      <a:lnTo>
                        <a:pt x="27194" y="12164"/>
                      </a:lnTo>
                      <a:cubicBezTo>
                        <a:pt x="26213" y="5182"/>
                        <a:pt x="20241" y="0"/>
                        <a:pt x="13192" y="0"/>
                      </a:cubicBezTo>
                      <a:lnTo>
                        <a:pt x="12716" y="0"/>
                      </a:lnTo>
                      <a:lnTo>
                        <a:pt x="0" y="12716"/>
                      </a:lnTo>
                      <a:lnTo>
                        <a:pt x="419" y="17059"/>
                      </a:lnTo>
                      <a:lnTo>
                        <a:pt x="27889" y="17059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82" name="Google Shape;1882;p46"/>
                <p:cNvSpPr/>
                <p:nvPr/>
              </p:nvSpPr>
              <p:spPr>
                <a:xfrm>
                  <a:off x="4857997" y="4161811"/>
                  <a:ext cx="17459" cy="16716"/>
                </a:xfrm>
                <a:custGeom>
                  <a:rect b="b" l="l" r="r" t="t"/>
                  <a:pathLst>
                    <a:path extrusionOk="0" h="16716" w="17459">
                      <a:moveTo>
                        <a:pt x="17459" y="16716"/>
                      </a:moveTo>
                      <a:lnTo>
                        <a:pt x="16716" y="0"/>
                      </a:lnTo>
                      <a:lnTo>
                        <a:pt x="0" y="16716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83" name="Google Shape;1883;p46"/>
                <p:cNvSpPr/>
                <p:nvPr/>
              </p:nvSpPr>
              <p:spPr>
                <a:xfrm>
                  <a:off x="4845738" y="4181975"/>
                  <a:ext cx="30737" cy="19421"/>
                </a:xfrm>
                <a:custGeom>
                  <a:rect b="b" l="l" r="r" t="t"/>
                  <a:pathLst>
                    <a:path extrusionOk="0" h="19421" w="30737">
                      <a:moveTo>
                        <a:pt x="29870" y="0"/>
                      </a:moveTo>
                      <a:lnTo>
                        <a:pt x="8811" y="0"/>
                      </a:lnTo>
                      <a:lnTo>
                        <a:pt x="0" y="8811"/>
                      </a:lnTo>
                      <a:lnTo>
                        <a:pt x="29" y="19421"/>
                      </a:lnTo>
                      <a:lnTo>
                        <a:pt x="30737" y="1942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84" name="Google Shape;1884;p46"/>
                <p:cNvSpPr/>
                <p:nvPr/>
              </p:nvSpPr>
              <p:spPr>
                <a:xfrm>
                  <a:off x="4835128" y="4194729"/>
                  <a:ext cx="6657" cy="6667"/>
                </a:xfrm>
                <a:custGeom>
                  <a:rect b="b" l="l" r="r" t="t"/>
                  <a:pathLst>
                    <a:path extrusionOk="0" h="6667" w="6657">
                      <a:moveTo>
                        <a:pt x="6639" y="6667"/>
                      </a:moveTo>
                      <a:lnTo>
                        <a:pt x="6658" y="0"/>
                      </a:lnTo>
                      <a:lnTo>
                        <a:pt x="0" y="666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85" name="Google Shape;1885;p46"/>
                <p:cNvSpPr/>
                <p:nvPr/>
              </p:nvSpPr>
              <p:spPr>
                <a:xfrm>
                  <a:off x="4812258" y="4204845"/>
                  <a:ext cx="29508" cy="19421"/>
                </a:xfrm>
                <a:custGeom>
                  <a:rect b="b" l="l" r="r" t="t"/>
                  <a:pathLst>
                    <a:path extrusionOk="0" h="19421" w="29508">
                      <a:moveTo>
                        <a:pt x="0" y="19421"/>
                      </a:moveTo>
                      <a:lnTo>
                        <a:pt x="29451" y="19421"/>
                      </a:lnTo>
                      <a:lnTo>
                        <a:pt x="29508" y="0"/>
                      </a:lnTo>
                      <a:lnTo>
                        <a:pt x="1942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86" name="Google Shape;1886;p46"/>
                <p:cNvSpPr/>
                <p:nvPr/>
              </p:nvSpPr>
              <p:spPr>
                <a:xfrm>
                  <a:off x="4845777" y="4204845"/>
                  <a:ext cx="31708" cy="19421"/>
                </a:xfrm>
                <a:custGeom>
                  <a:rect b="b" l="l" r="r" t="t"/>
                  <a:pathLst>
                    <a:path extrusionOk="0" h="19421" w="31708">
                      <a:moveTo>
                        <a:pt x="30852" y="0"/>
                      </a:moveTo>
                      <a:lnTo>
                        <a:pt x="0" y="0"/>
                      </a:lnTo>
                      <a:lnTo>
                        <a:pt x="57" y="19421"/>
                      </a:lnTo>
                      <a:lnTo>
                        <a:pt x="31709" y="1942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87" name="Google Shape;1887;p46"/>
                <p:cNvSpPr/>
                <p:nvPr/>
              </p:nvSpPr>
              <p:spPr>
                <a:xfrm>
                  <a:off x="4911061" y="4159106"/>
                  <a:ext cx="30241" cy="19421"/>
                </a:xfrm>
                <a:custGeom>
                  <a:rect b="b" l="l" r="r" t="t"/>
                  <a:pathLst>
                    <a:path extrusionOk="0" h="19421" w="30241">
                      <a:moveTo>
                        <a:pt x="28623" y="0"/>
                      </a:moveTo>
                      <a:lnTo>
                        <a:pt x="0" y="0"/>
                      </a:lnTo>
                      <a:lnTo>
                        <a:pt x="1886" y="19421"/>
                      </a:lnTo>
                      <a:lnTo>
                        <a:pt x="22250" y="19421"/>
                      </a:lnTo>
                      <a:lnTo>
                        <a:pt x="30242" y="1144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88" name="Google Shape;1888;p46"/>
                <p:cNvSpPr/>
                <p:nvPr/>
              </p:nvSpPr>
              <p:spPr>
                <a:xfrm>
                  <a:off x="4809162" y="4227724"/>
                  <a:ext cx="32537" cy="16563"/>
                </a:xfrm>
                <a:custGeom>
                  <a:rect b="b" l="l" r="r" t="t"/>
                  <a:pathLst>
                    <a:path extrusionOk="0" h="16563" w="32537">
                      <a:moveTo>
                        <a:pt x="0" y="16564"/>
                      </a:moveTo>
                      <a:lnTo>
                        <a:pt x="32490" y="16564"/>
                      </a:lnTo>
                      <a:lnTo>
                        <a:pt x="32537" y="0"/>
                      </a:lnTo>
                      <a:lnTo>
                        <a:pt x="7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89" name="Google Shape;1889;p46"/>
                <p:cNvSpPr/>
                <p:nvPr/>
              </p:nvSpPr>
              <p:spPr>
                <a:xfrm>
                  <a:off x="4792237" y="4230924"/>
                  <a:ext cx="13363" cy="13363"/>
                </a:xfrm>
                <a:custGeom>
                  <a:rect b="b" l="l" r="r" t="t"/>
                  <a:pathLst>
                    <a:path extrusionOk="0" h="13363" w="13363">
                      <a:moveTo>
                        <a:pt x="12697" y="13363"/>
                      </a:moveTo>
                      <a:lnTo>
                        <a:pt x="13364" y="0"/>
                      </a:lnTo>
                      <a:lnTo>
                        <a:pt x="0" y="13363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90" name="Google Shape;1890;p46"/>
                <p:cNvSpPr/>
                <p:nvPr/>
              </p:nvSpPr>
              <p:spPr>
                <a:xfrm>
                  <a:off x="4908842" y="4136236"/>
                  <a:ext cx="30356" cy="19421"/>
                </a:xfrm>
                <a:custGeom>
                  <a:rect b="b" l="l" r="r" t="t"/>
                  <a:pathLst>
                    <a:path extrusionOk="0" h="19421" w="30356">
                      <a:moveTo>
                        <a:pt x="1886" y="19421"/>
                      </a:moveTo>
                      <a:lnTo>
                        <a:pt x="30356" y="19421"/>
                      </a:lnTo>
                      <a:lnTo>
                        <a:pt x="2762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91" name="Google Shape;1891;p46"/>
                <p:cNvSpPr/>
                <p:nvPr/>
              </p:nvSpPr>
              <p:spPr>
                <a:xfrm>
                  <a:off x="4881781" y="4227724"/>
                  <a:ext cx="2343" cy="2219"/>
                </a:xfrm>
                <a:custGeom>
                  <a:rect b="b" l="l" r="r" t="t"/>
                  <a:pathLst>
                    <a:path extrusionOk="0" h="2219" w="2343">
                      <a:moveTo>
                        <a:pt x="114" y="2219"/>
                      </a:moveTo>
                      <a:lnTo>
                        <a:pt x="234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92" name="Google Shape;1892;p46"/>
                <p:cNvSpPr/>
                <p:nvPr/>
              </p:nvSpPr>
              <p:spPr>
                <a:xfrm>
                  <a:off x="4913280" y="4181975"/>
                  <a:ext cx="16582" cy="15116"/>
                </a:xfrm>
                <a:custGeom>
                  <a:rect b="b" l="l" r="r" t="t"/>
                  <a:pathLst>
                    <a:path extrusionOk="0" h="15116" w="16582">
                      <a:moveTo>
                        <a:pt x="1467" y="15116"/>
                      </a:moveTo>
                      <a:lnTo>
                        <a:pt x="1658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93" name="Google Shape;1893;p46"/>
                <p:cNvSpPr/>
                <p:nvPr/>
              </p:nvSpPr>
              <p:spPr>
                <a:xfrm>
                  <a:off x="4845843" y="4227724"/>
                  <a:ext cx="32070" cy="16563"/>
                </a:xfrm>
                <a:custGeom>
                  <a:rect b="b" l="l" r="r" t="t"/>
                  <a:pathLst>
                    <a:path extrusionOk="0" h="16563" w="32070">
                      <a:moveTo>
                        <a:pt x="0" y="0"/>
                      </a:moveTo>
                      <a:lnTo>
                        <a:pt x="38" y="16564"/>
                      </a:lnTo>
                      <a:lnTo>
                        <a:pt x="21717" y="16564"/>
                      </a:lnTo>
                      <a:lnTo>
                        <a:pt x="32071" y="6201"/>
                      </a:lnTo>
                      <a:lnTo>
                        <a:pt x="317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94" name="Google Shape;1894;p46"/>
                <p:cNvSpPr/>
                <p:nvPr/>
              </p:nvSpPr>
              <p:spPr>
                <a:xfrm>
                  <a:off x="4876199" y="4115719"/>
                  <a:ext cx="17325" cy="16506"/>
                </a:xfrm>
                <a:custGeom>
                  <a:rect b="b" l="l" r="r" t="t"/>
                  <a:pathLst>
                    <a:path extrusionOk="0" h="16506" w="17325">
                      <a:moveTo>
                        <a:pt x="17326" y="0"/>
                      </a:moveTo>
                      <a:lnTo>
                        <a:pt x="0" y="0"/>
                      </a:lnTo>
                      <a:lnTo>
                        <a:pt x="819" y="1650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95" name="Google Shape;1895;p46"/>
                <p:cNvSpPr/>
                <p:nvPr/>
              </p:nvSpPr>
              <p:spPr>
                <a:xfrm>
                  <a:off x="4825403" y="4116177"/>
                  <a:ext cx="16602" cy="16602"/>
                </a:xfrm>
                <a:custGeom>
                  <a:rect b="b" l="l" r="r" t="t"/>
                  <a:pathLst>
                    <a:path extrusionOk="0" h="16602" w="16602">
                      <a:moveTo>
                        <a:pt x="16555" y="16602"/>
                      </a:moveTo>
                      <a:lnTo>
                        <a:pt x="16602" y="0"/>
                      </a:lnTo>
                      <a:lnTo>
                        <a:pt x="0" y="16602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96" name="Google Shape;1896;p46"/>
                <p:cNvSpPr/>
                <p:nvPr/>
              </p:nvSpPr>
              <p:spPr>
                <a:xfrm>
                  <a:off x="4845538" y="4115719"/>
                  <a:ext cx="27879" cy="17059"/>
                </a:xfrm>
                <a:custGeom>
                  <a:rect b="b" l="l" r="r" t="t"/>
                  <a:pathLst>
                    <a:path extrusionOk="0" h="17059" w="27879">
                      <a:moveTo>
                        <a:pt x="27127" y="0"/>
                      </a:moveTo>
                      <a:lnTo>
                        <a:pt x="0" y="0"/>
                      </a:lnTo>
                      <a:lnTo>
                        <a:pt x="48" y="17059"/>
                      </a:lnTo>
                      <a:lnTo>
                        <a:pt x="27880" y="17059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97" name="Google Shape;1897;p46"/>
                <p:cNvSpPr/>
                <p:nvPr/>
              </p:nvSpPr>
              <p:spPr>
                <a:xfrm>
                  <a:off x="4779654" y="4159106"/>
                  <a:ext cx="29527" cy="19421"/>
                </a:xfrm>
                <a:custGeom>
                  <a:rect b="b" l="l" r="r" t="t"/>
                  <a:pathLst>
                    <a:path extrusionOk="0" h="19421" w="29527">
                      <a:moveTo>
                        <a:pt x="19421" y="0"/>
                      </a:moveTo>
                      <a:lnTo>
                        <a:pt x="0" y="19421"/>
                      </a:lnTo>
                      <a:lnTo>
                        <a:pt x="28556" y="19421"/>
                      </a:lnTo>
                      <a:lnTo>
                        <a:pt x="2952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98" name="Google Shape;1898;p46"/>
                <p:cNvSpPr/>
                <p:nvPr/>
              </p:nvSpPr>
              <p:spPr>
                <a:xfrm>
                  <a:off x="4845653" y="4159106"/>
                  <a:ext cx="4486" cy="4476"/>
                </a:xfrm>
                <a:custGeom>
                  <a:rect b="b" l="l" r="r" t="t"/>
                  <a:pathLst>
                    <a:path extrusionOk="0" h="4476" w="4486">
                      <a:moveTo>
                        <a:pt x="0" y="0"/>
                      </a:moveTo>
                      <a:lnTo>
                        <a:pt x="10" y="4477"/>
                      </a:lnTo>
                      <a:lnTo>
                        <a:pt x="448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99" name="Google Shape;1899;p46"/>
                <p:cNvSpPr/>
                <p:nvPr/>
              </p:nvSpPr>
              <p:spPr>
                <a:xfrm>
                  <a:off x="4845596" y="4136236"/>
                  <a:ext cx="27422" cy="19421"/>
                </a:xfrm>
                <a:custGeom>
                  <a:rect b="b" l="l" r="r" t="t"/>
                  <a:pathLst>
                    <a:path extrusionOk="0" h="19421" w="27422">
                      <a:moveTo>
                        <a:pt x="27422" y="0"/>
                      </a:moveTo>
                      <a:lnTo>
                        <a:pt x="0" y="0"/>
                      </a:lnTo>
                      <a:lnTo>
                        <a:pt x="48" y="19421"/>
                      </a:lnTo>
                      <a:lnTo>
                        <a:pt x="8001" y="1942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00" name="Google Shape;1900;p46"/>
                <p:cNvSpPr/>
                <p:nvPr/>
              </p:nvSpPr>
              <p:spPr>
                <a:xfrm>
                  <a:off x="4811220" y="4181975"/>
                  <a:ext cx="16049" cy="16049"/>
                </a:xfrm>
                <a:custGeom>
                  <a:rect b="b" l="l" r="r" t="t"/>
                  <a:pathLst>
                    <a:path extrusionOk="0" h="16049" w="16049">
                      <a:moveTo>
                        <a:pt x="714" y="0"/>
                      </a:moveTo>
                      <a:lnTo>
                        <a:pt x="0" y="16050"/>
                      </a:lnTo>
                      <a:lnTo>
                        <a:pt x="1605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01" name="Google Shape;1901;p46"/>
                <p:cNvSpPr/>
                <p:nvPr/>
              </p:nvSpPr>
              <p:spPr>
                <a:xfrm>
                  <a:off x="4812087" y="4159106"/>
                  <a:ext cx="29803" cy="19421"/>
                </a:xfrm>
                <a:custGeom>
                  <a:rect b="b" l="l" r="r" t="t"/>
                  <a:pathLst>
                    <a:path extrusionOk="0" h="19421" w="29803">
                      <a:moveTo>
                        <a:pt x="0" y="19421"/>
                      </a:moveTo>
                      <a:lnTo>
                        <a:pt x="18631" y="19421"/>
                      </a:lnTo>
                      <a:lnTo>
                        <a:pt x="29775" y="8277"/>
                      </a:lnTo>
                      <a:lnTo>
                        <a:pt x="29804" y="0"/>
                      </a:lnTo>
                      <a:lnTo>
                        <a:pt x="86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02" name="Google Shape;1902;p46"/>
                <p:cNvSpPr/>
                <p:nvPr/>
              </p:nvSpPr>
              <p:spPr>
                <a:xfrm>
                  <a:off x="4776368" y="4181975"/>
                  <a:ext cx="31670" cy="19421"/>
                </a:xfrm>
                <a:custGeom>
                  <a:rect b="b" l="l" r="r" t="t"/>
                  <a:pathLst>
                    <a:path extrusionOk="0" h="19421" w="31670">
                      <a:moveTo>
                        <a:pt x="0" y="19421"/>
                      </a:moveTo>
                      <a:lnTo>
                        <a:pt x="30699" y="19421"/>
                      </a:lnTo>
                      <a:lnTo>
                        <a:pt x="31671" y="0"/>
                      </a:lnTo>
                      <a:lnTo>
                        <a:pt x="178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03" name="Google Shape;1903;p46"/>
                <p:cNvSpPr/>
                <p:nvPr/>
              </p:nvSpPr>
              <p:spPr>
                <a:xfrm>
                  <a:off x="4774272" y="4204845"/>
                  <a:ext cx="30127" cy="19421"/>
                </a:xfrm>
                <a:custGeom>
                  <a:rect b="b" l="l" r="r" t="t"/>
                  <a:pathLst>
                    <a:path extrusionOk="0" h="19421" w="30127">
                      <a:moveTo>
                        <a:pt x="1781" y="0"/>
                      </a:moveTo>
                      <a:lnTo>
                        <a:pt x="0" y="19421"/>
                      </a:lnTo>
                      <a:lnTo>
                        <a:pt x="10706" y="19421"/>
                      </a:lnTo>
                      <a:lnTo>
                        <a:pt x="3012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04" name="Google Shape;1904;p46"/>
                <p:cNvSpPr/>
                <p:nvPr/>
              </p:nvSpPr>
              <p:spPr>
                <a:xfrm>
                  <a:off x="4802533" y="4148476"/>
                  <a:ext cx="7181" cy="7181"/>
                </a:xfrm>
                <a:custGeom>
                  <a:rect b="b" l="l" r="r" t="t"/>
                  <a:pathLst>
                    <a:path extrusionOk="0" h="7181" w="7181">
                      <a:moveTo>
                        <a:pt x="7182" y="0"/>
                      </a:moveTo>
                      <a:lnTo>
                        <a:pt x="0" y="7182"/>
                      </a:lnTo>
                      <a:lnTo>
                        <a:pt x="6820" y="7182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05" name="Google Shape;1905;p46"/>
                <p:cNvSpPr/>
                <p:nvPr/>
              </p:nvSpPr>
              <p:spPr>
                <a:xfrm>
                  <a:off x="4813106" y="4136236"/>
                  <a:ext cx="28841" cy="19421"/>
                </a:xfrm>
                <a:custGeom>
                  <a:rect b="b" l="l" r="r" t="t"/>
                  <a:pathLst>
                    <a:path extrusionOk="0" h="19421" w="28841">
                      <a:moveTo>
                        <a:pt x="486" y="8354"/>
                      </a:moveTo>
                      <a:lnTo>
                        <a:pt x="0" y="19421"/>
                      </a:lnTo>
                      <a:lnTo>
                        <a:pt x="28794" y="19421"/>
                      </a:lnTo>
                      <a:lnTo>
                        <a:pt x="28842" y="0"/>
                      </a:lnTo>
                      <a:lnTo>
                        <a:pt x="88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06" name="Google Shape;1906;p46"/>
                <p:cNvSpPr/>
                <p:nvPr/>
              </p:nvSpPr>
              <p:spPr>
                <a:xfrm>
                  <a:off x="4737974" y="4227724"/>
                  <a:ext cx="31840" cy="16563"/>
                </a:xfrm>
                <a:custGeom>
                  <a:rect b="b" l="l" r="r" t="t"/>
                  <a:pathLst>
                    <a:path extrusionOk="0" h="16563" w="31840">
                      <a:moveTo>
                        <a:pt x="141" y="448"/>
                      </a:moveTo>
                      <a:cubicBezTo>
                        <a:pt x="-1059" y="8963"/>
                        <a:pt x="5551" y="16564"/>
                        <a:pt x="14143" y="16564"/>
                      </a:cubicBezTo>
                      <a:lnTo>
                        <a:pt x="26992" y="16564"/>
                      </a:lnTo>
                      <a:lnTo>
                        <a:pt x="30583" y="12973"/>
                      </a:lnTo>
                      <a:lnTo>
                        <a:pt x="31840" y="0"/>
                      </a:lnTo>
                      <a:lnTo>
                        <a:pt x="198" y="0"/>
                      </a:lnTo>
                      <a:lnTo>
                        <a:pt x="141" y="44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07" name="Google Shape;1907;p46"/>
                <p:cNvSpPr/>
                <p:nvPr/>
              </p:nvSpPr>
              <p:spPr>
                <a:xfrm>
                  <a:off x="4738658" y="4204845"/>
                  <a:ext cx="33375" cy="19421"/>
                </a:xfrm>
                <a:custGeom>
                  <a:rect b="b" l="l" r="r" t="t"/>
                  <a:pathLst>
                    <a:path extrusionOk="0" h="19421" w="33375">
                      <a:moveTo>
                        <a:pt x="781" y="13897"/>
                      </a:moveTo>
                      <a:lnTo>
                        <a:pt x="0" y="19421"/>
                      </a:lnTo>
                      <a:lnTo>
                        <a:pt x="31490" y="19421"/>
                      </a:lnTo>
                      <a:lnTo>
                        <a:pt x="33376" y="0"/>
                      </a:lnTo>
                      <a:lnTo>
                        <a:pt x="1467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08" name="Google Shape;1908;p46"/>
                <p:cNvSpPr/>
                <p:nvPr/>
              </p:nvSpPr>
              <p:spPr>
                <a:xfrm>
                  <a:off x="4773196" y="4227724"/>
                  <a:ext cx="8334" cy="8334"/>
                </a:xfrm>
                <a:custGeom>
                  <a:rect b="b" l="l" r="r" t="t"/>
                  <a:pathLst>
                    <a:path extrusionOk="0" h="8334" w="8334">
                      <a:moveTo>
                        <a:pt x="0" y="8334"/>
                      </a:moveTo>
                      <a:lnTo>
                        <a:pt x="8334" y="0"/>
                      </a:lnTo>
                      <a:lnTo>
                        <a:pt x="76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09" name="Google Shape;1909;p46"/>
                <p:cNvSpPr/>
                <p:nvPr/>
              </p:nvSpPr>
              <p:spPr>
                <a:xfrm>
                  <a:off x="4756785" y="4184138"/>
                  <a:ext cx="17259" cy="17259"/>
                </a:xfrm>
                <a:custGeom>
                  <a:rect b="b" l="l" r="r" t="t"/>
                  <a:pathLst>
                    <a:path extrusionOk="0" h="17259" w="17259">
                      <a:moveTo>
                        <a:pt x="0" y="17259"/>
                      </a:moveTo>
                      <a:lnTo>
                        <a:pt x="15583" y="17259"/>
                      </a:lnTo>
                      <a:lnTo>
                        <a:pt x="1725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910" name="Google Shape;1910;p46"/>
            <p:cNvGrpSpPr/>
            <p:nvPr/>
          </p:nvGrpSpPr>
          <p:grpSpPr>
            <a:xfrm>
              <a:off x="5664812" y="4123629"/>
              <a:ext cx="138160" cy="428034"/>
              <a:chOff x="5664812" y="3901473"/>
              <a:chExt cx="138160" cy="428034"/>
            </a:xfrm>
          </p:grpSpPr>
          <p:sp>
            <p:nvSpPr>
              <p:cNvPr id="1911" name="Google Shape;1911;p46"/>
              <p:cNvSpPr/>
              <p:nvPr/>
            </p:nvSpPr>
            <p:spPr>
              <a:xfrm>
                <a:off x="5718971" y="4135874"/>
                <a:ext cx="29851" cy="193633"/>
              </a:xfrm>
              <a:custGeom>
                <a:rect b="b" l="l" r="r" t="t"/>
                <a:pathLst>
                  <a:path extrusionOk="0" h="193633" w="29851">
                    <a:moveTo>
                      <a:pt x="0" y="0"/>
                    </a:moveTo>
                    <a:lnTo>
                      <a:pt x="29851" y="0"/>
                    </a:lnTo>
                    <a:lnTo>
                      <a:pt x="29851" y="193634"/>
                    </a:lnTo>
                    <a:lnTo>
                      <a:pt x="0" y="193634"/>
                    </a:lnTo>
                    <a:close/>
                  </a:path>
                </a:pathLst>
              </a:custGeom>
              <a:solidFill>
                <a:srgbClr val="CC702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2" name="Google Shape;1912;p46"/>
              <p:cNvSpPr/>
              <p:nvPr/>
            </p:nvSpPr>
            <p:spPr>
              <a:xfrm>
                <a:off x="5738202" y="4135874"/>
                <a:ext cx="10620" cy="193633"/>
              </a:xfrm>
              <a:custGeom>
                <a:rect b="b" l="l" r="r" t="t"/>
                <a:pathLst>
                  <a:path extrusionOk="0" h="193633" w="10620">
                    <a:moveTo>
                      <a:pt x="0" y="0"/>
                    </a:moveTo>
                    <a:lnTo>
                      <a:pt x="10620" y="0"/>
                    </a:lnTo>
                    <a:lnTo>
                      <a:pt x="10620" y="193634"/>
                    </a:lnTo>
                    <a:lnTo>
                      <a:pt x="0" y="193634"/>
                    </a:lnTo>
                    <a:close/>
                  </a:path>
                </a:pathLst>
              </a:custGeom>
              <a:solidFill>
                <a:srgbClr val="AA541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3" name="Google Shape;1913;p46"/>
              <p:cNvSpPr/>
              <p:nvPr/>
            </p:nvSpPr>
            <p:spPr>
              <a:xfrm>
                <a:off x="5664812" y="3901473"/>
                <a:ext cx="138150" cy="316411"/>
              </a:xfrm>
              <a:custGeom>
                <a:rect b="b" l="l" r="r" t="t"/>
                <a:pathLst>
                  <a:path extrusionOk="0" h="316411" w="138150">
                    <a:moveTo>
                      <a:pt x="130112" y="201063"/>
                    </a:moveTo>
                    <a:cubicBezTo>
                      <a:pt x="125673" y="191576"/>
                      <a:pt x="124301" y="180851"/>
                      <a:pt x="127454" y="170869"/>
                    </a:cubicBezTo>
                    <a:cubicBezTo>
                      <a:pt x="129797" y="163449"/>
                      <a:pt x="131074" y="155448"/>
                      <a:pt x="131074" y="147114"/>
                    </a:cubicBezTo>
                    <a:cubicBezTo>
                      <a:pt x="131074" y="134064"/>
                      <a:pt x="127949" y="121863"/>
                      <a:pt x="122511" y="111395"/>
                    </a:cubicBezTo>
                    <a:cubicBezTo>
                      <a:pt x="116529" y="99860"/>
                      <a:pt x="115576" y="86573"/>
                      <a:pt x="118634" y="73943"/>
                    </a:cubicBezTo>
                    <a:cubicBezTo>
                      <a:pt x="119825" y="69028"/>
                      <a:pt x="120463" y="63846"/>
                      <a:pt x="120463" y="58493"/>
                    </a:cubicBezTo>
                    <a:cubicBezTo>
                      <a:pt x="120463" y="26184"/>
                      <a:pt x="97460" y="0"/>
                      <a:pt x="69075" y="0"/>
                    </a:cubicBezTo>
                    <a:cubicBezTo>
                      <a:pt x="40691" y="0"/>
                      <a:pt x="17688" y="26184"/>
                      <a:pt x="17688" y="58493"/>
                    </a:cubicBezTo>
                    <a:cubicBezTo>
                      <a:pt x="17688" y="63846"/>
                      <a:pt x="18326" y="69028"/>
                      <a:pt x="19517" y="73943"/>
                    </a:cubicBezTo>
                    <a:cubicBezTo>
                      <a:pt x="22574" y="86573"/>
                      <a:pt x="21631" y="99860"/>
                      <a:pt x="15640" y="111395"/>
                    </a:cubicBezTo>
                    <a:cubicBezTo>
                      <a:pt x="10201" y="121863"/>
                      <a:pt x="7077" y="134064"/>
                      <a:pt x="7077" y="147114"/>
                    </a:cubicBezTo>
                    <a:cubicBezTo>
                      <a:pt x="7077" y="155458"/>
                      <a:pt x="8353" y="163449"/>
                      <a:pt x="10697" y="170869"/>
                    </a:cubicBezTo>
                    <a:cubicBezTo>
                      <a:pt x="13849" y="180861"/>
                      <a:pt x="12478" y="191576"/>
                      <a:pt x="8039" y="201063"/>
                    </a:cubicBezTo>
                    <a:cubicBezTo>
                      <a:pt x="2915" y="212017"/>
                      <a:pt x="0" y="224504"/>
                      <a:pt x="0" y="237792"/>
                    </a:cubicBezTo>
                    <a:cubicBezTo>
                      <a:pt x="0" y="281216"/>
                      <a:pt x="30928" y="316411"/>
                      <a:pt x="69075" y="316411"/>
                    </a:cubicBezTo>
                    <a:cubicBezTo>
                      <a:pt x="107223" y="316411"/>
                      <a:pt x="138151" y="281207"/>
                      <a:pt x="138151" y="237792"/>
                    </a:cubicBezTo>
                    <a:cubicBezTo>
                      <a:pt x="138160" y="224504"/>
                      <a:pt x="135236" y="212017"/>
                      <a:pt x="130112" y="201063"/>
                    </a:cubicBezTo>
                    <a:close/>
                  </a:path>
                </a:pathLst>
              </a:custGeom>
              <a:solidFill>
                <a:srgbClr val="83BB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4" name="Google Shape;1914;p46"/>
              <p:cNvSpPr/>
              <p:nvPr/>
            </p:nvSpPr>
            <p:spPr>
              <a:xfrm>
                <a:off x="5664812" y="3901473"/>
                <a:ext cx="138150" cy="316411"/>
              </a:xfrm>
              <a:custGeom>
                <a:rect b="b" l="l" r="r" t="t"/>
                <a:pathLst>
                  <a:path extrusionOk="0" h="316411" w="138150">
                    <a:moveTo>
                      <a:pt x="130112" y="201063"/>
                    </a:moveTo>
                    <a:cubicBezTo>
                      <a:pt x="125673" y="191576"/>
                      <a:pt x="124301" y="180851"/>
                      <a:pt x="127454" y="170869"/>
                    </a:cubicBezTo>
                    <a:cubicBezTo>
                      <a:pt x="129797" y="163449"/>
                      <a:pt x="131074" y="155448"/>
                      <a:pt x="131074" y="147114"/>
                    </a:cubicBezTo>
                    <a:cubicBezTo>
                      <a:pt x="131074" y="134064"/>
                      <a:pt x="127949" y="121863"/>
                      <a:pt x="122511" y="111395"/>
                    </a:cubicBezTo>
                    <a:cubicBezTo>
                      <a:pt x="116529" y="99860"/>
                      <a:pt x="115576" y="86573"/>
                      <a:pt x="118634" y="73943"/>
                    </a:cubicBezTo>
                    <a:cubicBezTo>
                      <a:pt x="119825" y="69028"/>
                      <a:pt x="120463" y="63846"/>
                      <a:pt x="120463" y="58493"/>
                    </a:cubicBezTo>
                    <a:cubicBezTo>
                      <a:pt x="120463" y="26184"/>
                      <a:pt x="97460" y="0"/>
                      <a:pt x="69075" y="0"/>
                    </a:cubicBezTo>
                    <a:cubicBezTo>
                      <a:pt x="40691" y="0"/>
                      <a:pt x="17688" y="26184"/>
                      <a:pt x="17688" y="58493"/>
                    </a:cubicBezTo>
                    <a:cubicBezTo>
                      <a:pt x="17688" y="63846"/>
                      <a:pt x="18326" y="69028"/>
                      <a:pt x="19517" y="73943"/>
                    </a:cubicBezTo>
                    <a:cubicBezTo>
                      <a:pt x="22574" y="86573"/>
                      <a:pt x="21631" y="99860"/>
                      <a:pt x="15640" y="111395"/>
                    </a:cubicBezTo>
                    <a:cubicBezTo>
                      <a:pt x="10201" y="121863"/>
                      <a:pt x="7077" y="134064"/>
                      <a:pt x="7077" y="147114"/>
                    </a:cubicBezTo>
                    <a:cubicBezTo>
                      <a:pt x="7077" y="155458"/>
                      <a:pt x="8353" y="163449"/>
                      <a:pt x="10697" y="170869"/>
                    </a:cubicBezTo>
                    <a:cubicBezTo>
                      <a:pt x="13849" y="180861"/>
                      <a:pt x="12478" y="191576"/>
                      <a:pt x="8039" y="201063"/>
                    </a:cubicBezTo>
                    <a:cubicBezTo>
                      <a:pt x="2915" y="212017"/>
                      <a:pt x="0" y="224504"/>
                      <a:pt x="0" y="237792"/>
                    </a:cubicBezTo>
                    <a:cubicBezTo>
                      <a:pt x="0" y="281216"/>
                      <a:pt x="30928" y="316411"/>
                      <a:pt x="69075" y="316411"/>
                    </a:cubicBezTo>
                    <a:cubicBezTo>
                      <a:pt x="107223" y="316411"/>
                      <a:pt x="138151" y="281207"/>
                      <a:pt x="138151" y="237792"/>
                    </a:cubicBezTo>
                    <a:cubicBezTo>
                      <a:pt x="138160" y="224504"/>
                      <a:pt x="135236" y="212017"/>
                      <a:pt x="130112" y="201063"/>
                    </a:cubicBezTo>
                    <a:close/>
                  </a:path>
                </a:pathLst>
              </a:custGeom>
              <a:solidFill>
                <a:srgbClr val="83BB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5" name="Google Shape;1915;p46"/>
              <p:cNvSpPr/>
              <p:nvPr/>
            </p:nvSpPr>
            <p:spPr>
              <a:xfrm>
                <a:off x="5714047" y="3901473"/>
                <a:ext cx="88925" cy="316430"/>
              </a:xfrm>
              <a:custGeom>
                <a:rect b="b" l="l" r="r" t="t"/>
                <a:pathLst>
                  <a:path extrusionOk="0" h="316430" w="88925">
                    <a:moveTo>
                      <a:pt x="80877" y="201063"/>
                    </a:moveTo>
                    <a:cubicBezTo>
                      <a:pt x="76438" y="191576"/>
                      <a:pt x="75067" y="180851"/>
                      <a:pt x="78219" y="170869"/>
                    </a:cubicBezTo>
                    <a:cubicBezTo>
                      <a:pt x="80563" y="163449"/>
                      <a:pt x="81839" y="155448"/>
                      <a:pt x="81839" y="147114"/>
                    </a:cubicBezTo>
                    <a:cubicBezTo>
                      <a:pt x="81839" y="134064"/>
                      <a:pt x="78715" y="121863"/>
                      <a:pt x="73276" y="111395"/>
                    </a:cubicBezTo>
                    <a:cubicBezTo>
                      <a:pt x="67294" y="99860"/>
                      <a:pt x="66342" y="86573"/>
                      <a:pt x="69399" y="73943"/>
                    </a:cubicBezTo>
                    <a:cubicBezTo>
                      <a:pt x="70590" y="69028"/>
                      <a:pt x="71228" y="63846"/>
                      <a:pt x="71228" y="58493"/>
                    </a:cubicBezTo>
                    <a:cubicBezTo>
                      <a:pt x="71228" y="26184"/>
                      <a:pt x="48225" y="0"/>
                      <a:pt x="19841" y="0"/>
                    </a:cubicBezTo>
                    <a:cubicBezTo>
                      <a:pt x="12802" y="0"/>
                      <a:pt x="6106" y="1619"/>
                      <a:pt x="0" y="4534"/>
                    </a:cubicBezTo>
                    <a:cubicBezTo>
                      <a:pt x="18526" y="13373"/>
                      <a:pt x="31547" y="34204"/>
                      <a:pt x="31547" y="58503"/>
                    </a:cubicBezTo>
                    <a:cubicBezTo>
                      <a:pt x="31547" y="63856"/>
                      <a:pt x="30909" y="69037"/>
                      <a:pt x="29718" y="73952"/>
                    </a:cubicBezTo>
                    <a:cubicBezTo>
                      <a:pt x="26661" y="86583"/>
                      <a:pt x="27604" y="99870"/>
                      <a:pt x="33595" y="111405"/>
                    </a:cubicBezTo>
                    <a:cubicBezTo>
                      <a:pt x="39034" y="121873"/>
                      <a:pt x="42158" y="134074"/>
                      <a:pt x="42158" y="147123"/>
                    </a:cubicBezTo>
                    <a:cubicBezTo>
                      <a:pt x="42158" y="155467"/>
                      <a:pt x="40881" y="163459"/>
                      <a:pt x="38538" y="170879"/>
                    </a:cubicBezTo>
                    <a:cubicBezTo>
                      <a:pt x="35385" y="180870"/>
                      <a:pt x="36757" y="191586"/>
                      <a:pt x="41196" y="201073"/>
                    </a:cubicBezTo>
                    <a:cubicBezTo>
                      <a:pt x="46320" y="212027"/>
                      <a:pt x="49235" y="224514"/>
                      <a:pt x="49235" y="237801"/>
                    </a:cubicBezTo>
                    <a:cubicBezTo>
                      <a:pt x="49235" y="273368"/>
                      <a:pt x="28480" y="303381"/>
                      <a:pt x="10" y="313096"/>
                    </a:cubicBezTo>
                    <a:cubicBezTo>
                      <a:pt x="6296" y="315239"/>
                      <a:pt x="12954" y="316430"/>
                      <a:pt x="19850" y="316430"/>
                    </a:cubicBezTo>
                    <a:cubicBezTo>
                      <a:pt x="57998" y="316430"/>
                      <a:pt x="88925" y="281226"/>
                      <a:pt x="88925" y="237811"/>
                    </a:cubicBezTo>
                    <a:cubicBezTo>
                      <a:pt x="88925" y="224504"/>
                      <a:pt x="86001" y="212017"/>
                      <a:pt x="80877" y="201063"/>
                    </a:cubicBezTo>
                    <a:close/>
                  </a:path>
                </a:pathLst>
              </a:custGeom>
              <a:solidFill>
                <a:srgbClr val="6E930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6" name="Google Shape;1916;p46"/>
              <p:cNvSpPr/>
              <p:nvPr/>
            </p:nvSpPr>
            <p:spPr>
              <a:xfrm>
                <a:off x="5718962" y="4216046"/>
                <a:ext cx="29870" cy="15363"/>
              </a:xfrm>
              <a:custGeom>
                <a:rect b="b" l="l" r="r" t="t"/>
                <a:pathLst>
                  <a:path extrusionOk="0" h="15363" w="29870">
                    <a:moveTo>
                      <a:pt x="29870" y="0"/>
                    </a:moveTo>
                    <a:lnTo>
                      <a:pt x="29870" y="13478"/>
                    </a:lnTo>
                    <a:cubicBezTo>
                      <a:pt x="25032" y="14697"/>
                      <a:pt x="20050" y="15364"/>
                      <a:pt x="14916" y="15364"/>
                    </a:cubicBezTo>
                    <a:cubicBezTo>
                      <a:pt x="9782" y="15364"/>
                      <a:pt x="4801" y="14697"/>
                      <a:pt x="0" y="13478"/>
                    </a:cubicBezTo>
                    <a:lnTo>
                      <a:pt x="0" y="0"/>
                    </a:lnTo>
                    <a:cubicBezTo>
                      <a:pt x="4801" y="1219"/>
                      <a:pt x="9782" y="1848"/>
                      <a:pt x="14916" y="1848"/>
                    </a:cubicBezTo>
                    <a:cubicBezTo>
                      <a:pt x="20050" y="1848"/>
                      <a:pt x="25079" y="1219"/>
                      <a:pt x="29870" y="0"/>
                    </a:cubicBezTo>
                    <a:close/>
                  </a:path>
                </a:pathLst>
              </a:custGeom>
              <a:solidFill>
                <a:srgbClr val="AA541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17" name="Google Shape;1917;p46"/>
            <p:cNvGrpSpPr/>
            <p:nvPr/>
          </p:nvGrpSpPr>
          <p:grpSpPr>
            <a:xfrm>
              <a:off x="5222957" y="4158462"/>
              <a:ext cx="126920" cy="393201"/>
              <a:chOff x="5222957" y="3936306"/>
              <a:chExt cx="126920" cy="393201"/>
            </a:xfrm>
          </p:grpSpPr>
          <p:sp>
            <p:nvSpPr>
              <p:cNvPr id="1918" name="Google Shape;1918;p46"/>
              <p:cNvSpPr/>
              <p:nvPr/>
            </p:nvSpPr>
            <p:spPr>
              <a:xfrm>
                <a:off x="5272725" y="4151638"/>
                <a:ext cx="27422" cy="177869"/>
              </a:xfrm>
              <a:custGeom>
                <a:rect b="b" l="l" r="r" t="t"/>
                <a:pathLst>
                  <a:path extrusionOk="0" h="177869" w="27422">
                    <a:moveTo>
                      <a:pt x="0" y="0"/>
                    </a:moveTo>
                    <a:lnTo>
                      <a:pt x="27422" y="0"/>
                    </a:lnTo>
                    <a:lnTo>
                      <a:pt x="27422" y="177870"/>
                    </a:lnTo>
                    <a:lnTo>
                      <a:pt x="0" y="177870"/>
                    </a:lnTo>
                    <a:close/>
                  </a:path>
                </a:pathLst>
              </a:custGeom>
              <a:solidFill>
                <a:srgbClr val="CC702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9" name="Google Shape;1919;p46"/>
              <p:cNvSpPr/>
              <p:nvPr/>
            </p:nvSpPr>
            <p:spPr>
              <a:xfrm>
                <a:off x="5290394" y="4151638"/>
                <a:ext cx="9753" cy="177869"/>
              </a:xfrm>
              <a:custGeom>
                <a:rect b="b" l="l" r="r" t="t"/>
                <a:pathLst>
                  <a:path extrusionOk="0" h="177869" w="9753">
                    <a:moveTo>
                      <a:pt x="0" y="0"/>
                    </a:moveTo>
                    <a:lnTo>
                      <a:pt x="9754" y="0"/>
                    </a:lnTo>
                    <a:lnTo>
                      <a:pt x="9754" y="177870"/>
                    </a:lnTo>
                    <a:lnTo>
                      <a:pt x="0" y="177870"/>
                    </a:lnTo>
                    <a:close/>
                  </a:path>
                </a:pathLst>
              </a:custGeom>
              <a:solidFill>
                <a:srgbClr val="AA541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0" name="Google Shape;1920;p46"/>
              <p:cNvSpPr/>
              <p:nvPr/>
            </p:nvSpPr>
            <p:spPr>
              <a:xfrm>
                <a:off x="5222957" y="3936306"/>
                <a:ext cx="126892" cy="290655"/>
              </a:xfrm>
              <a:custGeom>
                <a:rect b="b" l="l" r="r" t="t"/>
                <a:pathLst>
                  <a:path extrusionOk="0" h="290655" w="126892">
                    <a:moveTo>
                      <a:pt x="119539" y="184699"/>
                    </a:moveTo>
                    <a:cubicBezTo>
                      <a:pt x="115462" y="175984"/>
                      <a:pt x="114205" y="166135"/>
                      <a:pt x="117100" y="156963"/>
                    </a:cubicBezTo>
                    <a:cubicBezTo>
                      <a:pt x="119253" y="150143"/>
                      <a:pt x="120425" y="142799"/>
                      <a:pt x="120425" y="135141"/>
                    </a:cubicBezTo>
                    <a:cubicBezTo>
                      <a:pt x="120425" y="123158"/>
                      <a:pt x="117558" y="111947"/>
                      <a:pt x="112557" y="102327"/>
                    </a:cubicBezTo>
                    <a:cubicBezTo>
                      <a:pt x="107061" y="91735"/>
                      <a:pt x="106185" y="79524"/>
                      <a:pt x="108995" y="67923"/>
                    </a:cubicBezTo>
                    <a:cubicBezTo>
                      <a:pt x="110090" y="63408"/>
                      <a:pt x="110671" y="58646"/>
                      <a:pt x="110671" y="53730"/>
                    </a:cubicBezTo>
                    <a:cubicBezTo>
                      <a:pt x="110671" y="24051"/>
                      <a:pt x="89535" y="0"/>
                      <a:pt x="63465" y="0"/>
                    </a:cubicBezTo>
                    <a:cubicBezTo>
                      <a:pt x="37395" y="0"/>
                      <a:pt x="16259" y="24060"/>
                      <a:pt x="16259" y="53730"/>
                    </a:cubicBezTo>
                    <a:cubicBezTo>
                      <a:pt x="16259" y="58646"/>
                      <a:pt x="16850" y="63408"/>
                      <a:pt x="17936" y="67923"/>
                    </a:cubicBezTo>
                    <a:cubicBezTo>
                      <a:pt x="20746" y="79524"/>
                      <a:pt x="19879" y="91735"/>
                      <a:pt x="14373" y="102327"/>
                    </a:cubicBezTo>
                    <a:cubicBezTo>
                      <a:pt x="9382" y="111947"/>
                      <a:pt x="6506" y="123149"/>
                      <a:pt x="6506" y="135141"/>
                    </a:cubicBezTo>
                    <a:cubicBezTo>
                      <a:pt x="6506" y="142799"/>
                      <a:pt x="7677" y="150152"/>
                      <a:pt x="9830" y="156963"/>
                    </a:cubicBezTo>
                    <a:cubicBezTo>
                      <a:pt x="12725" y="166145"/>
                      <a:pt x="11468" y="175984"/>
                      <a:pt x="7391" y="184699"/>
                    </a:cubicBezTo>
                    <a:cubicBezTo>
                      <a:pt x="2686" y="194767"/>
                      <a:pt x="0" y="206235"/>
                      <a:pt x="0" y="218437"/>
                    </a:cubicBezTo>
                    <a:cubicBezTo>
                      <a:pt x="0" y="258328"/>
                      <a:pt x="28404" y="290655"/>
                      <a:pt x="63446" y="290655"/>
                    </a:cubicBezTo>
                    <a:cubicBezTo>
                      <a:pt x="98489" y="290655"/>
                      <a:pt x="126892" y="258318"/>
                      <a:pt x="126892" y="218437"/>
                    </a:cubicBezTo>
                    <a:cubicBezTo>
                      <a:pt x="126930" y="206235"/>
                      <a:pt x="124244" y="194767"/>
                      <a:pt x="119539" y="184699"/>
                    </a:cubicBezTo>
                    <a:close/>
                  </a:path>
                </a:pathLst>
              </a:custGeom>
              <a:solidFill>
                <a:srgbClr val="83BB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1" name="Google Shape;1921;p46"/>
              <p:cNvSpPr/>
              <p:nvPr/>
            </p:nvSpPr>
            <p:spPr>
              <a:xfrm>
                <a:off x="5222957" y="3936306"/>
                <a:ext cx="126892" cy="290655"/>
              </a:xfrm>
              <a:custGeom>
                <a:rect b="b" l="l" r="r" t="t"/>
                <a:pathLst>
                  <a:path extrusionOk="0" h="290655" w="126892">
                    <a:moveTo>
                      <a:pt x="119539" y="184699"/>
                    </a:moveTo>
                    <a:cubicBezTo>
                      <a:pt x="115462" y="175984"/>
                      <a:pt x="114205" y="166135"/>
                      <a:pt x="117100" y="156963"/>
                    </a:cubicBezTo>
                    <a:cubicBezTo>
                      <a:pt x="119253" y="150143"/>
                      <a:pt x="120425" y="142799"/>
                      <a:pt x="120425" y="135141"/>
                    </a:cubicBezTo>
                    <a:cubicBezTo>
                      <a:pt x="120425" y="123158"/>
                      <a:pt x="117558" y="111947"/>
                      <a:pt x="112557" y="102327"/>
                    </a:cubicBezTo>
                    <a:cubicBezTo>
                      <a:pt x="107061" y="91735"/>
                      <a:pt x="106185" y="79524"/>
                      <a:pt x="108995" y="67923"/>
                    </a:cubicBezTo>
                    <a:cubicBezTo>
                      <a:pt x="110090" y="63408"/>
                      <a:pt x="110671" y="58646"/>
                      <a:pt x="110671" y="53730"/>
                    </a:cubicBezTo>
                    <a:cubicBezTo>
                      <a:pt x="110671" y="24051"/>
                      <a:pt x="89535" y="0"/>
                      <a:pt x="63465" y="0"/>
                    </a:cubicBezTo>
                    <a:cubicBezTo>
                      <a:pt x="37395" y="0"/>
                      <a:pt x="16259" y="24060"/>
                      <a:pt x="16259" y="53730"/>
                    </a:cubicBezTo>
                    <a:cubicBezTo>
                      <a:pt x="16259" y="58646"/>
                      <a:pt x="16850" y="63408"/>
                      <a:pt x="17936" y="67923"/>
                    </a:cubicBezTo>
                    <a:cubicBezTo>
                      <a:pt x="20746" y="79524"/>
                      <a:pt x="19879" y="91735"/>
                      <a:pt x="14373" y="102327"/>
                    </a:cubicBezTo>
                    <a:cubicBezTo>
                      <a:pt x="9382" y="111947"/>
                      <a:pt x="6506" y="123149"/>
                      <a:pt x="6506" y="135141"/>
                    </a:cubicBezTo>
                    <a:cubicBezTo>
                      <a:pt x="6506" y="142799"/>
                      <a:pt x="7677" y="150152"/>
                      <a:pt x="9830" y="156963"/>
                    </a:cubicBezTo>
                    <a:cubicBezTo>
                      <a:pt x="12725" y="166145"/>
                      <a:pt x="11468" y="175984"/>
                      <a:pt x="7391" y="184699"/>
                    </a:cubicBezTo>
                    <a:cubicBezTo>
                      <a:pt x="2686" y="194767"/>
                      <a:pt x="0" y="206235"/>
                      <a:pt x="0" y="218437"/>
                    </a:cubicBezTo>
                    <a:cubicBezTo>
                      <a:pt x="0" y="258328"/>
                      <a:pt x="28404" y="290655"/>
                      <a:pt x="63446" y="290655"/>
                    </a:cubicBezTo>
                    <a:cubicBezTo>
                      <a:pt x="98489" y="290655"/>
                      <a:pt x="126892" y="258318"/>
                      <a:pt x="126892" y="218437"/>
                    </a:cubicBezTo>
                    <a:cubicBezTo>
                      <a:pt x="126930" y="206235"/>
                      <a:pt x="124244" y="194767"/>
                      <a:pt x="119539" y="184699"/>
                    </a:cubicBezTo>
                    <a:close/>
                  </a:path>
                </a:pathLst>
              </a:custGeom>
              <a:solidFill>
                <a:srgbClr val="83BB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2" name="Google Shape;1922;p46"/>
              <p:cNvSpPr/>
              <p:nvPr/>
            </p:nvSpPr>
            <p:spPr>
              <a:xfrm>
                <a:off x="5268191" y="3936306"/>
                <a:ext cx="81686" cy="290655"/>
              </a:xfrm>
              <a:custGeom>
                <a:rect b="b" l="l" r="r" t="t"/>
                <a:pathLst>
                  <a:path extrusionOk="0" h="290655" w="81686">
                    <a:moveTo>
                      <a:pt x="74304" y="184699"/>
                    </a:moveTo>
                    <a:cubicBezTo>
                      <a:pt x="70228" y="175984"/>
                      <a:pt x="68971" y="166135"/>
                      <a:pt x="71866" y="156963"/>
                    </a:cubicBezTo>
                    <a:cubicBezTo>
                      <a:pt x="74019" y="150143"/>
                      <a:pt x="75190" y="142799"/>
                      <a:pt x="75190" y="135141"/>
                    </a:cubicBezTo>
                    <a:cubicBezTo>
                      <a:pt x="75190" y="123158"/>
                      <a:pt x="72323" y="111947"/>
                      <a:pt x="67323" y="102327"/>
                    </a:cubicBezTo>
                    <a:cubicBezTo>
                      <a:pt x="61827" y="91735"/>
                      <a:pt x="60950" y="79524"/>
                      <a:pt x="63760" y="67923"/>
                    </a:cubicBezTo>
                    <a:cubicBezTo>
                      <a:pt x="64856" y="63408"/>
                      <a:pt x="65437" y="58646"/>
                      <a:pt x="65437" y="53730"/>
                    </a:cubicBezTo>
                    <a:cubicBezTo>
                      <a:pt x="65437" y="24051"/>
                      <a:pt x="44301" y="0"/>
                      <a:pt x="18231" y="0"/>
                    </a:cubicBezTo>
                    <a:cubicBezTo>
                      <a:pt x="11773" y="0"/>
                      <a:pt x="5610" y="1486"/>
                      <a:pt x="0" y="4163"/>
                    </a:cubicBezTo>
                    <a:cubicBezTo>
                      <a:pt x="17021" y="12278"/>
                      <a:pt x="28975" y="31413"/>
                      <a:pt x="28975" y="53730"/>
                    </a:cubicBezTo>
                    <a:cubicBezTo>
                      <a:pt x="28975" y="58646"/>
                      <a:pt x="28384" y="63408"/>
                      <a:pt x="27299" y="67923"/>
                    </a:cubicBezTo>
                    <a:cubicBezTo>
                      <a:pt x="24489" y="79524"/>
                      <a:pt x="25356" y="91735"/>
                      <a:pt x="30861" y="102327"/>
                    </a:cubicBezTo>
                    <a:cubicBezTo>
                      <a:pt x="35852" y="111947"/>
                      <a:pt x="38729" y="123149"/>
                      <a:pt x="38729" y="135141"/>
                    </a:cubicBezTo>
                    <a:cubicBezTo>
                      <a:pt x="38729" y="142799"/>
                      <a:pt x="37557" y="150152"/>
                      <a:pt x="35404" y="156963"/>
                    </a:cubicBezTo>
                    <a:cubicBezTo>
                      <a:pt x="32509" y="166135"/>
                      <a:pt x="33766" y="175984"/>
                      <a:pt x="37843" y="184699"/>
                    </a:cubicBezTo>
                    <a:cubicBezTo>
                      <a:pt x="42548" y="194767"/>
                      <a:pt x="45234" y="206235"/>
                      <a:pt x="45234" y="218437"/>
                    </a:cubicBezTo>
                    <a:cubicBezTo>
                      <a:pt x="45234" y="251108"/>
                      <a:pt x="26165" y="278682"/>
                      <a:pt x="9" y="287598"/>
                    </a:cubicBezTo>
                    <a:cubicBezTo>
                      <a:pt x="5791" y="289570"/>
                      <a:pt x="11897" y="290655"/>
                      <a:pt x="18240" y="290655"/>
                    </a:cubicBezTo>
                    <a:cubicBezTo>
                      <a:pt x="53283" y="290655"/>
                      <a:pt x="81686" y="258318"/>
                      <a:pt x="81686" y="218437"/>
                    </a:cubicBezTo>
                    <a:cubicBezTo>
                      <a:pt x="81696" y="206235"/>
                      <a:pt x="79010" y="194767"/>
                      <a:pt x="74304" y="184699"/>
                    </a:cubicBezTo>
                    <a:close/>
                  </a:path>
                </a:pathLst>
              </a:custGeom>
              <a:solidFill>
                <a:srgbClr val="6E930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3" name="Google Shape;1923;p46"/>
              <p:cNvSpPr/>
              <p:nvPr/>
            </p:nvSpPr>
            <p:spPr>
              <a:xfrm>
                <a:off x="5272716" y="4225285"/>
                <a:ext cx="27441" cy="14116"/>
              </a:xfrm>
              <a:custGeom>
                <a:rect b="b" l="l" r="r" t="t"/>
                <a:pathLst>
                  <a:path extrusionOk="0" h="14116" w="27441">
                    <a:moveTo>
                      <a:pt x="27442" y="0"/>
                    </a:moveTo>
                    <a:lnTo>
                      <a:pt x="27442" y="12383"/>
                    </a:lnTo>
                    <a:cubicBezTo>
                      <a:pt x="23003" y="13506"/>
                      <a:pt x="18421" y="14116"/>
                      <a:pt x="13707" y="14116"/>
                    </a:cubicBezTo>
                    <a:cubicBezTo>
                      <a:pt x="8992" y="14116"/>
                      <a:pt x="4410" y="13506"/>
                      <a:pt x="0" y="12383"/>
                    </a:cubicBezTo>
                    <a:lnTo>
                      <a:pt x="0" y="0"/>
                    </a:lnTo>
                    <a:cubicBezTo>
                      <a:pt x="4410" y="1114"/>
                      <a:pt x="8992" y="1696"/>
                      <a:pt x="13707" y="1696"/>
                    </a:cubicBezTo>
                    <a:cubicBezTo>
                      <a:pt x="18421" y="1696"/>
                      <a:pt x="23031" y="1114"/>
                      <a:pt x="27442" y="0"/>
                    </a:cubicBezTo>
                    <a:close/>
                  </a:path>
                </a:pathLst>
              </a:custGeom>
              <a:solidFill>
                <a:srgbClr val="AA541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24" name="Google Shape;1924;p46"/>
            <p:cNvGrpSpPr/>
            <p:nvPr/>
          </p:nvGrpSpPr>
          <p:grpSpPr>
            <a:xfrm>
              <a:off x="5863799" y="4181084"/>
              <a:ext cx="265004" cy="370580"/>
              <a:chOff x="5863799" y="3958928"/>
              <a:chExt cx="265004" cy="370580"/>
            </a:xfrm>
          </p:grpSpPr>
          <p:grpSp>
            <p:nvGrpSpPr>
              <p:cNvPr id="1925" name="Google Shape;1925;p46"/>
              <p:cNvGrpSpPr/>
              <p:nvPr/>
            </p:nvGrpSpPr>
            <p:grpSpPr>
              <a:xfrm>
                <a:off x="5863799" y="4069104"/>
                <a:ext cx="265004" cy="168516"/>
                <a:chOff x="5863799" y="4069104"/>
                <a:chExt cx="265004" cy="168516"/>
              </a:xfrm>
            </p:grpSpPr>
            <p:sp>
              <p:nvSpPr>
                <p:cNvPr id="1926" name="Google Shape;1926;p46"/>
                <p:cNvSpPr/>
                <p:nvPr/>
              </p:nvSpPr>
              <p:spPr>
                <a:xfrm>
                  <a:off x="5863799" y="4069104"/>
                  <a:ext cx="264995" cy="168516"/>
                </a:xfrm>
                <a:custGeom>
                  <a:rect b="b" l="l" r="r" t="t"/>
                  <a:pathLst>
                    <a:path extrusionOk="0" h="168516" w="264995">
                      <a:moveTo>
                        <a:pt x="264995" y="168516"/>
                      </a:moveTo>
                      <a:lnTo>
                        <a:pt x="132493" y="0"/>
                      </a:lnTo>
                      <a:lnTo>
                        <a:pt x="0" y="168516"/>
                      </a:lnTo>
                      <a:close/>
                    </a:path>
                  </a:pathLst>
                </a:custGeom>
                <a:solidFill>
                  <a:srgbClr val="83BB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27" name="Google Shape;1927;p46"/>
                <p:cNvSpPr/>
                <p:nvPr/>
              </p:nvSpPr>
              <p:spPr>
                <a:xfrm>
                  <a:off x="5863799" y="4069104"/>
                  <a:ext cx="265004" cy="168516"/>
                </a:xfrm>
                <a:custGeom>
                  <a:rect b="b" l="l" r="r" t="t"/>
                  <a:pathLst>
                    <a:path extrusionOk="0" h="168516" w="265004">
                      <a:moveTo>
                        <a:pt x="132502" y="0"/>
                      </a:moveTo>
                      <a:lnTo>
                        <a:pt x="111776" y="26356"/>
                      </a:lnTo>
                      <a:lnTo>
                        <a:pt x="145875" y="69723"/>
                      </a:lnTo>
                      <a:cubicBezTo>
                        <a:pt x="168412" y="98384"/>
                        <a:pt x="147990" y="140418"/>
                        <a:pt x="111528" y="140418"/>
                      </a:cubicBezTo>
                      <a:lnTo>
                        <a:pt x="22088" y="140418"/>
                      </a:lnTo>
                      <a:lnTo>
                        <a:pt x="0" y="168516"/>
                      </a:lnTo>
                      <a:lnTo>
                        <a:pt x="265005" y="168516"/>
                      </a:lnTo>
                      <a:lnTo>
                        <a:pt x="132502" y="0"/>
                      </a:lnTo>
                      <a:close/>
                    </a:path>
                  </a:pathLst>
                </a:custGeom>
                <a:solidFill>
                  <a:srgbClr val="6E930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28" name="Google Shape;1928;p46"/>
              <p:cNvGrpSpPr/>
              <p:nvPr/>
            </p:nvGrpSpPr>
            <p:grpSpPr>
              <a:xfrm>
                <a:off x="5889164" y="4015269"/>
                <a:ext cx="214274" cy="136245"/>
                <a:chOff x="5889164" y="4015269"/>
                <a:chExt cx="214274" cy="136245"/>
              </a:xfrm>
            </p:grpSpPr>
            <p:sp>
              <p:nvSpPr>
                <p:cNvPr id="1929" name="Google Shape;1929;p46"/>
                <p:cNvSpPr/>
                <p:nvPr/>
              </p:nvSpPr>
              <p:spPr>
                <a:xfrm>
                  <a:off x="5889164" y="4015269"/>
                  <a:ext cx="214255" cy="136245"/>
                </a:xfrm>
                <a:custGeom>
                  <a:rect b="b" l="l" r="r" t="t"/>
                  <a:pathLst>
                    <a:path extrusionOk="0" h="136245" w="214255">
                      <a:moveTo>
                        <a:pt x="214255" y="136245"/>
                      </a:moveTo>
                      <a:lnTo>
                        <a:pt x="107128" y="0"/>
                      </a:lnTo>
                      <a:lnTo>
                        <a:pt x="0" y="136245"/>
                      </a:lnTo>
                      <a:close/>
                    </a:path>
                  </a:pathLst>
                </a:custGeom>
                <a:solidFill>
                  <a:srgbClr val="83BB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30" name="Google Shape;1930;p46"/>
                <p:cNvSpPr/>
                <p:nvPr/>
              </p:nvSpPr>
              <p:spPr>
                <a:xfrm>
                  <a:off x="5889183" y="4015269"/>
                  <a:ext cx="214255" cy="136245"/>
                </a:xfrm>
                <a:custGeom>
                  <a:rect b="b" l="l" r="r" t="t"/>
                  <a:pathLst>
                    <a:path extrusionOk="0" h="136245" w="214255">
                      <a:moveTo>
                        <a:pt x="107118" y="0"/>
                      </a:moveTo>
                      <a:lnTo>
                        <a:pt x="90364" y="21307"/>
                      </a:lnTo>
                      <a:lnTo>
                        <a:pt x="117939" y="56369"/>
                      </a:lnTo>
                      <a:cubicBezTo>
                        <a:pt x="136160" y="79543"/>
                        <a:pt x="119653" y="113528"/>
                        <a:pt x="90173" y="113528"/>
                      </a:cubicBezTo>
                      <a:lnTo>
                        <a:pt x="17859" y="113528"/>
                      </a:lnTo>
                      <a:lnTo>
                        <a:pt x="0" y="136245"/>
                      </a:lnTo>
                      <a:lnTo>
                        <a:pt x="214255" y="136245"/>
                      </a:lnTo>
                      <a:lnTo>
                        <a:pt x="107118" y="0"/>
                      </a:lnTo>
                      <a:close/>
                    </a:path>
                  </a:pathLst>
                </a:custGeom>
                <a:solidFill>
                  <a:srgbClr val="6E930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31" name="Google Shape;1931;p46"/>
              <p:cNvGrpSpPr/>
              <p:nvPr/>
            </p:nvGrpSpPr>
            <p:grpSpPr>
              <a:xfrm>
                <a:off x="5971689" y="4237487"/>
                <a:ext cx="40986" cy="92021"/>
                <a:chOff x="5971689" y="4237487"/>
                <a:chExt cx="40986" cy="92021"/>
              </a:xfrm>
            </p:grpSpPr>
            <p:sp>
              <p:nvSpPr>
                <p:cNvPr id="1932" name="Google Shape;1932;p46"/>
                <p:cNvSpPr/>
                <p:nvPr/>
              </p:nvSpPr>
              <p:spPr>
                <a:xfrm>
                  <a:off x="5971689" y="4237487"/>
                  <a:ext cx="40986" cy="92011"/>
                </a:xfrm>
                <a:custGeom>
                  <a:rect b="b" l="l" r="r" t="t"/>
                  <a:pathLst>
                    <a:path extrusionOk="0" h="92011" w="40986">
                      <a:moveTo>
                        <a:pt x="0" y="0"/>
                      </a:moveTo>
                      <a:lnTo>
                        <a:pt x="40986" y="0"/>
                      </a:lnTo>
                      <a:lnTo>
                        <a:pt x="40986" y="92011"/>
                      </a:lnTo>
                      <a:lnTo>
                        <a:pt x="0" y="92011"/>
                      </a:lnTo>
                      <a:close/>
                    </a:path>
                  </a:pathLst>
                </a:custGeom>
                <a:solidFill>
                  <a:srgbClr val="CC702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33" name="Google Shape;1933;p46"/>
                <p:cNvSpPr/>
                <p:nvPr/>
              </p:nvSpPr>
              <p:spPr>
                <a:xfrm>
                  <a:off x="5971689" y="4237487"/>
                  <a:ext cx="40986" cy="92021"/>
                </a:xfrm>
                <a:custGeom>
                  <a:rect b="b" l="l" r="r" t="t"/>
                  <a:pathLst>
                    <a:path extrusionOk="0" h="92021" w="40986">
                      <a:moveTo>
                        <a:pt x="23574" y="92021"/>
                      </a:moveTo>
                      <a:lnTo>
                        <a:pt x="40986" y="92021"/>
                      </a:lnTo>
                      <a:lnTo>
                        <a:pt x="40986" y="0"/>
                      </a:lnTo>
                      <a:lnTo>
                        <a:pt x="0" y="0"/>
                      </a:lnTo>
                      <a:lnTo>
                        <a:pt x="0" y="12649"/>
                      </a:lnTo>
                      <a:lnTo>
                        <a:pt x="23574" y="12649"/>
                      </a:lnTo>
                      <a:close/>
                    </a:path>
                  </a:pathLst>
                </a:custGeom>
                <a:solidFill>
                  <a:srgbClr val="AA541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34" name="Google Shape;1934;p46"/>
              <p:cNvGrpSpPr/>
              <p:nvPr/>
            </p:nvGrpSpPr>
            <p:grpSpPr>
              <a:xfrm>
                <a:off x="5904547" y="3958928"/>
                <a:ext cx="183499" cy="116690"/>
                <a:chOff x="5904547" y="3958928"/>
                <a:chExt cx="183499" cy="116690"/>
              </a:xfrm>
            </p:grpSpPr>
            <p:sp>
              <p:nvSpPr>
                <p:cNvPr id="1935" name="Google Shape;1935;p46"/>
                <p:cNvSpPr/>
                <p:nvPr/>
              </p:nvSpPr>
              <p:spPr>
                <a:xfrm>
                  <a:off x="5904547" y="3958928"/>
                  <a:ext cx="183499" cy="116690"/>
                </a:xfrm>
                <a:custGeom>
                  <a:rect b="b" l="l" r="r" t="t"/>
                  <a:pathLst>
                    <a:path extrusionOk="0" h="116690" w="183499">
                      <a:moveTo>
                        <a:pt x="183499" y="116691"/>
                      </a:moveTo>
                      <a:lnTo>
                        <a:pt x="91745" y="0"/>
                      </a:lnTo>
                      <a:lnTo>
                        <a:pt x="0" y="116691"/>
                      </a:lnTo>
                      <a:close/>
                    </a:path>
                  </a:pathLst>
                </a:custGeom>
                <a:solidFill>
                  <a:srgbClr val="83BB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36" name="Google Shape;1936;p46"/>
                <p:cNvSpPr/>
                <p:nvPr/>
              </p:nvSpPr>
              <p:spPr>
                <a:xfrm>
                  <a:off x="5904547" y="3958928"/>
                  <a:ext cx="183499" cy="116681"/>
                </a:xfrm>
                <a:custGeom>
                  <a:rect b="b" l="l" r="r" t="t"/>
                  <a:pathLst>
                    <a:path extrusionOk="0" h="116681" w="183499">
                      <a:moveTo>
                        <a:pt x="91754" y="0"/>
                      </a:moveTo>
                      <a:lnTo>
                        <a:pt x="77400" y="18250"/>
                      </a:lnTo>
                      <a:lnTo>
                        <a:pt x="101013" y="48282"/>
                      </a:lnTo>
                      <a:cubicBezTo>
                        <a:pt x="116615" y="68132"/>
                        <a:pt x="102480" y="97231"/>
                        <a:pt x="77229" y="97231"/>
                      </a:cubicBezTo>
                      <a:lnTo>
                        <a:pt x="15297" y="97231"/>
                      </a:lnTo>
                      <a:lnTo>
                        <a:pt x="0" y="116681"/>
                      </a:lnTo>
                      <a:lnTo>
                        <a:pt x="183499" y="116681"/>
                      </a:lnTo>
                      <a:lnTo>
                        <a:pt x="91754" y="0"/>
                      </a:lnTo>
                      <a:close/>
                    </a:path>
                  </a:pathLst>
                </a:custGeom>
                <a:solidFill>
                  <a:srgbClr val="6E930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937" name="Google Shape;1937;p46"/>
            <p:cNvGrpSpPr/>
            <p:nvPr/>
          </p:nvGrpSpPr>
          <p:grpSpPr>
            <a:xfrm>
              <a:off x="5286088" y="4325979"/>
              <a:ext cx="235410" cy="225685"/>
              <a:chOff x="5286088" y="4103823"/>
              <a:chExt cx="235410" cy="225685"/>
            </a:xfrm>
          </p:grpSpPr>
          <p:sp>
            <p:nvSpPr>
              <p:cNvPr id="1938" name="Google Shape;1938;p46"/>
              <p:cNvSpPr/>
              <p:nvPr/>
            </p:nvSpPr>
            <p:spPr>
              <a:xfrm>
                <a:off x="5286088" y="4103823"/>
                <a:ext cx="235410" cy="152380"/>
              </a:xfrm>
              <a:custGeom>
                <a:rect b="b" l="l" r="r" t="t"/>
                <a:pathLst>
                  <a:path extrusionOk="0" h="152380" w="235410">
                    <a:moveTo>
                      <a:pt x="26042" y="152362"/>
                    </a:moveTo>
                    <a:cubicBezTo>
                      <a:pt x="18498" y="152362"/>
                      <a:pt x="11335" y="149095"/>
                      <a:pt x="6382" y="143399"/>
                    </a:cubicBezTo>
                    <a:cubicBezTo>
                      <a:pt x="1429" y="137703"/>
                      <a:pt x="-800" y="130150"/>
                      <a:pt x="257" y="122682"/>
                    </a:cubicBezTo>
                    <a:lnTo>
                      <a:pt x="14402" y="22403"/>
                    </a:lnTo>
                    <a:cubicBezTo>
                      <a:pt x="16202" y="9630"/>
                      <a:pt x="27290" y="0"/>
                      <a:pt x="40196" y="0"/>
                    </a:cubicBezTo>
                    <a:lnTo>
                      <a:pt x="195215" y="0"/>
                    </a:lnTo>
                    <a:cubicBezTo>
                      <a:pt x="208112" y="0"/>
                      <a:pt x="219199" y="9630"/>
                      <a:pt x="221009" y="22412"/>
                    </a:cubicBezTo>
                    <a:lnTo>
                      <a:pt x="235154" y="122691"/>
                    </a:lnTo>
                    <a:cubicBezTo>
                      <a:pt x="236211" y="130169"/>
                      <a:pt x="233972" y="137713"/>
                      <a:pt x="229020" y="143418"/>
                    </a:cubicBezTo>
                    <a:cubicBezTo>
                      <a:pt x="224076" y="149114"/>
                      <a:pt x="216904" y="152381"/>
                      <a:pt x="209360" y="152381"/>
                    </a:cubicBezTo>
                    <a:lnTo>
                      <a:pt x="26042" y="15238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939" name="Google Shape;1939;p46"/>
              <p:cNvGrpSpPr/>
              <p:nvPr/>
            </p:nvGrpSpPr>
            <p:grpSpPr>
              <a:xfrm>
                <a:off x="5297978" y="4115719"/>
                <a:ext cx="211603" cy="128568"/>
                <a:chOff x="5297978" y="4115719"/>
                <a:chExt cx="211603" cy="128568"/>
              </a:xfrm>
            </p:grpSpPr>
            <p:sp>
              <p:nvSpPr>
                <p:cNvPr id="1940" name="Google Shape;1940;p46"/>
                <p:cNvSpPr/>
                <p:nvPr/>
              </p:nvSpPr>
              <p:spPr>
                <a:xfrm>
                  <a:off x="5437231" y="4136236"/>
                  <a:ext cx="29765" cy="19421"/>
                </a:xfrm>
                <a:custGeom>
                  <a:rect b="b" l="l" r="r" t="t"/>
                  <a:pathLst>
                    <a:path extrusionOk="0" h="19421" w="29765">
                      <a:moveTo>
                        <a:pt x="972" y="19421"/>
                      </a:moveTo>
                      <a:lnTo>
                        <a:pt x="29766" y="19421"/>
                      </a:lnTo>
                      <a:lnTo>
                        <a:pt x="2798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41" name="Google Shape;1941;p46"/>
                <p:cNvSpPr/>
                <p:nvPr/>
              </p:nvSpPr>
              <p:spPr>
                <a:xfrm>
                  <a:off x="5440651" y="4204845"/>
                  <a:ext cx="32632" cy="19421"/>
                </a:xfrm>
                <a:custGeom>
                  <a:rect b="b" l="l" r="r" t="t"/>
                  <a:pathLst>
                    <a:path extrusionOk="0" h="19421" w="32632">
                      <a:moveTo>
                        <a:pt x="971" y="19421"/>
                      </a:moveTo>
                      <a:lnTo>
                        <a:pt x="32633" y="19421"/>
                      </a:lnTo>
                      <a:lnTo>
                        <a:pt x="3085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42" name="Google Shape;1942;p46"/>
                <p:cNvSpPr/>
                <p:nvPr/>
              </p:nvSpPr>
              <p:spPr>
                <a:xfrm>
                  <a:off x="5436212" y="4115719"/>
                  <a:ext cx="28689" cy="17059"/>
                </a:xfrm>
                <a:custGeom>
                  <a:rect b="b" l="l" r="r" t="t"/>
                  <a:pathLst>
                    <a:path extrusionOk="0" h="17059" w="28689">
                      <a:moveTo>
                        <a:pt x="28689" y="17059"/>
                      </a:moveTo>
                      <a:lnTo>
                        <a:pt x="27118" y="0"/>
                      </a:lnTo>
                      <a:lnTo>
                        <a:pt x="0" y="0"/>
                      </a:lnTo>
                      <a:lnTo>
                        <a:pt x="848" y="17059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43" name="Google Shape;1943;p46"/>
                <p:cNvSpPr/>
                <p:nvPr/>
              </p:nvSpPr>
              <p:spPr>
                <a:xfrm>
                  <a:off x="5438374" y="4159106"/>
                  <a:ext cx="30718" cy="19421"/>
                </a:xfrm>
                <a:custGeom>
                  <a:rect b="b" l="l" r="r" t="t"/>
                  <a:pathLst>
                    <a:path extrusionOk="0" h="19421" w="30718">
                      <a:moveTo>
                        <a:pt x="972" y="19421"/>
                      </a:moveTo>
                      <a:lnTo>
                        <a:pt x="30718" y="19421"/>
                      </a:lnTo>
                      <a:lnTo>
                        <a:pt x="2893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44" name="Google Shape;1944;p46"/>
                <p:cNvSpPr/>
                <p:nvPr/>
              </p:nvSpPr>
              <p:spPr>
                <a:xfrm>
                  <a:off x="5439517" y="4181975"/>
                  <a:ext cx="31670" cy="19421"/>
                </a:xfrm>
                <a:custGeom>
                  <a:rect b="b" l="l" r="r" t="t"/>
                  <a:pathLst>
                    <a:path extrusionOk="0" h="19421" w="31670">
                      <a:moveTo>
                        <a:pt x="962" y="19421"/>
                      </a:moveTo>
                      <a:lnTo>
                        <a:pt x="31671" y="19421"/>
                      </a:lnTo>
                      <a:lnTo>
                        <a:pt x="2988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45" name="Google Shape;1945;p46"/>
                <p:cNvSpPr/>
                <p:nvPr/>
              </p:nvSpPr>
              <p:spPr>
                <a:xfrm>
                  <a:off x="5466864" y="4115719"/>
                  <a:ext cx="29127" cy="17059"/>
                </a:xfrm>
                <a:custGeom>
                  <a:rect b="b" l="l" r="r" t="t"/>
                  <a:pathLst>
                    <a:path extrusionOk="0" h="17059" w="29127">
                      <a:moveTo>
                        <a:pt x="29127" y="17059"/>
                      </a:moveTo>
                      <a:lnTo>
                        <a:pt x="28432" y="12164"/>
                      </a:lnTo>
                      <a:cubicBezTo>
                        <a:pt x="27451" y="5182"/>
                        <a:pt x="21479" y="0"/>
                        <a:pt x="14430" y="0"/>
                      </a:cubicBezTo>
                      <a:lnTo>
                        <a:pt x="0" y="0"/>
                      </a:lnTo>
                      <a:lnTo>
                        <a:pt x="1657" y="17059"/>
                      </a:lnTo>
                      <a:lnTo>
                        <a:pt x="29127" y="17059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46" name="Google Shape;1946;p46"/>
                <p:cNvSpPr/>
                <p:nvPr/>
              </p:nvSpPr>
              <p:spPr>
                <a:xfrm>
                  <a:off x="5311587" y="4115719"/>
                  <a:ext cx="29117" cy="17059"/>
                </a:xfrm>
                <a:custGeom>
                  <a:rect b="b" l="l" r="r" t="t"/>
                  <a:pathLst>
                    <a:path extrusionOk="0" h="17059" w="29117">
                      <a:moveTo>
                        <a:pt x="29118" y="0"/>
                      </a:moveTo>
                      <a:lnTo>
                        <a:pt x="14687" y="0"/>
                      </a:lnTo>
                      <a:cubicBezTo>
                        <a:pt x="7639" y="0"/>
                        <a:pt x="1667" y="5191"/>
                        <a:pt x="686" y="12164"/>
                      </a:cubicBezTo>
                      <a:lnTo>
                        <a:pt x="0" y="17059"/>
                      </a:lnTo>
                      <a:lnTo>
                        <a:pt x="27461" y="17059"/>
                      </a:lnTo>
                      <a:lnTo>
                        <a:pt x="29118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47" name="Google Shape;1947;p46"/>
                <p:cNvSpPr/>
                <p:nvPr/>
              </p:nvSpPr>
              <p:spPr>
                <a:xfrm>
                  <a:off x="5308358" y="4136236"/>
                  <a:ext cx="30356" cy="19421"/>
                </a:xfrm>
                <a:custGeom>
                  <a:rect b="b" l="l" r="r" t="t"/>
                  <a:pathLst>
                    <a:path extrusionOk="0" h="19421" w="30356">
                      <a:moveTo>
                        <a:pt x="30356" y="0"/>
                      </a:moveTo>
                      <a:lnTo>
                        <a:pt x="2734" y="0"/>
                      </a:lnTo>
                      <a:lnTo>
                        <a:pt x="0" y="19421"/>
                      </a:lnTo>
                      <a:lnTo>
                        <a:pt x="28470" y="19421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48" name="Google Shape;1948;p46"/>
                <p:cNvSpPr/>
                <p:nvPr/>
              </p:nvSpPr>
              <p:spPr>
                <a:xfrm>
                  <a:off x="5374138" y="4115719"/>
                  <a:ext cx="27879" cy="17059"/>
                </a:xfrm>
                <a:custGeom>
                  <a:rect b="b" l="l" r="r" t="t"/>
                  <a:pathLst>
                    <a:path extrusionOk="0" h="17059" w="27879">
                      <a:moveTo>
                        <a:pt x="27832" y="17059"/>
                      </a:moveTo>
                      <a:lnTo>
                        <a:pt x="27880" y="0"/>
                      </a:lnTo>
                      <a:lnTo>
                        <a:pt x="752" y="0"/>
                      </a:lnTo>
                      <a:lnTo>
                        <a:pt x="0" y="17059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49" name="Google Shape;1949;p46"/>
                <p:cNvSpPr/>
                <p:nvPr/>
              </p:nvSpPr>
              <p:spPr>
                <a:xfrm>
                  <a:off x="5405551" y="4115719"/>
                  <a:ext cx="27879" cy="17059"/>
                </a:xfrm>
                <a:custGeom>
                  <a:rect b="b" l="l" r="r" t="t"/>
                  <a:pathLst>
                    <a:path extrusionOk="0" h="17059" w="27879">
                      <a:moveTo>
                        <a:pt x="27880" y="17059"/>
                      </a:moveTo>
                      <a:lnTo>
                        <a:pt x="27127" y="0"/>
                      </a:lnTo>
                      <a:lnTo>
                        <a:pt x="0" y="0"/>
                      </a:lnTo>
                      <a:lnTo>
                        <a:pt x="48" y="17059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50" name="Google Shape;1950;p46"/>
                <p:cNvSpPr/>
                <p:nvPr/>
              </p:nvSpPr>
              <p:spPr>
                <a:xfrm>
                  <a:off x="5342667" y="4115719"/>
                  <a:ext cx="28689" cy="17059"/>
                </a:xfrm>
                <a:custGeom>
                  <a:rect b="b" l="l" r="r" t="t"/>
                  <a:pathLst>
                    <a:path extrusionOk="0" h="17059" w="28689">
                      <a:moveTo>
                        <a:pt x="27841" y="17059"/>
                      </a:moveTo>
                      <a:lnTo>
                        <a:pt x="28689" y="0"/>
                      </a:lnTo>
                      <a:lnTo>
                        <a:pt x="1562" y="0"/>
                      </a:lnTo>
                      <a:lnTo>
                        <a:pt x="0" y="17059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51" name="Google Shape;1951;p46"/>
                <p:cNvSpPr/>
                <p:nvPr/>
              </p:nvSpPr>
              <p:spPr>
                <a:xfrm>
                  <a:off x="5338476" y="4159106"/>
                  <a:ext cx="30718" cy="19421"/>
                </a:xfrm>
                <a:custGeom>
                  <a:rect b="b" l="l" r="r" t="t"/>
                  <a:pathLst>
                    <a:path extrusionOk="0" h="19421" w="30718">
                      <a:moveTo>
                        <a:pt x="30718" y="0"/>
                      </a:moveTo>
                      <a:lnTo>
                        <a:pt x="1781" y="0"/>
                      </a:lnTo>
                      <a:lnTo>
                        <a:pt x="0" y="19421"/>
                      </a:lnTo>
                      <a:lnTo>
                        <a:pt x="29747" y="19421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52" name="Google Shape;1952;p46"/>
                <p:cNvSpPr/>
                <p:nvPr/>
              </p:nvSpPr>
              <p:spPr>
                <a:xfrm>
                  <a:off x="5405666" y="4159106"/>
                  <a:ext cx="29803" cy="19421"/>
                </a:xfrm>
                <a:custGeom>
                  <a:rect b="b" l="l" r="r" t="t"/>
                  <a:pathLst>
                    <a:path extrusionOk="0" h="19421" w="29803">
                      <a:moveTo>
                        <a:pt x="57" y="19421"/>
                      </a:moveTo>
                      <a:lnTo>
                        <a:pt x="29804" y="19421"/>
                      </a:lnTo>
                      <a:lnTo>
                        <a:pt x="2893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53" name="Google Shape;1953;p46"/>
                <p:cNvSpPr/>
                <p:nvPr/>
              </p:nvSpPr>
              <p:spPr>
                <a:xfrm>
                  <a:off x="5405732" y="4181975"/>
                  <a:ext cx="30756" cy="19421"/>
                </a:xfrm>
                <a:custGeom>
                  <a:rect b="b" l="l" r="r" t="t"/>
                  <a:pathLst>
                    <a:path extrusionOk="0" h="19421" w="30756">
                      <a:moveTo>
                        <a:pt x="48" y="19421"/>
                      </a:moveTo>
                      <a:lnTo>
                        <a:pt x="30756" y="19421"/>
                      </a:lnTo>
                      <a:lnTo>
                        <a:pt x="2988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54" name="Google Shape;1954;p46"/>
                <p:cNvSpPr/>
                <p:nvPr/>
              </p:nvSpPr>
              <p:spPr>
                <a:xfrm>
                  <a:off x="5405609" y="4136236"/>
                  <a:ext cx="28841" cy="19421"/>
                </a:xfrm>
                <a:custGeom>
                  <a:rect b="b" l="l" r="r" t="t"/>
                  <a:pathLst>
                    <a:path extrusionOk="0" h="19421" w="28841">
                      <a:moveTo>
                        <a:pt x="28842" y="19421"/>
                      </a:moveTo>
                      <a:lnTo>
                        <a:pt x="27975" y="0"/>
                      </a:lnTo>
                      <a:lnTo>
                        <a:pt x="0" y="0"/>
                      </a:lnTo>
                      <a:lnTo>
                        <a:pt x="48" y="19421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55" name="Google Shape;1955;p46"/>
                <p:cNvSpPr/>
                <p:nvPr/>
              </p:nvSpPr>
              <p:spPr>
                <a:xfrm>
                  <a:off x="5371080" y="4181975"/>
                  <a:ext cx="30756" cy="19421"/>
                </a:xfrm>
                <a:custGeom>
                  <a:rect b="b" l="l" r="r" t="t"/>
                  <a:pathLst>
                    <a:path extrusionOk="0" h="19421" w="30756">
                      <a:moveTo>
                        <a:pt x="867" y="0"/>
                      </a:moveTo>
                      <a:lnTo>
                        <a:pt x="0" y="19421"/>
                      </a:lnTo>
                      <a:lnTo>
                        <a:pt x="30709" y="19421"/>
                      </a:lnTo>
                      <a:lnTo>
                        <a:pt x="30756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56" name="Google Shape;1956;p46"/>
                <p:cNvSpPr/>
                <p:nvPr/>
              </p:nvSpPr>
              <p:spPr>
                <a:xfrm>
                  <a:off x="5372100" y="4159106"/>
                  <a:ext cx="29803" cy="19421"/>
                </a:xfrm>
                <a:custGeom>
                  <a:rect b="b" l="l" r="r" t="t"/>
                  <a:pathLst>
                    <a:path extrusionOk="0" h="19421" w="29803">
                      <a:moveTo>
                        <a:pt x="29804" y="0"/>
                      </a:moveTo>
                      <a:lnTo>
                        <a:pt x="867" y="0"/>
                      </a:lnTo>
                      <a:lnTo>
                        <a:pt x="0" y="19421"/>
                      </a:lnTo>
                      <a:lnTo>
                        <a:pt x="29747" y="19421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57" name="Google Shape;1957;p46"/>
                <p:cNvSpPr/>
                <p:nvPr/>
              </p:nvSpPr>
              <p:spPr>
                <a:xfrm>
                  <a:off x="5336381" y="4181975"/>
                  <a:ext cx="31670" cy="19421"/>
                </a:xfrm>
                <a:custGeom>
                  <a:rect b="b" l="l" r="r" t="t"/>
                  <a:pathLst>
                    <a:path extrusionOk="0" h="19421" w="31670">
                      <a:moveTo>
                        <a:pt x="31671" y="0"/>
                      </a:moveTo>
                      <a:lnTo>
                        <a:pt x="1781" y="0"/>
                      </a:lnTo>
                      <a:lnTo>
                        <a:pt x="0" y="19421"/>
                      </a:lnTo>
                      <a:lnTo>
                        <a:pt x="30709" y="19421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58" name="Google Shape;1958;p46"/>
                <p:cNvSpPr/>
                <p:nvPr/>
              </p:nvSpPr>
              <p:spPr>
                <a:xfrm>
                  <a:off x="5370061" y="4204845"/>
                  <a:ext cx="31718" cy="19421"/>
                </a:xfrm>
                <a:custGeom>
                  <a:rect b="b" l="l" r="r" t="t"/>
                  <a:pathLst>
                    <a:path extrusionOk="0" h="19421" w="31718">
                      <a:moveTo>
                        <a:pt x="867" y="0"/>
                      </a:moveTo>
                      <a:lnTo>
                        <a:pt x="0" y="19421"/>
                      </a:lnTo>
                      <a:lnTo>
                        <a:pt x="31661" y="19421"/>
                      </a:lnTo>
                      <a:lnTo>
                        <a:pt x="31718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59" name="Google Shape;1959;p46"/>
                <p:cNvSpPr/>
                <p:nvPr/>
              </p:nvSpPr>
              <p:spPr>
                <a:xfrm>
                  <a:off x="5334285" y="4204845"/>
                  <a:ext cx="32623" cy="19421"/>
                </a:xfrm>
                <a:custGeom>
                  <a:rect b="b" l="l" r="r" t="t"/>
                  <a:pathLst>
                    <a:path extrusionOk="0" h="19421" w="32623">
                      <a:moveTo>
                        <a:pt x="1781" y="0"/>
                      </a:moveTo>
                      <a:lnTo>
                        <a:pt x="0" y="19421"/>
                      </a:lnTo>
                      <a:lnTo>
                        <a:pt x="31661" y="19421"/>
                      </a:lnTo>
                      <a:lnTo>
                        <a:pt x="32623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0" name="Google Shape;1960;p46"/>
                <p:cNvSpPr/>
                <p:nvPr/>
              </p:nvSpPr>
              <p:spPr>
                <a:xfrm>
                  <a:off x="5405789" y="4204845"/>
                  <a:ext cx="31708" cy="19421"/>
                </a:xfrm>
                <a:custGeom>
                  <a:rect b="b" l="l" r="r" t="t"/>
                  <a:pathLst>
                    <a:path extrusionOk="0" h="19421" w="31708">
                      <a:moveTo>
                        <a:pt x="0" y="0"/>
                      </a:moveTo>
                      <a:lnTo>
                        <a:pt x="57" y="19421"/>
                      </a:lnTo>
                      <a:lnTo>
                        <a:pt x="31709" y="19421"/>
                      </a:lnTo>
                      <a:lnTo>
                        <a:pt x="30851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1" name="Google Shape;1961;p46"/>
                <p:cNvSpPr/>
                <p:nvPr/>
              </p:nvSpPr>
              <p:spPr>
                <a:xfrm>
                  <a:off x="5305129" y="4159106"/>
                  <a:ext cx="31365" cy="19421"/>
                </a:xfrm>
                <a:custGeom>
                  <a:rect b="b" l="l" r="r" t="t"/>
                  <a:pathLst>
                    <a:path extrusionOk="0" h="19421" w="31365">
                      <a:moveTo>
                        <a:pt x="31366" y="0"/>
                      </a:moveTo>
                      <a:lnTo>
                        <a:pt x="2743" y="0"/>
                      </a:lnTo>
                      <a:lnTo>
                        <a:pt x="0" y="19421"/>
                      </a:lnTo>
                      <a:lnTo>
                        <a:pt x="29480" y="19421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2" name="Google Shape;1962;p46"/>
                <p:cNvSpPr/>
                <p:nvPr/>
              </p:nvSpPr>
              <p:spPr>
                <a:xfrm>
                  <a:off x="5340572" y="4136236"/>
                  <a:ext cx="29765" cy="19421"/>
                </a:xfrm>
                <a:custGeom>
                  <a:rect b="b" l="l" r="r" t="t"/>
                  <a:pathLst>
                    <a:path extrusionOk="0" h="19421" w="29765">
                      <a:moveTo>
                        <a:pt x="29766" y="0"/>
                      </a:moveTo>
                      <a:lnTo>
                        <a:pt x="1781" y="0"/>
                      </a:lnTo>
                      <a:lnTo>
                        <a:pt x="0" y="19421"/>
                      </a:lnTo>
                      <a:lnTo>
                        <a:pt x="28794" y="19421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3" name="Google Shape;1963;p46"/>
                <p:cNvSpPr/>
                <p:nvPr/>
              </p:nvSpPr>
              <p:spPr>
                <a:xfrm>
                  <a:off x="5373119" y="4136236"/>
                  <a:ext cx="28841" cy="19421"/>
                </a:xfrm>
                <a:custGeom>
                  <a:rect b="b" l="l" r="r" t="t"/>
                  <a:pathLst>
                    <a:path extrusionOk="0" h="19421" w="28841">
                      <a:moveTo>
                        <a:pt x="28794" y="19421"/>
                      </a:moveTo>
                      <a:lnTo>
                        <a:pt x="28842" y="0"/>
                      </a:lnTo>
                      <a:lnTo>
                        <a:pt x="857" y="0"/>
                      </a:lnTo>
                      <a:lnTo>
                        <a:pt x="0" y="19421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4" name="Google Shape;1964;p46"/>
                <p:cNvSpPr/>
                <p:nvPr/>
              </p:nvSpPr>
              <p:spPr>
                <a:xfrm>
                  <a:off x="5471074" y="4159106"/>
                  <a:ext cx="31365" cy="19421"/>
                </a:xfrm>
                <a:custGeom>
                  <a:rect b="b" l="l" r="r" t="t"/>
                  <a:pathLst>
                    <a:path extrusionOk="0" h="19421" w="31365">
                      <a:moveTo>
                        <a:pt x="1886" y="19421"/>
                      </a:moveTo>
                      <a:lnTo>
                        <a:pt x="31366" y="19421"/>
                      </a:lnTo>
                      <a:lnTo>
                        <a:pt x="2862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5" name="Google Shape;1965;p46"/>
                <p:cNvSpPr/>
                <p:nvPr/>
              </p:nvSpPr>
              <p:spPr>
                <a:xfrm>
                  <a:off x="5369175" y="4227724"/>
                  <a:ext cx="32537" cy="16563"/>
                </a:xfrm>
                <a:custGeom>
                  <a:rect b="b" l="l" r="r" t="t"/>
                  <a:pathLst>
                    <a:path extrusionOk="0" h="16563" w="32537">
                      <a:moveTo>
                        <a:pt x="734" y="0"/>
                      </a:moveTo>
                      <a:lnTo>
                        <a:pt x="0" y="16564"/>
                      </a:lnTo>
                      <a:lnTo>
                        <a:pt x="32490" y="16564"/>
                      </a:lnTo>
                      <a:lnTo>
                        <a:pt x="32537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6" name="Google Shape;1966;p46"/>
                <p:cNvSpPr/>
                <p:nvPr/>
              </p:nvSpPr>
              <p:spPr>
                <a:xfrm>
                  <a:off x="5297978" y="4227724"/>
                  <a:ext cx="31849" cy="16563"/>
                </a:xfrm>
                <a:custGeom>
                  <a:rect b="b" l="l" r="r" t="t"/>
                  <a:pathLst>
                    <a:path extrusionOk="0" h="16563" w="31849">
                      <a:moveTo>
                        <a:pt x="208" y="0"/>
                      </a:moveTo>
                      <a:lnTo>
                        <a:pt x="141" y="448"/>
                      </a:lnTo>
                      <a:cubicBezTo>
                        <a:pt x="-1059" y="8963"/>
                        <a:pt x="5551" y="16564"/>
                        <a:pt x="14143" y="16564"/>
                      </a:cubicBezTo>
                      <a:lnTo>
                        <a:pt x="30240" y="16564"/>
                      </a:lnTo>
                      <a:lnTo>
                        <a:pt x="31850" y="0"/>
                      </a:lnTo>
                      <a:lnTo>
                        <a:pt x="208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7" name="Google Shape;1967;p46"/>
                <p:cNvSpPr/>
                <p:nvPr/>
              </p:nvSpPr>
              <p:spPr>
                <a:xfrm>
                  <a:off x="5298671" y="4204845"/>
                  <a:ext cx="33375" cy="19421"/>
                </a:xfrm>
                <a:custGeom>
                  <a:rect b="b" l="l" r="r" t="t"/>
                  <a:pathLst>
                    <a:path extrusionOk="0" h="19421" w="33375">
                      <a:moveTo>
                        <a:pt x="33376" y="0"/>
                      </a:moveTo>
                      <a:lnTo>
                        <a:pt x="2743" y="0"/>
                      </a:lnTo>
                      <a:lnTo>
                        <a:pt x="0" y="19421"/>
                      </a:lnTo>
                      <a:lnTo>
                        <a:pt x="31490" y="19421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8" name="Google Shape;1968;p46"/>
                <p:cNvSpPr/>
                <p:nvPr/>
              </p:nvSpPr>
              <p:spPr>
                <a:xfrm>
                  <a:off x="5332456" y="4227724"/>
                  <a:ext cx="33318" cy="16563"/>
                </a:xfrm>
                <a:custGeom>
                  <a:rect b="b" l="l" r="r" t="t"/>
                  <a:pathLst>
                    <a:path extrusionOk="0" h="16563" w="33318">
                      <a:moveTo>
                        <a:pt x="1514" y="0"/>
                      </a:moveTo>
                      <a:lnTo>
                        <a:pt x="0" y="16564"/>
                      </a:lnTo>
                      <a:lnTo>
                        <a:pt x="32490" y="16564"/>
                      </a:lnTo>
                      <a:lnTo>
                        <a:pt x="33318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9" name="Google Shape;1969;p46"/>
                <p:cNvSpPr/>
                <p:nvPr/>
              </p:nvSpPr>
              <p:spPr>
                <a:xfrm>
                  <a:off x="5477732" y="4227724"/>
                  <a:ext cx="31849" cy="16563"/>
                </a:xfrm>
                <a:custGeom>
                  <a:rect b="b" l="l" r="r" t="t"/>
                  <a:pathLst>
                    <a:path extrusionOk="0" h="16563" w="31849">
                      <a:moveTo>
                        <a:pt x="1610" y="16564"/>
                      </a:moveTo>
                      <a:lnTo>
                        <a:pt x="17707" y="16564"/>
                      </a:lnTo>
                      <a:cubicBezTo>
                        <a:pt x="26299" y="16564"/>
                        <a:pt x="32909" y="8963"/>
                        <a:pt x="31709" y="448"/>
                      </a:cubicBezTo>
                      <a:lnTo>
                        <a:pt x="31642" y="0"/>
                      </a:lnTo>
                      <a:lnTo>
                        <a:pt x="0" y="0"/>
                      </a:lnTo>
                      <a:lnTo>
                        <a:pt x="1610" y="16564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70" name="Google Shape;1970;p46"/>
                <p:cNvSpPr/>
                <p:nvPr/>
              </p:nvSpPr>
              <p:spPr>
                <a:xfrm>
                  <a:off x="5468854" y="4136236"/>
                  <a:ext cx="30356" cy="19421"/>
                </a:xfrm>
                <a:custGeom>
                  <a:rect b="b" l="l" r="r" t="t"/>
                  <a:pathLst>
                    <a:path extrusionOk="0" h="19421" w="30356">
                      <a:moveTo>
                        <a:pt x="0" y="0"/>
                      </a:moveTo>
                      <a:lnTo>
                        <a:pt x="1886" y="19421"/>
                      </a:lnTo>
                      <a:lnTo>
                        <a:pt x="30356" y="19421"/>
                      </a:lnTo>
                      <a:lnTo>
                        <a:pt x="27622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71" name="Google Shape;1971;p46"/>
                <p:cNvSpPr/>
                <p:nvPr/>
              </p:nvSpPr>
              <p:spPr>
                <a:xfrm>
                  <a:off x="5475522" y="4204845"/>
                  <a:ext cx="33365" cy="19421"/>
                </a:xfrm>
                <a:custGeom>
                  <a:rect b="b" l="l" r="r" t="t"/>
                  <a:pathLst>
                    <a:path extrusionOk="0" h="19421" w="33365">
                      <a:moveTo>
                        <a:pt x="1876" y="19421"/>
                      </a:moveTo>
                      <a:lnTo>
                        <a:pt x="33366" y="19421"/>
                      </a:lnTo>
                      <a:lnTo>
                        <a:pt x="3063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72" name="Google Shape;1972;p46"/>
                <p:cNvSpPr/>
                <p:nvPr/>
              </p:nvSpPr>
              <p:spPr>
                <a:xfrm>
                  <a:off x="5301900" y="4181975"/>
                  <a:ext cx="32365" cy="19421"/>
                </a:xfrm>
                <a:custGeom>
                  <a:rect b="b" l="l" r="r" t="t"/>
                  <a:pathLst>
                    <a:path extrusionOk="0" h="19421" w="32365">
                      <a:moveTo>
                        <a:pt x="32366" y="0"/>
                      </a:moveTo>
                      <a:lnTo>
                        <a:pt x="2743" y="0"/>
                      </a:lnTo>
                      <a:lnTo>
                        <a:pt x="0" y="19421"/>
                      </a:lnTo>
                      <a:lnTo>
                        <a:pt x="30489" y="19421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73" name="Google Shape;1973;p46"/>
                <p:cNvSpPr/>
                <p:nvPr/>
              </p:nvSpPr>
              <p:spPr>
                <a:xfrm>
                  <a:off x="5441794" y="4227724"/>
                  <a:ext cx="33318" cy="16563"/>
                </a:xfrm>
                <a:custGeom>
                  <a:rect b="b" l="l" r="r" t="t"/>
                  <a:pathLst>
                    <a:path extrusionOk="0" h="16563" w="33318">
                      <a:moveTo>
                        <a:pt x="0" y="0"/>
                      </a:moveTo>
                      <a:lnTo>
                        <a:pt x="829" y="16564"/>
                      </a:lnTo>
                      <a:lnTo>
                        <a:pt x="33318" y="16564"/>
                      </a:lnTo>
                      <a:lnTo>
                        <a:pt x="31804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74" name="Google Shape;1974;p46"/>
                <p:cNvSpPr/>
                <p:nvPr/>
              </p:nvSpPr>
              <p:spPr>
                <a:xfrm>
                  <a:off x="5473293" y="4181975"/>
                  <a:ext cx="32375" cy="19421"/>
                </a:xfrm>
                <a:custGeom>
                  <a:rect b="b" l="l" r="r" t="t"/>
                  <a:pathLst>
                    <a:path extrusionOk="0" h="19421" w="32375">
                      <a:moveTo>
                        <a:pt x="1886" y="19421"/>
                      </a:moveTo>
                      <a:lnTo>
                        <a:pt x="32375" y="19421"/>
                      </a:lnTo>
                      <a:lnTo>
                        <a:pt x="2963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75" name="Google Shape;1975;p46"/>
                <p:cNvSpPr/>
                <p:nvPr/>
              </p:nvSpPr>
              <p:spPr>
                <a:xfrm>
                  <a:off x="5405856" y="4227724"/>
                  <a:ext cx="32537" cy="16563"/>
                </a:xfrm>
                <a:custGeom>
                  <a:rect b="b" l="l" r="r" t="t"/>
                  <a:pathLst>
                    <a:path extrusionOk="0" h="16563" w="32537">
                      <a:moveTo>
                        <a:pt x="0" y="0"/>
                      </a:moveTo>
                      <a:lnTo>
                        <a:pt x="48" y="16564"/>
                      </a:lnTo>
                      <a:lnTo>
                        <a:pt x="32537" y="16564"/>
                      </a:lnTo>
                      <a:lnTo>
                        <a:pt x="31794" y="0"/>
                      </a:lnTo>
                      <a:close/>
                    </a:path>
                  </a:pathLst>
                </a:custGeom>
                <a:solidFill>
                  <a:srgbClr val="149AC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976" name="Google Shape;1976;p46"/>
              <p:cNvSpPr/>
              <p:nvPr/>
            </p:nvSpPr>
            <p:spPr>
              <a:xfrm>
                <a:off x="5379662" y="4255756"/>
                <a:ext cx="49520" cy="73752"/>
              </a:xfrm>
              <a:custGeom>
                <a:rect b="b" l="l" r="r" t="t"/>
                <a:pathLst>
                  <a:path extrusionOk="0" h="73752" w="49520">
                    <a:moveTo>
                      <a:pt x="0" y="0"/>
                    </a:moveTo>
                    <a:lnTo>
                      <a:pt x="49521" y="0"/>
                    </a:lnTo>
                    <a:lnTo>
                      <a:pt x="49521" y="73752"/>
                    </a:lnTo>
                    <a:lnTo>
                      <a:pt x="0" y="73752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7" name="Google Shape;1977;p46"/>
              <p:cNvSpPr/>
              <p:nvPr/>
            </p:nvSpPr>
            <p:spPr>
              <a:xfrm>
                <a:off x="5379662" y="4255756"/>
                <a:ext cx="49520" cy="20650"/>
              </a:xfrm>
              <a:custGeom>
                <a:rect b="b" l="l" r="r" t="t"/>
                <a:pathLst>
                  <a:path extrusionOk="0" h="20650" w="49520">
                    <a:moveTo>
                      <a:pt x="0" y="0"/>
                    </a:moveTo>
                    <a:lnTo>
                      <a:pt x="49521" y="0"/>
                    </a:lnTo>
                    <a:lnTo>
                      <a:pt x="49521" y="20650"/>
                    </a:lnTo>
                    <a:lnTo>
                      <a:pt x="0" y="20650"/>
                    </a:lnTo>
                    <a:close/>
                  </a:path>
                </a:pathLst>
              </a:custGeom>
              <a:solidFill>
                <a:srgbClr val="B7B7B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978" name="Google Shape;1978;p46"/>
              <p:cNvGrpSpPr/>
              <p:nvPr/>
            </p:nvGrpSpPr>
            <p:grpSpPr>
              <a:xfrm>
                <a:off x="5297987" y="4115719"/>
                <a:ext cx="203328" cy="128568"/>
                <a:chOff x="5297987" y="4115719"/>
                <a:chExt cx="203328" cy="128568"/>
              </a:xfrm>
            </p:grpSpPr>
            <p:sp>
              <p:nvSpPr>
                <p:cNvPr id="1979" name="Google Shape;1979;p46"/>
                <p:cNvSpPr/>
                <p:nvPr/>
              </p:nvSpPr>
              <p:spPr>
                <a:xfrm>
                  <a:off x="5440879" y="4136236"/>
                  <a:ext cx="26117" cy="19421"/>
                </a:xfrm>
                <a:custGeom>
                  <a:rect b="b" l="l" r="r" t="t"/>
                  <a:pathLst>
                    <a:path extrusionOk="0" h="19421" w="26117">
                      <a:moveTo>
                        <a:pt x="26118" y="19421"/>
                      </a:moveTo>
                      <a:lnTo>
                        <a:pt x="24336" y="0"/>
                      </a:lnTo>
                      <a:lnTo>
                        <a:pt x="19421" y="0"/>
                      </a:lnTo>
                      <a:lnTo>
                        <a:pt x="0" y="1942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0" name="Google Shape;1980;p46"/>
                <p:cNvSpPr/>
                <p:nvPr/>
              </p:nvSpPr>
              <p:spPr>
                <a:xfrm>
                  <a:off x="5440651" y="4204845"/>
                  <a:ext cx="26355" cy="19421"/>
                </a:xfrm>
                <a:custGeom>
                  <a:rect b="b" l="l" r="r" t="t"/>
                  <a:pathLst>
                    <a:path extrusionOk="0" h="19421" w="26355">
                      <a:moveTo>
                        <a:pt x="971" y="19421"/>
                      </a:moveTo>
                      <a:lnTo>
                        <a:pt x="6934" y="19421"/>
                      </a:lnTo>
                      <a:lnTo>
                        <a:pt x="2635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1" name="Google Shape;1981;p46"/>
                <p:cNvSpPr/>
                <p:nvPr/>
              </p:nvSpPr>
              <p:spPr>
                <a:xfrm>
                  <a:off x="5463759" y="4131731"/>
                  <a:ext cx="1142" cy="1047"/>
                </a:xfrm>
                <a:custGeom>
                  <a:rect b="b" l="l" r="r" t="t"/>
                  <a:pathLst>
                    <a:path extrusionOk="0" h="1047" w="1142">
                      <a:moveTo>
                        <a:pt x="1048" y="0"/>
                      </a:moveTo>
                      <a:lnTo>
                        <a:pt x="0" y="1048"/>
                      </a:lnTo>
                      <a:lnTo>
                        <a:pt x="1143" y="104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2" name="Google Shape;1982;p46"/>
                <p:cNvSpPr/>
                <p:nvPr/>
              </p:nvSpPr>
              <p:spPr>
                <a:xfrm>
                  <a:off x="5438374" y="4159106"/>
                  <a:ext cx="30718" cy="19421"/>
                </a:xfrm>
                <a:custGeom>
                  <a:rect b="b" l="l" r="r" t="t"/>
                  <a:pathLst>
                    <a:path extrusionOk="0" h="19421" w="30718">
                      <a:moveTo>
                        <a:pt x="28937" y="0"/>
                      </a:moveTo>
                      <a:lnTo>
                        <a:pt x="0" y="0"/>
                      </a:lnTo>
                      <a:lnTo>
                        <a:pt x="972" y="19421"/>
                      </a:lnTo>
                      <a:lnTo>
                        <a:pt x="30718" y="1942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3" name="Google Shape;1983;p46"/>
                <p:cNvSpPr/>
                <p:nvPr/>
              </p:nvSpPr>
              <p:spPr>
                <a:xfrm>
                  <a:off x="5439517" y="4181975"/>
                  <a:ext cx="31603" cy="19421"/>
                </a:xfrm>
                <a:custGeom>
                  <a:rect b="b" l="l" r="r" t="t"/>
                  <a:pathLst>
                    <a:path extrusionOk="0" h="19421" w="31603">
                      <a:moveTo>
                        <a:pt x="0" y="0"/>
                      </a:moveTo>
                      <a:lnTo>
                        <a:pt x="962" y="19421"/>
                      </a:lnTo>
                      <a:lnTo>
                        <a:pt x="30937" y="19421"/>
                      </a:lnTo>
                      <a:lnTo>
                        <a:pt x="31604" y="18755"/>
                      </a:lnTo>
                      <a:lnTo>
                        <a:pt x="2988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4" name="Google Shape;1984;p46"/>
                <p:cNvSpPr/>
                <p:nvPr/>
              </p:nvSpPr>
              <p:spPr>
                <a:xfrm>
                  <a:off x="5468102" y="4115719"/>
                  <a:ext cx="27889" cy="17059"/>
                </a:xfrm>
                <a:custGeom>
                  <a:rect b="b" l="l" r="r" t="t"/>
                  <a:pathLst>
                    <a:path extrusionOk="0" h="17059" w="27889">
                      <a:moveTo>
                        <a:pt x="27889" y="17059"/>
                      </a:moveTo>
                      <a:lnTo>
                        <a:pt x="27194" y="12164"/>
                      </a:lnTo>
                      <a:cubicBezTo>
                        <a:pt x="26213" y="5182"/>
                        <a:pt x="20241" y="0"/>
                        <a:pt x="13192" y="0"/>
                      </a:cubicBezTo>
                      <a:lnTo>
                        <a:pt x="12716" y="0"/>
                      </a:lnTo>
                      <a:lnTo>
                        <a:pt x="0" y="12716"/>
                      </a:lnTo>
                      <a:lnTo>
                        <a:pt x="419" y="17059"/>
                      </a:lnTo>
                      <a:lnTo>
                        <a:pt x="27889" y="17059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5" name="Google Shape;1985;p46"/>
                <p:cNvSpPr/>
                <p:nvPr/>
              </p:nvSpPr>
              <p:spPr>
                <a:xfrm>
                  <a:off x="5418010" y="4161811"/>
                  <a:ext cx="17459" cy="16716"/>
                </a:xfrm>
                <a:custGeom>
                  <a:rect b="b" l="l" r="r" t="t"/>
                  <a:pathLst>
                    <a:path extrusionOk="0" h="16716" w="17459">
                      <a:moveTo>
                        <a:pt x="17459" y="16716"/>
                      </a:moveTo>
                      <a:lnTo>
                        <a:pt x="16716" y="0"/>
                      </a:lnTo>
                      <a:lnTo>
                        <a:pt x="0" y="16716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6" name="Google Shape;1986;p46"/>
                <p:cNvSpPr/>
                <p:nvPr/>
              </p:nvSpPr>
              <p:spPr>
                <a:xfrm>
                  <a:off x="5405751" y="4181975"/>
                  <a:ext cx="30737" cy="19421"/>
                </a:xfrm>
                <a:custGeom>
                  <a:rect b="b" l="l" r="r" t="t"/>
                  <a:pathLst>
                    <a:path extrusionOk="0" h="19421" w="30737">
                      <a:moveTo>
                        <a:pt x="29870" y="0"/>
                      </a:moveTo>
                      <a:lnTo>
                        <a:pt x="8811" y="0"/>
                      </a:lnTo>
                      <a:lnTo>
                        <a:pt x="0" y="8811"/>
                      </a:lnTo>
                      <a:lnTo>
                        <a:pt x="28" y="19421"/>
                      </a:lnTo>
                      <a:lnTo>
                        <a:pt x="30737" y="1942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7" name="Google Shape;1987;p46"/>
                <p:cNvSpPr/>
                <p:nvPr/>
              </p:nvSpPr>
              <p:spPr>
                <a:xfrm>
                  <a:off x="5395141" y="4194729"/>
                  <a:ext cx="6657" cy="6667"/>
                </a:xfrm>
                <a:custGeom>
                  <a:rect b="b" l="l" r="r" t="t"/>
                  <a:pathLst>
                    <a:path extrusionOk="0" h="6667" w="6657">
                      <a:moveTo>
                        <a:pt x="6648" y="6667"/>
                      </a:moveTo>
                      <a:lnTo>
                        <a:pt x="6658" y="0"/>
                      </a:lnTo>
                      <a:lnTo>
                        <a:pt x="0" y="666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8" name="Google Shape;1988;p46"/>
                <p:cNvSpPr/>
                <p:nvPr/>
              </p:nvSpPr>
              <p:spPr>
                <a:xfrm>
                  <a:off x="5372271" y="4204845"/>
                  <a:ext cx="29508" cy="19421"/>
                </a:xfrm>
                <a:custGeom>
                  <a:rect b="b" l="l" r="r" t="t"/>
                  <a:pathLst>
                    <a:path extrusionOk="0" h="19421" w="29508">
                      <a:moveTo>
                        <a:pt x="0" y="19421"/>
                      </a:moveTo>
                      <a:lnTo>
                        <a:pt x="29451" y="19421"/>
                      </a:lnTo>
                      <a:lnTo>
                        <a:pt x="29508" y="0"/>
                      </a:lnTo>
                      <a:lnTo>
                        <a:pt x="1942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9" name="Google Shape;1989;p46"/>
                <p:cNvSpPr/>
                <p:nvPr/>
              </p:nvSpPr>
              <p:spPr>
                <a:xfrm>
                  <a:off x="5405789" y="4204845"/>
                  <a:ext cx="31708" cy="19421"/>
                </a:xfrm>
                <a:custGeom>
                  <a:rect b="b" l="l" r="r" t="t"/>
                  <a:pathLst>
                    <a:path extrusionOk="0" h="19421" w="31708">
                      <a:moveTo>
                        <a:pt x="30851" y="0"/>
                      </a:moveTo>
                      <a:lnTo>
                        <a:pt x="0" y="0"/>
                      </a:lnTo>
                      <a:lnTo>
                        <a:pt x="57" y="19421"/>
                      </a:lnTo>
                      <a:lnTo>
                        <a:pt x="31709" y="1942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0" name="Google Shape;1990;p46"/>
                <p:cNvSpPr/>
                <p:nvPr/>
              </p:nvSpPr>
              <p:spPr>
                <a:xfrm>
                  <a:off x="5471074" y="4159106"/>
                  <a:ext cx="30241" cy="19421"/>
                </a:xfrm>
                <a:custGeom>
                  <a:rect b="b" l="l" r="r" t="t"/>
                  <a:pathLst>
                    <a:path extrusionOk="0" h="19421" w="30241">
                      <a:moveTo>
                        <a:pt x="28623" y="0"/>
                      </a:moveTo>
                      <a:lnTo>
                        <a:pt x="0" y="0"/>
                      </a:lnTo>
                      <a:lnTo>
                        <a:pt x="1886" y="19421"/>
                      </a:lnTo>
                      <a:lnTo>
                        <a:pt x="22250" y="19421"/>
                      </a:lnTo>
                      <a:lnTo>
                        <a:pt x="30242" y="1144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1" name="Google Shape;1991;p46"/>
                <p:cNvSpPr/>
                <p:nvPr/>
              </p:nvSpPr>
              <p:spPr>
                <a:xfrm>
                  <a:off x="5369175" y="4227724"/>
                  <a:ext cx="32537" cy="16563"/>
                </a:xfrm>
                <a:custGeom>
                  <a:rect b="b" l="l" r="r" t="t"/>
                  <a:pathLst>
                    <a:path extrusionOk="0" h="16563" w="32537">
                      <a:moveTo>
                        <a:pt x="0" y="16564"/>
                      </a:moveTo>
                      <a:lnTo>
                        <a:pt x="32490" y="16564"/>
                      </a:lnTo>
                      <a:lnTo>
                        <a:pt x="32537" y="0"/>
                      </a:lnTo>
                      <a:lnTo>
                        <a:pt x="7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2" name="Google Shape;1992;p46"/>
                <p:cNvSpPr/>
                <p:nvPr/>
              </p:nvSpPr>
              <p:spPr>
                <a:xfrm>
                  <a:off x="5352249" y="4230924"/>
                  <a:ext cx="13363" cy="13363"/>
                </a:xfrm>
                <a:custGeom>
                  <a:rect b="b" l="l" r="r" t="t"/>
                  <a:pathLst>
                    <a:path extrusionOk="0" h="13363" w="13363">
                      <a:moveTo>
                        <a:pt x="12697" y="13363"/>
                      </a:moveTo>
                      <a:lnTo>
                        <a:pt x="13364" y="0"/>
                      </a:lnTo>
                      <a:lnTo>
                        <a:pt x="0" y="13363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3" name="Google Shape;1993;p46"/>
                <p:cNvSpPr/>
                <p:nvPr/>
              </p:nvSpPr>
              <p:spPr>
                <a:xfrm>
                  <a:off x="5468854" y="4136236"/>
                  <a:ext cx="30356" cy="19421"/>
                </a:xfrm>
                <a:custGeom>
                  <a:rect b="b" l="l" r="r" t="t"/>
                  <a:pathLst>
                    <a:path extrusionOk="0" h="19421" w="30356">
                      <a:moveTo>
                        <a:pt x="1886" y="19421"/>
                      </a:moveTo>
                      <a:lnTo>
                        <a:pt x="30356" y="19421"/>
                      </a:lnTo>
                      <a:lnTo>
                        <a:pt x="2762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4" name="Google Shape;1994;p46"/>
                <p:cNvSpPr/>
                <p:nvPr/>
              </p:nvSpPr>
              <p:spPr>
                <a:xfrm>
                  <a:off x="5441794" y="4227724"/>
                  <a:ext cx="2343" cy="2219"/>
                </a:xfrm>
                <a:custGeom>
                  <a:rect b="b" l="l" r="r" t="t"/>
                  <a:pathLst>
                    <a:path extrusionOk="0" h="2219" w="2343">
                      <a:moveTo>
                        <a:pt x="114" y="2219"/>
                      </a:moveTo>
                      <a:lnTo>
                        <a:pt x="234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5" name="Google Shape;1995;p46"/>
                <p:cNvSpPr/>
                <p:nvPr/>
              </p:nvSpPr>
              <p:spPr>
                <a:xfrm>
                  <a:off x="5473293" y="4181975"/>
                  <a:ext cx="16583" cy="15116"/>
                </a:xfrm>
                <a:custGeom>
                  <a:rect b="b" l="l" r="r" t="t"/>
                  <a:pathLst>
                    <a:path extrusionOk="0" h="15116" w="16583">
                      <a:moveTo>
                        <a:pt x="1467" y="15116"/>
                      </a:moveTo>
                      <a:lnTo>
                        <a:pt x="1658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6" name="Google Shape;1996;p46"/>
                <p:cNvSpPr/>
                <p:nvPr/>
              </p:nvSpPr>
              <p:spPr>
                <a:xfrm>
                  <a:off x="5405856" y="4227724"/>
                  <a:ext cx="32070" cy="16563"/>
                </a:xfrm>
                <a:custGeom>
                  <a:rect b="b" l="l" r="r" t="t"/>
                  <a:pathLst>
                    <a:path extrusionOk="0" h="16563" w="32070">
                      <a:moveTo>
                        <a:pt x="0" y="0"/>
                      </a:moveTo>
                      <a:lnTo>
                        <a:pt x="48" y="16564"/>
                      </a:lnTo>
                      <a:lnTo>
                        <a:pt x="21717" y="16564"/>
                      </a:lnTo>
                      <a:lnTo>
                        <a:pt x="32071" y="6201"/>
                      </a:lnTo>
                      <a:lnTo>
                        <a:pt x="317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7" name="Google Shape;1997;p46"/>
                <p:cNvSpPr/>
                <p:nvPr/>
              </p:nvSpPr>
              <p:spPr>
                <a:xfrm>
                  <a:off x="5436212" y="4115719"/>
                  <a:ext cx="17325" cy="16506"/>
                </a:xfrm>
                <a:custGeom>
                  <a:rect b="b" l="l" r="r" t="t"/>
                  <a:pathLst>
                    <a:path extrusionOk="0" h="16506" w="17325">
                      <a:moveTo>
                        <a:pt x="17326" y="0"/>
                      </a:moveTo>
                      <a:lnTo>
                        <a:pt x="0" y="0"/>
                      </a:lnTo>
                      <a:lnTo>
                        <a:pt x="819" y="1650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8" name="Google Shape;1998;p46"/>
                <p:cNvSpPr/>
                <p:nvPr/>
              </p:nvSpPr>
              <p:spPr>
                <a:xfrm>
                  <a:off x="5385415" y="4116177"/>
                  <a:ext cx="16602" cy="16602"/>
                </a:xfrm>
                <a:custGeom>
                  <a:rect b="b" l="l" r="r" t="t"/>
                  <a:pathLst>
                    <a:path extrusionOk="0" h="16602" w="16602">
                      <a:moveTo>
                        <a:pt x="16555" y="16602"/>
                      </a:moveTo>
                      <a:lnTo>
                        <a:pt x="16602" y="0"/>
                      </a:lnTo>
                      <a:lnTo>
                        <a:pt x="0" y="16602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9" name="Google Shape;1999;p46"/>
                <p:cNvSpPr/>
                <p:nvPr/>
              </p:nvSpPr>
              <p:spPr>
                <a:xfrm>
                  <a:off x="5405551" y="4115719"/>
                  <a:ext cx="27879" cy="17059"/>
                </a:xfrm>
                <a:custGeom>
                  <a:rect b="b" l="l" r="r" t="t"/>
                  <a:pathLst>
                    <a:path extrusionOk="0" h="17059" w="27879">
                      <a:moveTo>
                        <a:pt x="27127" y="0"/>
                      </a:moveTo>
                      <a:lnTo>
                        <a:pt x="0" y="0"/>
                      </a:lnTo>
                      <a:lnTo>
                        <a:pt x="48" y="17059"/>
                      </a:lnTo>
                      <a:lnTo>
                        <a:pt x="27880" y="17059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0" name="Google Shape;2000;p46"/>
                <p:cNvSpPr/>
                <p:nvPr/>
              </p:nvSpPr>
              <p:spPr>
                <a:xfrm>
                  <a:off x="5339667" y="4159106"/>
                  <a:ext cx="29527" cy="19421"/>
                </a:xfrm>
                <a:custGeom>
                  <a:rect b="b" l="l" r="r" t="t"/>
                  <a:pathLst>
                    <a:path extrusionOk="0" h="19421" w="29527">
                      <a:moveTo>
                        <a:pt x="19431" y="0"/>
                      </a:moveTo>
                      <a:lnTo>
                        <a:pt x="0" y="19421"/>
                      </a:lnTo>
                      <a:lnTo>
                        <a:pt x="28556" y="19421"/>
                      </a:lnTo>
                      <a:lnTo>
                        <a:pt x="2952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1" name="Google Shape;2001;p46"/>
                <p:cNvSpPr/>
                <p:nvPr/>
              </p:nvSpPr>
              <p:spPr>
                <a:xfrm>
                  <a:off x="5405666" y="4159106"/>
                  <a:ext cx="4495" cy="4476"/>
                </a:xfrm>
                <a:custGeom>
                  <a:rect b="b" l="l" r="r" t="t"/>
                  <a:pathLst>
                    <a:path extrusionOk="0" h="4476" w="4495">
                      <a:moveTo>
                        <a:pt x="0" y="0"/>
                      </a:moveTo>
                      <a:lnTo>
                        <a:pt x="9" y="4477"/>
                      </a:lnTo>
                      <a:lnTo>
                        <a:pt x="449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2" name="Google Shape;2002;p46"/>
                <p:cNvSpPr/>
                <p:nvPr/>
              </p:nvSpPr>
              <p:spPr>
                <a:xfrm>
                  <a:off x="5405609" y="4136236"/>
                  <a:ext cx="27422" cy="19421"/>
                </a:xfrm>
                <a:custGeom>
                  <a:rect b="b" l="l" r="r" t="t"/>
                  <a:pathLst>
                    <a:path extrusionOk="0" h="19421" w="27422">
                      <a:moveTo>
                        <a:pt x="27422" y="0"/>
                      </a:moveTo>
                      <a:lnTo>
                        <a:pt x="0" y="0"/>
                      </a:lnTo>
                      <a:lnTo>
                        <a:pt x="48" y="19421"/>
                      </a:lnTo>
                      <a:lnTo>
                        <a:pt x="8001" y="1942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3" name="Google Shape;2003;p46"/>
                <p:cNvSpPr/>
                <p:nvPr/>
              </p:nvSpPr>
              <p:spPr>
                <a:xfrm>
                  <a:off x="5371233" y="4181975"/>
                  <a:ext cx="16049" cy="16049"/>
                </a:xfrm>
                <a:custGeom>
                  <a:rect b="b" l="l" r="r" t="t"/>
                  <a:pathLst>
                    <a:path extrusionOk="0" h="16049" w="16049">
                      <a:moveTo>
                        <a:pt x="714" y="0"/>
                      </a:moveTo>
                      <a:lnTo>
                        <a:pt x="0" y="16050"/>
                      </a:lnTo>
                      <a:lnTo>
                        <a:pt x="1605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4" name="Google Shape;2004;p46"/>
                <p:cNvSpPr/>
                <p:nvPr/>
              </p:nvSpPr>
              <p:spPr>
                <a:xfrm>
                  <a:off x="5372100" y="4159106"/>
                  <a:ext cx="29803" cy="19421"/>
                </a:xfrm>
                <a:custGeom>
                  <a:rect b="b" l="l" r="r" t="t"/>
                  <a:pathLst>
                    <a:path extrusionOk="0" h="19421" w="29803">
                      <a:moveTo>
                        <a:pt x="0" y="19421"/>
                      </a:moveTo>
                      <a:lnTo>
                        <a:pt x="18640" y="19421"/>
                      </a:lnTo>
                      <a:lnTo>
                        <a:pt x="29775" y="8277"/>
                      </a:lnTo>
                      <a:lnTo>
                        <a:pt x="29804" y="0"/>
                      </a:lnTo>
                      <a:lnTo>
                        <a:pt x="86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5" name="Google Shape;2005;p46"/>
                <p:cNvSpPr/>
                <p:nvPr/>
              </p:nvSpPr>
              <p:spPr>
                <a:xfrm>
                  <a:off x="5336381" y="4181975"/>
                  <a:ext cx="31670" cy="19421"/>
                </a:xfrm>
                <a:custGeom>
                  <a:rect b="b" l="l" r="r" t="t"/>
                  <a:pathLst>
                    <a:path extrusionOk="0" h="19421" w="31670">
                      <a:moveTo>
                        <a:pt x="0" y="19421"/>
                      </a:moveTo>
                      <a:lnTo>
                        <a:pt x="30709" y="19421"/>
                      </a:lnTo>
                      <a:lnTo>
                        <a:pt x="31671" y="0"/>
                      </a:lnTo>
                      <a:lnTo>
                        <a:pt x="178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6" name="Google Shape;2006;p46"/>
                <p:cNvSpPr/>
                <p:nvPr/>
              </p:nvSpPr>
              <p:spPr>
                <a:xfrm>
                  <a:off x="5334285" y="4204845"/>
                  <a:ext cx="30127" cy="19421"/>
                </a:xfrm>
                <a:custGeom>
                  <a:rect b="b" l="l" r="r" t="t"/>
                  <a:pathLst>
                    <a:path extrusionOk="0" h="19421" w="30127">
                      <a:moveTo>
                        <a:pt x="1781" y="0"/>
                      </a:moveTo>
                      <a:lnTo>
                        <a:pt x="0" y="19421"/>
                      </a:lnTo>
                      <a:lnTo>
                        <a:pt x="10706" y="19421"/>
                      </a:lnTo>
                      <a:lnTo>
                        <a:pt x="3012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7" name="Google Shape;2007;p46"/>
                <p:cNvSpPr/>
                <p:nvPr/>
              </p:nvSpPr>
              <p:spPr>
                <a:xfrm>
                  <a:off x="5362546" y="4148476"/>
                  <a:ext cx="7181" cy="7181"/>
                </a:xfrm>
                <a:custGeom>
                  <a:rect b="b" l="l" r="r" t="t"/>
                  <a:pathLst>
                    <a:path extrusionOk="0" h="7181" w="7181">
                      <a:moveTo>
                        <a:pt x="7182" y="0"/>
                      </a:moveTo>
                      <a:lnTo>
                        <a:pt x="0" y="7182"/>
                      </a:lnTo>
                      <a:lnTo>
                        <a:pt x="6820" y="7182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8" name="Google Shape;2008;p46"/>
                <p:cNvSpPr/>
                <p:nvPr/>
              </p:nvSpPr>
              <p:spPr>
                <a:xfrm>
                  <a:off x="5373119" y="4136236"/>
                  <a:ext cx="28841" cy="19421"/>
                </a:xfrm>
                <a:custGeom>
                  <a:rect b="b" l="l" r="r" t="t"/>
                  <a:pathLst>
                    <a:path extrusionOk="0" h="19421" w="28841">
                      <a:moveTo>
                        <a:pt x="486" y="8354"/>
                      </a:moveTo>
                      <a:lnTo>
                        <a:pt x="0" y="19421"/>
                      </a:lnTo>
                      <a:lnTo>
                        <a:pt x="28794" y="19421"/>
                      </a:lnTo>
                      <a:lnTo>
                        <a:pt x="28842" y="0"/>
                      </a:lnTo>
                      <a:lnTo>
                        <a:pt x="88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9" name="Google Shape;2009;p46"/>
                <p:cNvSpPr/>
                <p:nvPr/>
              </p:nvSpPr>
              <p:spPr>
                <a:xfrm>
                  <a:off x="5297987" y="4227724"/>
                  <a:ext cx="31840" cy="16563"/>
                </a:xfrm>
                <a:custGeom>
                  <a:rect b="b" l="l" r="r" t="t"/>
                  <a:pathLst>
                    <a:path extrusionOk="0" h="16563" w="31840">
                      <a:moveTo>
                        <a:pt x="141" y="448"/>
                      </a:moveTo>
                      <a:cubicBezTo>
                        <a:pt x="-1059" y="8963"/>
                        <a:pt x="5551" y="16564"/>
                        <a:pt x="14143" y="16564"/>
                      </a:cubicBezTo>
                      <a:lnTo>
                        <a:pt x="26992" y="16564"/>
                      </a:lnTo>
                      <a:lnTo>
                        <a:pt x="30583" y="12973"/>
                      </a:lnTo>
                      <a:lnTo>
                        <a:pt x="31840" y="0"/>
                      </a:lnTo>
                      <a:lnTo>
                        <a:pt x="198" y="0"/>
                      </a:lnTo>
                      <a:lnTo>
                        <a:pt x="141" y="44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0" name="Google Shape;2010;p46"/>
                <p:cNvSpPr/>
                <p:nvPr/>
              </p:nvSpPr>
              <p:spPr>
                <a:xfrm>
                  <a:off x="5298671" y="4204845"/>
                  <a:ext cx="33375" cy="19421"/>
                </a:xfrm>
                <a:custGeom>
                  <a:rect b="b" l="l" r="r" t="t"/>
                  <a:pathLst>
                    <a:path extrusionOk="0" h="19421" w="33375">
                      <a:moveTo>
                        <a:pt x="781" y="13897"/>
                      </a:moveTo>
                      <a:lnTo>
                        <a:pt x="0" y="19421"/>
                      </a:lnTo>
                      <a:lnTo>
                        <a:pt x="31490" y="19421"/>
                      </a:lnTo>
                      <a:lnTo>
                        <a:pt x="33376" y="0"/>
                      </a:lnTo>
                      <a:lnTo>
                        <a:pt x="1467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1" name="Google Shape;2011;p46"/>
                <p:cNvSpPr/>
                <p:nvPr/>
              </p:nvSpPr>
              <p:spPr>
                <a:xfrm>
                  <a:off x="5333209" y="4227724"/>
                  <a:ext cx="8334" cy="8334"/>
                </a:xfrm>
                <a:custGeom>
                  <a:rect b="b" l="l" r="r" t="t"/>
                  <a:pathLst>
                    <a:path extrusionOk="0" h="8334" w="8334">
                      <a:moveTo>
                        <a:pt x="0" y="8334"/>
                      </a:moveTo>
                      <a:lnTo>
                        <a:pt x="8334" y="0"/>
                      </a:lnTo>
                      <a:lnTo>
                        <a:pt x="76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2" name="Google Shape;2012;p46"/>
                <p:cNvSpPr/>
                <p:nvPr/>
              </p:nvSpPr>
              <p:spPr>
                <a:xfrm>
                  <a:off x="5316797" y="4184138"/>
                  <a:ext cx="17268" cy="17259"/>
                </a:xfrm>
                <a:custGeom>
                  <a:rect b="b" l="l" r="r" t="t"/>
                  <a:pathLst>
                    <a:path extrusionOk="0" h="17259" w="17268">
                      <a:moveTo>
                        <a:pt x="0" y="17259"/>
                      </a:moveTo>
                      <a:lnTo>
                        <a:pt x="15592" y="17259"/>
                      </a:lnTo>
                      <a:lnTo>
                        <a:pt x="1726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4170">
                      <a:srgbClr val="FFFFFF">
                        <a:alpha val="9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4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013" name="Google Shape;2013;p46"/>
            <p:cNvGrpSpPr/>
            <p:nvPr/>
          </p:nvGrpSpPr>
          <p:grpSpPr>
            <a:xfrm>
              <a:off x="6026048" y="3944779"/>
              <a:ext cx="309810" cy="551421"/>
              <a:chOff x="6026048" y="3722623"/>
              <a:chExt cx="309810" cy="551421"/>
            </a:xfrm>
          </p:grpSpPr>
          <p:sp>
            <p:nvSpPr>
              <p:cNvPr id="2014" name="Google Shape;2014;p46"/>
              <p:cNvSpPr/>
              <p:nvPr/>
            </p:nvSpPr>
            <p:spPr>
              <a:xfrm>
                <a:off x="6161217" y="3722623"/>
                <a:ext cx="40976" cy="178860"/>
              </a:xfrm>
              <a:custGeom>
                <a:rect b="b" l="l" r="r" t="t"/>
                <a:pathLst>
                  <a:path extrusionOk="0" h="178860" w="40976">
                    <a:moveTo>
                      <a:pt x="40977" y="89430"/>
                    </a:moveTo>
                    <a:cubicBezTo>
                      <a:pt x="40977" y="40043"/>
                      <a:pt x="20488" y="0"/>
                      <a:pt x="20488" y="0"/>
                    </a:cubicBezTo>
                    <a:cubicBezTo>
                      <a:pt x="20488" y="0"/>
                      <a:pt x="0" y="40034"/>
                      <a:pt x="0" y="89430"/>
                    </a:cubicBezTo>
                    <a:cubicBezTo>
                      <a:pt x="0" y="138817"/>
                      <a:pt x="9173" y="178860"/>
                      <a:pt x="20488" y="178860"/>
                    </a:cubicBezTo>
                    <a:cubicBezTo>
                      <a:pt x="31804" y="178860"/>
                      <a:pt x="40977" y="138827"/>
                      <a:pt x="40977" y="89430"/>
                    </a:cubicBezTo>
                    <a:close/>
                  </a:path>
                </a:pathLst>
              </a:custGeom>
              <a:solidFill>
                <a:srgbClr val="E6E8D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5" name="Google Shape;2015;p46"/>
              <p:cNvSpPr/>
              <p:nvPr/>
            </p:nvSpPr>
            <p:spPr>
              <a:xfrm>
                <a:off x="6174038" y="3722623"/>
                <a:ext cx="28155" cy="178860"/>
              </a:xfrm>
              <a:custGeom>
                <a:rect b="b" l="l" r="r" t="t"/>
                <a:pathLst>
                  <a:path extrusionOk="0" h="178860" w="28155">
                    <a:moveTo>
                      <a:pt x="7668" y="0"/>
                    </a:moveTo>
                    <a:cubicBezTo>
                      <a:pt x="7668" y="0"/>
                      <a:pt x="4134" y="6925"/>
                      <a:pt x="0" y="18545"/>
                    </a:cubicBezTo>
                    <a:cubicBezTo>
                      <a:pt x="5820" y="34900"/>
                      <a:pt x="12821" y="60560"/>
                      <a:pt x="12821" y="89430"/>
                    </a:cubicBezTo>
                    <a:cubicBezTo>
                      <a:pt x="12821" y="126978"/>
                      <a:pt x="7515" y="159096"/>
                      <a:pt x="0" y="172355"/>
                    </a:cubicBezTo>
                    <a:cubicBezTo>
                      <a:pt x="2372" y="176536"/>
                      <a:pt x="4962" y="178860"/>
                      <a:pt x="7668" y="178860"/>
                    </a:cubicBezTo>
                    <a:cubicBezTo>
                      <a:pt x="18983" y="178860"/>
                      <a:pt x="28156" y="138817"/>
                      <a:pt x="28156" y="89430"/>
                    </a:cubicBezTo>
                    <a:cubicBezTo>
                      <a:pt x="28156" y="40043"/>
                      <a:pt x="7668" y="0"/>
                      <a:pt x="7668" y="0"/>
                    </a:cubicBezTo>
                    <a:close/>
                  </a:path>
                </a:pathLst>
              </a:custGeom>
              <a:solidFill>
                <a:srgbClr val="CACC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6" name="Google Shape;2016;p46"/>
              <p:cNvSpPr/>
              <p:nvPr/>
            </p:nvSpPr>
            <p:spPr>
              <a:xfrm>
                <a:off x="6026048" y="3897667"/>
                <a:ext cx="155581" cy="92827"/>
              </a:xfrm>
              <a:custGeom>
                <a:rect b="b" l="l" r="r" t="t"/>
                <a:pathLst>
                  <a:path extrusionOk="0" h="92827" w="155581">
                    <a:moveTo>
                      <a:pt x="67199" y="30372"/>
                    </a:moveTo>
                    <a:cubicBezTo>
                      <a:pt x="24422" y="55070"/>
                      <a:pt x="0" y="92827"/>
                      <a:pt x="0" y="92827"/>
                    </a:cubicBezTo>
                    <a:cubicBezTo>
                      <a:pt x="0" y="92827"/>
                      <a:pt x="44920" y="90551"/>
                      <a:pt x="87697" y="65862"/>
                    </a:cubicBezTo>
                    <a:cubicBezTo>
                      <a:pt x="130473" y="41164"/>
                      <a:pt x="160563" y="13198"/>
                      <a:pt x="154895" y="3407"/>
                    </a:cubicBezTo>
                    <a:cubicBezTo>
                      <a:pt x="149228" y="-6395"/>
                      <a:pt x="109966" y="5674"/>
                      <a:pt x="67199" y="30372"/>
                    </a:cubicBezTo>
                    <a:close/>
                  </a:path>
                </a:pathLst>
              </a:custGeom>
              <a:solidFill>
                <a:srgbClr val="E6E8D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7" name="Google Shape;2017;p46"/>
              <p:cNvSpPr/>
              <p:nvPr/>
            </p:nvSpPr>
            <p:spPr>
              <a:xfrm>
                <a:off x="6026048" y="3897658"/>
                <a:ext cx="155564" cy="92826"/>
              </a:xfrm>
              <a:custGeom>
                <a:rect b="b" l="l" r="r" t="t"/>
                <a:pathLst>
                  <a:path extrusionOk="0" h="92826" w="155564">
                    <a:moveTo>
                      <a:pt x="76962" y="40143"/>
                    </a:moveTo>
                    <a:cubicBezTo>
                      <a:pt x="109204" y="21522"/>
                      <a:pt x="139446" y="10092"/>
                      <a:pt x="154810" y="9778"/>
                    </a:cubicBezTo>
                    <a:cubicBezTo>
                      <a:pt x="155762" y="7216"/>
                      <a:pt x="155838" y="5053"/>
                      <a:pt x="154895" y="3405"/>
                    </a:cubicBezTo>
                    <a:cubicBezTo>
                      <a:pt x="149238" y="-6396"/>
                      <a:pt x="109976" y="5682"/>
                      <a:pt x="67199" y="30371"/>
                    </a:cubicBezTo>
                    <a:cubicBezTo>
                      <a:pt x="24422" y="55069"/>
                      <a:pt x="0" y="92826"/>
                      <a:pt x="0" y="92826"/>
                    </a:cubicBezTo>
                    <a:cubicBezTo>
                      <a:pt x="0" y="92826"/>
                      <a:pt x="7334" y="92455"/>
                      <a:pt x="18898" y="90378"/>
                    </a:cubicBezTo>
                    <a:cubicBezTo>
                      <a:pt x="29623" y="77215"/>
                      <a:pt x="49501" y="55993"/>
                      <a:pt x="76962" y="40143"/>
                    </a:cubicBezTo>
                    <a:close/>
                  </a:path>
                </a:pathLst>
              </a:custGeom>
              <a:solidFill>
                <a:srgbClr val="CACC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8" name="Google Shape;2018;p46"/>
              <p:cNvSpPr/>
              <p:nvPr/>
            </p:nvSpPr>
            <p:spPr>
              <a:xfrm>
                <a:off x="6180279" y="3898543"/>
                <a:ext cx="155579" cy="92827"/>
              </a:xfrm>
              <a:custGeom>
                <a:rect b="b" l="l" r="r" t="t"/>
                <a:pathLst>
                  <a:path extrusionOk="0" h="92827" w="155579">
                    <a:moveTo>
                      <a:pt x="67882" y="65852"/>
                    </a:moveTo>
                    <a:cubicBezTo>
                      <a:pt x="110659" y="90551"/>
                      <a:pt x="155579" y="92827"/>
                      <a:pt x="155579" y="92827"/>
                    </a:cubicBezTo>
                    <a:cubicBezTo>
                      <a:pt x="155579" y="92827"/>
                      <a:pt x="131147" y="55061"/>
                      <a:pt x="88380" y="30372"/>
                    </a:cubicBezTo>
                    <a:cubicBezTo>
                      <a:pt x="45603" y="5674"/>
                      <a:pt x="6341" y="-6395"/>
                      <a:pt x="684" y="3407"/>
                    </a:cubicBezTo>
                    <a:cubicBezTo>
                      <a:pt x="-4975" y="13198"/>
                      <a:pt x="25115" y="41164"/>
                      <a:pt x="67882" y="65852"/>
                    </a:cubicBezTo>
                    <a:close/>
                  </a:path>
                </a:pathLst>
              </a:custGeom>
              <a:solidFill>
                <a:srgbClr val="E6E8D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9" name="Google Shape;2019;p46"/>
              <p:cNvSpPr/>
              <p:nvPr/>
            </p:nvSpPr>
            <p:spPr>
              <a:xfrm>
                <a:off x="6180279" y="3898549"/>
                <a:ext cx="155579" cy="92821"/>
              </a:xfrm>
              <a:custGeom>
                <a:rect b="b" l="l" r="r" t="t"/>
                <a:pathLst>
                  <a:path extrusionOk="0" h="92821" w="155579">
                    <a:moveTo>
                      <a:pt x="77302" y="56436"/>
                    </a:moveTo>
                    <a:cubicBezTo>
                      <a:pt x="41384" y="35700"/>
                      <a:pt x="14418" y="12659"/>
                      <a:pt x="10047" y="0"/>
                    </a:cubicBezTo>
                    <a:cubicBezTo>
                      <a:pt x="5303" y="-19"/>
                      <a:pt x="2027" y="1057"/>
                      <a:pt x="684" y="3391"/>
                    </a:cubicBezTo>
                    <a:cubicBezTo>
                      <a:pt x="-4975" y="13192"/>
                      <a:pt x="25115" y="41158"/>
                      <a:pt x="67882" y="65847"/>
                    </a:cubicBezTo>
                    <a:cubicBezTo>
                      <a:pt x="110659" y="90545"/>
                      <a:pt x="155579" y="92821"/>
                      <a:pt x="155579" y="92821"/>
                    </a:cubicBezTo>
                    <a:cubicBezTo>
                      <a:pt x="155579" y="92821"/>
                      <a:pt x="152569" y="88173"/>
                      <a:pt x="146835" y="81087"/>
                    </a:cubicBezTo>
                    <a:cubicBezTo>
                      <a:pt x="129804" y="78095"/>
                      <a:pt x="103172" y="71371"/>
                      <a:pt x="77302" y="56436"/>
                    </a:cubicBezTo>
                    <a:close/>
                  </a:path>
                </a:pathLst>
              </a:custGeom>
              <a:solidFill>
                <a:srgbClr val="CACC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0" name="Google Shape;2020;p46"/>
              <p:cNvSpPr/>
              <p:nvPr/>
            </p:nvSpPr>
            <p:spPr>
              <a:xfrm>
                <a:off x="6164722" y="3921619"/>
                <a:ext cx="33966" cy="352425"/>
              </a:xfrm>
              <a:custGeom>
                <a:rect b="b" l="l" r="r" t="t"/>
                <a:pathLst>
                  <a:path extrusionOk="0" h="352425" w="33966">
                    <a:moveTo>
                      <a:pt x="33966" y="352425"/>
                    </a:moveTo>
                    <a:lnTo>
                      <a:pt x="27870" y="0"/>
                    </a:lnTo>
                    <a:lnTo>
                      <a:pt x="6096" y="0"/>
                    </a:lnTo>
                    <a:lnTo>
                      <a:pt x="0" y="352425"/>
                    </a:lnTo>
                    <a:close/>
                  </a:path>
                </a:pathLst>
              </a:custGeom>
              <a:solidFill>
                <a:srgbClr val="E6E8D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1" name="Google Shape;2021;p46"/>
              <p:cNvSpPr/>
              <p:nvPr/>
            </p:nvSpPr>
            <p:spPr>
              <a:xfrm>
                <a:off x="6145520" y="3865650"/>
                <a:ext cx="72370" cy="72370"/>
              </a:xfrm>
              <a:custGeom>
                <a:rect b="b" l="l" r="r" t="t"/>
                <a:pathLst>
                  <a:path extrusionOk="0" h="72370" w="72370">
                    <a:moveTo>
                      <a:pt x="72371" y="36186"/>
                    </a:moveTo>
                    <a:cubicBezTo>
                      <a:pt x="72371" y="16202"/>
                      <a:pt x="56169" y="0"/>
                      <a:pt x="36185" y="0"/>
                    </a:cubicBezTo>
                    <a:cubicBezTo>
                      <a:pt x="16202" y="0"/>
                      <a:pt x="0" y="16202"/>
                      <a:pt x="0" y="36186"/>
                    </a:cubicBezTo>
                    <a:cubicBezTo>
                      <a:pt x="0" y="56169"/>
                      <a:pt x="16202" y="72371"/>
                      <a:pt x="36185" y="72371"/>
                    </a:cubicBezTo>
                    <a:cubicBezTo>
                      <a:pt x="56169" y="72371"/>
                      <a:pt x="72371" y="56169"/>
                      <a:pt x="72371" y="36186"/>
                    </a:cubicBezTo>
                    <a:close/>
                  </a:path>
                </a:pathLst>
              </a:custGeom>
              <a:solidFill>
                <a:srgbClr val="E6E8D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2" name="Google Shape;2022;p46"/>
              <p:cNvSpPr/>
              <p:nvPr/>
            </p:nvSpPr>
            <p:spPr>
              <a:xfrm>
                <a:off x="6170066" y="3936202"/>
                <a:ext cx="28622" cy="337832"/>
              </a:xfrm>
              <a:custGeom>
                <a:rect b="b" l="l" r="r" t="t"/>
                <a:pathLst>
                  <a:path extrusionOk="0" h="337832" w="28622">
                    <a:moveTo>
                      <a:pt x="12164" y="13954"/>
                    </a:moveTo>
                    <a:lnTo>
                      <a:pt x="17469" y="337833"/>
                    </a:lnTo>
                    <a:lnTo>
                      <a:pt x="28623" y="337833"/>
                    </a:lnTo>
                    <a:lnTo>
                      <a:pt x="22927" y="305"/>
                    </a:lnTo>
                    <a:lnTo>
                      <a:pt x="22927" y="0"/>
                    </a:lnTo>
                    <a:cubicBezTo>
                      <a:pt x="19440" y="1171"/>
                      <a:pt x="15697" y="1781"/>
                      <a:pt x="11820" y="1809"/>
                    </a:cubicBezTo>
                    <a:lnTo>
                      <a:pt x="11621" y="1809"/>
                    </a:lnTo>
                    <a:cubicBezTo>
                      <a:pt x="11011" y="1809"/>
                      <a:pt x="10363" y="1781"/>
                      <a:pt x="9753" y="1753"/>
                    </a:cubicBezTo>
                    <a:cubicBezTo>
                      <a:pt x="9144" y="1724"/>
                      <a:pt x="8525" y="1667"/>
                      <a:pt x="7915" y="1609"/>
                    </a:cubicBezTo>
                    <a:cubicBezTo>
                      <a:pt x="7439" y="1553"/>
                      <a:pt x="6963" y="1495"/>
                      <a:pt x="6525" y="1438"/>
                    </a:cubicBezTo>
                    <a:cubicBezTo>
                      <a:pt x="5829" y="1324"/>
                      <a:pt x="5124" y="1219"/>
                      <a:pt x="4429" y="1076"/>
                    </a:cubicBezTo>
                    <a:cubicBezTo>
                      <a:pt x="4067" y="1019"/>
                      <a:pt x="3705" y="933"/>
                      <a:pt x="3343" y="828"/>
                    </a:cubicBezTo>
                    <a:cubicBezTo>
                      <a:pt x="3096" y="800"/>
                      <a:pt x="2838" y="743"/>
                      <a:pt x="2591" y="657"/>
                    </a:cubicBezTo>
                    <a:cubicBezTo>
                      <a:pt x="2029" y="514"/>
                      <a:pt x="1476" y="381"/>
                      <a:pt x="914" y="181"/>
                    </a:cubicBezTo>
                    <a:cubicBezTo>
                      <a:pt x="724" y="124"/>
                      <a:pt x="524" y="67"/>
                      <a:pt x="333" y="9"/>
                    </a:cubicBezTo>
                    <a:lnTo>
                      <a:pt x="0" y="12478"/>
                    </a:lnTo>
                    <a:cubicBezTo>
                      <a:pt x="3734" y="13402"/>
                      <a:pt x="7620" y="13954"/>
                      <a:pt x="11630" y="13954"/>
                    </a:cubicBezTo>
                    <a:cubicBezTo>
                      <a:pt x="11792" y="13983"/>
                      <a:pt x="11992" y="13954"/>
                      <a:pt x="12164" y="13954"/>
                    </a:cubicBezTo>
                    <a:close/>
                  </a:path>
                </a:pathLst>
              </a:custGeom>
              <a:solidFill>
                <a:srgbClr val="CACC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3" name="Google Shape;2023;p46"/>
              <p:cNvSpPr/>
              <p:nvPr/>
            </p:nvSpPr>
            <p:spPr>
              <a:xfrm>
                <a:off x="6166904" y="3887034"/>
                <a:ext cx="29603" cy="29603"/>
              </a:xfrm>
              <a:custGeom>
                <a:rect b="b" l="l" r="r" t="t"/>
                <a:pathLst>
                  <a:path extrusionOk="0" h="29603" w="29603">
                    <a:moveTo>
                      <a:pt x="29604" y="14802"/>
                    </a:moveTo>
                    <a:cubicBezTo>
                      <a:pt x="29604" y="22977"/>
                      <a:pt x="22977" y="29604"/>
                      <a:pt x="14802" y="29604"/>
                    </a:cubicBezTo>
                    <a:cubicBezTo>
                      <a:pt x="6627" y="29604"/>
                      <a:pt x="0" y="22977"/>
                      <a:pt x="0" y="14802"/>
                    </a:cubicBezTo>
                    <a:cubicBezTo>
                      <a:pt x="0" y="6627"/>
                      <a:pt x="6627" y="0"/>
                      <a:pt x="14802" y="0"/>
                    </a:cubicBezTo>
                    <a:cubicBezTo>
                      <a:pt x="22977" y="0"/>
                      <a:pt x="29604" y="6627"/>
                      <a:pt x="29604" y="1480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24" name="Google Shape;2024;p46"/>
            <p:cNvGrpSpPr/>
            <p:nvPr/>
          </p:nvGrpSpPr>
          <p:grpSpPr>
            <a:xfrm>
              <a:off x="6240475" y="4077395"/>
              <a:ext cx="311715" cy="351492"/>
              <a:chOff x="6240475" y="3855239"/>
              <a:chExt cx="311715" cy="351492"/>
            </a:xfrm>
          </p:grpSpPr>
          <p:sp>
            <p:nvSpPr>
              <p:cNvPr id="2025" name="Google Shape;2025;p46"/>
              <p:cNvSpPr/>
              <p:nvPr/>
            </p:nvSpPr>
            <p:spPr>
              <a:xfrm>
                <a:off x="6263049" y="3895749"/>
                <a:ext cx="266566" cy="310981"/>
              </a:xfrm>
              <a:custGeom>
                <a:rect b="b" l="l" r="r" t="t"/>
                <a:pathLst>
                  <a:path extrusionOk="0" h="310981" w="266566">
                    <a:moveTo>
                      <a:pt x="266567" y="310982"/>
                    </a:moveTo>
                    <a:lnTo>
                      <a:pt x="266567" y="111985"/>
                    </a:lnTo>
                    <a:lnTo>
                      <a:pt x="133378" y="190"/>
                    </a:lnTo>
                    <a:lnTo>
                      <a:pt x="133378" y="0"/>
                    </a:lnTo>
                    <a:lnTo>
                      <a:pt x="133274" y="86"/>
                    </a:lnTo>
                    <a:lnTo>
                      <a:pt x="133188" y="0"/>
                    </a:lnTo>
                    <a:lnTo>
                      <a:pt x="133188" y="190"/>
                    </a:lnTo>
                    <a:lnTo>
                      <a:pt x="0" y="111985"/>
                    </a:lnTo>
                    <a:lnTo>
                      <a:pt x="0" y="310982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6" name="Google Shape;2026;p46"/>
              <p:cNvSpPr/>
              <p:nvPr/>
            </p:nvSpPr>
            <p:spPr>
              <a:xfrm>
                <a:off x="6263049" y="3895749"/>
                <a:ext cx="266566" cy="310981"/>
              </a:xfrm>
              <a:custGeom>
                <a:rect b="b" l="l" r="r" t="t"/>
                <a:pathLst>
                  <a:path extrusionOk="0" h="310981" w="266566">
                    <a:moveTo>
                      <a:pt x="133188" y="17440"/>
                    </a:moveTo>
                    <a:lnTo>
                      <a:pt x="133274" y="17516"/>
                    </a:lnTo>
                    <a:lnTo>
                      <a:pt x="133378" y="17440"/>
                    </a:lnTo>
                    <a:lnTo>
                      <a:pt x="133378" y="17621"/>
                    </a:lnTo>
                    <a:lnTo>
                      <a:pt x="222904" y="92773"/>
                    </a:lnTo>
                    <a:lnTo>
                      <a:pt x="222904" y="310982"/>
                    </a:lnTo>
                    <a:lnTo>
                      <a:pt x="266567" y="310982"/>
                    </a:lnTo>
                    <a:lnTo>
                      <a:pt x="266567" y="111985"/>
                    </a:lnTo>
                    <a:lnTo>
                      <a:pt x="222904" y="75333"/>
                    </a:lnTo>
                    <a:lnTo>
                      <a:pt x="133378" y="190"/>
                    </a:lnTo>
                    <a:lnTo>
                      <a:pt x="133378" y="0"/>
                    </a:lnTo>
                    <a:lnTo>
                      <a:pt x="133274" y="86"/>
                    </a:lnTo>
                    <a:lnTo>
                      <a:pt x="133188" y="0"/>
                    </a:lnTo>
                    <a:lnTo>
                      <a:pt x="133188" y="190"/>
                    </a:lnTo>
                    <a:lnTo>
                      <a:pt x="0" y="111985"/>
                    </a:lnTo>
                    <a:lnTo>
                      <a:pt x="0" y="129416"/>
                    </a:lnTo>
                    <a:lnTo>
                      <a:pt x="133188" y="17621"/>
                    </a:lnTo>
                    <a:close/>
                  </a:path>
                </a:pathLst>
              </a:custGeom>
              <a:solidFill>
                <a:srgbClr val="B7B7B6">
                  <a:alpha val="5176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7" name="Google Shape;2027;p46"/>
              <p:cNvSpPr/>
              <p:nvPr/>
            </p:nvSpPr>
            <p:spPr>
              <a:xfrm>
                <a:off x="6240475" y="3855239"/>
                <a:ext cx="311715" cy="171964"/>
              </a:xfrm>
              <a:custGeom>
                <a:rect b="b" l="l" r="r" t="t"/>
                <a:pathLst>
                  <a:path extrusionOk="0" h="171964" w="311715">
                    <a:moveTo>
                      <a:pt x="311715" y="130940"/>
                    </a:moveTo>
                    <a:lnTo>
                      <a:pt x="311715" y="171964"/>
                    </a:lnTo>
                    <a:lnTo>
                      <a:pt x="155962" y="41234"/>
                    </a:lnTo>
                    <a:lnTo>
                      <a:pt x="155962" y="41024"/>
                    </a:lnTo>
                    <a:lnTo>
                      <a:pt x="155838" y="41110"/>
                    </a:lnTo>
                    <a:lnTo>
                      <a:pt x="155753" y="41024"/>
                    </a:lnTo>
                    <a:lnTo>
                      <a:pt x="155753" y="41234"/>
                    </a:lnTo>
                    <a:lnTo>
                      <a:pt x="0" y="171964"/>
                    </a:lnTo>
                    <a:lnTo>
                      <a:pt x="0" y="130940"/>
                    </a:lnTo>
                    <a:lnTo>
                      <a:pt x="155753" y="219"/>
                    </a:lnTo>
                    <a:lnTo>
                      <a:pt x="155753" y="0"/>
                    </a:lnTo>
                    <a:lnTo>
                      <a:pt x="155838" y="95"/>
                    </a:lnTo>
                    <a:lnTo>
                      <a:pt x="155962" y="0"/>
                    </a:lnTo>
                    <a:lnTo>
                      <a:pt x="155962" y="219"/>
                    </a:lnTo>
                    <a:close/>
                  </a:path>
                </a:pathLst>
              </a:custGeom>
              <a:solidFill>
                <a:srgbClr val="68EAF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8" name="Google Shape;2028;p46"/>
              <p:cNvSpPr/>
              <p:nvPr/>
            </p:nvSpPr>
            <p:spPr>
              <a:xfrm>
                <a:off x="6348679" y="3951585"/>
                <a:ext cx="95297" cy="82333"/>
              </a:xfrm>
              <a:custGeom>
                <a:rect b="b" l="l" r="r" t="t"/>
                <a:pathLst>
                  <a:path extrusionOk="0" h="82333" w="95297">
                    <a:moveTo>
                      <a:pt x="95297" y="82334"/>
                    </a:moveTo>
                    <a:lnTo>
                      <a:pt x="95297" y="40034"/>
                    </a:lnTo>
                    <a:lnTo>
                      <a:pt x="47692" y="57"/>
                    </a:lnTo>
                    <a:lnTo>
                      <a:pt x="47692" y="0"/>
                    </a:lnTo>
                    <a:lnTo>
                      <a:pt x="47653" y="28"/>
                    </a:lnTo>
                    <a:lnTo>
                      <a:pt x="47615" y="0"/>
                    </a:lnTo>
                    <a:lnTo>
                      <a:pt x="47615" y="57"/>
                    </a:lnTo>
                    <a:lnTo>
                      <a:pt x="0" y="40034"/>
                    </a:lnTo>
                    <a:lnTo>
                      <a:pt x="0" y="82334"/>
                    </a:lnTo>
                    <a:close/>
                  </a:path>
                </a:pathLst>
              </a:custGeom>
              <a:solidFill>
                <a:srgbClr val="149A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9" name="Google Shape;2029;p46"/>
              <p:cNvSpPr/>
              <p:nvPr/>
            </p:nvSpPr>
            <p:spPr>
              <a:xfrm>
                <a:off x="6382292" y="3951585"/>
                <a:ext cx="61683" cy="82333"/>
              </a:xfrm>
              <a:custGeom>
                <a:rect b="b" l="l" r="r" t="t"/>
                <a:pathLst>
                  <a:path extrusionOk="0" h="82333" w="61683">
                    <a:moveTo>
                      <a:pt x="14078" y="57"/>
                    </a:moveTo>
                    <a:lnTo>
                      <a:pt x="14078" y="0"/>
                    </a:lnTo>
                    <a:lnTo>
                      <a:pt x="14040" y="28"/>
                    </a:lnTo>
                    <a:lnTo>
                      <a:pt x="14002" y="0"/>
                    </a:lnTo>
                    <a:lnTo>
                      <a:pt x="14002" y="57"/>
                    </a:lnTo>
                    <a:lnTo>
                      <a:pt x="0" y="11811"/>
                    </a:lnTo>
                    <a:lnTo>
                      <a:pt x="33614" y="40034"/>
                    </a:lnTo>
                    <a:lnTo>
                      <a:pt x="33614" y="82334"/>
                    </a:lnTo>
                    <a:lnTo>
                      <a:pt x="61684" y="82334"/>
                    </a:lnTo>
                    <a:lnTo>
                      <a:pt x="61684" y="40034"/>
                    </a:lnTo>
                    <a:close/>
                  </a:path>
                </a:pathLst>
              </a:custGeom>
              <a:solidFill>
                <a:srgbClr val="0C7A9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0" name="Google Shape;2030;p46"/>
              <p:cNvSpPr/>
              <p:nvPr/>
            </p:nvSpPr>
            <p:spPr>
              <a:xfrm>
                <a:off x="6335134" y="4089183"/>
                <a:ext cx="122377" cy="117548"/>
              </a:xfrm>
              <a:custGeom>
                <a:rect b="b" l="l" r="r" t="t"/>
                <a:pathLst>
                  <a:path extrusionOk="0" h="117548" w="122377">
                    <a:moveTo>
                      <a:pt x="0" y="0"/>
                    </a:moveTo>
                    <a:lnTo>
                      <a:pt x="122377" y="0"/>
                    </a:lnTo>
                    <a:lnTo>
                      <a:pt x="122377" y="117548"/>
                    </a:lnTo>
                    <a:lnTo>
                      <a:pt x="0" y="117548"/>
                    </a:lnTo>
                    <a:close/>
                  </a:path>
                </a:pathLst>
              </a:custGeom>
              <a:solidFill>
                <a:srgbClr val="149A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1" name="Google Shape;2031;p46"/>
              <p:cNvSpPr/>
              <p:nvPr/>
            </p:nvSpPr>
            <p:spPr>
              <a:xfrm>
                <a:off x="6419288" y="4089183"/>
                <a:ext cx="38223" cy="117548"/>
              </a:xfrm>
              <a:custGeom>
                <a:rect b="b" l="l" r="r" t="t"/>
                <a:pathLst>
                  <a:path extrusionOk="0" h="117548" w="38223">
                    <a:moveTo>
                      <a:pt x="0" y="0"/>
                    </a:moveTo>
                    <a:lnTo>
                      <a:pt x="38224" y="0"/>
                    </a:lnTo>
                    <a:lnTo>
                      <a:pt x="38224" y="117548"/>
                    </a:lnTo>
                    <a:lnTo>
                      <a:pt x="0" y="117548"/>
                    </a:lnTo>
                    <a:close/>
                  </a:path>
                </a:pathLst>
              </a:custGeom>
              <a:solidFill>
                <a:srgbClr val="0C7A9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32" name="Google Shape;2032;p46"/>
            <p:cNvGrpSpPr/>
            <p:nvPr/>
          </p:nvGrpSpPr>
          <p:grpSpPr>
            <a:xfrm>
              <a:off x="6802259" y="4007682"/>
              <a:ext cx="263042" cy="367836"/>
              <a:chOff x="6802259" y="3785526"/>
              <a:chExt cx="263042" cy="367836"/>
            </a:xfrm>
          </p:grpSpPr>
          <p:grpSp>
            <p:nvGrpSpPr>
              <p:cNvPr id="2033" name="Google Shape;2033;p46"/>
              <p:cNvGrpSpPr/>
              <p:nvPr/>
            </p:nvGrpSpPr>
            <p:grpSpPr>
              <a:xfrm>
                <a:off x="6802259" y="3894892"/>
                <a:ext cx="263042" cy="167258"/>
                <a:chOff x="6802259" y="3894892"/>
                <a:chExt cx="263042" cy="167258"/>
              </a:xfrm>
            </p:grpSpPr>
            <p:sp>
              <p:nvSpPr>
                <p:cNvPr id="2034" name="Google Shape;2034;p46"/>
                <p:cNvSpPr/>
                <p:nvPr/>
              </p:nvSpPr>
              <p:spPr>
                <a:xfrm>
                  <a:off x="6802259" y="3894892"/>
                  <a:ext cx="263042" cy="167258"/>
                </a:xfrm>
                <a:custGeom>
                  <a:rect b="b" l="l" r="r" t="t"/>
                  <a:pathLst>
                    <a:path extrusionOk="0" h="167258" w="263042">
                      <a:moveTo>
                        <a:pt x="263042" y="167259"/>
                      </a:moveTo>
                      <a:lnTo>
                        <a:pt x="131521" y="0"/>
                      </a:lnTo>
                      <a:lnTo>
                        <a:pt x="0" y="167259"/>
                      </a:lnTo>
                      <a:close/>
                    </a:path>
                  </a:pathLst>
                </a:custGeom>
                <a:solidFill>
                  <a:srgbClr val="83BB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5" name="Google Shape;2035;p46"/>
                <p:cNvSpPr/>
                <p:nvPr/>
              </p:nvSpPr>
              <p:spPr>
                <a:xfrm>
                  <a:off x="6802259" y="3894892"/>
                  <a:ext cx="263042" cy="167258"/>
                </a:xfrm>
                <a:custGeom>
                  <a:rect b="b" l="l" r="r" t="t"/>
                  <a:pathLst>
                    <a:path extrusionOk="0" h="167258" w="263042">
                      <a:moveTo>
                        <a:pt x="131521" y="0"/>
                      </a:moveTo>
                      <a:lnTo>
                        <a:pt x="110947" y="26156"/>
                      </a:lnTo>
                      <a:lnTo>
                        <a:pt x="144799" y="69199"/>
                      </a:lnTo>
                      <a:cubicBezTo>
                        <a:pt x="167173" y="97650"/>
                        <a:pt x="146904" y="139370"/>
                        <a:pt x="110709" y="139370"/>
                      </a:cubicBezTo>
                      <a:lnTo>
                        <a:pt x="21927" y="139370"/>
                      </a:lnTo>
                      <a:lnTo>
                        <a:pt x="0" y="167259"/>
                      </a:lnTo>
                      <a:lnTo>
                        <a:pt x="263042" y="167259"/>
                      </a:lnTo>
                      <a:lnTo>
                        <a:pt x="131521" y="0"/>
                      </a:lnTo>
                      <a:close/>
                    </a:path>
                  </a:pathLst>
                </a:custGeom>
                <a:solidFill>
                  <a:srgbClr val="6E930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036" name="Google Shape;2036;p46"/>
              <p:cNvGrpSpPr/>
              <p:nvPr/>
            </p:nvGrpSpPr>
            <p:grpSpPr>
              <a:xfrm>
                <a:off x="6827443" y="3841456"/>
                <a:ext cx="212674" cy="135235"/>
                <a:chOff x="6827443" y="3841456"/>
                <a:chExt cx="212674" cy="135235"/>
              </a:xfrm>
            </p:grpSpPr>
            <p:sp>
              <p:nvSpPr>
                <p:cNvPr id="2037" name="Google Shape;2037;p46"/>
                <p:cNvSpPr/>
                <p:nvPr/>
              </p:nvSpPr>
              <p:spPr>
                <a:xfrm>
                  <a:off x="6827443" y="3841456"/>
                  <a:ext cx="212674" cy="135235"/>
                </a:xfrm>
                <a:custGeom>
                  <a:rect b="b" l="l" r="r" t="t"/>
                  <a:pathLst>
                    <a:path extrusionOk="0" h="135235" w="212674">
                      <a:moveTo>
                        <a:pt x="212674" y="135236"/>
                      </a:moveTo>
                      <a:lnTo>
                        <a:pt x="106337" y="0"/>
                      </a:lnTo>
                      <a:lnTo>
                        <a:pt x="0" y="135236"/>
                      </a:lnTo>
                      <a:close/>
                    </a:path>
                  </a:pathLst>
                </a:custGeom>
                <a:solidFill>
                  <a:srgbClr val="83BB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8" name="Google Shape;2038;p46"/>
                <p:cNvSpPr/>
                <p:nvPr/>
              </p:nvSpPr>
              <p:spPr>
                <a:xfrm>
                  <a:off x="6827443" y="3841456"/>
                  <a:ext cx="212674" cy="135235"/>
                </a:xfrm>
                <a:custGeom>
                  <a:rect b="b" l="l" r="r" t="t"/>
                  <a:pathLst>
                    <a:path extrusionOk="0" h="135235" w="212674">
                      <a:moveTo>
                        <a:pt x="106337" y="0"/>
                      </a:moveTo>
                      <a:lnTo>
                        <a:pt x="89706" y="21155"/>
                      </a:lnTo>
                      <a:lnTo>
                        <a:pt x="117072" y="55959"/>
                      </a:lnTo>
                      <a:cubicBezTo>
                        <a:pt x="135160" y="78962"/>
                        <a:pt x="118767" y="112690"/>
                        <a:pt x="89506" y="112690"/>
                      </a:cubicBezTo>
                      <a:lnTo>
                        <a:pt x="17726" y="112690"/>
                      </a:lnTo>
                      <a:lnTo>
                        <a:pt x="0" y="135236"/>
                      </a:lnTo>
                      <a:lnTo>
                        <a:pt x="212674" y="135236"/>
                      </a:lnTo>
                      <a:lnTo>
                        <a:pt x="106337" y="0"/>
                      </a:lnTo>
                      <a:close/>
                    </a:path>
                  </a:pathLst>
                </a:custGeom>
                <a:solidFill>
                  <a:srgbClr val="6E930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039" name="Google Shape;2039;p46"/>
              <p:cNvGrpSpPr/>
              <p:nvPr/>
            </p:nvGrpSpPr>
            <p:grpSpPr>
              <a:xfrm>
                <a:off x="6909358" y="4062027"/>
                <a:ext cx="40681" cy="91335"/>
                <a:chOff x="6909358" y="4062027"/>
                <a:chExt cx="40681" cy="91335"/>
              </a:xfrm>
            </p:grpSpPr>
            <p:sp>
              <p:nvSpPr>
                <p:cNvPr id="2040" name="Google Shape;2040;p46"/>
                <p:cNvSpPr/>
                <p:nvPr/>
              </p:nvSpPr>
              <p:spPr>
                <a:xfrm>
                  <a:off x="6909358" y="4062027"/>
                  <a:ext cx="40681" cy="91335"/>
                </a:xfrm>
                <a:custGeom>
                  <a:rect b="b" l="l" r="r" t="t"/>
                  <a:pathLst>
                    <a:path extrusionOk="0" h="91335" w="40681">
                      <a:moveTo>
                        <a:pt x="0" y="0"/>
                      </a:moveTo>
                      <a:lnTo>
                        <a:pt x="40681" y="0"/>
                      </a:lnTo>
                      <a:lnTo>
                        <a:pt x="40681" y="91335"/>
                      </a:lnTo>
                      <a:lnTo>
                        <a:pt x="0" y="91335"/>
                      </a:lnTo>
                      <a:close/>
                    </a:path>
                  </a:pathLst>
                </a:custGeom>
                <a:solidFill>
                  <a:srgbClr val="CC702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41" name="Google Shape;2041;p46"/>
                <p:cNvSpPr/>
                <p:nvPr/>
              </p:nvSpPr>
              <p:spPr>
                <a:xfrm>
                  <a:off x="6909358" y="4062027"/>
                  <a:ext cx="40681" cy="91335"/>
                </a:xfrm>
                <a:custGeom>
                  <a:rect b="b" l="l" r="r" t="t"/>
                  <a:pathLst>
                    <a:path extrusionOk="0" h="91335" w="40681">
                      <a:moveTo>
                        <a:pt x="23403" y="91335"/>
                      </a:moveTo>
                      <a:lnTo>
                        <a:pt x="40681" y="91335"/>
                      </a:lnTo>
                      <a:lnTo>
                        <a:pt x="40681" y="0"/>
                      </a:lnTo>
                      <a:lnTo>
                        <a:pt x="0" y="0"/>
                      </a:lnTo>
                      <a:lnTo>
                        <a:pt x="0" y="12554"/>
                      </a:lnTo>
                      <a:lnTo>
                        <a:pt x="23403" y="12554"/>
                      </a:lnTo>
                      <a:close/>
                    </a:path>
                  </a:pathLst>
                </a:custGeom>
                <a:solidFill>
                  <a:srgbClr val="AA541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042" name="Google Shape;2042;p46"/>
              <p:cNvGrpSpPr/>
              <p:nvPr/>
            </p:nvGrpSpPr>
            <p:grpSpPr>
              <a:xfrm>
                <a:off x="6842712" y="3785526"/>
                <a:ext cx="182155" cy="115823"/>
                <a:chOff x="6842712" y="3785526"/>
                <a:chExt cx="182155" cy="115823"/>
              </a:xfrm>
            </p:grpSpPr>
            <p:sp>
              <p:nvSpPr>
                <p:cNvPr id="2043" name="Google Shape;2043;p46"/>
                <p:cNvSpPr/>
                <p:nvPr/>
              </p:nvSpPr>
              <p:spPr>
                <a:xfrm>
                  <a:off x="6842712" y="3785526"/>
                  <a:ext cx="182146" cy="115823"/>
                </a:xfrm>
                <a:custGeom>
                  <a:rect b="b" l="l" r="r" t="t"/>
                  <a:pathLst>
                    <a:path extrusionOk="0" h="115823" w="182146">
                      <a:moveTo>
                        <a:pt x="182147" y="115824"/>
                      </a:moveTo>
                      <a:lnTo>
                        <a:pt x="91069" y="0"/>
                      </a:lnTo>
                      <a:lnTo>
                        <a:pt x="0" y="115824"/>
                      </a:lnTo>
                      <a:close/>
                    </a:path>
                  </a:pathLst>
                </a:custGeom>
                <a:solidFill>
                  <a:srgbClr val="83BB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44" name="Google Shape;2044;p46"/>
                <p:cNvSpPr/>
                <p:nvPr/>
              </p:nvSpPr>
              <p:spPr>
                <a:xfrm>
                  <a:off x="6842721" y="3785526"/>
                  <a:ext cx="182146" cy="115823"/>
                </a:xfrm>
                <a:custGeom>
                  <a:rect b="b" l="l" r="r" t="t"/>
                  <a:pathLst>
                    <a:path extrusionOk="0" h="115823" w="182146">
                      <a:moveTo>
                        <a:pt x="91059" y="0"/>
                      </a:moveTo>
                      <a:lnTo>
                        <a:pt x="76819" y="18116"/>
                      </a:lnTo>
                      <a:lnTo>
                        <a:pt x="100260" y="47920"/>
                      </a:lnTo>
                      <a:cubicBezTo>
                        <a:pt x="115748" y="67618"/>
                        <a:pt x="101718" y="96517"/>
                        <a:pt x="76657" y="96517"/>
                      </a:cubicBezTo>
                      <a:lnTo>
                        <a:pt x="15183" y="96517"/>
                      </a:lnTo>
                      <a:lnTo>
                        <a:pt x="0" y="115824"/>
                      </a:lnTo>
                      <a:lnTo>
                        <a:pt x="182147" y="115824"/>
                      </a:lnTo>
                      <a:lnTo>
                        <a:pt x="91059" y="0"/>
                      </a:lnTo>
                      <a:close/>
                    </a:path>
                  </a:pathLst>
                </a:custGeom>
                <a:solidFill>
                  <a:srgbClr val="6E930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045" name="Google Shape;2045;p46"/>
            <p:cNvGrpSpPr/>
            <p:nvPr/>
          </p:nvGrpSpPr>
          <p:grpSpPr>
            <a:xfrm>
              <a:off x="6559886" y="4081510"/>
              <a:ext cx="257670" cy="360302"/>
              <a:chOff x="6559886" y="3859354"/>
              <a:chExt cx="257670" cy="360302"/>
            </a:xfrm>
          </p:grpSpPr>
          <p:grpSp>
            <p:nvGrpSpPr>
              <p:cNvPr id="2046" name="Google Shape;2046;p46"/>
              <p:cNvGrpSpPr/>
              <p:nvPr/>
            </p:nvGrpSpPr>
            <p:grpSpPr>
              <a:xfrm>
                <a:off x="6559886" y="3966472"/>
                <a:ext cx="257670" cy="163839"/>
                <a:chOff x="6559886" y="3966472"/>
                <a:chExt cx="257670" cy="163839"/>
              </a:xfrm>
            </p:grpSpPr>
            <p:sp>
              <p:nvSpPr>
                <p:cNvPr id="2047" name="Google Shape;2047;p46"/>
                <p:cNvSpPr/>
                <p:nvPr/>
              </p:nvSpPr>
              <p:spPr>
                <a:xfrm>
                  <a:off x="6559886" y="3966472"/>
                  <a:ext cx="257660" cy="163839"/>
                </a:xfrm>
                <a:custGeom>
                  <a:rect b="b" l="l" r="r" t="t"/>
                  <a:pathLst>
                    <a:path extrusionOk="0" h="163839" w="257660">
                      <a:moveTo>
                        <a:pt x="257661" y="163840"/>
                      </a:moveTo>
                      <a:lnTo>
                        <a:pt x="128835" y="0"/>
                      </a:lnTo>
                      <a:lnTo>
                        <a:pt x="0" y="163840"/>
                      </a:lnTo>
                      <a:close/>
                    </a:path>
                  </a:pathLst>
                </a:custGeom>
                <a:solidFill>
                  <a:srgbClr val="83BB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48" name="Google Shape;2048;p46"/>
                <p:cNvSpPr/>
                <p:nvPr/>
              </p:nvSpPr>
              <p:spPr>
                <a:xfrm>
                  <a:off x="6559896" y="3966472"/>
                  <a:ext cx="257660" cy="163839"/>
                </a:xfrm>
                <a:custGeom>
                  <a:rect b="b" l="l" r="r" t="t"/>
                  <a:pathLst>
                    <a:path extrusionOk="0" h="163839" w="257660">
                      <a:moveTo>
                        <a:pt x="128826" y="0"/>
                      </a:moveTo>
                      <a:lnTo>
                        <a:pt x="108680" y="25622"/>
                      </a:lnTo>
                      <a:lnTo>
                        <a:pt x="141837" y="67789"/>
                      </a:lnTo>
                      <a:cubicBezTo>
                        <a:pt x="163754" y="95660"/>
                        <a:pt x="143894" y="136522"/>
                        <a:pt x="108442" y="136522"/>
                      </a:cubicBezTo>
                      <a:lnTo>
                        <a:pt x="21479" y="136522"/>
                      </a:lnTo>
                      <a:lnTo>
                        <a:pt x="0" y="163840"/>
                      </a:lnTo>
                      <a:lnTo>
                        <a:pt x="257661" y="163840"/>
                      </a:lnTo>
                      <a:lnTo>
                        <a:pt x="128826" y="0"/>
                      </a:lnTo>
                      <a:close/>
                    </a:path>
                  </a:pathLst>
                </a:custGeom>
                <a:solidFill>
                  <a:srgbClr val="6E930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049" name="Google Shape;2049;p46"/>
              <p:cNvGrpSpPr/>
              <p:nvPr/>
            </p:nvGrpSpPr>
            <p:grpSpPr>
              <a:xfrm>
                <a:off x="6584556" y="3914132"/>
                <a:ext cx="208321" cy="132473"/>
                <a:chOff x="6584556" y="3914132"/>
                <a:chExt cx="208321" cy="132473"/>
              </a:xfrm>
            </p:grpSpPr>
            <p:sp>
              <p:nvSpPr>
                <p:cNvPr id="2050" name="Google Shape;2050;p46"/>
                <p:cNvSpPr/>
                <p:nvPr/>
              </p:nvSpPr>
              <p:spPr>
                <a:xfrm>
                  <a:off x="6584556" y="3914132"/>
                  <a:ext cx="208321" cy="132464"/>
                </a:xfrm>
                <a:custGeom>
                  <a:rect b="b" l="l" r="r" t="t"/>
                  <a:pathLst>
                    <a:path extrusionOk="0" h="132464" w="208321">
                      <a:moveTo>
                        <a:pt x="208321" y="132464"/>
                      </a:moveTo>
                      <a:lnTo>
                        <a:pt x="104165" y="0"/>
                      </a:lnTo>
                      <a:lnTo>
                        <a:pt x="0" y="132464"/>
                      </a:lnTo>
                      <a:close/>
                    </a:path>
                  </a:pathLst>
                </a:custGeom>
                <a:solidFill>
                  <a:srgbClr val="83BB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51" name="Google Shape;2051;p46"/>
                <p:cNvSpPr/>
                <p:nvPr/>
              </p:nvSpPr>
              <p:spPr>
                <a:xfrm>
                  <a:off x="6584556" y="3914132"/>
                  <a:ext cx="208321" cy="132473"/>
                </a:xfrm>
                <a:custGeom>
                  <a:rect b="b" l="l" r="r" t="t"/>
                  <a:pathLst>
                    <a:path extrusionOk="0" h="132473" w="208321">
                      <a:moveTo>
                        <a:pt x="104165" y="0"/>
                      </a:moveTo>
                      <a:lnTo>
                        <a:pt x="87878" y="20717"/>
                      </a:lnTo>
                      <a:lnTo>
                        <a:pt x="114681" y="54807"/>
                      </a:lnTo>
                      <a:cubicBezTo>
                        <a:pt x="132397" y="77343"/>
                        <a:pt x="116348" y="110385"/>
                        <a:pt x="87678" y="110385"/>
                      </a:cubicBezTo>
                      <a:lnTo>
                        <a:pt x="17364" y="110385"/>
                      </a:lnTo>
                      <a:lnTo>
                        <a:pt x="0" y="132474"/>
                      </a:lnTo>
                      <a:lnTo>
                        <a:pt x="208321" y="132474"/>
                      </a:lnTo>
                      <a:lnTo>
                        <a:pt x="104165" y="0"/>
                      </a:lnTo>
                      <a:close/>
                    </a:path>
                  </a:pathLst>
                </a:custGeom>
                <a:solidFill>
                  <a:srgbClr val="6E930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052" name="Google Shape;2052;p46"/>
              <p:cNvGrpSpPr/>
              <p:nvPr/>
            </p:nvGrpSpPr>
            <p:grpSpPr>
              <a:xfrm>
                <a:off x="6664794" y="4130188"/>
                <a:ext cx="39852" cy="89468"/>
                <a:chOff x="6664794" y="4130188"/>
                <a:chExt cx="39852" cy="89468"/>
              </a:xfrm>
            </p:grpSpPr>
            <p:sp>
              <p:nvSpPr>
                <p:cNvPr id="2053" name="Google Shape;2053;p46"/>
                <p:cNvSpPr/>
                <p:nvPr/>
              </p:nvSpPr>
              <p:spPr>
                <a:xfrm>
                  <a:off x="6664794" y="4130188"/>
                  <a:ext cx="39852" cy="89468"/>
                </a:xfrm>
                <a:custGeom>
                  <a:rect b="b" l="l" r="r" t="t"/>
                  <a:pathLst>
                    <a:path extrusionOk="0" h="89468" w="39852">
                      <a:moveTo>
                        <a:pt x="0" y="0"/>
                      </a:moveTo>
                      <a:lnTo>
                        <a:pt x="39853" y="0"/>
                      </a:lnTo>
                      <a:lnTo>
                        <a:pt x="39853" y="89468"/>
                      </a:lnTo>
                      <a:lnTo>
                        <a:pt x="0" y="89468"/>
                      </a:lnTo>
                      <a:close/>
                    </a:path>
                  </a:pathLst>
                </a:custGeom>
                <a:solidFill>
                  <a:srgbClr val="CC702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54" name="Google Shape;2054;p46"/>
                <p:cNvSpPr/>
                <p:nvPr/>
              </p:nvSpPr>
              <p:spPr>
                <a:xfrm>
                  <a:off x="6664794" y="4130188"/>
                  <a:ext cx="39852" cy="89468"/>
                </a:xfrm>
                <a:custGeom>
                  <a:rect b="b" l="l" r="r" t="t"/>
                  <a:pathLst>
                    <a:path extrusionOk="0" h="89468" w="39852">
                      <a:moveTo>
                        <a:pt x="22917" y="89468"/>
                      </a:moveTo>
                      <a:lnTo>
                        <a:pt x="39853" y="89468"/>
                      </a:lnTo>
                      <a:lnTo>
                        <a:pt x="39853" y="0"/>
                      </a:lnTo>
                      <a:lnTo>
                        <a:pt x="0" y="0"/>
                      </a:lnTo>
                      <a:lnTo>
                        <a:pt x="0" y="12297"/>
                      </a:lnTo>
                      <a:lnTo>
                        <a:pt x="22917" y="12297"/>
                      </a:lnTo>
                      <a:close/>
                    </a:path>
                  </a:pathLst>
                </a:custGeom>
                <a:solidFill>
                  <a:srgbClr val="AA541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055" name="Google Shape;2055;p46"/>
              <p:cNvGrpSpPr/>
              <p:nvPr/>
            </p:nvGrpSpPr>
            <p:grpSpPr>
              <a:xfrm>
                <a:off x="6599510" y="3859354"/>
                <a:ext cx="178422" cy="113452"/>
                <a:chOff x="6599510" y="3859354"/>
                <a:chExt cx="178422" cy="113452"/>
              </a:xfrm>
            </p:grpSpPr>
            <p:sp>
              <p:nvSpPr>
                <p:cNvPr id="2056" name="Google Shape;2056;p46"/>
                <p:cNvSpPr/>
                <p:nvPr/>
              </p:nvSpPr>
              <p:spPr>
                <a:xfrm>
                  <a:off x="6599510" y="3859354"/>
                  <a:ext cx="178412" cy="113452"/>
                </a:xfrm>
                <a:custGeom>
                  <a:rect b="b" l="l" r="r" t="t"/>
                  <a:pathLst>
                    <a:path extrusionOk="0" h="113452" w="178412">
                      <a:moveTo>
                        <a:pt x="178413" y="113452"/>
                      </a:moveTo>
                      <a:lnTo>
                        <a:pt x="89211" y="0"/>
                      </a:lnTo>
                      <a:lnTo>
                        <a:pt x="0" y="113452"/>
                      </a:lnTo>
                      <a:close/>
                    </a:path>
                  </a:pathLst>
                </a:custGeom>
                <a:solidFill>
                  <a:srgbClr val="83BB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57" name="Google Shape;2057;p46"/>
                <p:cNvSpPr/>
                <p:nvPr/>
              </p:nvSpPr>
              <p:spPr>
                <a:xfrm>
                  <a:off x="6599510" y="3859354"/>
                  <a:ext cx="178422" cy="113452"/>
                </a:xfrm>
                <a:custGeom>
                  <a:rect b="b" l="l" r="r" t="t"/>
                  <a:pathLst>
                    <a:path extrusionOk="0" h="113452" w="178422">
                      <a:moveTo>
                        <a:pt x="89211" y="0"/>
                      </a:moveTo>
                      <a:lnTo>
                        <a:pt x="75257" y="17745"/>
                      </a:lnTo>
                      <a:lnTo>
                        <a:pt x="98212" y="46939"/>
                      </a:lnTo>
                      <a:cubicBezTo>
                        <a:pt x="113386" y="66237"/>
                        <a:pt x="99641" y="94536"/>
                        <a:pt x="75086" y="94536"/>
                      </a:cubicBezTo>
                      <a:lnTo>
                        <a:pt x="14869" y="94536"/>
                      </a:lnTo>
                      <a:lnTo>
                        <a:pt x="0" y="113452"/>
                      </a:lnTo>
                      <a:lnTo>
                        <a:pt x="178422" y="113452"/>
                      </a:lnTo>
                      <a:lnTo>
                        <a:pt x="89211" y="0"/>
                      </a:lnTo>
                      <a:close/>
                    </a:path>
                  </a:pathLst>
                </a:custGeom>
                <a:solidFill>
                  <a:srgbClr val="6E930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058" name="Google Shape;2058;p46"/>
            <p:cNvGrpSpPr/>
            <p:nvPr/>
          </p:nvGrpSpPr>
          <p:grpSpPr>
            <a:xfrm>
              <a:off x="7042537" y="4079748"/>
              <a:ext cx="256298" cy="358406"/>
              <a:chOff x="7042537" y="3857592"/>
              <a:chExt cx="256298" cy="358406"/>
            </a:xfrm>
          </p:grpSpPr>
          <p:grpSp>
            <p:nvGrpSpPr>
              <p:cNvPr id="2059" name="Google Shape;2059;p46"/>
              <p:cNvGrpSpPr/>
              <p:nvPr/>
            </p:nvGrpSpPr>
            <p:grpSpPr>
              <a:xfrm>
                <a:off x="7042537" y="3964148"/>
                <a:ext cx="256298" cy="162982"/>
                <a:chOff x="7042537" y="3964148"/>
                <a:chExt cx="256298" cy="162982"/>
              </a:xfrm>
            </p:grpSpPr>
            <p:sp>
              <p:nvSpPr>
                <p:cNvPr id="2060" name="Google Shape;2060;p46"/>
                <p:cNvSpPr/>
                <p:nvPr/>
              </p:nvSpPr>
              <p:spPr>
                <a:xfrm>
                  <a:off x="7042537" y="3964148"/>
                  <a:ext cx="256298" cy="162982"/>
                </a:xfrm>
                <a:custGeom>
                  <a:rect b="b" l="l" r="r" t="t"/>
                  <a:pathLst>
                    <a:path extrusionOk="0" h="162982" w="256298">
                      <a:moveTo>
                        <a:pt x="256299" y="162982"/>
                      </a:moveTo>
                      <a:lnTo>
                        <a:pt x="128149" y="0"/>
                      </a:lnTo>
                      <a:lnTo>
                        <a:pt x="0" y="162982"/>
                      </a:lnTo>
                      <a:close/>
                    </a:path>
                  </a:pathLst>
                </a:custGeom>
                <a:solidFill>
                  <a:srgbClr val="83BB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61" name="Google Shape;2061;p46"/>
                <p:cNvSpPr/>
                <p:nvPr/>
              </p:nvSpPr>
              <p:spPr>
                <a:xfrm>
                  <a:off x="7042537" y="3964148"/>
                  <a:ext cx="256298" cy="162972"/>
                </a:xfrm>
                <a:custGeom>
                  <a:rect b="b" l="l" r="r" t="t"/>
                  <a:pathLst>
                    <a:path extrusionOk="0" h="162972" w="256298">
                      <a:moveTo>
                        <a:pt x="128149" y="0"/>
                      </a:moveTo>
                      <a:lnTo>
                        <a:pt x="108109" y="25489"/>
                      </a:lnTo>
                      <a:lnTo>
                        <a:pt x="141084" y="67428"/>
                      </a:lnTo>
                      <a:cubicBezTo>
                        <a:pt x="162887" y="95145"/>
                        <a:pt x="143132" y="135798"/>
                        <a:pt x="107871" y="135798"/>
                      </a:cubicBezTo>
                      <a:lnTo>
                        <a:pt x="21365" y="135798"/>
                      </a:lnTo>
                      <a:lnTo>
                        <a:pt x="0" y="162973"/>
                      </a:lnTo>
                      <a:lnTo>
                        <a:pt x="256299" y="162973"/>
                      </a:lnTo>
                      <a:lnTo>
                        <a:pt x="128149" y="0"/>
                      </a:lnTo>
                      <a:close/>
                    </a:path>
                  </a:pathLst>
                </a:custGeom>
                <a:solidFill>
                  <a:srgbClr val="6E930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062" name="Google Shape;2062;p46"/>
              <p:cNvGrpSpPr/>
              <p:nvPr/>
            </p:nvGrpSpPr>
            <p:grpSpPr>
              <a:xfrm>
                <a:off x="7067073" y="3912084"/>
                <a:ext cx="207226" cy="131768"/>
                <a:chOff x="7067073" y="3912084"/>
                <a:chExt cx="207226" cy="131768"/>
              </a:xfrm>
            </p:grpSpPr>
            <p:sp>
              <p:nvSpPr>
                <p:cNvPr id="2063" name="Google Shape;2063;p46"/>
                <p:cNvSpPr/>
                <p:nvPr/>
              </p:nvSpPr>
              <p:spPr>
                <a:xfrm>
                  <a:off x="7067083" y="3912084"/>
                  <a:ext cx="207216" cy="131768"/>
                </a:xfrm>
                <a:custGeom>
                  <a:rect b="b" l="l" r="r" t="t"/>
                  <a:pathLst>
                    <a:path extrusionOk="0" h="131768" w="207216">
                      <a:moveTo>
                        <a:pt x="207216" y="131769"/>
                      </a:moveTo>
                      <a:lnTo>
                        <a:pt x="103604" y="0"/>
                      </a:lnTo>
                      <a:lnTo>
                        <a:pt x="0" y="131769"/>
                      </a:lnTo>
                      <a:close/>
                    </a:path>
                  </a:pathLst>
                </a:custGeom>
                <a:solidFill>
                  <a:srgbClr val="83BB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64" name="Google Shape;2064;p46"/>
                <p:cNvSpPr/>
                <p:nvPr/>
              </p:nvSpPr>
              <p:spPr>
                <a:xfrm>
                  <a:off x="7067073" y="3912084"/>
                  <a:ext cx="207216" cy="131768"/>
                </a:xfrm>
                <a:custGeom>
                  <a:rect b="b" l="l" r="r" t="t"/>
                  <a:pathLst>
                    <a:path extrusionOk="0" h="131768" w="207216">
                      <a:moveTo>
                        <a:pt x="103613" y="0"/>
                      </a:moveTo>
                      <a:lnTo>
                        <a:pt x="87411" y="20612"/>
                      </a:lnTo>
                      <a:lnTo>
                        <a:pt x="114071" y="54521"/>
                      </a:lnTo>
                      <a:cubicBezTo>
                        <a:pt x="131693" y="76933"/>
                        <a:pt x="115729" y="109804"/>
                        <a:pt x="87220" y="109804"/>
                      </a:cubicBezTo>
                      <a:lnTo>
                        <a:pt x="17278" y="109804"/>
                      </a:lnTo>
                      <a:lnTo>
                        <a:pt x="0" y="131769"/>
                      </a:lnTo>
                      <a:lnTo>
                        <a:pt x="207216" y="131769"/>
                      </a:lnTo>
                      <a:lnTo>
                        <a:pt x="103613" y="0"/>
                      </a:lnTo>
                      <a:close/>
                    </a:path>
                  </a:pathLst>
                </a:custGeom>
                <a:solidFill>
                  <a:srgbClr val="6E930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065" name="Google Shape;2065;p46"/>
              <p:cNvGrpSpPr/>
              <p:nvPr/>
            </p:nvGrpSpPr>
            <p:grpSpPr>
              <a:xfrm>
                <a:off x="7146893" y="4127006"/>
                <a:ext cx="39643" cy="88992"/>
                <a:chOff x="7146893" y="4127006"/>
                <a:chExt cx="39643" cy="88992"/>
              </a:xfrm>
            </p:grpSpPr>
            <p:sp>
              <p:nvSpPr>
                <p:cNvPr id="2066" name="Google Shape;2066;p46"/>
                <p:cNvSpPr/>
                <p:nvPr/>
              </p:nvSpPr>
              <p:spPr>
                <a:xfrm>
                  <a:off x="7146893" y="4127006"/>
                  <a:ext cx="39643" cy="88992"/>
                </a:xfrm>
                <a:custGeom>
                  <a:rect b="b" l="l" r="r" t="t"/>
                  <a:pathLst>
                    <a:path extrusionOk="0" h="88992" w="39643">
                      <a:moveTo>
                        <a:pt x="0" y="0"/>
                      </a:moveTo>
                      <a:lnTo>
                        <a:pt x="39643" y="0"/>
                      </a:lnTo>
                      <a:lnTo>
                        <a:pt x="39643" y="88992"/>
                      </a:lnTo>
                      <a:lnTo>
                        <a:pt x="0" y="88992"/>
                      </a:lnTo>
                      <a:close/>
                    </a:path>
                  </a:pathLst>
                </a:custGeom>
                <a:solidFill>
                  <a:srgbClr val="CC702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67" name="Google Shape;2067;p46"/>
                <p:cNvSpPr/>
                <p:nvPr/>
              </p:nvSpPr>
              <p:spPr>
                <a:xfrm>
                  <a:off x="7146893" y="4127006"/>
                  <a:ext cx="39643" cy="88992"/>
                </a:xfrm>
                <a:custGeom>
                  <a:rect b="b" l="l" r="r" t="t"/>
                  <a:pathLst>
                    <a:path extrusionOk="0" h="88992" w="39643">
                      <a:moveTo>
                        <a:pt x="22803" y="88992"/>
                      </a:moveTo>
                      <a:lnTo>
                        <a:pt x="39643" y="88992"/>
                      </a:lnTo>
                      <a:lnTo>
                        <a:pt x="39643" y="0"/>
                      </a:lnTo>
                      <a:lnTo>
                        <a:pt x="0" y="0"/>
                      </a:lnTo>
                      <a:lnTo>
                        <a:pt x="0" y="12230"/>
                      </a:lnTo>
                      <a:lnTo>
                        <a:pt x="22803" y="12230"/>
                      </a:lnTo>
                      <a:close/>
                    </a:path>
                  </a:pathLst>
                </a:custGeom>
                <a:solidFill>
                  <a:srgbClr val="AA541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068" name="Google Shape;2068;p46"/>
              <p:cNvGrpSpPr/>
              <p:nvPr/>
            </p:nvGrpSpPr>
            <p:grpSpPr>
              <a:xfrm>
                <a:off x="7081951" y="3857592"/>
                <a:ext cx="177479" cy="112852"/>
                <a:chOff x="7081951" y="3857592"/>
                <a:chExt cx="177479" cy="112852"/>
              </a:xfrm>
            </p:grpSpPr>
            <p:sp>
              <p:nvSpPr>
                <p:cNvPr id="2069" name="Google Shape;2069;p46"/>
                <p:cNvSpPr/>
                <p:nvPr/>
              </p:nvSpPr>
              <p:spPr>
                <a:xfrm>
                  <a:off x="7081951" y="3857592"/>
                  <a:ext cx="177479" cy="112852"/>
                </a:xfrm>
                <a:custGeom>
                  <a:rect b="b" l="l" r="r" t="t"/>
                  <a:pathLst>
                    <a:path extrusionOk="0" h="112852" w="177479">
                      <a:moveTo>
                        <a:pt x="177479" y="112852"/>
                      </a:moveTo>
                      <a:lnTo>
                        <a:pt x="88735" y="0"/>
                      </a:lnTo>
                      <a:lnTo>
                        <a:pt x="0" y="112852"/>
                      </a:lnTo>
                      <a:close/>
                    </a:path>
                  </a:pathLst>
                </a:custGeom>
                <a:solidFill>
                  <a:srgbClr val="83BB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70" name="Google Shape;2070;p46"/>
                <p:cNvSpPr/>
                <p:nvPr/>
              </p:nvSpPr>
              <p:spPr>
                <a:xfrm>
                  <a:off x="7081951" y="3857592"/>
                  <a:ext cx="177479" cy="112852"/>
                </a:xfrm>
                <a:custGeom>
                  <a:rect b="b" l="l" r="r" t="t"/>
                  <a:pathLst>
                    <a:path extrusionOk="0" h="112852" w="177479">
                      <a:moveTo>
                        <a:pt x="88735" y="0"/>
                      </a:moveTo>
                      <a:lnTo>
                        <a:pt x="74857" y="17650"/>
                      </a:lnTo>
                      <a:lnTo>
                        <a:pt x="97698" y="46692"/>
                      </a:lnTo>
                      <a:cubicBezTo>
                        <a:pt x="112795" y="65884"/>
                        <a:pt x="99117" y="94040"/>
                        <a:pt x="74695" y="94040"/>
                      </a:cubicBezTo>
                      <a:lnTo>
                        <a:pt x="14792" y="94040"/>
                      </a:lnTo>
                      <a:lnTo>
                        <a:pt x="0" y="112852"/>
                      </a:lnTo>
                      <a:lnTo>
                        <a:pt x="177479" y="112852"/>
                      </a:lnTo>
                      <a:lnTo>
                        <a:pt x="88735" y="0"/>
                      </a:lnTo>
                      <a:close/>
                    </a:path>
                  </a:pathLst>
                </a:custGeom>
                <a:solidFill>
                  <a:srgbClr val="6E930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071" name="Google Shape;2071;p46"/>
            <p:cNvGrpSpPr/>
            <p:nvPr/>
          </p:nvGrpSpPr>
          <p:grpSpPr>
            <a:xfrm>
              <a:off x="7124709" y="3874655"/>
              <a:ext cx="377066" cy="677008"/>
              <a:chOff x="7124709" y="3652499"/>
              <a:chExt cx="377066" cy="677008"/>
            </a:xfrm>
          </p:grpSpPr>
          <p:sp>
            <p:nvSpPr>
              <p:cNvPr id="2072" name="Google Shape;2072;p46"/>
              <p:cNvSpPr/>
              <p:nvPr/>
            </p:nvSpPr>
            <p:spPr>
              <a:xfrm>
                <a:off x="7289225" y="3652499"/>
                <a:ext cx="49872" cy="217684"/>
              </a:xfrm>
              <a:custGeom>
                <a:rect b="b" l="l" r="r" t="t"/>
                <a:pathLst>
                  <a:path extrusionOk="0" h="217684" w="49872">
                    <a:moveTo>
                      <a:pt x="49873" y="108842"/>
                    </a:moveTo>
                    <a:cubicBezTo>
                      <a:pt x="49873" y="48730"/>
                      <a:pt x="24936" y="0"/>
                      <a:pt x="24936" y="0"/>
                    </a:cubicBezTo>
                    <a:cubicBezTo>
                      <a:pt x="24936" y="0"/>
                      <a:pt x="0" y="48730"/>
                      <a:pt x="0" y="108842"/>
                    </a:cubicBezTo>
                    <a:cubicBezTo>
                      <a:pt x="0" y="168954"/>
                      <a:pt x="11163" y="217685"/>
                      <a:pt x="24936" y="217685"/>
                    </a:cubicBezTo>
                    <a:cubicBezTo>
                      <a:pt x="38710" y="217685"/>
                      <a:pt x="49873" y="168954"/>
                      <a:pt x="49873" y="108842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3" name="Google Shape;2073;p46"/>
              <p:cNvSpPr/>
              <p:nvPr/>
            </p:nvSpPr>
            <p:spPr>
              <a:xfrm>
                <a:off x="7304827" y="3652499"/>
                <a:ext cx="34270" cy="217674"/>
              </a:xfrm>
              <a:custGeom>
                <a:rect b="b" l="l" r="r" t="t"/>
                <a:pathLst>
                  <a:path extrusionOk="0" h="217674" w="34270">
                    <a:moveTo>
                      <a:pt x="9334" y="0"/>
                    </a:moveTo>
                    <a:cubicBezTo>
                      <a:pt x="9334" y="0"/>
                      <a:pt x="5029" y="8430"/>
                      <a:pt x="0" y="22565"/>
                    </a:cubicBezTo>
                    <a:cubicBezTo>
                      <a:pt x="7077" y="42463"/>
                      <a:pt x="15602" y="73695"/>
                      <a:pt x="15602" y="108833"/>
                    </a:cubicBezTo>
                    <a:cubicBezTo>
                      <a:pt x="15602" y="154534"/>
                      <a:pt x="9144" y="193624"/>
                      <a:pt x="0" y="209760"/>
                    </a:cubicBezTo>
                    <a:cubicBezTo>
                      <a:pt x="2886" y="214846"/>
                      <a:pt x="6029" y="217675"/>
                      <a:pt x="9334" y="217675"/>
                    </a:cubicBezTo>
                    <a:cubicBezTo>
                      <a:pt x="23108" y="217675"/>
                      <a:pt x="34271" y="168945"/>
                      <a:pt x="34271" y="108833"/>
                    </a:cubicBezTo>
                    <a:cubicBezTo>
                      <a:pt x="34271" y="48730"/>
                      <a:pt x="9334" y="0"/>
                      <a:pt x="9334" y="0"/>
                    </a:cubicBezTo>
                    <a:close/>
                  </a:path>
                </a:pathLst>
              </a:custGeom>
              <a:solidFill>
                <a:srgbClr val="CACC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4" name="Google Shape;2074;p46"/>
              <p:cNvSpPr/>
              <p:nvPr/>
            </p:nvSpPr>
            <p:spPr>
              <a:xfrm>
                <a:off x="7124709" y="3865531"/>
                <a:ext cx="189350" cy="112990"/>
              </a:xfrm>
              <a:custGeom>
                <a:rect b="b" l="l" r="r" t="t"/>
                <a:pathLst>
                  <a:path extrusionOk="0" h="112990" w="189350">
                    <a:moveTo>
                      <a:pt x="81791" y="36971"/>
                    </a:moveTo>
                    <a:cubicBezTo>
                      <a:pt x="29737" y="67022"/>
                      <a:pt x="0" y="112990"/>
                      <a:pt x="0" y="112990"/>
                    </a:cubicBezTo>
                    <a:cubicBezTo>
                      <a:pt x="0" y="112990"/>
                      <a:pt x="54673" y="110228"/>
                      <a:pt x="106728" y="80167"/>
                    </a:cubicBezTo>
                    <a:cubicBezTo>
                      <a:pt x="158782" y="50116"/>
                      <a:pt x="195405" y="16073"/>
                      <a:pt x="188519" y="4148"/>
                    </a:cubicBezTo>
                    <a:cubicBezTo>
                      <a:pt x="181632" y="-7787"/>
                      <a:pt x="133845" y="6910"/>
                      <a:pt x="81791" y="36971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5" name="Google Shape;2075;p46"/>
              <p:cNvSpPr/>
              <p:nvPr/>
            </p:nvSpPr>
            <p:spPr>
              <a:xfrm>
                <a:off x="7124709" y="3865536"/>
                <a:ext cx="189344" cy="112985"/>
              </a:xfrm>
              <a:custGeom>
                <a:rect b="b" l="l" r="r" t="t"/>
                <a:pathLst>
                  <a:path extrusionOk="0" h="112985" w="189344">
                    <a:moveTo>
                      <a:pt x="93678" y="48844"/>
                    </a:moveTo>
                    <a:cubicBezTo>
                      <a:pt x="132921" y="26184"/>
                      <a:pt x="169726" y="12268"/>
                      <a:pt x="188423" y="11896"/>
                    </a:cubicBezTo>
                    <a:cubicBezTo>
                      <a:pt x="189586" y="8772"/>
                      <a:pt x="189681" y="6143"/>
                      <a:pt x="188519" y="4143"/>
                    </a:cubicBezTo>
                    <a:cubicBezTo>
                      <a:pt x="181632" y="-7782"/>
                      <a:pt x="133845" y="6915"/>
                      <a:pt x="81791" y="36966"/>
                    </a:cubicBezTo>
                    <a:cubicBezTo>
                      <a:pt x="29737" y="67017"/>
                      <a:pt x="0" y="112985"/>
                      <a:pt x="0" y="112985"/>
                    </a:cubicBezTo>
                    <a:cubicBezTo>
                      <a:pt x="0" y="112985"/>
                      <a:pt x="8934" y="112528"/>
                      <a:pt x="23003" y="110013"/>
                    </a:cubicBezTo>
                    <a:cubicBezTo>
                      <a:pt x="36061" y="93964"/>
                      <a:pt x="60255" y="68141"/>
                      <a:pt x="93678" y="48844"/>
                    </a:cubicBezTo>
                    <a:close/>
                  </a:path>
                </a:pathLst>
              </a:custGeom>
              <a:solidFill>
                <a:srgbClr val="CACC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6" name="Google Shape;2076;p46"/>
              <p:cNvSpPr/>
              <p:nvPr/>
            </p:nvSpPr>
            <p:spPr>
              <a:xfrm>
                <a:off x="7312424" y="3866592"/>
                <a:ext cx="189351" cy="112986"/>
              </a:xfrm>
              <a:custGeom>
                <a:rect b="b" l="l" r="r" t="t"/>
                <a:pathLst>
                  <a:path extrusionOk="0" h="112986" w="189351">
                    <a:moveTo>
                      <a:pt x="82623" y="80163"/>
                    </a:moveTo>
                    <a:cubicBezTo>
                      <a:pt x="134677" y="110215"/>
                      <a:pt x="189351" y="112986"/>
                      <a:pt x="189351" y="112986"/>
                    </a:cubicBezTo>
                    <a:cubicBezTo>
                      <a:pt x="189351" y="112986"/>
                      <a:pt x="159624" y="67019"/>
                      <a:pt x="107560" y="36967"/>
                    </a:cubicBezTo>
                    <a:cubicBezTo>
                      <a:pt x="55506" y="6906"/>
                      <a:pt x="7719" y="-7781"/>
                      <a:pt x="832" y="4144"/>
                    </a:cubicBezTo>
                    <a:cubicBezTo>
                      <a:pt x="-6054" y="16070"/>
                      <a:pt x="30560" y="50102"/>
                      <a:pt x="82623" y="80163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7" name="Google Shape;2077;p46"/>
              <p:cNvSpPr/>
              <p:nvPr/>
            </p:nvSpPr>
            <p:spPr>
              <a:xfrm>
                <a:off x="7312424" y="3866612"/>
                <a:ext cx="189351" cy="112966"/>
              </a:xfrm>
              <a:custGeom>
                <a:rect b="b" l="l" r="r" t="t"/>
                <a:pathLst>
                  <a:path extrusionOk="0" h="112966" w="189351">
                    <a:moveTo>
                      <a:pt x="94082" y="68685"/>
                    </a:moveTo>
                    <a:cubicBezTo>
                      <a:pt x="50362" y="43444"/>
                      <a:pt x="17549" y="15402"/>
                      <a:pt x="12224" y="0"/>
                    </a:cubicBezTo>
                    <a:cubicBezTo>
                      <a:pt x="6443" y="-28"/>
                      <a:pt x="2470" y="1286"/>
                      <a:pt x="832" y="4125"/>
                    </a:cubicBezTo>
                    <a:cubicBezTo>
                      <a:pt x="-6054" y="16050"/>
                      <a:pt x="30560" y="50083"/>
                      <a:pt x="82623" y="80144"/>
                    </a:cubicBezTo>
                    <a:cubicBezTo>
                      <a:pt x="134677" y="110195"/>
                      <a:pt x="189351" y="112967"/>
                      <a:pt x="189351" y="112967"/>
                    </a:cubicBezTo>
                    <a:cubicBezTo>
                      <a:pt x="189351" y="112967"/>
                      <a:pt x="185684" y="107309"/>
                      <a:pt x="178702" y="98689"/>
                    </a:cubicBezTo>
                    <a:cubicBezTo>
                      <a:pt x="157985" y="95050"/>
                      <a:pt x="125562" y="86859"/>
                      <a:pt x="94082" y="68685"/>
                    </a:cubicBezTo>
                    <a:close/>
                  </a:path>
                </a:pathLst>
              </a:custGeom>
              <a:solidFill>
                <a:srgbClr val="CACC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8" name="Google Shape;2078;p46"/>
              <p:cNvSpPr/>
              <p:nvPr/>
            </p:nvSpPr>
            <p:spPr>
              <a:xfrm>
                <a:off x="7293387" y="3894682"/>
                <a:ext cx="41548" cy="434825"/>
              </a:xfrm>
              <a:custGeom>
                <a:rect b="b" l="l" r="r" t="t"/>
                <a:pathLst>
                  <a:path extrusionOk="0" h="434825" w="41548">
                    <a:moveTo>
                      <a:pt x="34024" y="0"/>
                    </a:moveTo>
                    <a:lnTo>
                      <a:pt x="7525" y="0"/>
                    </a:lnTo>
                    <a:lnTo>
                      <a:pt x="0" y="434826"/>
                    </a:lnTo>
                    <a:lnTo>
                      <a:pt x="41548" y="434826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9" name="Google Shape;2079;p46"/>
              <p:cNvSpPr/>
              <p:nvPr/>
            </p:nvSpPr>
            <p:spPr>
              <a:xfrm>
                <a:off x="7270118" y="3826559"/>
                <a:ext cx="88087" cy="88087"/>
              </a:xfrm>
              <a:custGeom>
                <a:rect b="b" l="l" r="r" t="t"/>
                <a:pathLst>
                  <a:path extrusionOk="0" h="88087" w="88087">
                    <a:moveTo>
                      <a:pt x="88087" y="44044"/>
                    </a:moveTo>
                    <a:cubicBezTo>
                      <a:pt x="88087" y="68368"/>
                      <a:pt x="68368" y="88087"/>
                      <a:pt x="44044" y="88087"/>
                    </a:cubicBezTo>
                    <a:cubicBezTo>
                      <a:pt x="19719" y="88087"/>
                      <a:pt x="0" y="68368"/>
                      <a:pt x="0" y="44044"/>
                    </a:cubicBezTo>
                    <a:cubicBezTo>
                      <a:pt x="0" y="19719"/>
                      <a:pt x="19719" y="0"/>
                      <a:pt x="44044" y="0"/>
                    </a:cubicBezTo>
                    <a:cubicBezTo>
                      <a:pt x="68368" y="0"/>
                      <a:pt x="88087" y="19719"/>
                      <a:pt x="88087" y="44044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0" name="Google Shape;2080;p46"/>
              <p:cNvSpPr/>
              <p:nvPr/>
            </p:nvSpPr>
            <p:spPr>
              <a:xfrm>
                <a:off x="7299979" y="3912437"/>
                <a:ext cx="34947" cy="417061"/>
              </a:xfrm>
              <a:custGeom>
                <a:rect b="b" l="l" r="r" t="t"/>
                <a:pathLst>
                  <a:path extrusionOk="0" h="417061" w="34947">
                    <a:moveTo>
                      <a:pt x="34947" y="417062"/>
                    </a:moveTo>
                    <a:lnTo>
                      <a:pt x="21364" y="417062"/>
                    </a:lnTo>
                    <a:lnTo>
                      <a:pt x="14811" y="16983"/>
                    </a:lnTo>
                    <a:cubicBezTo>
                      <a:pt x="14611" y="16983"/>
                      <a:pt x="14373" y="17021"/>
                      <a:pt x="14164" y="17021"/>
                    </a:cubicBezTo>
                    <a:cubicBezTo>
                      <a:pt x="9277" y="17021"/>
                      <a:pt x="4553" y="16345"/>
                      <a:pt x="0" y="15221"/>
                    </a:cubicBezTo>
                    <a:lnTo>
                      <a:pt x="410" y="48"/>
                    </a:lnTo>
                    <a:cubicBezTo>
                      <a:pt x="648" y="115"/>
                      <a:pt x="886" y="181"/>
                      <a:pt x="1124" y="248"/>
                    </a:cubicBezTo>
                    <a:cubicBezTo>
                      <a:pt x="1800" y="486"/>
                      <a:pt x="2486" y="657"/>
                      <a:pt x="3162" y="829"/>
                    </a:cubicBezTo>
                    <a:cubicBezTo>
                      <a:pt x="3467" y="934"/>
                      <a:pt x="3772" y="1000"/>
                      <a:pt x="4076" y="1029"/>
                    </a:cubicBezTo>
                    <a:cubicBezTo>
                      <a:pt x="4515" y="1162"/>
                      <a:pt x="4962" y="1267"/>
                      <a:pt x="5401" y="1334"/>
                    </a:cubicBezTo>
                    <a:cubicBezTo>
                      <a:pt x="6248" y="1505"/>
                      <a:pt x="7096" y="1638"/>
                      <a:pt x="7944" y="1772"/>
                    </a:cubicBezTo>
                    <a:cubicBezTo>
                      <a:pt x="8487" y="1839"/>
                      <a:pt x="9068" y="1905"/>
                      <a:pt x="9639" y="1972"/>
                    </a:cubicBezTo>
                    <a:cubicBezTo>
                      <a:pt x="10382" y="2039"/>
                      <a:pt x="11135" y="2105"/>
                      <a:pt x="11877" y="2143"/>
                    </a:cubicBezTo>
                    <a:cubicBezTo>
                      <a:pt x="12620" y="2181"/>
                      <a:pt x="13402" y="2210"/>
                      <a:pt x="14154" y="2210"/>
                    </a:cubicBezTo>
                    <a:lnTo>
                      <a:pt x="14392" y="2210"/>
                    </a:lnTo>
                    <a:cubicBezTo>
                      <a:pt x="19107" y="2181"/>
                      <a:pt x="23660" y="1429"/>
                      <a:pt x="27908" y="0"/>
                    </a:cubicBezTo>
                    <a:lnTo>
                      <a:pt x="27908" y="371"/>
                    </a:lnTo>
                    <a:lnTo>
                      <a:pt x="34947" y="417062"/>
                    </a:lnTo>
                    <a:close/>
                  </a:path>
                </a:pathLst>
              </a:custGeom>
              <a:solidFill>
                <a:srgbClr val="CACC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1" name="Google Shape;2081;p46"/>
              <p:cNvSpPr/>
              <p:nvPr/>
            </p:nvSpPr>
            <p:spPr>
              <a:xfrm>
                <a:off x="7296150" y="3852591"/>
                <a:ext cx="36023" cy="36023"/>
              </a:xfrm>
              <a:custGeom>
                <a:rect b="b" l="l" r="r" t="t"/>
                <a:pathLst>
                  <a:path extrusionOk="0" h="36023" w="36023">
                    <a:moveTo>
                      <a:pt x="36024" y="18012"/>
                    </a:moveTo>
                    <a:cubicBezTo>
                      <a:pt x="36024" y="8068"/>
                      <a:pt x="27956" y="0"/>
                      <a:pt x="18012" y="0"/>
                    </a:cubicBezTo>
                    <a:cubicBezTo>
                      <a:pt x="8068" y="0"/>
                      <a:pt x="0" y="8068"/>
                      <a:pt x="0" y="18012"/>
                    </a:cubicBezTo>
                    <a:cubicBezTo>
                      <a:pt x="0" y="27956"/>
                      <a:pt x="8068" y="36024"/>
                      <a:pt x="18012" y="36024"/>
                    </a:cubicBezTo>
                    <a:cubicBezTo>
                      <a:pt x="27956" y="36033"/>
                      <a:pt x="36024" y="27965"/>
                      <a:pt x="36024" y="1801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82" name="Google Shape;2082;p46"/>
            <p:cNvGrpSpPr/>
            <p:nvPr/>
          </p:nvGrpSpPr>
          <p:grpSpPr>
            <a:xfrm>
              <a:off x="6513937" y="4356754"/>
              <a:ext cx="810463" cy="194910"/>
              <a:chOff x="6513937" y="4134598"/>
              <a:chExt cx="810463" cy="194910"/>
            </a:xfrm>
          </p:grpSpPr>
          <p:sp>
            <p:nvSpPr>
              <p:cNvPr id="2083" name="Google Shape;2083;p46"/>
              <p:cNvSpPr/>
              <p:nvPr/>
            </p:nvSpPr>
            <p:spPr>
              <a:xfrm>
                <a:off x="6513937" y="4134607"/>
                <a:ext cx="810453" cy="194900"/>
              </a:xfrm>
              <a:custGeom>
                <a:rect b="b" l="l" r="r" t="t"/>
                <a:pathLst>
                  <a:path extrusionOk="0" h="194900" w="810453">
                    <a:moveTo>
                      <a:pt x="810454" y="194901"/>
                    </a:moveTo>
                    <a:cubicBezTo>
                      <a:pt x="736321" y="79391"/>
                      <a:pt x="582759" y="0"/>
                      <a:pt x="405222" y="0"/>
                    </a:cubicBezTo>
                    <a:cubicBezTo>
                      <a:pt x="227695" y="0"/>
                      <a:pt x="74133" y="79391"/>
                      <a:pt x="0" y="194901"/>
                    </a:cubicBezTo>
                    <a:lnTo>
                      <a:pt x="810454" y="19490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4" name="Google Shape;2084;p46"/>
              <p:cNvSpPr/>
              <p:nvPr/>
            </p:nvSpPr>
            <p:spPr>
              <a:xfrm>
                <a:off x="6820890" y="4134598"/>
                <a:ext cx="503510" cy="194910"/>
              </a:xfrm>
              <a:custGeom>
                <a:rect b="b" l="l" r="r" t="t"/>
                <a:pathLst>
                  <a:path extrusionOk="0" h="194910" w="503510">
                    <a:moveTo>
                      <a:pt x="98279" y="0"/>
                    </a:moveTo>
                    <a:cubicBezTo>
                      <a:pt x="64522" y="0"/>
                      <a:pt x="31642" y="2886"/>
                      <a:pt x="0" y="8334"/>
                    </a:cubicBezTo>
                    <a:cubicBezTo>
                      <a:pt x="134769" y="31518"/>
                      <a:pt x="246907" y="101365"/>
                      <a:pt x="306953" y="194910"/>
                    </a:cubicBezTo>
                    <a:lnTo>
                      <a:pt x="503511" y="194910"/>
                    </a:lnTo>
                    <a:cubicBezTo>
                      <a:pt x="429368" y="79400"/>
                      <a:pt x="275806" y="0"/>
                      <a:pt x="98279" y="0"/>
                    </a:cubicBezTo>
                    <a:close/>
                  </a:path>
                </a:pathLst>
              </a:custGeom>
              <a:solidFill>
                <a:srgbClr val="BF4F1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85" name="Google Shape;2085;p46"/>
            <p:cNvGrpSpPr/>
            <p:nvPr/>
          </p:nvGrpSpPr>
          <p:grpSpPr>
            <a:xfrm>
              <a:off x="6084436" y="4403684"/>
              <a:ext cx="615343" cy="147980"/>
              <a:chOff x="6084436" y="4181528"/>
              <a:chExt cx="615343" cy="147980"/>
            </a:xfrm>
          </p:grpSpPr>
          <p:sp>
            <p:nvSpPr>
              <p:cNvPr id="2086" name="Google Shape;2086;p46"/>
              <p:cNvSpPr/>
              <p:nvPr/>
            </p:nvSpPr>
            <p:spPr>
              <a:xfrm>
                <a:off x="6084436" y="4181528"/>
                <a:ext cx="615343" cy="147980"/>
              </a:xfrm>
              <a:custGeom>
                <a:rect b="b" l="l" r="r" t="t"/>
                <a:pathLst>
                  <a:path extrusionOk="0" h="147980" w="615343">
                    <a:moveTo>
                      <a:pt x="615344" y="147981"/>
                    </a:moveTo>
                    <a:cubicBezTo>
                      <a:pt x="559051" y="60284"/>
                      <a:pt x="442465" y="0"/>
                      <a:pt x="307667" y="0"/>
                    </a:cubicBezTo>
                    <a:cubicBezTo>
                      <a:pt x="172879" y="0"/>
                      <a:pt x="56283" y="60284"/>
                      <a:pt x="0" y="147981"/>
                    </a:cubicBezTo>
                    <a:lnTo>
                      <a:pt x="615344" y="14798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7" name="Google Shape;2087;p46"/>
              <p:cNvSpPr/>
              <p:nvPr/>
            </p:nvSpPr>
            <p:spPr>
              <a:xfrm>
                <a:off x="6317484" y="4181528"/>
                <a:ext cx="382295" cy="147980"/>
              </a:xfrm>
              <a:custGeom>
                <a:rect b="b" l="l" r="r" t="t"/>
                <a:pathLst>
                  <a:path extrusionOk="0" h="147980" w="382295">
                    <a:moveTo>
                      <a:pt x="74619" y="0"/>
                    </a:moveTo>
                    <a:cubicBezTo>
                      <a:pt x="48987" y="0"/>
                      <a:pt x="24022" y="2191"/>
                      <a:pt x="0" y="6325"/>
                    </a:cubicBezTo>
                    <a:cubicBezTo>
                      <a:pt x="102327" y="23927"/>
                      <a:pt x="187471" y="76953"/>
                      <a:pt x="233058" y="147981"/>
                    </a:cubicBezTo>
                    <a:lnTo>
                      <a:pt x="382296" y="147981"/>
                    </a:lnTo>
                    <a:cubicBezTo>
                      <a:pt x="326003" y="60274"/>
                      <a:pt x="209407" y="0"/>
                      <a:pt x="74619" y="0"/>
                    </a:cubicBezTo>
                    <a:close/>
                  </a:path>
                </a:pathLst>
              </a:custGeom>
              <a:solidFill>
                <a:srgbClr val="BF4F1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88" name="Google Shape;2088;p46"/>
            <p:cNvSpPr/>
            <p:nvPr/>
          </p:nvSpPr>
          <p:spPr>
            <a:xfrm>
              <a:off x="6344216" y="3738543"/>
              <a:ext cx="447791" cy="157381"/>
            </a:xfrm>
            <a:custGeom>
              <a:rect b="b" l="l" r="r" t="t"/>
              <a:pathLst>
                <a:path extrusionOk="0" h="157381" w="447791">
                  <a:moveTo>
                    <a:pt x="422277" y="157362"/>
                  </a:moveTo>
                  <a:cubicBezTo>
                    <a:pt x="448576" y="157362"/>
                    <a:pt x="457625" y="122358"/>
                    <a:pt x="434631" y="109595"/>
                  </a:cubicBezTo>
                  <a:cubicBezTo>
                    <a:pt x="425735" y="104651"/>
                    <a:pt x="415486" y="101841"/>
                    <a:pt x="404589" y="101841"/>
                  </a:cubicBezTo>
                  <a:cubicBezTo>
                    <a:pt x="398855" y="101841"/>
                    <a:pt x="393321" y="102632"/>
                    <a:pt x="388054" y="104089"/>
                  </a:cubicBezTo>
                  <a:cubicBezTo>
                    <a:pt x="378186" y="69723"/>
                    <a:pt x="346535" y="44567"/>
                    <a:pt x="308996" y="44567"/>
                  </a:cubicBezTo>
                  <a:cubicBezTo>
                    <a:pt x="304643" y="44567"/>
                    <a:pt x="300367" y="44910"/>
                    <a:pt x="296185" y="45568"/>
                  </a:cubicBezTo>
                  <a:cubicBezTo>
                    <a:pt x="280698" y="18364"/>
                    <a:pt x="251465" y="0"/>
                    <a:pt x="217918" y="0"/>
                  </a:cubicBezTo>
                  <a:cubicBezTo>
                    <a:pt x="172846" y="0"/>
                    <a:pt x="135517" y="33128"/>
                    <a:pt x="128936" y="76362"/>
                  </a:cubicBezTo>
                  <a:cubicBezTo>
                    <a:pt x="100208" y="77105"/>
                    <a:pt x="75415" y="93612"/>
                    <a:pt x="62870" y="117558"/>
                  </a:cubicBezTo>
                  <a:cubicBezTo>
                    <a:pt x="52612" y="110538"/>
                    <a:pt x="40210" y="106423"/>
                    <a:pt x="26847" y="106423"/>
                  </a:cubicBezTo>
                  <a:cubicBezTo>
                    <a:pt x="25742" y="106423"/>
                    <a:pt x="24647" y="106451"/>
                    <a:pt x="23561" y="106508"/>
                  </a:cubicBezTo>
                  <a:cubicBezTo>
                    <a:pt x="-9091" y="108166"/>
                    <a:pt x="-7205" y="157382"/>
                    <a:pt x="25494" y="157382"/>
                  </a:cubicBezTo>
                  <a:lnTo>
                    <a:pt x="422277" y="157382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9" name="Google Shape;2089;p46"/>
            <p:cNvSpPr/>
            <p:nvPr/>
          </p:nvSpPr>
          <p:spPr>
            <a:xfrm>
              <a:off x="5630831" y="3604393"/>
              <a:ext cx="425508" cy="149552"/>
            </a:xfrm>
            <a:custGeom>
              <a:rect b="b" l="l" r="r" t="t"/>
              <a:pathLst>
                <a:path extrusionOk="0" h="149552" w="425508">
                  <a:moveTo>
                    <a:pt x="401265" y="149552"/>
                  </a:moveTo>
                  <a:cubicBezTo>
                    <a:pt x="426259" y="149552"/>
                    <a:pt x="434851" y="116291"/>
                    <a:pt x="413000" y="104156"/>
                  </a:cubicBezTo>
                  <a:cubicBezTo>
                    <a:pt x="404542" y="99460"/>
                    <a:pt x="394807" y="96783"/>
                    <a:pt x="384454" y="96783"/>
                  </a:cubicBezTo>
                  <a:cubicBezTo>
                    <a:pt x="379005" y="96783"/>
                    <a:pt x="373738" y="97536"/>
                    <a:pt x="368738" y="98917"/>
                  </a:cubicBezTo>
                  <a:cubicBezTo>
                    <a:pt x="359355" y="66256"/>
                    <a:pt x="329285" y="42358"/>
                    <a:pt x="293614" y="42358"/>
                  </a:cubicBezTo>
                  <a:cubicBezTo>
                    <a:pt x="289470" y="42358"/>
                    <a:pt x="285413" y="42682"/>
                    <a:pt x="281441" y="43301"/>
                  </a:cubicBezTo>
                  <a:cubicBezTo>
                    <a:pt x="266725" y="17450"/>
                    <a:pt x="238940" y="0"/>
                    <a:pt x="207070" y="0"/>
                  </a:cubicBezTo>
                  <a:cubicBezTo>
                    <a:pt x="164245" y="0"/>
                    <a:pt x="128765" y="31480"/>
                    <a:pt x="122516" y="72561"/>
                  </a:cubicBezTo>
                  <a:cubicBezTo>
                    <a:pt x="95218" y="73266"/>
                    <a:pt x="71653" y="88944"/>
                    <a:pt x="59747" y="111709"/>
                  </a:cubicBezTo>
                  <a:cubicBezTo>
                    <a:pt x="50002" y="105042"/>
                    <a:pt x="38220" y="101127"/>
                    <a:pt x="25514" y="101127"/>
                  </a:cubicBezTo>
                  <a:cubicBezTo>
                    <a:pt x="24466" y="101127"/>
                    <a:pt x="23428" y="101155"/>
                    <a:pt x="22389" y="101203"/>
                  </a:cubicBezTo>
                  <a:cubicBezTo>
                    <a:pt x="-8643" y="102775"/>
                    <a:pt x="-6843" y="149542"/>
                    <a:pt x="24228" y="149542"/>
                  </a:cubicBezTo>
                  <a:lnTo>
                    <a:pt x="401265" y="149542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0" name="Google Shape;2090;p46"/>
            <p:cNvSpPr/>
            <p:nvPr/>
          </p:nvSpPr>
          <p:spPr>
            <a:xfrm>
              <a:off x="4358329" y="3871303"/>
              <a:ext cx="425509" cy="149542"/>
            </a:xfrm>
            <a:custGeom>
              <a:rect b="b" l="l" r="r" t="t"/>
              <a:pathLst>
                <a:path extrusionOk="0" h="149542" w="425509">
                  <a:moveTo>
                    <a:pt x="401265" y="149542"/>
                  </a:moveTo>
                  <a:cubicBezTo>
                    <a:pt x="426259" y="149542"/>
                    <a:pt x="434851" y="116281"/>
                    <a:pt x="413000" y="104146"/>
                  </a:cubicBezTo>
                  <a:cubicBezTo>
                    <a:pt x="404542" y="99450"/>
                    <a:pt x="394807" y="96774"/>
                    <a:pt x="384454" y="96774"/>
                  </a:cubicBezTo>
                  <a:cubicBezTo>
                    <a:pt x="379005" y="96774"/>
                    <a:pt x="373748" y="97526"/>
                    <a:pt x="368737" y="98907"/>
                  </a:cubicBezTo>
                  <a:cubicBezTo>
                    <a:pt x="359355" y="66246"/>
                    <a:pt x="329285" y="42348"/>
                    <a:pt x="293614" y="42348"/>
                  </a:cubicBezTo>
                  <a:cubicBezTo>
                    <a:pt x="289470" y="42348"/>
                    <a:pt x="285413" y="42672"/>
                    <a:pt x="281441" y="43301"/>
                  </a:cubicBezTo>
                  <a:cubicBezTo>
                    <a:pt x="266725" y="17450"/>
                    <a:pt x="238940" y="0"/>
                    <a:pt x="207070" y="0"/>
                  </a:cubicBezTo>
                  <a:cubicBezTo>
                    <a:pt x="164245" y="0"/>
                    <a:pt x="128765" y="31480"/>
                    <a:pt x="122516" y="72552"/>
                  </a:cubicBezTo>
                  <a:cubicBezTo>
                    <a:pt x="95218" y="73257"/>
                    <a:pt x="71653" y="88944"/>
                    <a:pt x="59746" y="111700"/>
                  </a:cubicBezTo>
                  <a:cubicBezTo>
                    <a:pt x="50002" y="105032"/>
                    <a:pt x="38220" y="101117"/>
                    <a:pt x="25514" y="101117"/>
                  </a:cubicBezTo>
                  <a:cubicBezTo>
                    <a:pt x="24466" y="101117"/>
                    <a:pt x="23428" y="101146"/>
                    <a:pt x="22389" y="101194"/>
                  </a:cubicBezTo>
                  <a:cubicBezTo>
                    <a:pt x="-8643" y="102765"/>
                    <a:pt x="-6843" y="149533"/>
                    <a:pt x="24228" y="149533"/>
                  </a:cubicBezTo>
                  <a:lnTo>
                    <a:pt x="401265" y="149533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91" name="Google Shape;2091;p46"/>
          <p:cNvSpPr/>
          <p:nvPr/>
        </p:nvSpPr>
        <p:spPr>
          <a:xfrm flipH="1" rot="10800000">
            <a:off x="612175" y="1506806"/>
            <a:ext cx="2398800" cy="2187900"/>
          </a:xfrm>
          <a:prstGeom prst="roundRect">
            <a:avLst>
              <a:gd fmla="val 5680" name="adj"/>
            </a:avLst>
          </a:prstGeom>
          <a:solidFill>
            <a:schemeClr val="lt1"/>
          </a:solidFill>
          <a:ln>
            <a:noFill/>
          </a:ln>
          <a:effectLst>
            <a:outerShdw blurRad="368300" sx="98000" rotWithShape="0" algn="tl" dir="2700000" dist="127000" sy="98000">
              <a:srgbClr val="000000">
                <a:alpha val="666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2" name="Google Shape;2092;p46"/>
          <p:cNvSpPr/>
          <p:nvPr/>
        </p:nvSpPr>
        <p:spPr>
          <a:xfrm flipH="1" rot="10800000">
            <a:off x="2273650" y="3971564"/>
            <a:ext cx="2398800" cy="2187900"/>
          </a:xfrm>
          <a:prstGeom prst="roundRect">
            <a:avLst>
              <a:gd fmla="val 5680" name="adj"/>
            </a:avLst>
          </a:prstGeom>
          <a:solidFill>
            <a:schemeClr val="lt1"/>
          </a:solidFill>
          <a:ln>
            <a:noFill/>
          </a:ln>
          <a:effectLst>
            <a:outerShdw blurRad="368300" sx="98000" rotWithShape="0" algn="tl" dir="2700000" dist="127000" sy="98000">
              <a:srgbClr val="000000">
                <a:alpha val="666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3" name="Google Shape;2093;p46"/>
          <p:cNvSpPr/>
          <p:nvPr/>
        </p:nvSpPr>
        <p:spPr>
          <a:xfrm flipH="1" rot="10800000">
            <a:off x="8191910" y="3971564"/>
            <a:ext cx="2398800" cy="2187900"/>
          </a:xfrm>
          <a:prstGeom prst="roundRect">
            <a:avLst>
              <a:gd fmla="val 5680" name="adj"/>
            </a:avLst>
          </a:prstGeom>
          <a:solidFill>
            <a:schemeClr val="lt1"/>
          </a:solidFill>
          <a:ln>
            <a:noFill/>
          </a:ln>
          <a:effectLst>
            <a:outerShdw blurRad="368300" sx="98000" rotWithShape="0" algn="tl" dir="2700000" dist="127000" sy="98000">
              <a:srgbClr val="000000">
                <a:alpha val="666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4" name="Google Shape;2094;p46"/>
          <p:cNvSpPr/>
          <p:nvPr/>
        </p:nvSpPr>
        <p:spPr>
          <a:xfrm flipH="1" rot="10800000">
            <a:off x="9181175" y="1506806"/>
            <a:ext cx="2398800" cy="2187900"/>
          </a:xfrm>
          <a:prstGeom prst="roundRect">
            <a:avLst>
              <a:gd fmla="val 5680" name="adj"/>
            </a:avLst>
          </a:prstGeom>
          <a:solidFill>
            <a:schemeClr val="lt1"/>
          </a:solidFill>
          <a:ln>
            <a:noFill/>
          </a:ln>
          <a:effectLst>
            <a:outerShdw blurRad="368300" sx="98000" rotWithShape="0" algn="tl" dir="2700000" dist="127000" sy="98000">
              <a:srgbClr val="000000">
                <a:alpha val="666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5" name="Google Shape;2095;p46"/>
          <p:cNvSpPr txBox="1"/>
          <p:nvPr/>
        </p:nvSpPr>
        <p:spPr>
          <a:xfrm>
            <a:off x="894312" y="1900523"/>
            <a:ext cx="18345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Climate Patterns</a:t>
            </a:r>
            <a:endParaRPr sz="16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Includes temperature, rainfall, wind, and seasonal changes.</a:t>
            </a:r>
            <a:endParaRPr/>
          </a:p>
        </p:txBody>
      </p:sp>
      <p:sp>
        <p:nvSpPr>
          <p:cNvPr id="2096" name="Google Shape;2096;p46"/>
          <p:cNvSpPr txBox="1"/>
          <p:nvPr/>
        </p:nvSpPr>
        <p:spPr>
          <a:xfrm>
            <a:off x="2453973" y="4365281"/>
            <a:ext cx="20379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Geological Features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Mountains, rivers, soil types, and natural formations.</a:t>
            </a:r>
            <a:endParaRPr/>
          </a:p>
        </p:txBody>
      </p:sp>
      <p:sp>
        <p:nvSpPr>
          <p:cNvPr id="2097" name="Google Shape;2097;p46"/>
          <p:cNvSpPr txBox="1"/>
          <p:nvPr/>
        </p:nvSpPr>
        <p:spPr>
          <a:xfrm>
            <a:off x="9361498" y="2023633"/>
            <a:ext cx="20379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Biodiversity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Naturally occurring plants, animals, and ecosystems.</a:t>
            </a:r>
            <a:endParaRPr/>
          </a:p>
        </p:txBody>
      </p:sp>
      <p:sp>
        <p:nvSpPr>
          <p:cNvPr id="2098" name="Google Shape;2098;p46"/>
          <p:cNvSpPr txBox="1"/>
          <p:nvPr/>
        </p:nvSpPr>
        <p:spPr>
          <a:xfrm>
            <a:off x="8284519" y="4365281"/>
            <a:ext cx="22134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Natural Disasters</a:t>
            </a:r>
            <a:r>
              <a:rPr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Earthquakes, floods, hurricanes occur without human influence.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2" name="Shape 2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" name="Google Shape;2103;p47"/>
          <p:cNvSpPr txBox="1"/>
          <p:nvPr/>
        </p:nvSpPr>
        <p:spPr>
          <a:xfrm>
            <a:off x="0" y="29425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1F1F1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Environmental Aspect </a:t>
            </a:r>
            <a:endParaRPr b="1" sz="3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2104" name="Google Shape;2104;p47"/>
          <p:cNvGrpSpPr/>
          <p:nvPr/>
        </p:nvGrpSpPr>
        <p:grpSpPr>
          <a:xfrm>
            <a:off x="2254261" y="1498126"/>
            <a:ext cx="7683478" cy="5064794"/>
            <a:chOff x="2254908" y="1498126"/>
            <a:chExt cx="7683478" cy="5064794"/>
          </a:xfrm>
        </p:grpSpPr>
        <p:sp>
          <p:nvSpPr>
            <p:cNvPr id="2105" name="Google Shape;2105;p47"/>
            <p:cNvSpPr/>
            <p:nvPr/>
          </p:nvSpPr>
          <p:spPr>
            <a:xfrm>
              <a:off x="5311349" y="4329146"/>
              <a:ext cx="1577960" cy="1024722"/>
            </a:xfrm>
            <a:custGeom>
              <a:rect b="b" l="l" r="r" t="t"/>
              <a:pathLst>
                <a:path extrusionOk="0" h="1024722" w="1577960">
                  <a:moveTo>
                    <a:pt x="1577176" y="-884"/>
                  </a:moveTo>
                  <a:lnTo>
                    <a:pt x="511593" y="-884"/>
                  </a:lnTo>
                  <a:cubicBezTo>
                    <a:pt x="229776" y="-884"/>
                    <a:pt x="-784" y="229803"/>
                    <a:pt x="-784" y="511493"/>
                  </a:cubicBezTo>
                  <a:lnTo>
                    <a:pt x="-784" y="511493"/>
                  </a:lnTo>
                  <a:cubicBezTo>
                    <a:pt x="-784" y="793278"/>
                    <a:pt x="229902" y="1023838"/>
                    <a:pt x="511593" y="1023838"/>
                  </a:cubicBezTo>
                  <a:lnTo>
                    <a:pt x="1577176" y="102383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6" name="Google Shape;2106;p47"/>
            <p:cNvSpPr/>
            <p:nvPr/>
          </p:nvSpPr>
          <p:spPr>
            <a:xfrm>
              <a:off x="5311349" y="2707166"/>
              <a:ext cx="1577960" cy="1024754"/>
            </a:xfrm>
            <a:custGeom>
              <a:rect b="b" l="l" r="r" t="t"/>
              <a:pathLst>
                <a:path extrusionOk="0" h="1024754" w="1577960">
                  <a:moveTo>
                    <a:pt x="-784" y="-884"/>
                  </a:moveTo>
                  <a:lnTo>
                    <a:pt x="1064798" y="-884"/>
                  </a:lnTo>
                  <a:cubicBezTo>
                    <a:pt x="1346615" y="-884"/>
                    <a:pt x="1577176" y="229803"/>
                    <a:pt x="1577176" y="511493"/>
                  </a:cubicBezTo>
                  <a:lnTo>
                    <a:pt x="1577176" y="511493"/>
                  </a:lnTo>
                  <a:cubicBezTo>
                    <a:pt x="1577176" y="793310"/>
                    <a:pt x="1346489" y="1023870"/>
                    <a:pt x="1064798" y="1023870"/>
                  </a:cubicBezTo>
                  <a:lnTo>
                    <a:pt x="-784" y="102387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7" name="Google Shape;2107;p47"/>
            <p:cNvSpPr/>
            <p:nvPr/>
          </p:nvSpPr>
          <p:spPr>
            <a:xfrm>
              <a:off x="2254908" y="1498171"/>
              <a:ext cx="3270188" cy="5064654"/>
            </a:xfrm>
            <a:custGeom>
              <a:rect b="b" l="l" r="r" t="t"/>
              <a:pathLst>
                <a:path extrusionOk="0" h="5064654" w="3270188">
                  <a:moveTo>
                    <a:pt x="1717832" y="18432"/>
                  </a:moveTo>
                  <a:lnTo>
                    <a:pt x="2451858" y="364146"/>
                  </a:lnTo>
                  <a:lnTo>
                    <a:pt x="3156874" y="696208"/>
                  </a:lnTo>
                  <a:cubicBezTo>
                    <a:pt x="3227186" y="729326"/>
                    <a:pt x="3269405" y="795846"/>
                    <a:pt x="3269405" y="873553"/>
                  </a:cubicBezTo>
                  <a:lnTo>
                    <a:pt x="3269405" y="2715317"/>
                  </a:lnTo>
                  <a:cubicBezTo>
                    <a:pt x="3269405" y="2777318"/>
                    <a:pt x="3243555" y="2830660"/>
                    <a:pt x="3194921" y="2869119"/>
                  </a:cubicBezTo>
                  <a:cubicBezTo>
                    <a:pt x="2933519" y="3074335"/>
                    <a:pt x="2887950" y="3452630"/>
                    <a:pt x="3093198" y="3714064"/>
                  </a:cubicBezTo>
                  <a:cubicBezTo>
                    <a:pt x="3122903" y="3751922"/>
                    <a:pt x="3157063" y="3786082"/>
                    <a:pt x="3194921" y="3815787"/>
                  </a:cubicBezTo>
                  <a:cubicBezTo>
                    <a:pt x="3243555" y="3854245"/>
                    <a:pt x="3269405" y="3907588"/>
                    <a:pt x="3269405" y="3969589"/>
                  </a:cubicBezTo>
                  <a:lnTo>
                    <a:pt x="3269405" y="4189278"/>
                  </a:lnTo>
                  <a:cubicBezTo>
                    <a:pt x="3269405" y="4267017"/>
                    <a:pt x="3227186" y="4333536"/>
                    <a:pt x="3156874" y="4366654"/>
                  </a:cubicBezTo>
                  <a:lnTo>
                    <a:pt x="2451858" y="4698717"/>
                  </a:lnTo>
                  <a:lnTo>
                    <a:pt x="1717832" y="5044431"/>
                  </a:lnTo>
                  <a:cubicBezTo>
                    <a:pt x="1665121" y="5070217"/>
                    <a:pt x="1603468" y="5070217"/>
                    <a:pt x="1550758" y="5044431"/>
                  </a:cubicBezTo>
                  <a:lnTo>
                    <a:pt x="816731" y="4698812"/>
                  </a:lnTo>
                  <a:lnTo>
                    <a:pt x="111715" y="4366749"/>
                  </a:lnTo>
                  <a:cubicBezTo>
                    <a:pt x="41403" y="4333631"/>
                    <a:pt x="-784" y="4267111"/>
                    <a:pt x="-784" y="4189373"/>
                  </a:cubicBezTo>
                  <a:lnTo>
                    <a:pt x="-784" y="873553"/>
                  </a:lnTo>
                  <a:cubicBezTo>
                    <a:pt x="-784" y="795846"/>
                    <a:pt x="41403" y="729326"/>
                    <a:pt x="111715" y="696208"/>
                  </a:cubicBezTo>
                  <a:lnTo>
                    <a:pt x="816731" y="364146"/>
                  </a:lnTo>
                  <a:lnTo>
                    <a:pt x="1550726" y="18432"/>
                  </a:lnTo>
                  <a:cubicBezTo>
                    <a:pt x="1605522" y="-7323"/>
                    <a:pt x="1663099" y="-7323"/>
                    <a:pt x="1717832" y="1843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8" name="Google Shape;2108;p47"/>
            <p:cNvSpPr/>
            <p:nvPr/>
          </p:nvSpPr>
          <p:spPr>
            <a:xfrm>
              <a:off x="2362257" y="1605495"/>
              <a:ext cx="3055460" cy="4849949"/>
            </a:xfrm>
            <a:custGeom>
              <a:rect b="b" l="l" r="r" t="t"/>
              <a:pathLst>
                <a:path extrusionOk="0" h="4849949" w="3055460">
                  <a:moveTo>
                    <a:pt x="1564757" y="8217"/>
                  </a:moveTo>
                  <a:cubicBezTo>
                    <a:pt x="1538970" y="-3918"/>
                    <a:pt x="1514922" y="-3918"/>
                    <a:pt x="1489167" y="8217"/>
                  </a:cubicBezTo>
                  <a:lnTo>
                    <a:pt x="50125" y="685993"/>
                  </a:lnTo>
                  <a:cubicBezTo>
                    <a:pt x="17418" y="701415"/>
                    <a:pt x="-784" y="730235"/>
                    <a:pt x="-784" y="766228"/>
                  </a:cubicBezTo>
                  <a:lnTo>
                    <a:pt x="-784" y="4081954"/>
                  </a:lnTo>
                  <a:cubicBezTo>
                    <a:pt x="-784" y="4118105"/>
                    <a:pt x="17418" y="4146799"/>
                    <a:pt x="50125" y="4162188"/>
                  </a:cubicBezTo>
                  <a:lnTo>
                    <a:pt x="1489167" y="4839965"/>
                  </a:lnTo>
                  <a:cubicBezTo>
                    <a:pt x="1514922" y="4852100"/>
                    <a:pt x="1538970" y="4852100"/>
                    <a:pt x="1564757" y="4839965"/>
                  </a:cubicBezTo>
                  <a:lnTo>
                    <a:pt x="3003799" y="4162188"/>
                  </a:lnTo>
                  <a:cubicBezTo>
                    <a:pt x="3036474" y="4146799"/>
                    <a:pt x="3054677" y="4117947"/>
                    <a:pt x="3054677" y="4081954"/>
                  </a:cubicBezTo>
                  <a:lnTo>
                    <a:pt x="3054677" y="3862169"/>
                  </a:lnTo>
                  <a:cubicBezTo>
                    <a:pt x="3054677" y="3833033"/>
                    <a:pt x="3043869" y="3810660"/>
                    <a:pt x="3020990" y="3792647"/>
                  </a:cubicBezTo>
                  <a:cubicBezTo>
                    <a:pt x="2713071" y="3550679"/>
                    <a:pt x="2659602" y="3104917"/>
                    <a:pt x="2901570" y="2796966"/>
                  </a:cubicBezTo>
                  <a:cubicBezTo>
                    <a:pt x="2936457" y="2752535"/>
                    <a:pt x="2976559" y="2712465"/>
                    <a:pt x="3020990" y="2677546"/>
                  </a:cubicBezTo>
                  <a:cubicBezTo>
                    <a:pt x="3043869" y="2659470"/>
                    <a:pt x="3054677" y="2637129"/>
                    <a:pt x="3054677" y="2608024"/>
                  </a:cubicBezTo>
                  <a:lnTo>
                    <a:pt x="3054677" y="766228"/>
                  </a:lnTo>
                  <a:cubicBezTo>
                    <a:pt x="3054677" y="730108"/>
                    <a:pt x="3036474" y="701415"/>
                    <a:pt x="3003799" y="6859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9" name="Google Shape;2109;p47"/>
            <p:cNvSpPr/>
            <p:nvPr/>
          </p:nvSpPr>
          <p:spPr>
            <a:xfrm>
              <a:off x="6668166" y="1498126"/>
              <a:ext cx="3270220" cy="5064794"/>
            </a:xfrm>
            <a:custGeom>
              <a:rect b="b" l="l" r="r" t="t"/>
              <a:pathLst>
                <a:path extrusionOk="0" h="5064794" w="3270220">
                  <a:moveTo>
                    <a:pt x="1550789" y="5044570"/>
                  </a:moveTo>
                  <a:lnTo>
                    <a:pt x="816763" y="4698857"/>
                  </a:lnTo>
                  <a:lnTo>
                    <a:pt x="111746" y="4366794"/>
                  </a:lnTo>
                  <a:cubicBezTo>
                    <a:pt x="41402" y="4333676"/>
                    <a:pt x="-784" y="4267156"/>
                    <a:pt x="-784" y="4189418"/>
                  </a:cubicBezTo>
                  <a:lnTo>
                    <a:pt x="-784" y="2353310"/>
                  </a:lnTo>
                  <a:cubicBezTo>
                    <a:pt x="-784" y="2290519"/>
                    <a:pt x="25760" y="2236387"/>
                    <a:pt x="75468" y="2198118"/>
                  </a:cubicBezTo>
                  <a:cubicBezTo>
                    <a:pt x="218684" y="2087515"/>
                    <a:pt x="311275" y="1914374"/>
                    <a:pt x="311275" y="1720439"/>
                  </a:cubicBezTo>
                  <a:cubicBezTo>
                    <a:pt x="311053" y="1533267"/>
                    <a:pt x="223961" y="1356839"/>
                    <a:pt x="75500" y="1242854"/>
                  </a:cubicBezTo>
                  <a:cubicBezTo>
                    <a:pt x="25823" y="1204491"/>
                    <a:pt x="-753" y="1150453"/>
                    <a:pt x="-753" y="1087662"/>
                  </a:cubicBezTo>
                  <a:lnTo>
                    <a:pt x="-753" y="873598"/>
                  </a:lnTo>
                  <a:cubicBezTo>
                    <a:pt x="-753" y="795891"/>
                    <a:pt x="41434" y="729371"/>
                    <a:pt x="111778" y="696253"/>
                  </a:cubicBezTo>
                  <a:lnTo>
                    <a:pt x="816794" y="364191"/>
                  </a:lnTo>
                  <a:lnTo>
                    <a:pt x="1550821" y="18477"/>
                  </a:lnTo>
                  <a:cubicBezTo>
                    <a:pt x="1603531" y="-7338"/>
                    <a:pt x="1665184" y="-7338"/>
                    <a:pt x="1717894" y="18477"/>
                  </a:cubicBezTo>
                  <a:lnTo>
                    <a:pt x="2451889" y="364191"/>
                  </a:lnTo>
                  <a:lnTo>
                    <a:pt x="3156937" y="696253"/>
                  </a:lnTo>
                  <a:cubicBezTo>
                    <a:pt x="3227249" y="729371"/>
                    <a:pt x="3269436" y="795891"/>
                    <a:pt x="3269436" y="873598"/>
                  </a:cubicBezTo>
                  <a:lnTo>
                    <a:pt x="3269436" y="4189323"/>
                  </a:lnTo>
                  <a:cubicBezTo>
                    <a:pt x="3269436" y="4267062"/>
                    <a:pt x="3227249" y="4333581"/>
                    <a:pt x="3156937" y="4366699"/>
                  </a:cubicBezTo>
                  <a:lnTo>
                    <a:pt x="2451889" y="4698857"/>
                  </a:lnTo>
                  <a:lnTo>
                    <a:pt x="1717894" y="5044570"/>
                  </a:lnTo>
                  <a:cubicBezTo>
                    <a:pt x="1665184" y="5070357"/>
                    <a:pt x="1603499" y="5070357"/>
                    <a:pt x="1550789" y="504457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0" name="Google Shape;2110;p47"/>
            <p:cNvSpPr/>
            <p:nvPr/>
          </p:nvSpPr>
          <p:spPr>
            <a:xfrm>
              <a:off x="6775546" y="1605495"/>
              <a:ext cx="3055460" cy="4850044"/>
            </a:xfrm>
            <a:custGeom>
              <a:rect b="b" l="l" r="r" t="t"/>
              <a:pathLst>
                <a:path extrusionOk="0" h="4850044" w="3055460">
                  <a:moveTo>
                    <a:pt x="1489136" y="4840059"/>
                  </a:moveTo>
                  <a:cubicBezTo>
                    <a:pt x="1514922" y="4852195"/>
                    <a:pt x="1538970" y="4852195"/>
                    <a:pt x="1564725" y="4840059"/>
                  </a:cubicBezTo>
                  <a:lnTo>
                    <a:pt x="3003768" y="4162283"/>
                  </a:lnTo>
                  <a:cubicBezTo>
                    <a:pt x="3036474" y="4146894"/>
                    <a:pt x="3054676" y="4118042"/>
                    <a:pt x="3054676" y="4082049"/>
                  </a:cubicBezTo>
                  <a:lnTo>
                    <a:pt x="3054676" y="766228"/>
                  </a:lnTo>
                  <a:cubicBezTo>
                    <a:pt x="3054676" y="730108"/>
                    <a:pt x="3036474" y="701415"/>
                    <a:pt x="3003768" y="685993"/>
                  </a:cubicBezTo>
                  <a:lnTo>
                    <a:pt x="1564725" y="8217"/>
                  </a:lnTo>
                  <a:cubicBezTo>
                    <a:pt x="1538970" y="-3918"/>
                    <a:pt x="1514922" y="-3918"/>
                    <a:pt x="1489136" y="8217"/>
                  </a:cubicBezTo>
                  <a:lnTo>
                    <a:pt x="50093" y="685993"/>
                  </a:lnTo>
                  <a:cubicBezTo>
                    <a:pt x="17418" y="701415"/>
                    <a:pt x="-784" y="730235"/>
                    <a:pt x="-784" y="766228"/>
                  </a:cubicBezTo>
                  <a:lnTo>
                    <a:pt x="-784" y="980293"/>
                  </a:lnTo>
                  <a:cubicBezTo>
                    <a:pt x="-784" y="1009808"/>
                    <a:pt x="10371" y="1032466"/>
                    <a:pt x="33692" y="1050478"/>
                  </a:cubicBezTo>
                  <a:cubicBezTo>
                    <a:pt x="344456" y="1288781"/>
                    <a:pt x="403201" y="1733911"/>
                    <a:pt x="164867" y="2044675"/>
                  </a:cubicBezTo>
                  <a:cubicBezTo>
                    <a:pt x="127073" y="2093941"/>
                    <a:pt x="82990" y="2138055"/>
                    <a:pt x="33692" y="2175850"/>
                  </a:cubicBezTo>
                  <a:cubicBezTo>
                    <a:pt x="10339" y="2193863"/>
                    <a:pt x="-784" y="2216520"/>
                    <a:pt x="-784" y="2246036"/>
                  </a:cubicBezTo>
                  <a:lnTo>
                    <a:pt x="-784" y="4082049"/>
                  </a:lnTo>
                  <a:cubicBezTo>
                    <a:pt x="-784" y="4118200"/>
                    <a:pt x="17418" y="4146894"/>
                    <a:pt x="50093" y="416228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1" name="Google Shape;2111;p47"/>
            <p:cNvSpPr/>
            <p:nvPr/>
          </p:nvSpPr>
          <p:spPr>
            <a:xfrm>
              <a:off x="5807902" y="2931059"/>
              <a:ext cx="556105" cy="589578"/>
            </a:xfrm>
            <a:custGeom>
              <a:rect b="b" l="l" r="r" t="t"/>
              <a:pathLst>
                <a:path extrusionOk="0" h="589578" w="556105">
                  <a:moveTo>
                    <a:pt x="335505" y="259539"/>
                  </a:moveTo>
                  <a:cubicBezTo>
                    <a:pt x="334778" y="258275"/>
                    <a:pt x="334051" y="256948"/>
                    <a:pt x="333261" y="255684"/>
                  </a:cubicBezTo>
                  <a:cubicBezTo>
                    <a:pt x="316702" y="227654"/>
                    <a:pt x="296889" y="201709"/>
                    <a:pt x="274199" y="178356"/>
                  </a:cubicBezTo>
                  <a:cubicBezTo>
                    <a:pt x="163596" y="60864"/>
                    <a:pt x="9036" y="-884"/>
                    <a:pt x="9036" y="-884"/>
                  </a:cubicBezTo>
                  <a:cubicBezTo>
                    <a:pt x="-58369" y="507511"/>
                    <a:pt x="240449" y="578772"/>
                    <a:pt x="319926" y="588694"/>
                  </a:cubicBezTo>
                  <a:cubicBezTo>
                    <a:pt x="287788" y="545559"/>
                    <a:pt x="257956" y="500749"/>
                    <a:pt x="230527" y="454454"/>
                  </a:cubicBezTo>
                  <a:cubicBezTo>
                    <a:pt x="230242" y="454264"/>
                    <a:pt x="230084" y="453916"/>
                    <a:pt x="229895" y="453727"/>
                  </a:cubicBezTo>
                  <a:cubicBezTo>
                    <a:pt x="223891" y="443551"/>
                    <a:pt x="217729" y="433060"/>
                    <a:pt x="211819" y="422126"/>
                  </a:cubicBezTo>
                  <a:cubicBezTo>
                    <a:pt x="205815" y="412014"/>
                    <a:pt x="200285" y="401459"/>
                    <a:pt x="194533" y="390715"/>
                  </a:cubicBezTo>
                  <a:cubicBezTo>
                    <a:pt x="163122" y="332316"/>
                    <a:pt x="136388" y="271484"/>
                    <a:pt x="114615" y="208851"/>
                  </a:cubicBezTo>
                  <a:cubicBezTo>
                    <a:pt x="114678" y="208946"/>
                    <a:pt x="114741" y="209041"/>
                    <a:pt x="114804" y="209136"/>
                  </a:cubicBezTo>
                  <a:cubicBezTo>
                    <a:pt x="120177" y="216910"/>
                    <a:pt x="261654" y="420514"/>
                    <a:pt x="361987" y="537216"/>
                  </a:cubicBezTo>
                  <a:cubicBezTo>
                    <a:pt x="375859" y="499359"/>
                    <a:pt x="382780" y="459320"/>
                    <a:pt x="382401" y="418997"/>
                  </a:cubicBezTo>
                  <a:cubicBezTo>
                    <a:pt x="382401" y="418997"/>
                    <a:pt x="385434" y="346442"/>
                    <a:pt x="335505" y="259539"/>
                  </a:cubicBezTo>
                  <a:close/>
                  <a:moveTo>
                    <a:pt x="294424" y="158859"/>
                  </a:moveTo>
                  <a:cubicBezTo>
                    <a:pt x="316039" y="181738"/>
                    <a:pt x="335663" y="206450"/>
                    <a:pt x="353043" y="232678"/>
                  </a:cubicBezTo>
                  <a:cubicBezTo>
                    <a:pt x="389574" y="191976"/>
                    <a:pt x="429296" y="154909"/>
                    <a:pt x="468861" y="131303"/>
                  </a:cubicBezTo>
                  <a:cubicBezTo>
                    <a:pt x="468671" y="131303"/>
                    <a:pt x="468513" y="131745"/>
                    <a:pt x="468324" y="131935"/>
                  </a:cubicBezTo>
                  <a:cubicBezTo>
                    <a:pt x="431192" y="176839"/>
                    <a:pt x="393588" y="243328"/>
                    <a:pt x="377218" y="273601"/>
                  </a:cubicBezTo>
                  <a:cubicBezTo>
                    <a:pt x="397285" y="310638"/>
                    <a:pt x="411221" y="350676"/>
                    <a:pt x="418552" y="392168"/>
                  </a:cubicBezTo>
                  <a:cubicBezTo>
                    <a:pt x="550581" y="275814"/>
                    <a:pt x="555321" y="38839"/>
                    <a:pt x="555321" y="38839"/>
                  </a:cubicBezTo>
                  <a:cubicBezTo>
                    <a:pt x="431603" y="67564"/>
                    <a:pt x="348904" y="110983"/>
                    <a:pt x="294582" y="158795"/>
                  </a:cubicBezTo>
                  <a:close/>
                </a:path>
              </a:pathLst>
            </a:custGeom>
            <a:solidFill>
              <a:srgbClr val="43D65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2" name="Google Shape;2112;p47"/>
            <p:cNvSpPr txBox="1"/>
            <p:nvPr/>
          </p:nvSpPr>
          <p:spPr>
            <a:xfrm>
              <a:off x="2360994" y="2060636"/>
              <a:ext cx="31428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Natural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Environmental Aspects</a:t>
              </a:r>
              <a:endParaRPr/>
            </a:p>
          </p:txBody>
        </p:sp>
        <p:grpSp>
          <p:nvGrpSpPr>
            <p:cNvPr id="2113" name="Google Shape;2113;p47"/>
            <p:cNvGrpSpPr/>
            <p:nvPr/>
          </p:nvGrpSpPr>
          <p:grpSpPr>
            <a:xfrm>
              <a:off x="2513459" y="2772773"/>
              <a:ext cx="2514979" cy="600300"/>
              <a:chOff x="2513459" y="2772773"/>
              <a:chExt cx="2514979" cy="600300"/>
            </a:xfrm>
          </p:grpSpPr>
          <p:grpSp>
            <p:nvGrpSpPr>
              <p:cNvPr id="2114" name="Google Shape;2114;p47"/>
              <p:cNvGrpSpPr/>
              <p:nvPr/>
            </p:nvGrpSpPr>
            <p:grpSpPr>
              <a:xfrm>
                <a:off x="2513459" y="2887990"/>
                <a:ext cx="369730" cy="369730"/>
                <a:chOff x="4604468" y="3395971"/>
                <a:chExt cx="369730" cy="369730"/>
              </a:xfrm>
            </p:grpSpPr>
            <p:sp>
              <p:nvSpPr>
                <p:cNvPr id="2115" name="Google Shape;2115;p47"/>
                <p:cNvSpPr/>
                <p:nvPr/>
              </p:nvSpPr>
              <p:spPr>
                <a:xfrm>
                  <a:off x="4604468" y="3395971"/>
                  <a:ext cx="369730" cy="369730"/>
                </a:xfrm>
                <a:custGeom>
                  <a:rect b="b" l="l" r="r" t="t"/>
                  <a:pathLst>
                    <a:path extrusionOk="0" h="369730" w="369730">
                      <a:moveTo>
                        <a:pt x="184112" y="368847"/>
                      </a:moveTo>
                      <a:cubicBezTo>
                        <a:pt x="82010" y="368878"/>
                        <a:pt x="-753" y="286116"/>
                        <a:pt x="-784" y="184013"/>
                      </a:cubicBezTo>
                      <a:cubicBezTo>
                        <a:pt x="-816" y="81911"/>
                        <a:pt x="81947" y="-852"/>
                        <a:pt x="184049" y="-884"/>
                      </a:cubicBezTo>
                      <a:cubicBezTo>
                        <a:pt x="286152" y="-916"/>
                        <a:pt x="368915" y="81847"/>
                        <a:pt x="368946" y="183950"/>
                      </a:cubicBezTo>
                      <a:cubicBezTo>
                        <a:pt x="368946" y="183950"/>
                        <a:pt x="368946" y="183981"/>
                        <a:pt x="368946" y="183981"/>
                      </a:cubicBezTo>
                      <a:cubicBezTo>
                        <a:pt x="368852" y="286021"/>
                        <a:pt x="286152" y="368721"/>
                        <a:pt x="184112" y="368847"/>
                      </a:cubicBezTo>
                      <a:close/>
                      <a:moveTo>
                        <a:pt x="184112" y="20763"/>
                      </a:moveTo>
                      <a:cubicBezTo>
                        <a:pt x="93955" y="20731"/>
                        <a:pt x="20862" y="93824"/>
                        <a:pt x="20831" y="183981"/>
                      </a:cubicBezTo>
                      <a:cubicBezTo>
                        <a:pt x="20799" y="274139"/>
                        <a:pt x="93892" y="347232"/>
                        <a:pt x="184049" y="347263"/>
                      </a:cubicBezTo>
                      <a:cubicBezTo>
                        <a:pt x="274207" y="347295"/>
                        <a:pt x="347299" y="274202"/>
                        <a:pt x="347331" y="184045"/>
                      </a:cubicBezTo>
                      <a:cubicBezTo>
                        <a:pt x="347331" y="184013"/>
                        <a:pt x="347331" y="184013"/>
                        <a:pt x="347331" y="183981"/>
                      </a:cubicBezTo>
                      <a:cubicBezTo>
                        <a:pt x="347236" y="93887"/>
                        <a:pt x="274207" y="20857"/>
                        <a:pt x="184112" y="20763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116" name="Google Shape;2116;p47"/>
                <p:cNvSpPr/>
                <p:nvPr/>
              </p:nvSpPr>
              <p:spPr>
                <a:xfrm>
                  <a:off x="4680823" y="3497991"/>
                  <a:ext cx="203324" cy="170926"/>
                </a:xfrm>
                <a:custGeom>
                  <a:rect b="b" l="l" r="r" t="t"/>
                  <a:pathLst>
                    <a:path extrusionOk="0" h="170926" w="203324">
                      <a:moveTo>
                        <a:pt x="200128" y="18476"/>
                      </a:moveTo>
                      <a:lnTo>
                        <a:pt x="87786" y="156982"/>
                      </a:lnTo>
                      <a:lnTo>
                        <a:pt x="82066" y="164977"/>
                      </a:lnTo>
                      <a:cubicBezTo>
                        <a:pt x="78053" y="170476"/>
                        <a:pt x="70374" y="171677"/>
                        <a:pt x="64876" y="167695"/>
                      </a:cubicBezTo>
                      <a:cubicBezTo>
                        <a:pt x="64338" y="167316"/>
                        <a:pt x="63833" y="166873"/>
                        <a:pt x="63359" y="166400"/>
                      </a:cubicBezTo>
                      <a:cubicBezTo>
                        <a:pt x="62980" y="166020"/>
                        <a:pt x="62600" y="165610"/>
                        <a:pt x="62285" y="165167"/>
                      </a:cubicBezTo>
                      <a:lnTo>
                        <a:pt x="2559" y="97730"/>
                      </a:lnTo>
                      <a:cubicBezTo>
                        <a:pt x="-2087" y="92801"/>
                        <a:pt x="-1865" y="85058"/>
                        <a:pt x="3064" y="80413"/>
                      </a:cubicBezTo>
                      <a:cubicBezTo>
                        <a:pt x="7994" y="75736"/>
                        <a:pt x="15736" y="75989"/>
                        <a:pt x="20382" y="80887"/>
                      </a:cubicBezTo>
                      <a:cubicBezTo>
                        <a:pt x="20571" y="81077"/>
                        <a:pt x="20729" y="81267"/>
                        <a:pt x="20887" y="81456"/>
                      </a:cubicBezTo>
                      <a:lnTo>
                        <a:pt x="71101" y="138338"/>
                      </a:lnTo>
                      <a:lnTo>
                        <a:pt x="180314" y="4255"/>
                      </a:lnTo>
                      <a:cubicBezTo>
                        <a:pt x="182241" y="1632"/>
                        <a:pt x="185086" y="-169"/>
                        <a:pt x="188309" y="-738"/>
                      </a:cubicBezTo>
                      <a:cubicBezTo>
                        <a:pt x="195040" y="-1781"/>
                        <a:pt x="201360" y="2865"/>
                        <a:pt x="202403" y="9596"/>
                      </a:cubicBezTo>
                      <a:cubicBezTo>
                        <a:pt x="202877" y="12787"/>
                        <a:pt x="202119" y="16011"/>
                        <a:pt x="200254" y="1863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2117" name="Google Shape;2117;p47"/>
              <p:cNvSpPr txBox="1"/>
              <p:nvPr/>
            </p:nvSpPr>
            <p:spPr>
              <a:xfrm>
                <a:off x="2990538" y="2772773"/>
                <a:ext cx="2037900" cy="60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100" u="none" cap="none" strike="noStrike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Climate Patterns</a:t>
                </a:r>
                <a:r>
                  <a:rPr b="0" i="0" lang="en-US" sz="1100" u="none" cap="none" strike="noStrike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 </a:t>
                </a:r>
                <a:endParaRPr sz="11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Includes temperature, rainfall, wind, and seasonal changes.</a:t>
                </a:r>
                <a:endParaRPr/>
              </a:p>
            </p:txBody>
          </p:sp>
        </p:grpSp>
        <p:grpSp>
          <p:nvGrpSpPr>
            <p:cNvPr id="2118" name="Google Shape;2118;p47"/>
            <p:cNvGrpSpPr/>
            <p:nvPr/>
          </p:nvGrpSpPr>
          <p:grpSpPr>
            <a:xfrm>
              <a:off x="2513459" y="3567398"/>
              <a:ext cx="2514979" cy="600300"/>
              <a:chOff x="2513459" y="3531820"/>
              <a:chExt cx="2514979" cy="600300"/>
            </a:xfrm>
          </p:grpSpPr>
          <p:grpSp>
            <p:nvGrpSpPr>
              <p:cNvPr id="2119" name="Google Shape;2119;p47"/>
              <p:cNvGrpSpPr/>
              <p:nvPr/>
            </p:nvGrpSpPr>
            <p:grpSpPr>
              <a:xfrm>
                <a:off x="2513459" y="3647037"/>
                <a:ext cx="369730" cy="369730"/>
                <a:chOff x="4604468" y="3395971"/>
                <a:chExt cx="369730" cy="369730"/>
              </a:xfrm>
            </p:grpSpPr>
            <p:sp>
              <p:nvSpPr>
                <p:cNvPr id="2120" name="Google Shape;2120;p47"/>
                <p:cNvSpPr/>
                <p:nvPr/>
              </p:nvSpPr>
              <p:spPr>
                <a:xfrm>
                  <a:off x="4604468" y="3395971"/>
                  <a:ext cx="369730" cy="369730"/>
                </a:xfrm>
                <a:custGeom>
                  <a:rect b="b" l="l" r="r" t="t"/>
                  <a:pathLst>
                    <a:path extrusionOk="0" h="369730" w="369730">
                      <a:moveTo>
                        <a:pt x="184112" y="368847"/>
                      </a:moveTo>
                      <a:cubicBezTo>
                        <a:pt x="82010" y="368878"/>
                        <a:pt x="-753" y="286116"/>
                        <a:pt x="-784" y="184013"/>
                      </a:cubicBezTo>
                      <a:cubicBezTo>
                        <a:pt x="-816" y="81911"/>
                        <a:pt x="81947" y="-852"/>
                        <a:pt x="184049" y="-884"/>
                      </a:cubicBezTo>
                      <a:cubicBezTo>
                        <a:pt x="286152" y="-916"/>
                        <a:pt x="368915" y="81847"/>
                        <a:pt x="368946" y="183950"/>
                      </a:cubicBezTo>
                      <a:cubicBezTo>
                        <a:pt x="368946" y="183950"/>
                        <a:pt x="368946" y="183981"/>
                        <a:pt x="368946" y="183981"/>
                      </a:cubicBezTo>
                      <a:cubicBezTo>
                        <a:pt x="368852" y="286021"/>
                        <a:pt x="286152" y="368721"/>
                        <a:pt x="184112" y="368847"/>
                      </a:cubicBezTo>
                      <a:close/>
                      <a:moveTo>
                        <a:pt x="184112" y="20763"/>
                      </a:moveTo>
                      <a:cubicBezTo>
                        <a:pt x="93955" y="20731"/>
                        <a:pt x="20862" y="93824"/>
                        <a:pt x="20831" y="183981"/>
                      </a:cubicBezTo>
                      <a:cubicBezTo>
                        <a:pt x="20799" y="274139"/>
                        <a:pt x="93892" y="347232"/>
                        <a:pt x="184049" y="347263"/>
                      </a:cubicBezTo>
                      <a:cubicBezTo>
                        <a:pt x="274207" y="347295"/>
                        <a:pt x="347299" y="274202"/>
                        <a:pt x="347331" y="184045"/>
                      </a:cubicBezTo>
                      <a:cubicBezTo>
                        <a:pt x="347331" y="184013"/>
                        <a:pt x="347331" y="184013"/>
                        <a:pt x="347331" y="183981"/>
                      </a:cubicBezTo>
                      <a:cubicBezTo>
                        <a:pt x="347236" y="93887"/>
                        <a:pt x="274207" y="20857"/>
                        <a:pt x="184112" y="20763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121" name="Google Shape;2121;p47"/>
                <p:cNvSpPr/>
                <p:nvPr/>
              </p:nvSpPr>
              <p:spPr>
                <a:xfrm>
                  <a:off x="4680823" y="3497991"/>
                  <a:ext cx="203324" cy="170926"/>
                </a:xfrm>
                <a:custGeom>
                  <a:rect b="b" l="l" r="r" t="t"/>
                  <a:pathLst>
                    <a:path extrusionOk="0" h="170926" w="203324">
                      <a:moveTo>
                        <a:pt x="200128" y="18476"/>
                      </a:moveTo>
                      <a:lnTo>
                        <a:pt x="87786" y="156982"/>
                      </a:lnTo>
                      <a:lnTo>
                        <a:pt x="82066" y="164977"/>
                      </a:lnTo>
                      <a:cubicBezTo>
                        <a:pt x="78053" y="170476"/>
                        <a:pt x="70374" y="171677"/>
                        <a:pt x="64876" y="167695"/>
                      </a:cubicBezTo>
                      <a:cubicBezTo>
                        <a:pt x="64338" y="167316"/>
                        <a:pt x="63833" y="166873"/>
                        <a:pt x="63359" y="166400"/>
                      </a:cubicBezTo>
                      <a:cubicBezTo>
                        <a:pt x="62980" y="166020"/>
                        <a:pt x="62600" y="165610"/>
                        <a:pt x="62285" y="165167"/>
                      </a:cubicBezTo>
                      <a:lnTo>
                        <a:pt x="2559" y="97730"/>
                      </a:lnTo>
                      <a:cubicBezTo>
                        <a:pt x="-2087" y="92801"/>
                        <a:pt x="-1865" y="85058"/>
                        <a:pt x="3064" y="80413"/>
                      </a:cubicBezTo>
                      <a:cubicBezTo>
                        <a:pt x="7994" y="75736"/>
                        <a:pt x="15736" y="75989"/>
                        <a:pt x="20382" y="80887"/>
                      </a:cubicBezTo>
                      <a:cubicBezTo>
                        <a:pt x="20571" y="81077"/>
                        <a:pt x="20729" y="81267"/>
                        <a:pt x="20887" y="81456"/>
                      </a:cubicBezTo>
                      <a:lnTo>
                        <a:pt x="71101" y="138338"/>
                      </a:lnTo>
                      <a:lnTo>
                        <a:pt x="180314" y="4255"/>
                      </a:lnTo>
                      <a:cubicBezTo>
                        <a:pt x="182241" y="1632"/>
                        <a:pt x="185086" y="-169"/>
                        <a:pt x="188309" y="-738"/>
                      </a:cubicBezTo>
                      <a:cubicBezTo>
                        <a:pt x="195040" y="-1781"/>
                        <a:pt x="201360" y="2865"/>
                        <a:pt x="202403" y="9596"/>
                      </a:cubicBezTo>
                      <a:cubicBezTo>
                        <a:pt x="202877" y="12787"/>
                        <a:pt x="202119" y="16011"/>
                        <a:pt x="200254" y="1863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2122" name="Google Shape;2122;p47"/>
              <p:cNvSpPr txBox="1"/>
              <p:nvPr/>
            </p:nvSpPr>
            <p:spPr>
              <a:xfrm>
                <a:off x="2990538" y="3531820"/>
                <a:ext cx="2037900" cy="60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Geological Features </a:t>
                </a:r>
                <a:r>
                  <a:rPr lang="en-US" sz="11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Mountains, rivers, soil types, and natural formations.</a:t>
                </a:r>
                <a:endParaRPr/>
              </a:p>
            </p:txBody>
          </p:sp>
        </p:grpSp>
        <p:grpSp>
          <p:nvGrpSpPr>
            <p:cNvPr id="2123" name="Google Shape;2123;p47"/>
            <p:cNvGrpSpPr/>
            <p:nvPr/>
          </p:nvGrpSpPr>
          <p:grpSpPr>
            <a:xfrm>
              <a:off x="2513459" y="4362023"/>
              <a:ext cx="2514979" cy="600300"/>
              <a:chOff x="2513459" y="4340751"/>
              <a:chExt cx="2514979" cy="600300"/>
            </a:xfrm>
          </p:grpSpPr>
          <p:grpSp>
            <p:nvGrpSpPr>
              <p:cNvPr id="2124" name="Google Shape;2124;p47"/>
              <p:cNvGrpSpPr/>
              <p:nvPr/>
            </p:nvGrpSpPr>
            <p:grpSpPr>
              <a:xfrm>
                <a:off x="2513459" y="4455968"/>
                <a:ext cx="369730" cy="369730"/>
                <a:chOff x="4604468" y="3395971"/>
                <a:chExt cx="369730" cy="369730"/>
              </a:xfrm>
            </p:grpSpPr>
            <p:sp>
              <p:nvSpPr>
                <p:cNvPr id="2125" name="Google Shape;2125;p47"/>
                <p:cNvSpPr/>
                <p:nvPr/>
              </p:nvSpPr>
              <p:spPr>
                <a:xfrm>
                  <a:off x="4604468" y="3395971"/>
                  <a:ext cx="369730" cy="369730"/>
                </a:xfrm>
                <a:custGeom>
                  <a:rect b="b" l="l" r="r" t="t"/>
                  <a:pathLst>
                    <a:path extrusionOk="0" h="369730" w="369730">
                      <a:moveTo>
                        <a:pt x="184112" y="368847"/>
                      </a:moveTo>
                      <a:cubicBezTo>
                        <a:pt x="82010" y="368878"/>
                        <a:pt x="-753" y="286116"/>
                        <a:pt x="-784" y="184013"/>
                      </a:cubicBezTo>
                      <a:cubicBezTo>
                        <a:pt x="-816" y="81911"/>
                        <a:pt x="81947" y="-852"/>
                        <a:pt x="184049" y="-884"/>
                      </a:cubicBezTo>
                      <a:cubicBezTo>
                        <a:pt x="286152" y="-916"/>
                        <a:pt x="368915" y="81847"/>
                        <a:pt x="368946" y="183950"/>
                      </a:cubicBezTo>
                      <a:cubicBezTo>
                        <a:pt x="368946" y="183950"/>
                        <a:pt x="368946" y="183981"/>
                        <a:pt x="368946" y="183981"/>
                      </a:cubicBezTo>
                      <a:cubicBezTo>
                        <a:pt x="368852" y="286021"/>
                        <a:pt x="286152" y="368721"/>
                        <a:pt x="184112" y="368847"/>
                      </a:cubicBezTo>
                      <a:close/>
                      <a:moveTo>
                        <a:pt x="184112" y="20763"/>
                      </a:moveTo>
                      <a:cubicBezTo>
                        <a:pt x="93955" y="20731"/>
                        <a:pt x="20862" y="93824"/>
                        <a:pt x="20831" y="183981"/>
                      </a:cubicBezTo>
                      <a:cubicBezTo>
                        <a:pt x="20799" y="274139"/>
                        <a:pt x="93892" y="347232"/>
                        <a:pt x="184049" y="347263"/>
                      </a:cubicBezTo>
                      <a:cubicBezTo>
                        <a:pt x="274207" y="347295"/>
                        <a:pt x="347299" y="274202"/>
                        <a:pt x="347331" y="184045"/>
                      </a:cubicBezTo>
                      <a:cubicBezTo>
                        <a:pt x="347331" y="184013"/>
                        <a:pt x="347331" y="184013"/>
                        <a:pt x="347331" y="183981"/>
                      </a:cubicBezTo>
                      <a:cubicBezTo>
                        <a:pt x="347236" y="93887"/>
                        <a:pt x="274207" y="20857"/>
                        <a:pt x="184112" y="20763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126" name="Google Shape;2126;p47"/>
                <p:cNvSpPr/>
                <p:nvPr/>
              </p:nvSpPr>
              <p:spPr>
                <a:xfrm>
                  <a:off x="4680823" y="3497991"/>
                  <a:ext cx="203324" cy="170926"/>
                </a:xfrm>
                <a:custGeom>
                  <a:rect b="b" l="l" r="r" t="t"/>
                  <a:pathLst>
                    <a:path extrusionOk="0" h="170926" w="203324">
                      <a:moveTo>
                        <a:pt x="200128" y="18476"/>
                      </a:moveTo>
                      <a:lnTo>
                        <a:pt x="87786" y="156982"/>
                      </a:lnTo>
                      <a:lnTo>
                        <a:pt x="82066" y="164977"/>
                      </a:lnTo>
                      <a:cubicBezTo>
                        <a:pt x="78053" y="170476"/>
                        <a:pt x="70374" y="171677"/>
                        <a:pt x="64876" y="167695"/>
                      </a:cubicBezTo>
                      <a:cubicBezTo>
                        <a:pt x="64338" y="167316"/>
                        <a:pt x="63833" y="166873"/>
                        <a:pt x="63359" y="166400"/>
                      </a:cubicBezTo>
                      <a:cubicBezTo>
                        <a:pt x="62980" y="166020"/>
                        <a:pt x="62600" y="165610"/>
                        <a:pt x="62285" y="165167"/>
                      </a:cubicBezTo>
                      <a:lnTo>
                        <a:pt x="2559" y="97730"/>
                      </a:lnTo>
                      <a:cubicBezTo>
                        <a:pt x="-2087" y="92801"/>
                        <a:pt x="-1865" y="85058"/>
                        <a:pt x="3064" y="80413"/>
                      </a:cubicBezTo>
                      <a:cubicBezTo>
                        <a:pt x="7994" y="75736"/>
                        <a:pt x="15736" y="75989"/>
                        <a:pt x="20382" y="80887"/>
                      </a:cubicBezTo>
                      <a:cubicBezTo>
                        <a:pt x="20571" y="81077"/>
                        <a:pt x="20729" y="81267"/>
                        <a:pt x="20887" y="81456"/>
                      </a:cubicBezTo>
                      <a:lnTo>
                        <a:pt x="71101" y="138338"/>
                      </a:lnTo>
                      <a:lnTo>
                        <a:pt x="180314" y="4255"/>
                      </a:lnTo>
                      <a:cubicBezTo>
                        <a:pt x="182241" y="1632"/>
                        <a:pt x="185086" y="-169"/>
                        <a:pt x="188309" y="-738"/>
                      </a:cubicBezTo>
                      <a:cubicBezTo>
                        <a:pt x="195040" y="-1781"/>
                        <a:pt x="201360" y="2865"/>
                        <a:pt x="202403" y="9596"/>
                      </a:cubicBezTo>
                      <a:cubicBezTo>
                        <a:pt x="202877" y="12787"/>
                        <a:pt x="202119" y="16011"/>
                        <a:pt x="200254" y="1863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2127" name="Google Shape;2127;p47"/>
              <p:cNvSpPr txBox="1"/>
              <p:nvPr/>
            </p:nvSpPr>
            <p:spPr>
              <a:xfrm>
                <a:off x="2990538" y="4340751"/>
                <a:ext cx="2037900" cy="60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Biodiversity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Naturally occurring plants, animals, and ecosystems.</a:t>
                </a:r>
                <a:endParaRPr/>
              </a:p>
            </p:txBody>
          </p:sp>
        </p:grpSp>
        <p:grpSp>
          <p:nvGrpSpPr>
            <p:cNvPr id="2128" name="Google Shape;2128;p47"/>
            <p:cNvGrpSpPr/>
            <p:nvPr/>
          </p:nvGrpSpPr>
          <p:grpSpPr>
            <a:xfrm>
              <a:off x="2513459" y="5156647"/>
              <a:ext cx="2690479" cy="600300"/>
              <a:chOff x="2513459" y="5156647"/>
              <a:chExt cx="2690479" cy="600300"/>
            </a:xfrm>
          </p:grpSpPr>
          <p:grpSp>
            <p:nvGrpSpPr>
              <p:cNvPr id="2129" name="Google Shape;2129;p47"/>
              <p:cNvGrpSpPr/>
              <p:nvPr/>
            </p:nvGrpSpPr>
            <p:grpSpPr>
              <a:xfrm>
                <a:off x="2513459" y="5271864"/>
                <a:ext cx="369730" cy="369730"/>
                <a:chOff x="4604468" y="3395971"/>
                <a:chExt cx="369730" cy="369730"/>
              </a:xfrm>
            </p:grpSpPr>
            <p:sp>
              <p:nvSpPr>
                <p:cNvPr id="2130" name="Google Shape;2130;p47"/>
                <p:cNvSpPr/>
                <p:nvPr/>
              </p:nvSpPr>
              <p:spPr>
                <a:xfrm>
                  <a:off x="4604468" y="3395971"/>
                  <a:ext cx="369730" cy="369730"/>
                </a:xfrm>
                <a:custGeom>
                  <a:rect b="b" l="l" r="r" t="t"/>
                  <a:pathLst>
                    <a:path extrusionOk="0" h="369730" w="369730">
                      <a:moveTo>
                        <a:pt x="184112" y="368847"/>
                      </a:moveTo>
                      <a:cubicBezTo>
                        <a:pt x="82010" y="368878"/>
                        <a:pt x="-753" y="286116"/>
                        <a:pt x="-784" y="184013"/>
                      </a:cubicBezTo>
                      <a:cubicBezTo>
                        <a:pt x="-816" y="81911"/>
                        <a:pt x="81947" y="-852"/>
                        <a:pt x="184049" y="-884"/>
                      </a:cubicBezTo>
                      <a:cubicBezTo>
                        <a:pt x="286152" y="-916"/>
                        <a:pt x="368915" y="81847"/>
                        <a:pt x="368946" y="183950"/>
                      </a:cubicBezTo>
                      <a:cubicBezTo>
                        <a:pt x="368946" y="183950"/>
                        <a:pt x="368946" y="183981"/>
                        <a:pt x="368946" y="183981"/>
                      </a:cubicBezTo>
                      <a:cubicBezTo>
                        <a:pt x="368852" y="286021"/>
                        <a:pt x="286152" y="368721"/>
                        <a:pt x="184112" y="368847"/>
                      </a:cubicBezTo>
                      <a:close/>
                      <a:moveTo>
                        <a:pt x="184112" y="20763"/>
                      </a:moveTo>
                      <a:cubicBezTo>
                        <a:pt x="93955" y="20731"/>
                        <a:pt x="20862" y="93824"/>
                        <a:pt x="20831" y="183981"/>
                      </a:cubicBezTo>
                      <a:cubicBezTo>
                        <a:pt x="20799" y="274139"/>
                        <a:pt x="93892" y="347232"/>
                        <a:pt x="184049" y="347263"/>
                      </a:cubicBezTo>
                      <a:cubicBezTo>
                        <a:pt x="274207" y="347295"/>
                        <a:pt x="347299" y="274202"/>
                        <a:pt x="347331" y="184045"/>
                      </a:cubicBezTo>
                      <a:cubicBezTo>
                        <a:pt x="347331" y="184013"/>
                        <a:pt x="347331" y="184013"/>
                        <a:pt x="347331" y="183981"/>
                      </a:cubicBezTo>
                      <a:cubicBezTo>
                        <a:pt x="347236" y="93887"/>
                        <a:pt x="274207" y="20857"/>
                        <a:pt x="184112" y="20763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131" name="Google Shape;2131;p47"/>
                <p:cNvSpPr/>
                <p:nvPr/>
              </p:nvSpPr>
              <p:spPr>
                <a:xfrm>
                  <a:off x="4680823" y="3497991"/>
                  <a:ext cx="203324" cy="170926"/>
                </a:xfrm>
                <a:custGeom>
                  <a:rect b="b" l="l" r="r" t="t"/>
                  <a:pathLst>
                    <a:path extrusionOk="0" h="170926" w="203324">
                      <a:moveTo>
                        <a:pt x="200128" y="18476"/>
                      </a:moveTo>
                      <a:lnTo>
                        <a:pt x="87786" y="156982"/>
                      </a:lnTo>
                      <a:lnTo>
                        <a:pt x="82066" y="164977"/>
                      </a:lnTo>
                      <a:cubicBezTo>
                        <a:pt x="78053" y="170476"/>
                        <a:pt x="70374" y="171677"/>
                        <a:pt x="64876" y="167695"/>
                      </a:cubicBezTo>
                      <a:cubicBezTo>
                        <a:pt x="64338" y="167316"/>
                        <a:pt x="63833" y="166873"/>
                        <a:pt x="63359" y="166400"/>
                      </a:cubicBezTo>
                      <a:cubicBezTo>
                        <a:pt x="62980" y="166020"/>
                        <a:pt x="62600" y="165610"/>
                        <a:pt x="62285" y="165167"/>
                      </a:cubicBezTo>
                      <a:lnTo>
                        <a:pt x="2559" y="97730"/>
                      </a:lnTo>
                      <a:cubicBezTo>
                        <a:pt x="-2087" y="92801"/>
                        <a:pt x="-1865" y="85058"/>
                        <a:pt x="3064" y="80413"/>
                      </a:cubicBezTo>
                      <a:cubicBezTo>
                        <a:pt x="7994" y="75736"/>
                        <a:pt x="15736" y="75989"/>
                        <a:pt x="20382" y="80887"/>
                      </a:cubicBezTo>
                      <a:cubicBezTo>
                        <a:pt x="20571" y="81077"/>
                        <a:pt x="20729" y="81267"/>
                        <a:pt x="20887" y="81456"/>
                      </a:cubicBezTo>
                      <a:lnTo>
                        <a:pt x="71101" y="138338"/>
                      </a:lnTo>
                      <a:lnTo>
                        <a:pt x="180314" y="4255"/>
                      </a:lnTo>
                      <a:cubicBezTo>
                        <a:pt x="182241" y="1632"/>
                        <a:pt x="185086" y="-169"/>
                        <a:pt x="188309" y="-738"/>
                      </a:cubicBezTo>
                      <a:cubicBezTo>
                        <a:pt x="195040" y="-1781"/>
                        <a:pt x="201360" y="2865"/>
                        <a:pt x="202403" y="9596"/>
                      </a:cubicBezTo>
                      <a:cubicBezTo>
                        <a:pt x="202877" y="12787"/>
                        <a:pt x="202119" y="16011"/>
                        <a:pt x="200254" y="1863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2132" name="Google Shape;2132;p47"/>
              <p:cNvSpPr txBox="1"/>
              <p:nvPr/>
            </p:nvSpPr>
            <p:spPr>
              <a:xfrm>
                <a:off x="2990538" y="5156647"/>
                <a:ext cx="2213400" cy="60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Natural Disasters</a:t>
                </a:r>
                <a:r>
                  <a:rPr lang="en-US" sz="11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 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Earthquakes, floods, hurricanes occur without human influence.</a:t>
                </a:r>
                <a:endParaRPr/>
              </a:p>
            </p:txBody>
          </p:sp>
        </p:grpSp>
        <p:sp>
          <p:nvSpPr>
            <p:cNvPr id="2133" name="Google Shape;2133;p47"/>
            <p:cNvSpPr txBox="1"/>
            <p:nvPr/>
          </p:nvSpPr>
          <p:spPr>
            <a:xfrm>
              <a:off x="6731901" y="2060636"/>
              <a:ext cx="31428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Human-Induced Environmental Aspects</a:t>
              </a:r>
              <a:endParaRPr/>
            </a:p>
          </p:txBody>
        </p:sp>
        <p:grpSp>
          <p:nvGrpSpPr>
            <p:cNvPr id="2134" name="Google Shape;2134;p47"/>
            <p:cNvGrpSpPr/>
            <p:nvPr/>
          </p:nvGrpSpPr>
          <p:grpSpPr>
            <a:xfrm>
              <a:off x="7125505" y="2772773"/>
              <a:ext cx="2514979" cy="769500"/>
              <a:chOff x="2513459" y="2772773"/>
              <a:chExt cx="2514979" cy="769500"/>
            </a:xfrm>
          </p:grpSpPr>
          <p:grpSp>
            <p:nvGrpSpPr>
              <p:cNvPr id="2135" name="Google Shape;2135;p47"/>
              <p:cNvGrpSpPr/>
              <p:nvPr/>
            </p:nvGrpSpPr>
            <p:grpSpPr>
              <a:xfrm>
                <a:off x="2513459" y="2887990"/>
                <a:ext cx="369730" cy="369730"/>
                <a:chOff x="4604468" y="3395971"/>
                <a:chExt cx="369730" cy="369730"/>
              </a:xfrm>
            </p:grpSpPr>
            <p:sp>
              <p:nvSpPr>
                <p:cNvPr id="2136" name="Google Shape;2136;p47"/>
                <p:cNvSpPr/>
                <p:nvPr/>
              </p:nvSpPr>
              <p:spPr>
                <a:xfrm>
                  <a:off x="4604468" y="3395971"/>
                  <a:ext cx="369730" cy="369730"/>
                </a:xfrm>
                <a:custGeom>
                  <a:rect b="b" l="l" r="r" t="t"/>
                  <a:pathLst>
                    <a:path extrusionOk="0" h="369730" w="369730">
                      <a:moveTo>
                        <a:pt x="184112" y="368847"/>
                      </a:moveTo>
                      <a:cubicBezTo>
                        <a:pt x="82010" y="368878"/>
                        <a:pt x="-753" y="286116"/>
                        <a:pt x="-784" y="184013"/>
                      </a:cubicBezTo>
                      <a:cubicBezTo>
                        <a:pt x="-816" y="81911"/>
                        <a:pt x="81947" y="-852"/>
                        <a:pt x="184049" y="-884"/>
                      </a:cubicBezTo>
                      <a:cubicBezTo>
                        <a:pt x="286152" y="-916"/>
                        <a:pt x="368915" y="81847"/>
                        <a:pt x="368946" y="183950"/>
                      </a:cubicBezTo>
                      <a:cubicBezTo>
                        <a:pt x="368946" y="183950"/>
                        <a:pt x="368946" y="183981"/>
                        <a:pt x="368946" y="183981"/>
                      </a:cubicBezTo>
                      <a:cubicBezTo>
                        <a:pt x="368852" y="286021"/>
                        <a:pt x="286152" y="368721"/>
                        <a:pt x="184112" y="368847"/>
                      </a:cubicBezTo>
                      <a:close/>
                      <a:moveTo>
                        <a:pt x="184112" y="20763"/>
                      </a:moveTo>
                      <a:cubicBezTo>
                        <a:pt x="93955" y="20731"/>
                        <a:pt x="20862" y="93824"/>
                        <a:pt x="20831" y="183981"/>
                      </a:cubicBezTo>
                      <a:cubicBezTo>
                        <a:pt x="20799" y="274139"/>
                        <a:pt x="93892" y="347232"/>
                        <a:pt x="184049" y="347263"/>
                      </a:cubicBezTo>
                      <a:cubicBezTo>
                        <a:pt x="274207" y="347295"/>
                        <a:pt x="347299" y="274202"/>
                        <a:pt x="347331" y="184045"/>
                      </a:cubicBezTo>
                      <a:cubicBezTo>
                        <a:pt x="347331" y="184013"/>
                        <a:pt x="347331" y="184013"/>
                        <a:pt x="347331" y="183981"/>
                      </a:cubicBezTo>
                      <a:cubicBezTo>
                        <a:pt x="347236" y="93887"/>
                        <a:pt x="274207" y="20857"/>
                        <a:pt x="184112" y="20763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137" name="Google Shape;2137;p47"/>
                <p:cNvSpPr/>
                <p:nvPr/>
              </p:nvSpPr>
              <p:spPr>
                <a:xfrm>
                  <a:off x="4680823" y="3497991"/>
                  <a:ext cx="203324" cy="170926"/>
                </a:xfrm>
                <a:custGeom>
                  <a:rect b="b" l="l" r="r" t="t"/>
                  <a:pathLst>
                    <a:path extrusionOk="0" h="170926" w="203324">
                      <a:moveTo>
                        <a:pt x="200128" y="18476"/>
                      </a:moveTo>
                      <a:lnTo>
                        <a:pt x="87786" y="156982"/>
                      </a:lnTo>
                      <a:lnTo>
                        <a:pt x="82066" y="164977"/>
                      </a:lnTo>
                      <a:cubicBezTo>
                        <a:pt x="78053" y="170476"/>
                        <a:pt x="70374" y="171677"/>
                        <a:pt x="64876" y="167695"/>
                      </a:cubicBezTo>
                      <a:cubicBezTo>
                        <a:pt x="64338" y="167316"/>
                        <a:pt x="63833" y="166873"/>
                        <a:pt x="63359" y="166400"/>
                      </a:cubicBezTo>
                      <a:cubicBezTo>
                        <a:pt x="62980" y="166020"/>
                        <a:pt x="62600" y="165610"/>
                        <a:pt x="62285" y="165167"/>
                      </a:cubicBezTo>
                      <a:lnTo>
                        <a:pt x="2559" y="97730"/>
                      </a:lnTo>
                      <a:cubicBezTo>
                        <a:pt x="-2087" y="92801"/>
                        <a:pt x="-1865" y="85058"/>
                        <a:pt x="3064" y="80413"/>
                      </a:cubicBezTo>
                      <a:cubicBezTo>
                        <a:pt x="7994" y="75736"/>
                        <a:pt x="15736" y="75989"/>
                        <a:pt x="20382" y="80887"/>
                      </a:cubicBezTo>
                      <a:cubicBezTo>
                        <a:pt x="20571" y="81077"/>
                        <a:pt x="20729" y="81267"/>
                        <a:pt x="20887" y="81456"/>
                      </a:cubicBezTo>
                      <a:lnTo>
                        <a:pt x="71101" y="138338"/>
                      </a:lnTo>
                      <a:lnTo>
                        <a:pt x="180314" y="4255"/>
                      </a:lnTo>
                      <a:cubicBezTo>
                        <a:pt x="182241" y="1632"/>
                        <a:pt x="185086" y="-169"/>
                        <a:pt x="188309" y="-738"/>
                      </a:cubicBezTo>
                      <a:cubicBezTo>
                        <a:pt x="195040" y="-1781"/>
                        <a:pt x="201360" y="2865"/>
                        <a:pt x="202403" y="9596"/>
                      </a:cubicBezTo>
                      <a:cubicBezTo>
                        <a:pt x="202877" y="12787"/>
                        <a:pt x="202119" y="16011"/>
                        <a:pt x="200254" y="1863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2138" name="Google Shape;2138;p47"/>
              <p:cNvSpPr txBox="1"/>
              <p:nvPr/>
            </p:nvSpPr>
            <p:spPr>
              <a:xfrm>
                <a:off x="2990538" y="2772773"/>
                <a:ext cx="2037900" cy="76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Pollution 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Emissions from industries, vehicles, and waste harming air/water.</a:t>
                </a:r>
                <a:endParaRPr/>
              </a:p>
            </p:txBody>
          </p:sp>
        </p:grpSp>
        <p:grpSp>
          <p:nvGrpSpPr>
            <p:cNvPr id="2139" name="Google Shape;2139;p47"/>
            <p:cNvGrpSpPr/>
            <p:nvPr/>
          </p:nvGrpSpPr>
          <p:grpSpPr>
            <a:xfrm>
              <a:off x="7137296" y="3680249"/>
              <a:ext cx="2712979" cy="600300"/>
              <a:chOff x="2513459" y="3531820"/>
              <a:chExt cx="2712979" cy="600300"/>
            </a:xfrm>
          </p:grpSpPr>
          <p:grpSp>
            <p:nvGrpSpPr>
              <p:cNvPr id="2140" name="Google Shape;2140;p47"/>
              <p:cNvGrpSpPr/>
              <p:nvPr/>
            </p:nvGrpSpPr>
            <p:grpSpPr>
              <a:xfrm>
                <a:off x="2513459" y="3647037"/>
                <a:ext cx="369730" cy="369730"/>
                <a:chOff x="4604468" y="3395971"/>
                <a:chExt cx="369730" cy="369730"/>
              </a:xfrm>
            </p:grpSpPr>
            <p:sp>
              <p:nvSpPr>
                <p:cNvPr id="2141" name="Google Shape;2141;p47"/>
                <p:cNvSpPr/>
                <p:nvPr/>
              </p:nvSpPr>
              <p:spPr>
                <a:xfrm>
                  <a:off x="4604468" y="3395971"/>
                  <a:ext cx="369730" cy="369730"/>
                </a:xfrm>
                <a:custGeom>
                  <a:rect b="b" l="l" r="r" t="t"/>
                  <a:pathLst>
                    <a:path extrusionOk="0" h="369730" w="369730">
                      <a:moveTo>
                        <a:pt x="184112" y="368847"/>
                      </a:moveTo>
                      <a:cubicBezTo>
                        <a:pt x="82010" y="368878"/>
                        <a:pt x="-753" y="286116"/>
                        <a:pt x="-784" y="184013"/>
                      </a:cubicBezTo>
                      <a:cubicBezTo>
                        <a:pt x="-816" y="81911"/>
                        <a:pt x="81947" y="-852"/>
                        <a:pt x="184049" y="-884"/>
                      </a:cubicBezTo>
                      <a:cubicBezTo>
                        <a:pt x="286152" y="-916"/>
                        <a:pt x="368915" y="81847"/>
                        <a:pt x="368946" y="183950"/>
                      </a:cubicBezTo>
                      <a:cubicBezTo>
                        <a:pt x="368946" y="183950"/>
                        <a:pt x="368946" y="183981"/>
                        <a:pt x="368946" y="183981"/>
                      </a:cubicBezTo>
                      <a:cubicBezTo>
                        <a:pt x="368852" y="286021"/>
                        <a:pt x="286152" y="368721"/>
                        <a:pt x="184112" y="368847"/>
                      </a:cubicBezTo>
                      <a:close/>
                      <a:moveTo>
                        <a:pt x="184112" y="20763"/>
                      </a:moveTo>
                      <a:cubicBezTo>
                        <a:pt x="93955" y="20731"/>
                        <a:pt x="20862" y="93824"/>
                        <a:pt x="20831" y="183981"/>
                      </a:cubicBezTo>
                      <a:cubicBezTo>
                        <a:pt x="20799" y="274139"/>
                        <a:pt x="93892" y="347232"/>
                        <a:pt x="184049" y="347263"/>
                      </a:cubicBezTo>
                      <a:cubicBezTo>
                        <a:pt x="274207" y="347295"/>
                        <a:pt x="347299" y="274202"/>
                        <a:pt x="347331" y="184045"/>
                      </a:cubicBezTo>
                      <a:cubicBezTo>
                        <a:pt x="347331" y="184013"/>
                        <a:pt x="347331" y="184013"/>
                        <a:pt x="347331" y="183981"/>
                      </a:cubicBezTo>
                      <a:cubicBezTo>
                        <a:pt x="347236" y="93887"/>
                        <a:pt x="274207" y="20857"/>
                        <a:pt x="184112" y="20763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142" name="Google Shape;2142;p47"/>
                <p:cNvSpPr/>
                <p:nvPr/>
              </p:nvSpPr>
              <p:spPr>
                <a:xfrm>
                  <a:off x="4680823" y="3497991"/>
                  <a:ext cx="203324" cy="170926"/>
                </a:xfrm>
                <a:custGeom>
                  <a:rect b="b" l="l" r="r" t="t"/>
                  <a:pathLst>
                    <a:path extrusionOk="0" h="170926" w="203324">
                      <a:moveTo>
                        <a:pt x="200128" y="18476"/>
                      </a:moveTo>
                      <a:lnTo>
                        <a:pt x="87786" y="156982"/>
                      </a:lnTo>
                      <a:lnTo>
                        <a:pt x="82066" y="164977"/>
                      </a:lnTo>
                      <a:cubicBezTo>
                        <a:pt x="78053" y="170476"/>
                        <a:pt x="70374" y="171677"/>
                        <a:pt x="64876" y="167695"/>
                      </a:cubicBezTo>
                      <a:cubicBezTo>
                        <a:pt x="64338" y="167316"/>
                        <a:pt x="63833" y="166873"/>
                        <a:pt x="63359" y="166400"/>
                      </a:cubicBezTo>
                      <a:cubicBezTo>
                        <a:pt x="62980" y="166020"/>
                        <a:pt x="62600" y="165610"/>
                        <a:pt x="62285" y="165167"/>
                      </a:cubicBezTo>
                      <a:lnTo>
                        <a:pt x="2559" y="97730"/>
                      </a:lnTo>
                      <a:cubicBezTo>
                        <a:pt x="-2087" y="92801"/>
                        <a:pt x="-1865" y="85058"/>
                        <a:pt x="3064" y="80413"/>
                      </a:cubicBezTo>
                      <a:cubicBezTo>
                        <a:pt x="7994" y="75736"/>
                        <a:pt x="15736" y="75989"/>
                        <a:pt x="20382" y="80887"/>
                      </a:cubicBezTo>
                      <a:cubicBezTo>
                        <a:pt x="20571" y="81077"/>
                        <a:pt x="20729" y="81267"/>
                        <a:pt x="20887" y="81456"/>
                      </a:cubicBezTo>
                      <a:lnTo>
                        <a:pt x="71101" y="138338"/>
                      </a:lnTo>
                      <a:lnTo>
                        <a:pt x="180314" y="4255"/>
                      </a:lnTo>
                      <a:cubicBezTo>
                        <a:pt x="182241" y="1632"/>
                        <a:pt x="185086" y="-169"/>
                        <a:pt x="188309" y="-738"/>
                      </a:cubicBezTo>
                      <a:cubicBezTo>
                        <a:pt x="195040" y="-1781"/>
                        <a:pt x="201360" y="2865"/>
                        <a:pt x="202403" y="9596"/>
                      </a:cubicBezTo>
                      <a:cubicBezTo>
                        <a:pt x="202877" y="12787"/>
                        <a:pt x="202119" y="16011"/>
                        <a:pt x="200254" y="1863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2143" name="Google Shape;2143;p47"/>
              <p:cNvSpPr txBox="1"/>
              <p:nvPr/>
            </p:nvSpPr>
            <p:spPr>
              <a:xfrm>
                <a:off x="2990538" y="3531820"/>
                <a:ext cx="2235900" cy="60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100" u="none" cap="none" strike="noStrike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Deforestation</a:t>
                </a:r>
                <a:r>
                  <a:rPr b="0" i="0" lang="en-US" sz="1100" u="none" cap="none" strike="noStrike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 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Clearing forests for agriculture, urban growth, or logging.</a:t>
                </a:r>
                <a:endParaRPr/>
              </a:p>
            </p:txBody>
          </p:sp>
        </p:grpSp>
        <p:grpSp>
          <p:nvGrpSpPr>
            <p:cNvPr id="2144" name="Google Shape;2144;p47"/>
            <p:cNvGrpSpPr/>
            <p:nvPr/>
          </p:nvGrpSpPr>
          <p:grpSpPr>
            <a:xfrm>
              <a:off x="7125505" y="4418448"/>
              <a:ext cx="2514979" cy="600300"/>
              <a:chOff x="2513459" y="4340751"/>
              <a:chExt cx="2514979" cy="600300"/>
            </a:xfrm>
          </p:grpSpPr>
          <p:grpSp>
            <p:nvGrpSpPr>
              <p:cNvPr id="2145" name="Google Shape;2145;p47"/>
              <p:cNvGrpSpPr/>
              <p:nvPr/>
            </p:nvGrpSpPr>
            <p:grpSpPr>
              <a:xfrm>
                <a:off x="2513459" y="4455968"/>
                <a:ext cx="369730" cy="369730"/>
                <a:chOff x="4604468" y="3395971"/>
                <a:chExt cx="369730" cy="369730"/>
              </a:xfrm>
            </p:grpSpPr>
            <p:sp>
              <p:nvSpPr>
                <p:cNvPr id="2146" name="Google Shape;2146;p47"/>
                <p:cNvSpPr/>
                <p:nvPr/>
              </p:nvSpPr>
              <p:spPr>
                <a:xfrm>
                  <a:off x="4604468" y="3395971"/>
                  <a:ext cx="369730" cy="369730"/>
                </a:xfrm>
                <a:custGeom>
                  <a:rect b="b" l="l" r="r" t="t"/>
                  <a:pathLst>
                    <a:path extrusionOk="0" h="369730" w="369730">
                      <a:moveTo>
                        <a:pt x="184112" y="368847"/>
                      </a:moveTo>
                      <a:cubicBezTo>
                        <a:pt x="82010" y="368878"/>
                        <a:pt x="-753" y="286116"/>
                        <a:pt x="-784" y="184013"/>
                      </a:cubicBezTo>
                      <a:cubicBezTo>
                        <a:pt x="-816" y="81911"/>
                        <a:pt x="81947" y="-852"/>
                        <a:pt x="184049" y="-884"/>
                      </a:cubicBezTo>
                      <a:cubicBezTo>
                        <a:pt x="286152" y="-916"/>
                        <a:pt x="368915" y="81847"/>
                        <a:pt x="368946" y="183950"/>
                      </a:cubicBezTo>
                      <a:cubicBezTo>
                        <a:pt x="368946" y="183950"/>
                        <a:pt x="368946" y="183981"/>
                        <a:pt x="368946" y="183981"/>
                      </a:cubicBezTo>
                      <a:cubicBezTo>
                        <a:pt x="368852" y="286021"/>
                        <a:pt x="286152" y="368721"/>
                        <a:pt x="184112" y="368847"/>
                      </a:cubicBezTo>
                      <a:close/>
                      <a:moveTo>
                        <a:pt x="184112" y="20763"/>
                      </a:moveTo>
                      <a:cubicBezTo>
                        <a:pt x="93955" y="20731"/>
                        <a:pt x="20862" y="93824"/>
                        <a:pt x="20831" y="183981"/>
                      </a:cubicBezTo>
                      <a:cubicBezTo>
                        <a:pt x="20799" y="274139"/>
                        <a:pt x="93892" y="347232"/>
                        <a:pt x="184049" y="347263"/>
                      </a:cubicBezTo>
                      <a:cubicBezTo>
                        <a:pt x="274207" y="347295"/>
                        <a:pt x="347299" y="274202"/>
                        <a:pt x="347331" y="184045"/>
                      </a:cubicBezTo>
                      <a:cubicBezTo>
                        <a:pt x="347331" y="184013"/>
                        <a:pt x="347331" y="184013"/>
                        <a:pt x="347331" y="183981"/>
                      </a:cubicBezTo>
                      <a:cubicBezTo>
                        <a:pt x="347236" y="93887"/>
                        <a:pt x="274207" y="20857"/>
                        <a:pt x="184112" y="20763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147" name="Google Shape;2147;p47"/>
                <p:cNvSpPr/>
                <p:nvPr/>
              </p:nvSpPr>
              <p:spPr>
                <a:xfrm>
                  <a:off x="4680823" y="3497991"/>
                  <a:ext cx="203324" cy="170926"/>
                </a:xfrm>
                <a:custGeom>
                  <a:rect b="b" l="l" r="r" t="t"/>
                  <a:pathLst>
                    <a:path extrusionOk="0" h="170926" w="203324">
                      <a:moveTo>
                        <a:pt x="200128" y="18476"/>
                      </a:moveTo>
                      <a:lnTo>
                        <a:pt x="87786" y="156982"/>
                      </a:lnTo>
                      <a:lnTo>
                        <a:pt x="82066" y="164977"/>
                      </a:lnTo>
                      <a:cubicBezTo>
                        <a:pt x="78053" y="170476"/>
                        <a:pt x="70374" y="171677"/>
                        <a:pt x="64876" y="167695"/>
                      </a:cubicBezTo>
                      <a:cubicBezTo>
                        <a:pt x="64338" y="167316"/>
                        <a:pt x="63833" y="166873"/>
                        <a:pt x="63359" y="166400"/>
                      </a:cubicBezTo>
                      <a:cubicBezTo>
                        <a:pt x="62980" y="166020"/>
                        <a:pt x="62600" y="165610"/>
                        <a:pt x="62285" y="165167"/>
                      </a:cubicBezTo>
                      <a:lnTo>
                        <a:pt x="2559" y="97730"/>
                      </a:lnTo>
                      <a:cubicBezTo>
                        <a:pt x="-2087" y="92801"/>
                        <a:pt x="-1865" y="85058"/>
                        <a:pt x="3064" y="80413"/>
                      </a:cubicBezTo>
                      <a:cubicBezTo>
                        <a:pt x="7994" y="75736"/>
                        <a:pt x="15736" y="75989"/>
                        <a:pt x="20382" y="80887"/>
                      </a:cubicBezTo>
                      <a:cubicBezTo>
                        <a:pt x="20571" y="81077"/>
                        <a:pt x="20729" y="81267"/>
                        <a:pt x="20887" y="81456"/>
                      </a:cubicBezTo>
                      <a:lnTo>
                        <a:pt x="71101" y="138338"/>
                      </a:lnTo>
                      <a:lnTo>
                        <a:pt x="180314" y="4255"/>
                      </a:lnTo>
                      <a:cubicBezTo>
                        <a:pt x="182241" y="1632"/>
                        <a:pt x="185086" y="-169"/>
                        <a:pt x="188309" y="-738"/>
                      </a:cubicBezTo>
                      <a:cubicBezTo>
                        <a:pt x="195040" y="-1781"/>
                        <a:pt x="201360" y="2865"/>
                        <a:pt x="202403" y="9596"/>
                      </a:cubicBezTo>
                      <a:cubicBezTo>
                        <a:pt x="202877" y="12787"/>
                        <a:pt x="202119" y="16011"/>
                        <a:pt x="200254" y="1863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2148" name="Google Shape;2148;p47"/>
              <p:cNvSpPr txBox="1"/>
              <p:nvPr/>
            </p:nvSpPr>
            <p:spPr>
              <a:xfrm>
                <a:off x="2990538" y="4340751"/>
                <a:ext cx="2037900" cy="60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100" u="none" cap="none" strike="noStrike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Urbanization</a:t>
                </a:r>
                <a:r>
                  <a:rPr b="0" i="0" lang="en-US" sz="1100" u="none" cap="none" strike="noStrike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 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Expanding cities disrupt land and natural habitats.</a:t>
                </a:r>
                <a:endParaRPr/>
              </a:p>
            </p:txBody>
          </p:sp>
        </p:grpSp>
        <p:grpSp>
          <p:nvGrpSpPr>
            <p:cNvPr id="2149" name="Google Shape;2149;p47"/>
            <p:cNvGrpSpPr/>
            <p:nvPr/>
          </p:nvGrpSpPr>
          <p:grpSpPr>
            <a:xfrm>
              <a:off x="7125505" y="5156647"/>
              <a:ext cx="2690479" cy="600300"/>
              <a:chOff x="2513459" y="5156647"/>
              <a:chExt cx="2690479" cy="600300"/>
            </a:xfrm>
          </p:grpSpPr>
          <p:grpSp>
            <p:nvGrpSpPr>
              <p:cNvPr id="2150" name="Google Shape;2150;p47"/>
              <p:cNvGrpSpPr/>
              <p:nvPr/>
            </p:nvGrpSpPr>
            <p:grpSpPr>
              <a:xfrm>
                <a:off x="2513459" y="5271864"/>
                <a:ext cx="369730" cy="369730"/>
                <a:chOff x="4604468" y="3395971"/>
                <a:chExt cx="369730" cy="369730"/>
              </a:xfrm>
            </p:grpSpPr>
            <p:sp>
              <p:nvSpPr>
                <p:cNvPr id="2151" name="Google Shape;2151;p47"/>
                <p:cNvSpPr/>
                <p:nvPr/>
              </p:nvSpPr>
              <p:spPr>
                <a:xfrm>
                  <a:off x="4604468" y="3395971"/>
                  <a:ext cx="369730" cy="369730"/>
                </a:xfrm>
                <a:custGeom>
                  <a:rect b="b" l="l" r="r" t="t"/>
                  <a:pathLst>
                    <a:path extrusionOk="0" h="369730" w="369730">
                      <a:moveTo>
                        <a:pt x="184112" y="368847"/>
                      </a:moveTo>
                      <a:cubicBezTo>
                        <a:pt x="82010" y="368878"/>
                        <a:pt x="-753" y="286116"/>
                        <a:pt x="-784" y="184013"/>
                      </a:cubicBezTo>
                      <a:cubicBezTo>
                        <a:pt x="-816" y="81911"/>
                        <a:pt x="81947" y="-852"/>
                        <a:pt x="184049" y="-884"/>
                      </a:cubicBezTo>
                      <a:cubicBezTo>
                        <a:pt x="286152" y="-916"/>
                        <a:pt x="368915" y="81847"/>
                        <a:pt x="368946" y="183950"/>
                      </a:cubicBezTo>
                      <a:cubicBezTo>
                        <a:pt x="368946" y="183950"/>
                        <a:pt x="368946" y="183981"/>
                        <a:pt x="368946" y="183981"/>
                      </a:cubicBezTo>
                      <a:cubicBezTo>
                        <a:pt x="368852" y="286021"/>
                        <a:pt x="286152" y="368721"/>
                        <a:pt x="184112" y="368847"/>
                      </a:cubicBezTo>
                      <a:close/>
                      <a:moveTo>
                        <a:pt x="184112" y="20763"/>
                      </a:moveTo>
                      <a:cubicBezTo>
                        <a:pt x="93955" y="20731"/>
                        <a:pt x="20862" y="93824"/>
                        <a:pt x="20831" y="183981"/>
                      </a:cubicBezTo>
                      <a:cubicBezTo>
                        <a:pt x="20799" y="274139"/>
                        <a:pt x="93892" y="347232"/>
                        <a:pt x="184049" y="347263"/>
                      </a:cubicBezTo>
                      <a:cubicBezTo>
                        <a:pt x="274207" y="347295"/>
                        <a:pt x="347299" y="274202"/>
                        <a:pt x="347331" y="184045"/>
                      </a:cubicBezTo>
                      <a:cubicBezTo>
                        <a:pt x="347331" y="184013"/>
                        <a:pt x="347331" y="184013"/>
                        <a:pt x="347331" y="183981"/>
                      </a:cubicBezTo>
                      <a:cubicBezTo>
                        <a:pt x="347236" y="93887"/>
                        <a:pt x="274207" y="20857"/>
                        <a:pt x="184112" y="20763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sp>
              <p:nvSpPr>
                <p:cNvPr id="2152" name="Google Shape;2152;p47"/>
                <p:cNvSpPr/>
                <p:nvPr/>
              </p:nvSpPr>
              <p:spPr>
                <a:xfrm>
                  <a:off x="4680823" y="3497991"/>
                  <a:ext cx="203324" cy="170926"/>
                </a:xfrm>
                <a:custGeom>
                  <a:rect b="b" l="l" r="r" t="t"/>
                  <a:pathLst>
                    <a:path extrusionOk="0" h="170926" w="203324">
                      <a:moveTo>
                        <a:pt x="200128" y="18476"/>
                      </a:moveTo>
                      <a:lnTo>
                        <a:pt x="87786" y="156982"/>
                      </a:lnTo>
                      <a:lnTo>
                        <a:pt x="82066" y="164977"/>
                      </a:lnTo>
                      <a:cubicBezTo>
                        <a:pt x="78053" y="170476"/>
                        <a:pt x="70374" y="171677"/>
                        <a:pt x="64876" y="167695"/>
                      </a:cubicBezTo>
                      <a:cubicBezTo>
                        <a:pt x="64338" y="167316"/>
                        <a:pt x="63833" y="166873"/>
                        <a:pt x="63359" y="166400"/>
                      </a:cubicBezTo>
                      <a:cubicBezTo>
                        <a:pt x="62980" y="166020"/>
                        <a:pt x="62600" y="165610"/>
                        <a:pt x="62285" y="165167"/>
                      </a:cubicBezTo>
                      <a:lnTo>
                        <a:pt x="2559" y="97730"/>
                      </a:lnTo>
                      <a:cubicBezTo>
                        <a:pt x="-2087" y="92801"/>
                        <a:pt x="-1865" y="85058"/>
                        <a:pt x="3064" y="80413"/>
                      </a:cubicBezTo>
                      <a:cubicBezTo>
                        <a:pt x="7994" y="75736"/>
                        <a:pt x="15736" y="75989"/>
                        <a:pt x="20382" y="80887"/>
                      </a:cubicBezTo>
                      <a:cubicBezTo>
                        <a:pt x="20571" y="81077"/>
                        <a:pt x="20729" y="81267"/>
                        <a:pt x="20887" y="81456"/>
                      </a:cubicBezTo>
                      <a:lnTo>
                        <a:pt x="71101" y="138338"/>
                      </a:lnTo>
                      <a:lnTo>
                        <a:pt x="180314" y="4255"/>
                      </a:lnTo>
                      <a:cubicBezTo>
                        <a:pt x="182241" y="1632"/>
                        <a:pt x="185086" y="-169"/>
                        <a:pt x="188309" y="-738"/>
                      </a:cubicBezTo>
                      <a:cubicBezTo>
                        <a:pt x="195040" y="-1781"/>
                        <a:pt x="201360" y="2865"/>
                        <a:pt x="202403" y="9596"/>
                      </a:cubicBezTo>
                      <a:cubicBezTo>
                        <a:pt x="202877" y="12787"/>
                        <a:pt x="202119" y="16011"/>
                        <a:pt x="200254" y="1863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sp>
            <p:nvSpPr>
              <p:cNvPr id="2153" name="Google Shape;2153;p47"/>
              <p:cNvSpPr txBox="1"/>
              <p:nvPr/>
            </p:nvSpPr>
            <p:spPr>
              <a:xfrm>
                <a:off x="2990538" y="5156647"/>
                <a:ext cx="2213400" cy="60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Climate Change</a:t>
                </a:r>
                <a:r>
                  <a:rPr lang="en-US" sz="11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 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Caused by greenhouse gas emissions and fossil fuel use.</a:t>
                </a:r>
                <a:endParaRPr/>
              </a:p>
            </p:txBody>
          </p:sp>
        </p:grpSp>
        <p:sp>
          <p:nvSpPr>
            <p:cNvPr id="2154" name="Google Shape;2154;p47"/>
            <p:cNvSpPr/>
            <p:nvPr/>
          </p:nvSpPr>
          <p:spPr>
            <a:xfrm>
              <a:off x="5923634" y="4618999"/>
              <a:ext cx="454774" cy="454769"/>
            </a:xfrm>
            <a:custGeom>
              <a:rect b="b" l="l" r="r" t="t"/>
              <a:pathLst>
                <a:path extrusionOk="0" h="454769" w="454774">
                  <a:moveTo>
                    <a:pt x="449485" y="178848"/>
                  </a:moveTo>
                  <a:cubicBezTo>
                    <a:pt x="476290" y="301510"/>
                    <a:pt x="398582" y="422675"/>
                    <a:pt x="275921" y="449480"/>
                  </a:cubicBezTo>
                  <a:cubicBezTo>
                    <a:pt x="153260" y="476285"/>
                    <a:pt x="32093" y="398576"/>
                    <a:pt x="5289" y="275916"/>
                  </a:cubicBezTo>
                  <a:cubicBezTo>
                    <a:pt x="-21516" y="153254"/>
                    <a:pt x="56191" y="32087"/>
                    <a:pt x="178853" y="5284"/>
                  </a:cubicBezTo>
                  <a:cubicBezTo>
                    <a:pt x="178855" y="5282"/>
                    <a:pt x="178856" y="5282"/>
                    <a:pt x="178858" y="5282"/>
                  </a:cubicBezTo>
                  <a:cubicBezTo>
                    <a:pt x="301515" y="-21502"/>
                    <a:pt x="422667" y="56198"/>
                    <a:pt x="449485" y="178848"/>
                  </a:cubicBezTo>
                  <a:close/>
                </a:path>
              </a:pathLst>
            </a:custGeom>
            <a:solidFill>
              <a:srgbClr val="3D9A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5" name="Google Shape;2155;p47"/>
            <p:cNvSpPr/>
            <p:nvPr/>
          </p:nvSpPr>
          <p:spPr>
            <a:xfrm>
              <a:off x="5998942" y="4904174"/>
              <a:ext cx="240414" cy="169568"/>
            </a:xfrm>
            <a:custGeom>
              <a:rect b="b" l="l" r="r" t="t"/>
              <a:pathLst>
                <a:path extrusionOk="0" h="169568" w="240414">
                  <a:moveTo>
                    <a:pt x="240195" y="151798"/>
                  </a:moveTo>
                  <a:cubicBezTo>
                    <a:pt x="227405" y="157154"/>
                    <a:pt x="214153" y="161340"/>
                    <a:pt x="200607" y="164305"/>
                  </a:cubicBezTo>
                  <a:cubicBezTo>
                    <a:pt x="129084" y="179975"/>
                    <a:pt x="54393" y="160194"/>
                    <a:pt x="0" y="111177"/>
                  </a:cubicBezTo>
                  <a:cubicBezTo>
                    <a:pt x="5474" y="106605"/>
                    <a:pt x="11779" y="103131"/>
                    <a:pt x="18570" y="100947"/>
                  </a:cubicBezTo>
                  <a:cubicBezTo>
                    <a:pt x="37221" y="95102"/>
                    <a:pt x="53257" y="107351"/>
                    <a:pt x="70409" y="92178"/>
                  </a:cubicBezTo>
                  <a:cubicBezTo>
                    <a:pt x="105134" y="61488"/>
                    <a:pt x="102130" y="86762"/>
                    <a:pt x="134197" y="76532"/>
                  </a:cubicBezTo>
                  <a:cubicBezTo>
                    <a:pt x="145673" y="72878"/>
                    <a:pt x="154485" y="58220"/>
                    <a:pt x="151305" y="46271"/>
                  </a:cubicBezTo>
                  <a:cubicBezTo>
                    <a:pt x="141289" y="8273"/>
                    <a:pt x="205335" y="-31659"/>
                    <a:pt x="227731" y="38577"/>
                  </a:cubicBezTo>
                  <a:cubicBezTo>
                    <a:pt x="234823" y="60928"/>
                    <a:pt x="241744" y="109544"/>
                    <a:pt x="240195" y="151798"/>
                  </a:cubicBezTo>
                  <a:close/>
                </a:path>
              </a:pathLst>
            </a:custGeom>
            <a:solidFill>
              <a:srgbClr val="91DC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6" name="Google Shape;2156;p47"/>
            <p:cNvSpPr/>
            <p:nvPr/>
          </p:nvSpPr>
          <p:spPr>
            <a:xfrm>
              <a:off x="5973959" y="4623772"/>
              <a:ext cx="362753" cy="219164"/>
            </a:xfrm>
            <a:custGeom>
              <a:rect b="b" l="l" r="r" t="t"/>
              <a:pathLst>
                <a:path extrusionOk="0" h="219164" w="362753">
                  <a:moveTo>
                    <a:pt x="277816" y="132556"/>
                  </a:moveTo>
                  <a:cubicBezTo>
                    <a:pt x="271412" y="125293"/>
                    <a:pt x="243600" y="81234"/>
                    <a:pt x="241409" y="81019"/>
                  </a:cubicBezTo>
                  <a:cubicBezTo>
                    <a:pt x="235863" y="69070"/>
                    <a:pt x="222151" y="95934"/>
                    <a:pt x="222539" y="105305"/>
                  </a:cubicBezTo>
                  <a:cubicBezTo>
                    <a:pt x="224343" y="145624"/>
                    <a:pt x="173579" y="138746"/>
                    <a:pt x="173966" y="173264"/>
                  </a:cubicBezTo>
                  <a:cubicBezTo>
                    <a:pt x="174269" y="196431"/>
                    <a:pt x="222453" y="213883"/>
                    <a:pt x="172548" y="218955"/>
                  </a:cubicBezTo>
                  <a:cubicBezTo>
                    <a:pt x="141857" y="222093"/>
                    <a:pt x="126684" y="188866"/>
                    <a:pt x="91866" y="189468"/>
                  </a:cubicBezTo>
                  <a:cubicBezTo>
                    <a:pt x="67408" y="189854"/>
                    <a:pt x="-19549" y="179538"/>
                    <a:pt x="4007" y="145109"/>
                  </a:cubicBezTo>
                  <a:cubicBezTo>
                    <a:pt x="14580" y="129634"/>
                    <a:pt x="69343" y="128688"/>
                    <a:pt x="91522" y="102044"/>
                  </a:cubicBezTo>
                  <a:cubicBezTo>
                    <a:pt x="139493" y="44316"/>
                    <a:pt x="152481" y="80337"/>
                    <a:pt x="202421" y="35418"/>
                  </a:cubicBezTo>
                  <a:cubicBezTo>
                    <a:pt x="213081" y="25876"/>
                    <a:pt x="217552" y="11047"/>
                    <a:pt x="223312" y="0"/>
                  </a:cubicBezTo>
                  <a:cubicBezTo>
                    <a:pt x="279645" y="11781"/>
                    <a:pt x="329449" y="44404"/>
                    <a:pt x="362753" y="91341"/>
                  </a:cubicBezTo>
                  <a:cubicBezTo>
                    <a:pt x="337005" y="118465"/>
                    <a:pt x="303434" y="161701"/>
                    <a:pt x="277816" y="132562"/>
                  </a:cubicBezTo>
                  <a:close/>
                </a:path>
              </a:pathLst>
            </a:custGeom>
            <a:solidFill>
              <a:srgbClr val="91DC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7" name="Google Shape;2157;p47"/>
            <p:cNvSpPr/>
            <p:nvPr/>
          </p:nvSpPr>
          <p:spPr>
            <a:xfrm>
              <a:off x="6276311" y="4789422"/>
              <a:ext cx="102059" cy="233021"/>
            </a:xfrm>
            <a:custGeom>
              <a:rect b="b" l="l" r="r" t="t"/>
              <a:pathLst>
                <a:path extrusionOk="0" h="233021" w="102059">
                  <a:moveTo>
                    <a:pt x="19394" y="75699"/>
                  </a:moveTo>
                  <a:cubicBezTo>
                    <a:pt x="-20281" y="105832"/>
                    <a:pt x="13248" y="121004"/>
                    <a:pt x="12990" y="162828"/>
                  </a:cubicBezTo>
                  <a:cubicBezTo>
                    <a:pt x="12904" y="183117"/>
                    <a:pt x="12002" y="214023"/>
                    <a:pt x="18621" y="233021"/>
                  </a:cubicBezTo>
                  <a:cubicBezTo>
                    <a:pt x="84867" y="178830"/>
                    <a:pt x="115081" y="92038"/>
                    <a:pt x="96809" y="8425"/>
                  </a:cubicBezTo>
                  <a:cubicBezTo>
                    <a:pt x="96164" y="5588"/>
                    <a:pt x="95476" y="2751"/>
                    <a:pt x="94789" y="0"/>
                  </a:cubicBezTo>
                  <a:cubicBezTo>
                    <a:pt x="54985" y="12208"/>
                    <a:pt x="44712" y="56482"/>
                    <a:pt x="19394" y="75695"/>
                  </a:cubicBezTo>
                  <a:close/>
                </a:path>
              </a:pathLst>
            </a:custGeom>
            <a:solidFill>
              <a:srgbClr val="91DC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8" name="Google Shape;2158;p47"/>
            <p:cNvSpPr/>
            <p:nvPr/>
          </p:nvSpPr>
          <p:spPr>
            <a:xfrm>
              <a:off x="5802825" y="4660346"/>
              <a:ext cx="264957" cy="330891"/>
            </a:xfrm>
            <a:custGeom>
              <a:rect b="b" l="l" r="r" t="t"/>
              <a:pathLst>
                <a:path extrusionOk="0" h="330891" w="264957">
                  <a:moveTo>
                    <a:pt x="23622" y="306132"/>
                  </a:moveTo>
                  <a:cubicBezTo>
                    <a:pt x="90721" y="339144"/>
                    <a:pt x="174238" y="339144"/>
                    <a:pt x="241337" y="306132"/>
                  </a:cubicBezTo>
                  <a:cubicBezTo>
                    <a:pt x="259518" y="297186"/>
                    <a:pt x="268588" y="278107"/>
                    <a:pt x="263602" y="259237"/>
                  </a:cubicBezTo>
                  <a:cubicBezTo>
                    <a:pt x="249374" y="205033"/>
                    <a:pt x="243786" y="164463"/>
                    <a:pt x="250234" y="118678"/>
                  </a:cubicBezTo>
                  <a:cubicBezTo>
                    <a:pt x="258574" y="59618"/>
                    <a:pt x="196848" y="0"/>
                    <a:pt x="132500" y="0"/>
                  </a:cubicBezTo>
                  <a:cubicBezTo>
                    <a:pt x="68111" y="0"/>
                    <a:pt x="6385" y="59618"/>
                    <a:pt x="14724" y="118678"/>
                  </a:cubicBezTo>
                  <a:cubicBezTo>
                    <a:pt x="21172" y="164457"/>
                    <a:pt x="15584" y="205033"/>
                    <a:pt x="1355" y="259237"/>
                  </a:cubicBezTo>
                  <a:cubicBezTo>
                    <a:pt x="-3630" y="278107"/>
                    <a:pt x="5439" y="297192"/>
                    <a:pt x="23622" y="306132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9" name="Google Shape;2159;p47"/>
            <p:cNvSpPr/>
            <p:nvPr/>
          </p:nvSpPr>
          <p:spPr>
            <a:xfrm>
              <a:off x="5748989" y="4940301"/>
              <a:ext cx="372630" cy="243934"/>
            </a:xfrm>
            <a:custGeom>
              <a:rect b="b" l="l" r="r" t="t"/>
              <a:pathLst>
                <a:path extrusionOk="0" h="243934" w="372630">
                  <a:moveTo>
                    <a:pt x="186336" y="0"/>
                  </a:moveTo>
                  <a:lnTo>
                    <a:pt x="155002" y="0"/>
                  </a:lnTo>
                  <a:cubicBezTo>
                    <a:pt x="52957" y="65898"/>
                    <a:pt x="7179" y="43455"/>
                    <a:pt x="0" y="243935"/>
                  </a:cubicBezTo>
                  <a:lnTo>
                    <a:pt x="372630" y="243935"/>
                  </a:lnTo>
                  <a:cubicBezTo>
                    <a:pt x="365449" y="43455"/>
                    <a:pt x="319674" y="65898"/>
                    <a:pt x="2176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0" name="Google Shape;2160;p47"/>
            <p:cNvSpPr/>
            <p:nvPr/>
          </p:nvSpPr>
          <p:spPr>
            <a:xfrm>
              <a:off x="5892938" y="4896071"/>
              <a:ext cx="84721" cy="123106"/>
            </a:xfrm>
            <a:custGeom>
              <a:rect b="b" l="l" r="r" t="t"/>
              <a:pathLst>
                <a:path extrusionOk="0" h="123106" w="84721">
                  <a:moveTo>
                    <a:pt x="6" y="0"/>
                  </a:moveTo>
                  <a:lnTo>
                    <a:pt x="84722" y="0"/>
                  </a:lnTo>
                  <a:lnTo>
                    <a:pt x="84722" y="80723"/>
                  </a:lnTo>
                  <a:cubicBezTo>
                    <a:pt x="84664" y="104091"/>
                    <a:pt x="65749" y="123026"/>
                    <a:pt x="42381" y="123106"/>
                  </a:cubicBezTo>
                  <a:cubicBezTo>
                    <a:pt x="19000" y="123044"/>
                    <a:pt x="62" y="104104"/>
                    <a:pt x="0" y="80723"/>
                  </a:cubicBezTo>
                  <a:close/>
                </a:path>
              </a:pathLst>
            </a:custGeom>
            <a:solidFill>
              <a:srgbClr val="E2AA7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1" name="Google Shape;2161;p47"/>
            <p:cNvSpPr/>
            <p:nvPr/>
          </p:nvSpPr>
          <p:spPr>
            <a:xfrm>
              <a:off x="5813546" y="4772478"/>
              <a:ext cx="243537" cy="62108"/>
            </a:xfrm>
            <a:custGeom>
              <a:rect b="b" l="l" r="r" t="t"/>
              <a:pathLst>
                <a:path extrusionOk="0" h="62108" w="243537">
                  <a:moveTo>
                    <a:pt x="46343" y="4053"/>
                  </a:moveTo>
                  <a:cubicBezTo>
                    <a:pt x="61259" y="12500"/>
                    <a:pt x="66503" y="31442"/>
                    <a:pt x="58055" y="46358"/>
                  </a:cubicBezTo>
                  <a:cubicBezTo>
                    <a:pt x="49607" y="61276"/>
                    <a:pt x="30666" y="66520"/>
                    <a:pt x="15749" y="58072"/>
                  </a:cubicBezTo>
                  <a:cubicBezTo>
                    <a:pt x="832" y="49623"/>
                    <a:pt x="-4412" y="30682"/>
                    <a:pt x="4036" y="15765"/>
                  </a:cubicBezTo>
                  <a:cubicBezTo>
                    <a:pt x="4040" y="15759"/>
                    <a:pt x="4044" y="15752"/>
                    <a:pt x="4048" y="15745"/>
                  </a:cubicBezTo>
                  <a:cubicBezTo>
                    <a:pt x="12510" y="852"/>
                    <a:pt x="31432" y="-4380"/>
                    <a:pt x="46343" y="4053"/>
                  </a:cubicBezTo>
                  <a:close/>
                  <a:moveTo>
                    <a:pt x="227822" y="4053"/>
                  </a:moveTo>
                  <a:cubicBezTo>
                    <a:pt x="242728" y="12519"/>
                    <a:pt x="247949" y="31467"/>
                    <a:pt x="239483" y="46373"/>
                  </a:cubicBezTo>
                  <a:cubicBezTo>
                    <a:pt x="231015" y="61279"/>
                    <a:pt x="212068" y="66500"/>
                    <a:pt x="197162" y="58034"/>
                  </a:cubicBezTo>
                  <a:cubicBezTo>
                    <a:pt x="182268" y="49575"/>
                    <a:pt x="177041" y="30650"/>
                    <a:pt x="185483" y="15745"/>
                  </a:cubicBezTo>
                  <a:cubicBezTo>
                    <a:pt x="193937" y="827"/>
                    <a:pt x="212884" y="-4413"/>
                    <a:pt x="227802" y="4042"/>
                  </a:cubicBezTo>
                  <a:cubicBezTo>
                    <a:pt x="227810" y="4045"/>
                    <a:pt x="227816" y="4050"/>
                    <a:pt x="227822" y="4053"/>
                  </a:cubicBezTo>
                  <a:close/>
                </a:path>
              </a:pathLst>
            </a:custGeom>
            <a:solidFill>
              <a:srgbClr val="E2AA7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2" name="Google Shape;2162;p47"/>
            <p:cNvSpPr/>
            <p:nvPr/>
          </p:nvSpPr>
          <p:spPr>
            <a:xfrm>
              <a:off x="5892948" y="4896071"/>
              <a:ext cx="84711" cy="67012"/>
            </a:xfrm>
            <a:custGeom>
              <a:rect b="b" l="l" r="r" t="t"/>
              <a:pathLst>
                <a:path extrusionOk="0" h="67012" w="84711">
                  <a:moveTo>
                    <a:pt x="84711" y="52397"/>
                  </a:moveTo>
                  <a:cubicBezTo>
                    <a:pt x="71772" y="61295"/>
                    <a:pt x="57372" y="66839"/>
                    <a:pt x="42457" y="67012"/>
                  </a:cubicBezTo>
                  <a:lnTo>
                    <a:pt x="42253" y="67012"/>
                  </a:lnTo>
                  <a:cubicBezTo>
                    <a:pt x="27337" y="66839"/>
                    <a:pt x="12938" y="61295"/>
                    <a:pt x="0" y="52397"/>
                  </a:cubicBezTo>
                  <a:lnTo>
                    <a:pt x="0" y="0"/>
                  </a:lnTo>
                  <a:lnTo>
                    <a:pt x="84711" y="0"/>
                  </a:lnTo>
                  <a:close/>
                </a:path>
              </a:pathLst>
            </a:custGeom>
            <a:solidFill>
              <a:srgbClr val="CB99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3" name="Google Shape;2163;p47"/>
            <p:cNvSpPr/>
            <p:nvPr/>
          </p:nvSpPr>
          <p:spPr>
            <a:xfrm>
              <a:off x="5844195" y="4725509"/>
              <a:ext cx="182221" cy="226955"/>
            </a:xfrm>
            <a:custGeom>
              <a:rect b="b" l="l" r="r" t="t"/>
              <a:pathLst>
                <a:path extrusionOk="0" h="226955" w="182221">
                  <a:moveTo>
                    <a:pt x="9203" y="30605"/>
                  </a:moveTo>
                  <a:cubicBezTo>
                    <a:pt x="-3989" y="92459"/>
                    <a:pt x="-639" y="116445"/>
                    <a:pt x="4733" y="140645"/>
                  </a:cubicBezTo>
                  <a:cubicBezTo>
                    <a:pt x="13458" y="179889"/>
                    <a:pt x="51844" y="226569"/>
                    <a:pt x="91131" y="226956"/>
                  </a:cubicBezTo>
                  <a:cubicBezTo>
                    <a:pt x="130376" y="226569"/>
                    <a:pt x="168761" y="179889"/>
                    <a:pt x="177486" y="140645"/>
                  </a:cubicBezTo>
                  <a:cubicBezTo>
                    <a:pt x="182860" y="116445"/>
                    <a:pt x="186213" y="92459"/>
                    <a:pt x="173015" y="30605"/>
                  </a:cubicBezTo>
                  <a:cubicBezTo>
                    <a:pt x="130376" y="37353"/>
                    <a:pt x="91475" y="31636"/>
                    <a:pt x="64224" y="0"/>
                  </a:cubicBezTo>
                  <a:cubicBezTo>
                    <a:pt x="46557" y="21922"/>
                    <a:pt x="32459" y="26177"/>
                    <a:pt x="9203" y="30605"/>
                  </a:cubicBezTo>
                  <a:close/>
                </a:path>
              </a:pathLst>
            </a:custGeom>
            <a:solidFill>
              <a:srgbClr val="FBBD8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4" name="Google Shape;2164;p47"/>
            <p:cNvSpPr/>
            <p:nvPr/>
          </p:nvSpPr>
          <p:spPr>
            <a:xfrm>
              <a:off x="6069142" y="4429049"/>
              <a:ext cx="85181" cy="117260"/>
            </a:xfrm>
            <a:custGeom>
              <a:rect b="b" l="l" r="r" t="t"/>
              <a:pathLst>
                <a:path extrusionOk="0" h="117260" w="85181">
                  <a:moveTo>
                    <a:pt x="3304" y="0"/>
                  </a:moveTo>
                  <a:cubicBezTo>
                    <a:pt x="68854" y="12722"/>
                    <a:pt x="95045" y="51809"/>
                    <a:pt x="81878" y="117261"/>
                  </a:cubicBezTo>
                  <a:cubicBezTo>
                    <a:pt x="16328" y="104537"/>
                    <a:pt x="-9863" y="65450"/>
                    <a:pt x="3304" y="0"/>
                  </a:cubicBezTo>
                  <a:close/>
                </a:path>
              </a:pathLst>
            </a:custGeom>
            <a:solidFill>
              <a:srgbClr val="76B2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5" name="Google Shape;2165;p47"/>
            <p:cNvSpPr/>
            <p:nvPr/>
          </p:nvSpPr>
          <p:spPr>
            <a:xfrm>
              <a:off x="5981963" y="4511725"/>
              <a:ext cx="169057" cy="85919"/>
            </a:xfrm>
            <a:custGeom>
              <a:rect b="b" l="l" r="r" t="t"/>
              <a:pathLst>
                <a:path extrusionOk="0" h="85919" w="169057">
                  <a:moveTo>
                    <a:pt x="0" y="51304"/>
                  </a:moveTo>
                  <a:cubicBezTo>
                    <a:pt x="50722" y="-10980"/>
                    <a:pt x="107073" y="-16553"/>
                    <a:pt x="169057" y="34584"/>
                  </a:cubicBezTo>
                  <a:cubicBezTo>
                    <a:pt x="118293" y="96910"/>
                    <a:pt x="61941" y="102483"/>
                    <a:pt x="0" y="51304"/>
                  </a:cubicBezTo>
                  <a:close/>
                </a:path>
              </a:pathLst>
            </a:custGeom>
            <a:solidFill>
              <a:srgbClr val="91DC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6" name="Google Shape;2166;p47"/>
            <p:cNvSpPr/>
            <p:nvPr/>
          </p:nvSpPr>
          <p:spPr>
            <a:xfrm>
              <a:off x="5748989" y="4947264"/>
              <a:ext cx="143954" cy="236971"/>
            </a:xfrm>
            <a:custGeom>
              <a:rect b="b" l="l" r="r" t="t"/>
              <a:pathLst>
                <a:path extrusionOk="0" h="236971" w="143954">
                  <a:moveTo>
                    <a:pt x="41738" y="236972"/>
                  </a:moveTo>
                  <a:cubicBezTo>
                    <a:pt x="46811" y="94651"/>
                    <a:pt x="71397" y="64648"/>
                    <a:pt x="121732" y="35678"/>
                  </a:cubicBezTo>
                  <a:cubicBezTo>
                    <a:pt x="128652" y="31680"/>
                    <a:pt x="136046" y="27726"/>
                    <a:pt x="143955" y="23471"/>
                  </a:cubicBezTo>
                  <a:lnTo>
                    <a:pt x="143955" y="0"/>
                  </a:lnTo>
                  <a:cubicBezTo>
                    <a:pt x="125945" y="11004"/>
                    <a:pt x="109782" y="19387"/>
                    <a:pt x="95431" y="27124"/>
                  </a:cubicBezTo>
                  <a:cubicBezTo>
                    <a:pt x="34602" y="59877"/>
                    <a:pt x="5589" y="80770"/>
                    <a:pt x="0" y="236972"/>
                  </a:cubicBezTo>
                  <a:close/>
                </a:path>
              </a:pathLst>
            </a:custGeom>
            <a:solidFill>
              <a:srgbClr val="43D65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7" name="Google Shape;2167;p47"/>
            <p:cNvSpPr/>
            <p:nvPr/>
          </p:nvSpPr>
          <p:spPr>
            <a:xfrm>
              <a:off x="5816795" y="4660355"/>
              <a:ext cx="200721" cy="126330"/>
            </a:xfrm>
            <a:custGeom>
              <a:rect b="b" l="l" r="r" t="t"/>
              <a:pathLst>
                <a:path extrusionOk="0" h="126330" w="200721">
                  <a:moveTo>
                    <a:pt x="36603" y="95760"/>
                  </a:moveTo>
                  <a:cubicBezTo>
                    <a:pt x="59859" y="91332"/>
                    <a:pt x="73957" y="87077"/>
                    <a:pt x="91624" y="65154"/>
                  </a:cubicBezTo>
                  <a:cubicBezTo>
                    <a:pt x="94757" y="68803"/>
                    <a:pt x="98163" y="72209"/>
                    <a:pt x="101811" y="75342"/>
                  </a:cubicBezTo>
                  <a:cubicBezTo>
                    <a:pt x="118017" y="57404"/>
                    <a:pt x="138879" y="44310"/>
                    <a:pt x="162078" y="37515"/>
                  </a:cubicBezTo>
                  <a:cubicBezTo>
                    <a:pt x="172056" y="34640"/>
                    <a:pt x="182386" y="33165"/>
                    <a:pt x="192770" y="33131"/>
                  </a:cubicBezTo>
                  <a:cubicBezTo>
                    <a:pt x="195392" y="33131"/>
                    <a:pt x="198056" y="33218"/>
                    <a:pt x="200722" y="33435"/>
                  </a:cubicBezTo>
                  <a:cubicBezTo>
                    <a:pt x="194538" y="27782"/>
                    <a:pt x="187831" y="22731"/>
                    <a:pt x="180690" y="18348"/>
                  </a:cubicBezTo>
                  <a:cubicBezTo>
                    <a:pt x="162039" y="6871"/>
                    <a:pt x="140415" y="0"/>
                    <a:pt x="118535" y="0"/>
                  </a:cubicBezTo>
                  <a:cubicBezTo>
                    <a:pt x="54147" y="0"/>
                    <a:pt x="-7579" y="59618"/>
                    <a:pt x="759" y="118678"/>
                  </a:cubicBezTo>
                  <a:cubicBezTo>
                    <a:pt x="1103" y="121256"/>
                    <a:pt x="1448" y="123795"/>
                    <a:pt x="1748" y="126330"/>
                  </a:cubicBezTo>
                  <a:cubicBezTo>
                    <a:pt x="8535" y="115837"/>
                    <a:pt x="20951" y="110434"/>
                    <a:pt x="33255" y="112619"/>
                  </a:cubicBezTo>
                  <a:cubicBezTo>
                    <a:pt x="34201" y="107331"/>
                    <a:pt x="35319" y="101743"/>
                    <a:pt x="36608" y="95769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8" name="Google Shape;2168;p47"/>
            <p:cNvSpPr/>
            <p:nvPr/>
          </p:nvSpPr>
          <p:spPr>
            <a:xfrm>
              <a:off x="5802824" y="4822696"/>
              <a:ext cx="81693" cy="151691"/>
            </a:xfrm>
            <a:custGeom>
              <a:rect b="b" l="l" r="r" t="t"/>
              <a:pathLst>
                <a:path extrusionOk="0" h="151691" w="81693">
                  <a:moveTo>
                    <a:pt x="46104" y="43458"/>
                  </a:moveTo>
                  <a:cubicBezTo>
                    <a:pt x="43640" y="33100"/>
                    <a:pt x="42114" y="22540"/>
                    <a:pt x="41546" y="11907"/>
                  </a:cubicBezTo>
                  <a:cubicBezTo>
                    <a:pt x="36235" y="11869"/>
                    <a:pt x="31024" y="10463"/>
                    <a:pt x="26415" y="7823"/>
                  </a:cubicBezTo>
                  <a:cubicBezTo>
                    <a:pt x="22905" y="5823"/>
                    <a:pt x="19811" y="3168"/>
                    <a:pt x="17303" y="0"/>
                  </a:cubicBezTo>
                  <a:cubicBezTo>
                    <a:pt x="16615" y="29961"/>
                    <a:pt x="10934" y="60307"/>
                    <a:pt x="1355" y="96886"/>
                  </a:cubicBezTo>
                  <a:cubicBezTo>
                    <a:pt x="-3630" y="115756"/>
                    <a:pt x="5439" y="134841"/>
                    <a:pt x="23622" y="143782"/>
                  </a:cubicBezTo>
                  <a:cubicBezTo>
                    <a:pt x="29510" y="146663"/>
                    <a:pt x="35485" y="149327"/>
                    <a:pt x="41590" y="151692"/>
                  </a:cubicBezTo>
                  <a:cubicBezTo>
                    <a:pt x="51777" y="146233"/>
                    <a:pt x="62819" y="140387"/>
                    <a:pt x="74815" y="133553"/>
                  </a:cubicBezTo>
                  <a:cubicBezTo>
                    <a:pt x="75031" y="132393"/>
                    <a:pt x="75288" y="131189"/>
                    <a:pt x="75590" y="130027"/>
                  </a:cubicBezTo>
                  <a:cubicBezTo>
                    <a:pt x="77865" y="121384"/>
                    <a:pt x="79887" y="113134"/>
                    <a:pt x="81693" y="105098"/>
                  </a:cubicBezTo>
                  <a:cubicBezTo>
                    <a:pt x="64199" y="88032"/>
                    <a:pt x="50831" y="64648"/>
                    <a:pt x="46102" y="43458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9" name="Google Shape;2169;p47"/>
            <p:cNvSpPr/>
            <p:nvPr/>
          </p:nvSpPr>
          <p:spPr>
            <a:xfrm>
              <a:off x="5997480" y="4618998"/>
              <a:ext cx="179157" cy="83300"/>
            </a:xfrm>
            <a:custGeom>
              <a:rect b="b" l="l" r="r" t="t"/>
              <a:pathLst>
                <a:path extrusionOk="0" h="83300" w="179157">
                  <a:moveTo>
                    <a:pt x="28541" y="83300"/>
                  </a:moveTo>
                  <a:cubicBezTo>
                    <a:pt x="60940" y="43649"/>
                    <a:pt x="105821" y="16146"/>
                    <a:pt x="155862" y="5284"/>
                  </a:cubicBezTo>
                  <a:cubicBezTo>
                    <a:pt x="163557" y="3601"/>
                    <a:pt x="171332" y="2310"/>
                    <a:pt x="179158" y="1416"/>
                  </a:cubicBezTo>
                  <a:cubicBezTo>
                    <a:pt x="113827" y="-5896"/>
                    <a:pt x="48521" y="15351"/>
                    <a:pt x="0" y="59703"/>
                  </a:cubicBezTo>
                  <a:cubicBezTo>
                    <a:pt x="7141" y="64085"/>
                    <a:pt x="13848" y="69136"/>
                    <a:pt x="20031" y="74789"/>
                  </a:cubicBezTo>
                  <a:cubicBezTo>
                    <a:pt x="22997" y="77497"/>
                    <a:pt x="25835" y="80334"/>
                    <a:pt x="28541" y="83300"/>
                  </a:cubicBezTo>
                  <a:close/>
                </a:path>
              </a:pathLst>
            </a:custGeom>
            <a:solidFill>
              <a:srgbClr val="378BC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0" name="Google Shape;2170;p47"/>
            <p:cNvSpPr/>
            <p:nvPr/>
          </p:nvSpPr>
          <p:spPr>
            <a:xfrm>
              <a:off x="5981963" y="4511721"/>
              <a:ext cx="169057" cy="60163"/>
            </a:xfrm>
            <a:custGeom>
              <a:rect b="b" l="l" r="r" t="t"/>
              <a:pathLst>
                <a:path extrusionOk="0" h="60163" w="169057">
                  <a:moveTo>
                    <a:pt x="11391" y="60163"/>
                  </a:moveTo>
                  <a:cubicBezTo>
                    <a:pt x="56094" y="9743"/>
                    <a:pt x="105082" y="2608"/>
                    <a:pt x="158355" y="38756"/>
                  </a:cubicBezTo>
                  <a:cubicBezTo>
                    <a:pt x="159859" y="39789"/>
                    <a:pt x="161321" y="40820"/>
                    <a:pt x="162825" y="41895"/>
                  </a:cubicBezTo>
                  <a:cubicBezTo>
                    <a:pt x="164931" y="39574"/>
                    <a:pt x="166993" y="37123"/>
                    <a:pt x="169057" y="34588"/>
                  </a:cubicBezTo>
                  <a:cubicBezTo>
                    <a:pt x="166822" y="32782"/>
                    <a:pt x="164629" y="31020"/>
                    <a:pt x="162394" y="29300"/>
                  </a:cubicBezTo>
                  <a:cubicBezTo>
                    <a:pt x="142536" y="14084"/>
                    <a:pt x="123237" y="4799"/>
                    <a:pt x="104496" y="1446"/>
                  </a:cubicBezTo>
                  <a:cubicBezTo>
                    <a:pt x="67356" y="-5260"/>
                    <a:pt x="32525" y="11361"/>
                    <a:pt x="0" y="51307"/>
                  </a:cubicBezTo>
                  <a:cubicBezTo>
                    <a:pt x="3791" y="54492"/>
                    <a:pt x="7609" y="57412"/>
                    <a:pt x="11391" y="60163"/>
                  </a:cubicBezTo>
                  <a:close/>
                </a:path>
              </a:pathLst>
            </a:custGeom>
            <a:solidFill>
              <a:srgbClr val="83C65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1" name="Google Shape;2171;p47"/>
            <p:cNvSpPr/>
            <p:nvPr/>
          </p:nvSpPr>
          <p:spPr>
            <a:xfrm>
              <a:off x="6069130" y="4429049"/>
              <a:ext cx="33835" cy="88546"/>
            </a:xfrm>
            <a:custGeom>
              <a:rect b="b" l="l" r="r" t="t"/>
              <a:pathLst>
                <a:path extrusionOk="0" h="88546" w="33835">
                  <a:moveTo>
                    <a:pt x="33835" y="88546"/>
                  </a:moveTo>
                  <a:cubicBezTo>
                    <a:pt x="14750" y="68732"/>
                    <a:pt x="8704" y="40162"/>
                    <a:pt x="15696" y="2836"/>
                  </a:cubicBezTo>
                  <a:cubicBezTo>
                    <a:pt x="11741" y="1804"/>
                    <a:pt x="7615" y="859"/>
                    <a:pt x="3316" y="0"/>
                  </a:cubicBezTo>
                  <a:cubicBezTo>
                    <a:pt x="-3949" y="36020"/>
                    <a:pt x="723" y="64060"/>
                    <a:pt x="17329" y="84118"/>
                  </a:cubicBezTo>
                  <a:cubicBezTo>
                    <a:pt x="22947" y="85121"/>
                    <a:pt x="28469" y="86603"/>
                    <a:pt x="33835" y="88546"/>
                  </a:cubicBezTo>
                  <a:close/>
                </a:path>
              </a:pathLst>
            </a:custGeom>
            <a:solidFill>
              <a:srgbClr val="6AA04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2" name="Google Shape;2172;p47"/>
            <p:cNvSpPr/>
            <p:nvPr/>
          </p:nvSpPr>
          <p:spPr>
            <a:xfrm>
              <a:off x="5738381" y="4418446"/>
              <a:ext cx="723303" cy="776396"/>
            </a:xfrm>
            <a:custGeom>
              <a:rect b="b" l="l" r="r" t="t"/>
              <a:pathLst>
                <a:path extrusionOk="0" h="776396" w="723303">
                  <a:moveTo>
                    <a:pt x="412477" y="665951"/>
                  </a:moveTo>
                  <a:cubicBezTo>
                    <a:pt x="444139" y="665893"/>
                    <a:pt x="475477" y="659581"/>
                    <a:pt x="504690" y="647372"/>
                  </a:cubicBezTo>
                  <a:cubicBezTo>
                    <a:pt x="504798" y="647330"/>
                    <a:pt x="504902" y="647283"/>
                    <a:pt x="505009" y="647236"/>
                  </a:cubicBezTo>
                  <a:cubicBezTo>
                    <a:pt x="525657" y="638552"/>
                    <a:pt x="544964" y="626971"/>
                    <a:pt x="562348" y="612844"/>
                  </a:cubicBezTo>
                  <a:cubicBezTo>
                    <a:pt x="562948" y="612447"/>
                    <a:pt x="563508" y="611989"/>
                    <a:pt x="564016" y="611480"/>
                  </a:cubicBezTo>
                  <a:cubicBezTo>
                    <a:pt x="659788" y="532570"/>
                    <a:pt x="678795" y="393290"/>
                    <a:pt x="607669" y="291603"/>
                  </a:cubicBezTo>
                  <a:cubicBezTo>
                    <a:pt x="607274" y="290881"/>
                    <a:pt x="606796" y="290208"/>
                    <a:pt x="606244" y="289597"/>
                  </a:cubicBezTo>
                  <a:cubicBezTo>
                    <a:pt x="571572" y="241325"/>
                    <a:pt x="520191" y="207671"/>
                    <a:pt x="462086" y="195174"/>
                  </a:cubicBezTo>
                  <a:cubicBezTo>
                    <a:pt x="461352" y="194941"/>
                    <a:pt x="460595" y="194788"/>
                    <a:pt x="459828" y="194719"/>
                  </a:cubicBezTo>
                  <a:cubicBezTo>
                    <a:pt x="388006" y="180154"/>
                    <a:pt x="313480" y="199511"/>
                    <a:pt x="257824" y="247186"/>
                  </a:cubicBezTo>
                  <a:cubicBezTo>
                    <a:pt x="239147" y="236929"/>
                    <a:pt x="218219" y="231458"/>
                    <a:pt x="196913" y="231264"/>
                  </a:cubicBezTo>
                  <a:cubicBezTo>
                    <a:pt x="159913" y="231264"/>
                    <a:pt x="122350" y="249076"/>
                    <a:pt x="96434" y="278907"/>
                  </a:cubicBezTo>
                  <a:cubicBezTo>
                    <a:pt x="74515" y="304140"/>
                    <a:pt x="64652" y="333681"/>
                    <a:pt x="68654" y="362021"/>
                  </a:cubicBezTo>
                  <a:lnTo>
                    <a:pt x="69175" y="365883"/>
                  </a:lnTo>
                  <a:cubicBezTo>
                    <a:pt x="69175" y="365921"/>
                    <a:pt x="69191" y="365957"/>
                    <a:pt x="69197" y="365995"/>
                  </a:cubicBezTo>
                  <a:cubicBezTo>
                    <a:pt x="62407" y="379166"/>
                    <a:pt x="63105" y="394950"/>
                    <a:pt x="71030" y="407471"/>
                  </a:cubicBezTo>
                  <a:cubicBezTo>
                    <a:pt x="70108" y="433272"/>
                    <a:pt x="65419" y="460764"/>
                    <a:pt x="55543" y="498454"/>
                  </a:cubicBezTo>
                  <a:cubicBezTo>
                    <a:pt x="49387" y="521755"/>
                    <a:pt x="60412" y="545671"/>
                    <a:pt x="82351" y="557011"/>
                  </a:cubicBezTo>
                  <a:cubicBezTo>
                    <a:pt x="60929" y="569644"/>
                    <a:pt x="43380" y="583316"/>
                    <a:pt x="30133" y="606206"/>
                  </a:cubicBezTo>
                  <a:cubicBezTo>
                    <a:pt x="11874" y="637766"/>
                    <a:pt x="2865" y="685376"/>
                    <a:pt x="7" y="765400"/>
                  </a:cubicBezTo>
                  <a:cubicBezTo>
                    <a:pt x="-204" y="771259"/>
                    <a:pt x="4374" y="776179"/>
                    <a:pt x="10233" y="776389"/>
                  </a:cubicBezTo>
                  <a:cubicBezTo>
                    <a:pt x="10362" y="776395"/>
                    <a:pt x="10492" y="776397"/>
                    <a:pt x="10622" y="776397"/>
                  </a:cubicBezTo>
                  <a:lnTo>
                    <a:pt x="383251" y="776397"/>
                  </a:lnTo>
                  <a:cubicBezTo>
                    <a:pt x="389113" y="776402"/>
                    <a:pt x="393868" y="771652"/>
                    <a:pt x="393873" y="765790"/>
                  </a:cubicBezTo>
                  <a:cubicBezTo>
                    <a:pt x="393873" y="765659"/>
                    <a:pt x="393870" y="765529"/>
                    <a:pt x="393865" y="765399"/>
                  </a:cubicBezTo>
                  <a:cubicBezTo>
                    <a:pt x="392366" y="723593"/>
                    <a:pt x="389184" y="690650"/>
                    <a:pt x="383887" y="664206"/>
                  </a:cubicBezTo>
                  <a:cubicBezTo>
                    <a:pt x="393374" y="665366"/>
                    <a:pt x="402921" y="665950"/>
                    <a:pt x="412477" y="665951"/>
                  </a:cubicBezTo>
                  <a:close/>
                  <a:moveTo>
                    <a:pt x="490330" y="630258"/>
                  </a:moveTo>
                  <a:cubicBezTo>
                    <a:pt x="480107" y="634174"/>
                    <a:pt x="469601" y="637313"/>
                    <a:pt x="458905" y="639645"/>
                  </a:cubicBezTo>
                  <a:cubicBezTo>
                    <a:pt x="432491" y="645481"/>
                    <a:pt x="405212" y="646279"/>
                    <a:pt x="378503" y="641997"/>
                  </a:cubicBezTo>
                  <a:cubicBezTo>
                    <a:pt x="375036" y="629514"/>
                    <a:pt x="370072" y="617498"/>
                    <a:pt x="363715" y="606210"/>
                  </a:cubicBezTo>
                  <a:cubicBezTo>
                    <a:pt x="358350" y="596874"/>
                    <a:pt x="351704" y="588336"/>
                    <a:pt x="343969" y="580846"/>
                  </a:cubicBezTo>
                  <a:cubicBezTo>
                    <a:pt x="355813" y="571385"/>
                    <a:pt x="359686" y="572249"/>
                    <a:pt x="366030" y="573671"/>
                  </a:cubicBezTo>
                  <a:cubicBezTo>
                    <a:pt x="372921" y="575220"/>
                    <a:pt x="382351" y="577340"/>
                    <a:pt x="397969" y="572358"/>
                  </a:cubicBezTo>
                  <a:cubicBezTo>
                    <a:pt x="415163" y="566927"/>
                    <a:pt x="426684" y="546380"/>
                    <a:pt x="422144" y="529264"/>
                  </a:cubicBezTo>
                  <a:cubicBezTo>
                    <a:pt x="418487" y="515403"/>
                    <a:pt x="429822" y="500955"/>
                    <a:pt x="442400" y="497296"/>
                  </a:cubicBezTo>
                  <a:cubicBezTo>
                    <a:pt x="457590" y="492898"/>
                    <a:pt x="470622" y="503897"/>
                    <a:pt x="478147" y="527551"/>
                  </a:cubicBezTo>
                  <a:cubicBezTo>
                    <a:pt x="484671" y="547988"/>
                    <a:pt x="490873" y="591894"/>
                    <a:pt x="490330" y="630258"/>
                  </a:cubicBezTo>
                  <a:close/>
                  <a:moveTo>
                    <a:pt x="563027" y="583881"/>
                  </a:moveTo>
                  <a:cubicBezTo>
                    <a:pt x="561239" y="569476"/>
                    <a:pt x="561383" y="552462"/>
                    <a:pt x="561511" y="538931"/>
                  </a:cubicBezTo>
                  <a:lnTo>
                    <a:pt x="561552" y="533851"/>
                  </a:lnTo>
                  <a:cubicBezTo>
                    <a:pt x="561655" y="517050"/>
                    <a:pt x="556946" y="504130"/>
                    <a:pt x="553163" y="493741"/>
                  </a:cubicBezTo>
                  <a:cubicBezTo>
                    <a:pt x="546823" y="476335"/>
                    <a:pt x="544450" y="469822"/>
                    <a:pt x="563767" y="455151"/>
                  </a:cubicBezTo>
                  <a:cubicBezTo>
                    <a:pt x="574885" y="446692"/>
                    <a:pt x="583177" y="434448"/>
                    <a:pt x="591185" y="422606"/>
                  </a:cubicBezTo>
                  <a:cubicBezTo>
                    <a:pt x="601147" y="407882"/>
                    <a:pt x="610666" y="393830"/>
                    <a:pt x="625205" y="385672"/>
                  </a:cubicBezTo>
                  <a:cubicBezTo>
                    <a:pt x="639532" y="458015"/>
                    <a:pt x="616108" y="532682"/>
                    <a:pt x="563027" y="583881"/>
                  </a:cubicBezTo>
                  <a:close/>
                  <a:moveTo>
                    <a:pt x="619891" y="364541"/>
                  </a:moveTo>
                  <a:cubicBezTo>
                    <a:pt x="597930" y="374752"/>
                    <a:pt x="585084" y="393719"/>
                    <a:pt x="573593" y="410703"/>
                  </a:cubicBezTo>
                  <a:cubicBezTo>
                    <a:pt x="566216" y="421605"/>
                    <a:pt x="559247" y="431902"/>
                    <a:pt x="550913" y="438242"/>
                  </a:cubicBezTo>
                  <a:cubicBezTo>
                    <a:pt x="519132" y="462378"/>
                    <a:pt x="526287" y="482017"/>
                    <a:pt x="533206" y="501008"/>
                  </a:cubicBezTo>
                  <a:cubicBezTo>
                    <a:pt x="536739" y="510705"/>
                    <a:pt x="540392" y="520731"/>
                    <a:pt x="540312" y="533716"/>
                  </a:cubicBezTo>
                  <a:lnTo>
                    <a:pt x="540271" y="538742"/>
                  </a:lnTo>
                  <a:cubicBezTo>
                    <a:pt x="540108" y="557073"/>
                    <a:pt x="539896" y="581352"/>
                    <a:pt x="544342" y="600003"/>
                  </a:cubicBezTo>
                  <a:cubicBezTo>
                    <a:pt x="534066" y="607898"/>
                    <a:pt x="523096" y="614846"/>
                    <a:pt x="511567" y="620764"/>
                  </a:cubicBezTo>
                  <a:cubicBezTo>
                    <a:pt x="511103" y="582457"/>
                    <a:pt x="504993" y="541843"/>
                    <a:pt x="498374" y="521111"/>
                  </a:cubicBezTo>
                  <a:cubicBezTo>
                    <a:pt x="485014" y="479134"/>
                    <a:pt x="457635" y="470754"/>
                    <a:pt x="436465" y="476915"/>
                  </a:cubicBezTo>
                  <a:cubicBezTo>
                    <a:pt x="413994" y="483453"/>
                    <a:pt x="394625" y="508227"/>
                    <a:pt x="401611" y="534703"/>
                  </a:cubicBezTo>
                  <a:cubicBezTo>
                    <a:pt x="403241" y="540845"/>
                    <a:pt x="397890" y="550122"/>
                    <a:pt x="391539" y="552130"/>
                  </a:cubicBezTo>
                  <a:cubicBezTo>
                    <a:pt x="381379" y="555367"/>
                    <a:pt x="376425" y="554253"/>
                    <a:pt x="370684" y="552962"/>
                  </a:cubicBezTo>
                  <a:cubicBezTo>
                    <a:pt x="358483" y="550222"/>
                    <a:pt x="348060" y="549675"/>
                    <a:pt x="327260" y="567127"/>
                  </a:cubicBezTo>
                  <a:cubicBezTo>
                    <a:pt x="322265" y="563595"/>
                    <a:pt x="317010" y="560268"/>
                    <a:pt x="311489" y="557014"/>
                  </a:cubicBezTo>
                  <a:cubicBezTo>
                    <a:pt x="333451" y="545655"/>
                    <a:pt x="344469" y="521744"/>
                    <a:pt x="338317" y="498471"/>
                  </a:cubicBezTo>
                  <a:cubicBezTo>
                    <a:pt x="328424" y="460713"/>
                    <a:pt x="323737" y="433200"/>
                    <a:pt x="322823" y="407360"/>
                  </a:cubicBezTo>
                  <a:cubicBezTo>
                    <a:pt x="323177" y="406799"/>
                    <a:pt x="323534" y="406240"/>
                    <a:pt x="323863" y="405659"/>
                  </a:cubicBezTo>
                  <a:cubicBezTo>
                    <a:pt x="323916" y="405565"/>
                    <a:pt x="323963" y="405471"/>
                    <a:pt x="324014" y="405377"/>
                  </a:cubicBezTo>
                  <a:cubicBezTo>
                    <a:pt x="325293" y="405397"/>
                    <a:pt x="326518" y="405406"/>
                    <a:pt x="327630" y="405391"/>
                  </a:cubicBezTo>
                  <a:cubicBezTo>
                    <a:pt x="341777" y="405080"/>
                    <a:pt x="352383" y="412063"/>
                    <a:pt x="363585" y="419394"/>
                  </a:cubicBezTo>
                  <a:cubicBezTo>
                    <a:pt x="374892" y="426793"/>
                    <a:pt x="387571" y="435089"/>
                    <a:pt x="404072" y="435089"/>
                  </a:cubicBezTo>
                  <a:cubicBezTo>
                    <a:pt x="405782" y="435089"/>
                    <a:pt x="407493" y="435000"/>
                    <a:pt x="409194" y="434825"/>
                  </a:cubicBezTo>
                  <a:cubicBezTo>
                    <a:pt x="425139" y="433206"/>
                    <a:pt x="436532" y="430162"/>
                    <a:pt x="440304" y="420583"/>
                  </a:cubicBezTo>
                  <a:cubicBezTo>
                    <a:pt x="444197" y="410707"/>
                    <a:pt x="436903" y="402375"/>
                    <a:pt x="430469" y="395023"/>
                  </a:cubicBezTo>
                  <a:cubicBezTo>
                    <a:pt x="425899" y="389801"/>
                    <a:pt x="420209" y="383301"/>
                    <a:pt x="420158" y="378495"/>
                  </a:cubicBezTo>
                  <a:cubicBezTo>
                    <a:pt x="420047" y="368486"/>
                    <a:pt x="426289" y="364200"/>
                    <a:pt x="438260" y="356869"/>
                  </a:cubicBezTo>
                  <a:cubicBezTo>
                    <a:pt x="451632" y="348681"/>
                    <a:pt x="469944" y="337467"/>
                    <a:pt x="468722" y="310165"/>
                  </a:cubicBezTo>
                  <a:cubicBezTo>
                    <a:pt x="468722" y="307698"/>
                    <a:pt x="470804" y="302340"/>
                    <a:pt x="473048" y="298199"/>
                  </a:cubicBezTo>
                  <a:cubicBezTo>
                    <a:pt x="476576" y="303144"/>
                    <a:pt x="482114" y="311392"/>
                    <a:pt x="486494" y="317912"/>
                  </a:cubicBezTo>
                  <a:cubicBezTo>
                    <a:pt x="496135" y="332268"/>
                    <a:pt x="502222" y="341248"/>
                    <a:pt x="505418" y="344873"/>
                  </a:cubicBezTo>
                  <a:cubicBezTo>
                    <a:pt x="513074" y="353582"/>
                    <a:pt x="522074" y="358066"/>
                    <a:pt x="532167" y="358181"/>
                  </a:cubicBezTo>
                  <a:cubicBezTo>
                    <a:pt x="555424" y="358484"/>
                    <a:pt x="577418" y="334912"/>
                    <a:pt x="596880" y="313824"/>
                  </a:cubicBezTo>
                  <a:cubicBezTo>
                    <a:pt x="606717" y="329661"/>
                    <a:pt x="614452" y="346710"/>
                    <a:pt x="619891" y="364541"/>
                  </a:cubicBezTo>
                  <a:close/>
                  <a:moveTo>
                    <a:pt x="196913" y="523382"/>
                  </a:moveTo>
                  <a:cubicBezTo>
                    <a:pt x="184994" y="523230"/>
                    <a:pt x="172851" y="517709"/>
                    <a:pt x="161810" y="509054"/>
                  </a:cubicBezTo>
                  <a:cubicBezTo>
                    <a:pt x="161356" y="508629"/>
                    <a:pt x="160868" y="508244"/>
                    <a:pt x="160348" y="507904"/>
                  </a:cubicBezTo>
                  <a:cubicBezTo>
                    <a:pt x="141358" y="492404"/>
                    <a:pt x="125885" y="467720"/>
                    <a:pt x="120922" y="445385"/>
                  </a:cubicBezTo>
                  <a:cubicBezTo>
                    <a:pt x="115918" y="422859"/>
                    <a:pt x="112979" y="401066"/>
                    <a:pt x="123994" y="346713"/>
                  </a:cubicBezTo>
                  <a:cubicBezTo>
                    <a:pt x="141440" y="342984"/>
                    <a:pt x="155464" y="337943"/>
                    <a:pt x="170380" y="322695"/>
                  </a:cubicBezTo>
                  <a:cubicBezTo>
                    <a:pt x="194908" y="345548"/>
                    <a:pt x="227830" y="354367"/>
                    <a:pt x="270436" y="349535"/>
                  </a:cubicBezTo>
                  <a:cubicBezTo>
                    <a:pt x="280766" y="401905"/>
                    <a:pt x="277850" y="423299"/>
                    <a:pt x="272949" y="445370"/>
                  </a:cubicBezTo>
                  <a:cubicBezTo>
                    <a:pt x="267980" y="467720"/>
                    <a:pt x="252478" y="492434"/>
                    <a:pt x="233454" y="507932"/>
                  </a:cubicBezTo>
                  <a:cubicBezTo>
                    <a:pt x="233004" y="508232"/>
                    <a:pt x="232578" y="508565"/>
                    <a:pt x="232179" y="508931"/>
                  </a:cubicBezTo>
                  <a:cubicBezTo>
                    <a:pt x="221093" y="517664"/>
                    <a:pt x="208889" y="523233"/>
                    <a:pt x="196913" y="523382"/>
                  </a:cubicBezTo>
                  <a:close/>
                  <a:moveTo>
                    <a:pt x="228676" y="536331"/>
                  </a:moveTo>
                  <a:lnTo>
                    <a:pt x="228676" y="558373"/>
                  </a:lnTo>
                  <a:cubicBezTo>
                    <a:pt x="228555" y="575904"/>
                    <a:pt x="214245" y="590018"/>
                    <a:pt x="196714" y="589897"/>
                  </a:cubicBezTo>
                  <a:cubicBezTo>
                    <a:pt x="179353" y="589777"/>
                    <a:pt x="165310" y="575732"/>
                    <a:pt x="165190" y="558373"/>
                  </a:cubicBezTo>
                  <a:lnTo>
                    <a:pt x="165190" y="536347"/>
                  </a:lnTo>
                  <a:cubicBezTo>
                    <a:pt x="174948" y="541510"/>
                    <a:pt x="185770" y="544343"/>
                    <a:pt x="196808" y="544621"/>
                  </a:cubicBezTo>
                  <a:lnTo>
                    <a:pt x="197017" y="544621"/>
                  </a:lnTo>
                  <a:cubicBezTo>
                    <a:pt x="208069" y="544342"/>
                    <a:pt x="218906" y="541503"/>
                    <a:pt x="228676" y="536331"/>
                  </a:cubicBezTo>
                  <a:close/>
                  <a:moveTo>
                    <a:pt x="249906" y="521832"/>
                  </a:moveTo>
                  <a:cubicBezTo>
                    <a:pt x="271447" y="503138"/>
                    <a:pt x="287967" y="475674"/>
                    <a:pt x="293670" y="449988"/>
                  </a:cubicBezTo>
                  <a:cubicBezTo>
                    <a:pt x="295549" y="441907"/>
                    <a:pt x="296924" y="433717"/>
                    <a:pt x="297789" y="425466"/>
                  </a:cubicBezTo>
                  <a:cubicBezTo>
                    <a:pt x="299419" y="425054"/>
                    <a:pt x="301023" y="424543"/>
                    <a:pt x="302591" y="423938"/>
                  </a:cubicBezTo>
                  <a:cubicBezTo>
                    <a:pt x="304629" y="446915"/>
                    <a:pt x="309415" y="471955"/>
                    <a:pt x="317787" y="503874"/>
                  </a:cubicBezTo>
                  <a:cubicBezTo>
                    <a:pt x="321481" y="517852"/>
                    <a:pt x="314775" y="531762"/>
                    <a:pt x="301066" y="538504"/>
                  </a:cubicBezTo>
                  <a:cubicBezTo>
                    <a:pt x="296985" y="540528"/>
                    <a:pt x="292760" y="542446"/>
                    <a:pt x="288455" y="544229"/>
                  </a:cubicBezTo>
                  <a:lnTo>
                    <a:pt x="286134" y="542984"/>
                  </a:lnTo>
                  <a:cubicBezTo>
                    <a:pt x="275235" y="537142"/>
                    <a:pt x="262983" y="530561"/>
                    <a:pt x="249906" y="522765"/>
                  </a:cubicBezTo>
                  <a:close/>
                  <a:moveTo>
                    <a:pt x="305405" y="395172"/>
                  </a:moveTo>
                  <a:cubicBezTo>
                    <a:pt x="303737" y="398104"/>
                    <a:pt x="301366" y="400576"/>
                    <a:pt x="298504" y="402365"/>
                  </a:cubicBezTo>
                  <a:cubicBezTo>
                    <a:pt x="298048" y="390184"/>
                    <a:pt x="296844" y="378043"/>
                    <a:pt x="294895" y="366010"/>
                  </a:cubicBezTo>
                  <a:cubicBezTo>
                    <a:pt x="295881" y="366380"/>
                    <a:pt x="296836" y="366824"/>
                    <a:pt x="297754" y="367342"/>
                  </a:cubicBezTo>
                  <a:cubicBezTo>
                    <a:pt x="307548" y="372899"/>
                    <a:pt x="310984" y="385344"/>
                    <a:pt x="305427" y="395138"/>
                  </a:cubicBezTo>
                  <a:cubicBezTo>
                    <a:pt x="305421" y="395151"/>
                    <a:pt x="305415" y="395161"/>
                    <a:pt x="305408" y="395172"/>
                  </a:cubicBezTo>
                  <a:close/>
                  <a:moveTo>
                    <a:pt x="464262" y="218807"/>
                  </a:moveTo>
                  <a:cubicBezTo>
                    <a:pt x="464445" y="218402"/>
                    <a:pt x="464624" y="218008"/>
                    <a:pt x="464805" y="217608"/>
                  </a:cubicBezTo>
                  <a:cubicBezTo>
                    <a:pt x="512375" y="229526"/>
                    <a:pt x="554543" y="257122"/>
                    <a:pt x="584507" y="295943"/>
                  </a:cubicBezTo>
                  <a:cubicBezTo>
                    <a:pt x="583667" y="296852"/>
                    <a:pt x="582839" y="297746"/>
                    <a:pt x="581985" y="298672"/>
                  </a:cubicBezTo>
                  <a:cubicBezTo>
                    <a:pt x="567071" y="314837"/>
                    <a:pt x="546668" y="336952"/>
                    <a:pt x="532596" y="336952"/>
                  </a:cubicBezTo>
                  <a:lnTo>
                    <a:pt x="532437" y="336952"/>
                  </a:lnTo>
                  <a:cubicBezTo>
                    <a:pt x="529965" y="336921"/>
                    <a:pt x="526130" y="336257"/>
                    <a:pt x="521367" y="330845"/>
                  </a:cubicBezTo>
                  <a:cubicBezTo>
                    <a:pt x="518852" y="327990"/>
                    <a:pt x="510689" y="315833"/>
                    <a:pt x="504131" y="306075"/>
                  </a:cubicBezTo>
                  <a:cubicBezTo>
                    <a:pt x="499871" y="299734"/>
                    <a:pt x="495468" y="293177"/>
                    <a:pt x="492054" y="288302"/>
                  </a:cubicBezTo>
                  <a:cubicBezTo>
                    <a:pt x="490031" y="285197"/>
                    <a:pt x="487781" y="282250"/>
                    <a:pt x="485320" y="279479"/>
                  </a:cubicBezTo>
                  <a:cubicBezTo>
                    <a:pt x="482172" y="274248"/>
                    <a:pt x="475990" y="271668"/>
                    <a:pt x="470057" y="273110"/>
                  </a:cubicBezTo>
                  <a:cubicBezTo>
                    <a:pt x="456437" y="276446"/>
                    <a:pt x="447092" y="301788"/>
                    <a:pt x="447518" y="311090"/>
                  </a:cubicBezTo>
                  <a:cubicBezTo>
                    <a:pt x="448150" y="325215"/>
                    <a:pt x="440594" y="330549"/>
                    <a:pt x="427182" y="338761"/>
                  </a:cubicBezTo>
                  <a:cubicBezTo>
                    <a:pt x="414485" y="346535"/>
                    <a:pt x="398684" y="356211"/>
                    <a:pt x="398936" y="378734"/>
                  </a:cubicBezTo>
                  <a:cubicBezTo>
                    <a:pt x="399077" y="391385"/>
                    <a:pt x="407629" y="401158"/>
                    <a:pt x="414503" y="409012"/>
                  </a:cubicBezTo>
                  <a:cubicBezTo>
                    <a:pt x="415327" y="409952"/>
                    <a:pt x="416315" y="411082"/>
                    <a:pt x="417246" y="412196"/>
                  </a:cubicBezTo>
                  <a:cubicBezTo>
                    <a:pt x="413880" y="412892"/>
                    <a:pt x="410477" y="413397"/>
                    <a:pt x="407053" y="413713"/>
                  </a:cubicBezTo>
                  <a:cubicBezTo>
                    <a:pt x="395482" y="414891"/>
                    <a:pt x="386537" y="409044"/>
                    <a:pt x="375209" y="401638"/>
                  </a:cubicBezTo>
                  <a:cubicBezTo>
                    <a:pt x="362864" y="393561"/>
                    <a:pt x="348918" y="384465"/>
                    <a:pt x="329314" y="384187"/>
                  </a:cubicBezTo>
                  <a:cubicBezTo>
                    <a:pt x="329157" y="377849"/>
                    <a:pt x="327569" y="371628"/>
                    <a:pt x="324668" y="365990"/>
                  </a:cubicBezTo>
                  <a:cubicBezTo>
                    <a:pt x="324844" y="364673"/>
                    <a:pt x="325020" y="363363"/>
                    <a:pt x="325190" y="362104"/>
                  </a:cubicBezTo>
                  <a:cubicBezTo>
                    <a:pt x="326877" y="349829"/>
                    <a:pt x="326074" y="337340"/>
                    <a:pt x="322826" y="325382"/>
                  </a:cubicBezTo>
                  <a:cubicBezTo>
                    <a:pt x="327454" y="322209"/>
                    <a:pt x="331634" y="318432"/>
                    <a:pt x="335260" y="314150"/>
                  </a:cubicBezTo>
                  <a:cubicBezTo>
                    <a:pt x="358996" y="285607"/>
                    <a:pt x="372518" y="282392"/>
                    <a:pt x="388182" y="278666"/>
                  </a:cubicBezTo>
                  <a:cubicBezTo>
                    <a:pt x="403194" y="275097"/>
                    <a:pt x="420215" y="271051"/>
                    <a:pt x="445104" y="248669"/>
                  </a:cubicBezTo>
                  <a:cubicBezTo>
                    <a:pt x="454690" y="240046"/>
                    <a:pt x="459775" y="228761"/>
                    <a:pt x="464262" y="218807"/>
                  </a:cubicBezTo>
                  <a:close/>
                  <a:moveTo>
                    <a:pt x="366388" y="216187"/>
                  </a:moveTo>
                  <a:cubicBezTo>
                    <a:pt x="391683" y="210638"/>
                    <a:pt x="417771" y="209694"/>
                    <a:pt x="443401" y="213395"/>
                  </a:cubicBezTo>
                  <a:cubicBezTo>
                    <a:pt x="440033" y="220744"/>
                    <a:pt x="436351" y="227977"/>
                    <a:pt x="430914" y="232866"/>
                  </a:cubicBezTo>
                  <a:cubicBezTo>
                    <a:pt x="410050" y="251629"/>
                    <a:pt x="397047" y="254720"/>
                    <a:pt x="383281" y="257994"/>
                  </a:cubicBezTo>
                  <a:cubicBezTo>
                    <a:pt x="365548" y="262208"/>
                    <a:pt x="347214" y="266566"/>
                    <a:pt x="318957" y="300545"/>
                  </a:cubicBezTo>
                  <a:cubicBezTo>
                    <a:pt x="317711" y="302026"/>
                    <a:pt x="316352" y="303409"/>
                    <a:pt x="314892" y="304680"/>
                  </a:cubicBezTo>
                  <a:cubicBezTo>
                    <a:pt x="310158" y="295404"/>
                    <a:pt x="304294" y="286749"/>
                    <a:pt x="297437" y="278911"/>
                  </a:cubicBezTo>
                  <a:cubicBezTo>
                    <a:pt x="291144" y="271673"/>
                    <a:pt x="284132" y="265093"/>
                    <a:pt x="276511" y="259272"/>
                  </a:cubicBezTo>
                  <a:cubicBezTo>
                    <a:pt x="302720" y="238129"/>
                    <a:pt x="333492" y="223379"/>
                    <a:pt x="366388" y="216187"/>
                  </a:cubicBezTo>
                  <a:close/>
                  <a:moveTo>
                    <a:pt x="112465" y="292828"/>
                  </a:moveTo>
                  <a:cubicBezTo>
                    <a:pt x="134078" y="267949"/>
                    <a:pt x="166436" y="252492"/>
                    <a:pt x="196913" y="252492"/>
                  </a:cubicBezTo>
                  <a:cubicBezTo>
                    <a:pt x="227412" y="252492"/>
                    <a:pt x="259788" y="267949"/>
                    <a:pt x="281406" y="292828"/>
                  </a:cubicBezTo>
                  <a:cubicBezTo>
                    <a:pt x="289403" y="301853"/>
                    <a:pt x="295698" y="312254"/>
                    <a:pt x="299983" y="323527"/>
                  </a:cubicBezTo>
                  <a:cubicBezTo>
                    <a:pt x="300127" y="324062"/>
                    <a:pt x="300312" y="324584"/>
                    <a:pt x="300538" y="325091"/>
                  </a:cubicBezTo>
                  <a:cubicBezTo>
                    <a:pt x="303035" y="332181"/>
                    <a:pt x="304464" y="339604"/>
                    <a:pt x="304773" y="347116"/>
                  </a:cubicBezTo>
                  <a:cubicBezTo>
                    <a:pt x="300385" y="345139"/>
                    <a:pt x="295687" y="343935"/>
                    <a:pt x="290889" y="343560"/>
                  </a:cubicBezTo>
                  <a:cubicBezTo>
                    <a:pt x="290363" y="340926"/>
                    <a:pt x="289817" y="338253"/>
                    <a:pt x="289221" y="335475"/>
                  </a:cubicBezTo>
                  <a:cubicBezTo>
                    <a:pt x="288049" y="329954"/>
                    <a:pt x="282761" y="326316"/>
                    <a:pt x="277185" y="327194"/>
                  </a:cubicBezTo>
                  <a:cubicBezTo>
                    <a:pt x="232285" y="334256"/>
                    <a:pt x="199870" y="325392"/>
                    <a:pt x="178084" y="300105"/>
                  </a:cubicBezTo>
                  <a:cubicBezTo>
                    <a:pt x="176006" y="297744"/>
                    <a:pt x="173007" y="296399"/>
                    <a:pt x="169862" y="296419"/>
                  </a:cubicBezTo>
                  <a:cubicBezTo>
                    <a:pt x="166709" y="296472"/>
                    <a:pt x="163743" y="297923"/>
                    <a:pt x="161767" y="300380"/>
                  </a:cubicBezTo>
                  <a:cubicBezTo>
                    <a:pt x="146619" y="319213"/>
                    <a:pt x="135824" y="322871"/>
                    <a:pt x="113016" y="327256"/>
                  </a:cubicBezTo>
                  <a:cubicBezTo>
                    <a:pt x="108826" y="328061"/>
                    <a:pt x="105525" y="331296"/>
                    <a:pt x="104636" y="335467"/>
                  </a:cubicBezTo>
                  <a:cubicBezTo>
                    <a:pt x="104042" y="338257"/>
                    <a:pt x="103491" y="340946"/>
                    <a:pt x="102959" y="343590"/>
                  </a:cubicBezTo>
                  <a:cubicBezTo>
                    <a:pt x="98163" y="343971"/>
                    <a:pt x="93468" y="345177"/>
                    <a:pt x="89082" y="347154"/>
                  </a:cubicBezTo>
                  <a:cubicBezTo>
                    <a:pt x="89751" y="328613"/>
                    <a:pt x="97808" y="309699"/>
                    <a:pt x="112465" y="292828"/>
                  </a:cubicBezTo>
                  <a:close/>
                  <a:moveTo>
                    <a:pt x="88450" y="375004"/>
                  </a:moveTo>
                  <a:cubicBezTo>
                    <a:pt x="90793" y="370888"/>
                    <a:pt x="94496" y="367718"/>
                    <a:pt x="98922" y="366034"/>
                  </a:cubicBezTo>
                  <a:cubicBezTo>
                    <a:pt x="96948" y="378044"/>
                    <a:pt x="95725" y="390166"/>
                    <a:pt x="95260" y="402328"/>
                  </a:cubicBezTo>
                  <a:cubicBezTo>
                    <a:pt x="86055" y="396502"/>
                    <a:pt x="83055" y="384469"/>
                    <a:pt x="88450" y="375004"/>
                  </a:cubicBezTo>
                  <a:close/>
                  <a:moveTo>
                    <a:pt x="76078" y="503851"/>
                  </a:moveTo>
                  <a:cubicBezTo>
                    <a:pt x="84436" y="471961"/>
                    <a:pt x="89228" y="446932"/>
                    <a:pt x="91266" y="423966"/>
                  </a:cubicBezTo>
                  <a:cubicBezTo>
                    <a:pt x="92818" y="424561"/>
                    <a:pt x="94403" y="425064"/>
                    <a:pt x="96014" y="425471"/>
                  </a:cubicBezTo>
                  <a:cubicBezTo>
                    <a:pt x="96913" y="433720"/>
                    <a:pt x="98308" y="441908"/>
                    <a:pt x="100192" y="449991"/>
                  </a:cubicBezTo>
                  <a:cubicBezTo>
                    <a:pt x="105904" y="475681"/>
                    <a:pt x="122416" y="503152"/>
                    <a:pt x="143954" y="521844"/>
                  </a:cubicBezTo>
                  <a:lnTo>
                    <a:pt x="143954" y="522772"/>
                  </a:lnTo>
                  <a:cubicBezTo>
                    <a:pt x="130868" y="530568"/>
                    <a:pt x="118631" y="537133"/>
                    <a:pt x="107713" y="542980"/>
                  </a:cubicBezTo>
                  <a:lnTo>
                    <a:pt x="105390" y="544225"/>
                  </a:lnTo>
                  <a:cubicBezTo>
                    <a:pt x="101089" y="542443"/>
                    <a:pt x="96859" y="540525"/>
                    <a:pt x="92754" y="538485"/>
                  </a:cubicBezTo>
                  <a:cubicBezTo>
                    <a:pt x="79086" y="531762"/>
                    <a:pt x="72380" y="517847"/>
                    <a:pt x="76078" y="503851"/>
                  </a:cubicBezTo>
                  <a:close/>
                  <a:moveTo>
                    <a:pt x="21666" y="755162"/>
                  </a:moveTo>
                  <a:cubicBezTo>
                    <a:pt x="28092" y="609740"/>
                    <a:pt x="54964" y="595335"/>
                    <a:pt x="117748" y="561697"/>
                  </a:cubicBezTo>
                  <a:cubicBezTo>
                    <a:pt x="125815" y="557375"/>
                    <a:pt x="134598" y="552662"/>
                    <a:pt x="143954" y="547341"/>
                  </a:cubicBezTo>
                  <a:lnTo>
                    <a:pt x="143954" y="558373"/>
                  </a:lnTo>
                  <a:cubicBezTo>
                    <a:pt x="144111" y="587631"/>
                    <a:pt x="167957" y="611225"/>
                    <a:pt x="197216" y="611069"/>
                  </a:cubicBezTo>
                  <a:cubicBezTo>
                    <a:pt x="226255" y="610912"/>
                    <a:pt x="249757" y="587411"/>
                    <a:pt x="249912" y="558373"/>
                  </a:cubicBezTo>
                  <a:lnTo>
                    <a:pt x="249912" y="547338"/>
                  </a:lnTo>
                  <a:cubicBezTo>
                    <a:pt x="259266" y="552662"/>
                    <a:pt x="268052" y="557381"/>
                    <a:pt x="276106" y="561698"/>
                  </a:cubicBezTo>
                  <a:cubicBezTo>
                    <a:pt x="319020" y="584711"/>
                    <a:pt x="345153" y="598731"/>
                    <a:pt x="359454" y="651741"/>
                  </a:cubicBezTo>
                  <a:cubicBezTo>
                    <a:pt x="359516" y="653247"/>
                    <a:pt x="359898" y="654721"/>
                    <a:pt x="360578" y="656066"/>
                  </a:cubicBezTo>
                  <a:cubicBezTo>
                    <a:pt x="366540" y="680108"/>
                    <a:pt x="370282" y="711808"/>
                    <a:pt x="372201" y="755155"/>
                  </a:cubicBezTo>
                  <a:close/>
                  <a:moveTo>
                    <a:pt x="633173" y="209111"/>
                  </a:moveTo>
                  <a:cubicBezTo>
                    <a:pt x="578009" y="153214"/>
                    <a:pt x="503604" y="120459"/>
                    <a:pt x="425126" y="117522"/>
                  </a:cubicBezTo>
                  <a:cubicBezTo>
                    <a:pt x="433599" y="53656"/>
                    <a:pt x="403006" y="13170"/>
                    <a:pt x="336097" y="196"/>
                  </a:cubicBezTo>
                  <a:cubicBezTo>
                    <a:pt x="330370" y="-914"/>
                    <a:pt x="324818" y="2802"/>
                    <a:pt x="323663" y="8521"/>
                  </a:cubicBezTo>
                  <a:cubicBezTo>
                    <a:pt x="317764" y="37772"/>
                    <a:pt x="319333" y="62627"/>
                    <a:pt x="328295" y="82731"/>
                  </a:cubicBezTo>
                  <a:cubicBezTo>
                    <a:pt x="326476" y="82804"/>
                    <a:pt x="324663" y="82928"/>
                    <a:pt x="322857" y="83104"/>
                  </a:cubicBezTo>
                  <a:cubicBezTo>
                    <a:pt x="291897" y="86164"/>
                    <a:pt x="262439" y="104599"/>
                    <a:pt x="235318" y="137897"/>
                  </a:cubicBezTo>
                  <a:cubicBezTo>
                    <a:pt x="231630" y="142423"/>
                    <a:pt x="232288" y="149078"/>
                    <a:pt x="236794" y="152793"/>
                  </a:cubicBezTo>
                  <a:cubicBezTo>
                    <a:pt x="266606" y="177396"/>
                    <a:pt x="295910" y="189820"/>
                    <a:pt x="324052" y="189820"/>
                  </a:cubicBezTo>
                  <a:cubicBezTo>
                    <a:pt x="327172" y="189820"/>
                    <a:pt x="330277" y="189668"/>
                    <a:pt x="333372" y="189365"/>
                  </a:cubicBezTo>
                  <a:cubicBezTo>
                    <a:pt x="363080" y="186426"/>
                    <a:pt x="391386" y="169332"/>
                    <a:pt x="417575" y="138555"/>
                  </a:cubicBezTo>
                  <a:cubicBezTo>
                    <a:pt x="574673" y="141186"/>
                    <a:pt x="702067" y="270458"/>
                    <a:pt x="702067" y="427920"/>
                  </a:cubicBezTo>
                  <a:cubicBezTo>
                    <a:pt x="702067" y="587528"/>
                    <a:pt x="572238" y="717378"/>
                    <a:pt x="412652" y="717378"/>
                  </a:cubicBezTo>
                  <a:cubicBezTo>
                    <a:pt x="406789" y="717378"/>
                    <a:pt x="402037" y="722130"/>
                    <a:pt x="402037" y="727992"/>
                  </a:cubicBezTo>
                  <a:cubicBezTo>
                    <a:pt x="402037" y="733855"/>
                    <a:pt x="406789" y="738607"/>
                    <a:pt x="412652" y="738607"/>
                  </a:cubicBezTo>
                  <a:cubicBezTo>
                    <a:pt x="583944" y="738607"/>
                    <a:pt x="723303" y="599229"/>
                    <a:pt x="723303" y="427914"/>
                  </a:cubicBezTo>
                  <a:cubicBezTo>
                    <a:pt x="723512" y="345901"/>
                    <a:pt x="691084" y="267175"/>
                    <a:pt x="633173" y="209102"/>
                  </a:cubicBezTo>
                  <a:close/>
                  <a:moveTo>
                    <a:pt x="331279" y="168231"/>
                  </a:moveTo>
                  <a:cubicBezTo>
                    <a:pt x="308669" y="170466"/>
                    <a:pt x="284320" y="162022"/>
                    <a:pt x="258824" y="143091"/>
                  </a:cubicBezTo>
                  <a:cubicBezTo>
                    <a:pt x="280115" y="119529"/>
                    <a:pt x="302324" y="106472"/>
                    <a:pt x="324955" y="104235"/>
                  </a:cubicBezTo>
                  <a:cubicBezTo>
                    <a:pt x="347605" y="101995"/>
                    <a:pt x="371906" y="110452"/>
                    <a:pt x="397385" y="129390"/>
                  </a:cubicBezTo>
                  <a:cubicBezTo>
                    <a:pt x="376099" y="152937"/>
                    <a:pt x="353901" y="165991"/>
                    <a:pt x="331279" y="168231"/>
                  </a:cubicBezTo>
                  <a:close/>
                  <a:moveTo>
                    <a:pt x="404815" y="108592"/>
                  </a:moveTo>
                  <a:cubicBezTo>
                    <a:pt x="387660" y="96652"/>
                    <a:pt x="370707" y="88812"/>
                    <a:pt x="354090" y="85120"/>
                  </a:cubicBezTo>
                  <a:cubicBezTo>
                    <a:pt x="342998" y="69928"/>
                    <a:pt x="339166" y="49230"/>
                    <a:pt x="342668" y="23428"/>
                  </a:cubicBezTo>
                  <a:cubicBezTo>
                    <a:pt x="389063" y="35417"/>
                    <a:pt x="409105" y="62827"/>
                    <a:pt x="404815" y="10859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6" name="Shape 2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p48"/>
          <p:cNvSpPr txBox="1"/>
          <p:nvPr/>
        </p:nvSpPr>
        <p:spPr>
          <a:xfrm>
            <a:off x="0" y="29425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1F1F1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Environmental Aspect </a:t>
            </a:r>
            <a:endParaRPr b="1" sz="3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78" name="Google Shape;2178;p48"/>
          <p:cNvSpPr txBox="1"/>
          <p:nvPr/>
        </p:nvSpPr>
        <p:spPr>
          <a:xfrm>
            <a:off x="0" y="896187"/>
            <a:ext cx="1219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Natural Environmental Aspects</a:t>
            </a:r>
            <a:endParaRPr/>
          </a:p>
        </p:txBody>
      </p:sp>
      <p:grpSp>
        <p:nvGrpSpPr>
          <p:cNvPr id="2179" name="Google Shape;2179;p48"/>
          <p:cNvGrpSpPr/>
          <p:nvPr/>
        </p:nvGrpSpPr>
        <p:grpSpPr>
          <a:xfrm>
            <a:off x="612175" y="1506806"/>
            <a:ext cx="10967800" cy="4652658"/>
            <a:chOff x="612175" y="1506806"/>
            <a:chExt cx="10967800" cy="4652658"/>
          </a:xfrm>
        </p:grpSpPr>
        <p:grpSp>
          <p:nvGrpSpPr>
            <p:cNvPr id="2180" name="Google Shape;2180;p48"/>
            <p:cNvGrpSpPr/>
            <p:nvPr/>
          </p:nvGrpSpPr>
          <p:grpSpPr>
            <a:xfrm>
              <a:off x="4469510" y="1507645"/>
              <a:ext cx="3722568" cy="3842880"/>
              <a:chOff x="4154938" y="1941234"/>
              <a:chExt cx="3882123" cy="4007592"/>
            </a:xfrm>
          </p:grpSpPr>
          <p:sp>
            <p:nvSpPr>
              <p:cNvPr id="2181" name="Google Shape;2181;p48"/>
              <p:cNvSpPr/>
              <p:nvPr/>
            </p:nvSpPr>
            <p:spPr>
              <a:xfrm>
                <a:off x="6579728" y="4045237"/>
                <a:ext cx="1151943" cy="201524"/>
              </a:xfrm>
              <a:custGeom>
                <a:rect b="b" l="l" r="r" t="t"/>
                <a:pathLst>
                  <a:path extrusionOk="0" h="201524" w="1151943">
                    <a:moveTo>
                      <a:pt x="1151944" y="100762"/>
                    </a:moveTo>
                    <a:cubicBezTo>
                      <a:pt x="1151944" y="156442"/>
                      <a:pt x="1106803" y="201524"/>
                      <a:pt x="1051181" y="201524"/>
                    </a:cubicBezTo>
                    <a:lnTo>
                      <a:pt x="100762" y="201524"/>
                    </a:lnTo>
                    <a:cubicBezTo>
                      <a:pt x="45082" y="201524"/>
                      <a:pt x="0" y="156383"/>
                      <a:pt x="0" y="100762"/>
                    </a:cubicBezTo>
                    <a:lnTo>
                      <a:pt x="0" y="100762"/>
                    </a:lnTo>
                    <a:cubicBezTo>
                      <a:pt x="0" y="45082"/>
                      <a:pt x="45141" y="0"/>
                      <a:pt x="100762" y="0"/>
                    </a:cubicBezTo>
                    <a:lnTo>
                      <a:pt x="1051181" y="0"/>
                    </a:lnTo>
                    <a:cubicBezTo>
                      <a:pt x="1106861" y="0"/>
                      <a:pt x="1151944" y="45141"/>
                      <a:pt x="1151944" y="100762"/>
                    </a:cubicBezTo>
                    <a:lnTo>
                      <a:pt x="1151944" y="100762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  <p:sp>
            <p:nvSpPr>
              <p:cNvPr id="2182" name="Google Shape;2182;p48"/>
              <p:cNvSpPr/>
              <p:nvPr/>
            </p:nvSpPr>
            <p:spPr>
              <a:xfrm>
                <a:off x="5640257" y="3347864"/>
                <a:ext cx="1383035" cy="1034963"/>
              </a:xfrm>
              <a:custGeom>
                <a:rect b="b" l="l" r="r" t="t"/>
                <a:pathLst>
                  <a:path extrusionOk="0" h="1034963" w="1383035">
                    <a:moveTo>
                      <a:pt x="1383035" y="691517"/>
                    </a:moveTo>
                    <a:cubicBezTo>
                      <a:pt x="1383035" y="309605"/>
                      <a:pt x="1073430" y="0"/>
                      <a:pt x="691517" y="0"/>
                    </a:cubicBezTo>
                    <a:cubicBezTo>
                      <a:pt x="309605" y="0"/>
                      <a:pt x="0" y="309605"/>
                      <a:pt x="0" y="691517"/>
                    </a:cubicBezTo>
                    <a:cubicBezTo>
                      <a:pt x="0" y="1073430"/>
                      <a:pt x="309605" y="1033793"/>
                      <a:pt x="691517" y="1033793"/>
                    </a:cubicBezTo>
                    <a:cubicBezTo>
                      <a:pt x="1073430" y="1033793"/>
                      <a:pt x="1383035" y="1073430"/>
                      <a:pt x="1383035" y="691517"/>
                    </a:cubicBezTo>
                    <a:close/>
                  </a:path>
                </a:pathLst>
              </a:custGeom>
              <a:solidFill>
                <a:srgbClr val="0C351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  <p:sp>
            <p:nvSpPr>
              <p:cNvPr id="2183" name="Google Shape;2183;p48"/>
              <p:cNvSpPr/>
              <p:nvPr/>
            </p:nvSpPr>
            <p:spPr>
              <a:xfrm>
                <a:off x="5619180" y="4164559"/>
                <a:ext cx="1851189" cy="264873"/>
              </a:xfrm>
              <a:custGeom>
                <a:rect b="b" l="l" r="r" t="t"/>
                <a:pathLst>
                  <a:path extrusionOk="0" h="264873" w="1851189">
                    <a:moveTo>
                      <a:pt x="1851190" y="132437"/>
                    </a:moveTo>
                    <a:cubicBezTo>
                      <a:pt x="1851190" y="205564"/>
                      <a:pt x="1791880" y="264874"/>
                      <a:pt x="1718753" y="264874"/>
                    </a:cubicBezTo>
                    <a:lnTo>
                      <a:pt x="132437" y="264874"/>
                    </a:lnTo>
                    <a:cubicBezTo>
                      <a:pt x="59310" y="264874"/>
                      <a:pt x="0" y="205564"/>
                      <a:pt x="0" y="132437"/>
                    </a:cubicBezTo>
                    <a:lnTo>
                      <a:pt x="0" y="132437"/>
                    </a:lnTo>
                    <a:cubicBezTo>
                      <a:pt x="0" y="59310"/>
                      <a:pt x="59310" y="0"/>
                      <a:pt x="132437" y="0"/>
                    </a:cubicBezTo>
                    <a:lnTo>
                      <a:pt x="1718753" y="0"/>
                    </a:lnTo>
                    <a:cubicBezTo>
                      <a:pt x="1791880" y="0"/>
                      <a:pt x="1851190" y="59310"/>
                      <a:pt x="1851190" y="132437"/>
                    </a:cubicBezTo>
                    <a:lnTo>
                      <a:pt x="1851190" y="13243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  <p:grpSp>
            <p:nvGrpSpPr>
              <p:cNvPr id="2184" name="Google Shape;2184;p48"/>
              <p:cNvGrpSpPr/>
              <p:nvPr/>
            </p:nvGrpSpPr>
            <p:grpSpPr>
              <a:xfrm>
                <a:off x="5290371" y="3048681"/>
                <a:ext cx="473189" cy="473248"/>
                <a:chOff x="5290371" y="2926218"/>
                <a:chExt cx="473189" cy="473248"/>
              </a:xfrm>
            </p:grpSpPr>
            <p:sp>
              <p:nvSpPr>
                <p:cNvPr id="2185" name="Google Shape;2185;p48"/>
                <p:cNvSpPr/>
                <p:nvPr/>
              </p:nvSpPr>
              <p:spPr>
                <a:xfrm rot="-2700000">
                  <a:off x="5431857" y="3069104"/>
                  <a:ext cx="190389" cy="190389"/>
                </a:xfrm>
                <a:custGeom>
                  <a:rect b="b" l="l" r="r" t="t"/>
                  <a:pathLst>
                    <a:path extrusionOk="0" h="190283" w="190283">
                      <a:moveTo>
                        <a:pt x="190283" y="95142"/>
                      </a:moveTo>
                      <a:cubicBezTo>
                        <a:pt x="190283" y="147687"/>
                        <a:pt x="147687" y="190283"/>
                        <a:pt x="95141" y="190283"/>
                      </a:cubicBezTo>
                      <a:cubicBezTo>
                        <a:pt x="42596" y="190283"/>
                        <a:pt x="0" y="147687"/>
                        <a:pt x="0" y="95142"/>
                      </a:cubicBezTo>
                      <a:cubicBezTo>
                        <a:pt x="0" y="42596"/>
                        <a:pt x="42596" y="0"/>
                        <a:pt x="95141" y="0"/>
                      </a:cubicBezTo>
                      <a:cubicBezTo>
                        <a:pt x="147687" y="0"/>
                        <a:pt x="190283" y="42596"/>
                        <a:pt x="190283" y="95142"/>
                      </a:cubicBezTo>
                      <a:close/>
                    </a:path>
                  </a:pathLst>
                </a:custGeom>
                <a:solidFill>
                  <a:srgbClr val="F3CA5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Questrial"/>
                    <a:ea typeface="Questrial"/>
                    <a:cs typeface="Questrial"/>
                    <a:sym typeface="Questrial"/>
                  </a:endParaRPr>
                </a:p>
              </p:txBody>
            </p:sp>
            <p:grpSp>
              <p:nvGrpSpPr>
                <p:cNvPr id="2186" name="Google Shape;2186;p48"/>
                <p:cNvGrpSpPr/>
                <p:nvPr/>
              </p:nvGrpSpPr>
              <p:grpSpPr>
                <a:xfrm>
                  <a:off x="5522165" y="2926218"/>
                  <a:ext cx="9719" cy="473248"/>
                  <a:chOff x="5522165" y="2926218"/>
                  <a:chExt cx="9719" cy="473248"/>
                </a:xfrm>
              </p:grpSpPr>
              <p:sp>
                <p:nvSpPr>
                  <p:cNvPr id="2187" name="Google Shape;2187;p48"/>
                  <p:cNvSpPr/>
                  <p:nvPr/>
                </p:nvSpPr>
                <p:spPr>
                  <a:xfrm>
                    <a:off x="5522165" y="3267791"/>
                    <a:ext cx="9719" cy="131675"/>
                  </a:xfrm>
                  <a:custGeom>
                    <a:rect b="b" l="l" r="r" t="t"/>
                    <a:pathLst>
                      <a:path extrusionOk="0" h="131675" w="9719">
                        <a:moveTo>
                          <a:pt x="9719" y="126816"/>
                        </a:moveTo>
                        <a:cubicBezTo>
                          <a:pt x="9719" y="129509"/>
                          <a:pt x="7553" y="131676"/>
                          <a:pt x="4860" y="131676"/>
                        </a:cubicBezTo>
                        <a:lnTo>
                          <a:pt x="4860" y="131676"/>
                        </a:lnTo>
                        <a:cubicBezTo>
                          <a:pt x="2166" y="131676"/>
                          <a:pt x="0" y="129509"/>
                          <a:pt x="0" y="126816"/>
                        </a:cubicBezTo>
                        <a:lnTo>
                          <a:pt x="0" y="4859"/>
                        </a:lnTo>
                        <a:cubicBezTo>
                          <a:pt x="0" y="2166"/>
                          <a:pt x="2166" y="0"/>
                          <a:pt x="4860" y="0"/>
                        </a:cubicBezTo>
                        <a:lnTo>
                          <a:pt x="4860" y="0"/>
                        </a:lnTo>
                        <a:cubicBezTo>
                          <a:pt x="7553" y="0"/>
                          <a:pt x="9719" y="2166"/>
                          <a:pt x="9719" y="4859"/>
                        </a:cubicBezTo>
                        <a:lnTo>
                          <a:pt x="9719" y="126816"/>
                        </a:lnTo>
                        <a:close/>
                      </a:path>
                    </a:pathLst>
                  </a:custGeom>
                  <a:solidFill>
                    <a:srgbClr val="F3CA5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188" name="Google Shape;2188;p48"/>
                  <p:cNvSpPr/>
                  <p:nvPr/>
                </p:nvSpPr>
                <p:spPr>
                  <a:xfrm>
                    <a:off x="5522165" y="2926218"/>
                    <a:ext cx="9719" cy="131675"/>
                  </a:xfrm>
                  <a:custGeom>
                    <a:rect b="b" l="l" r="r" t="t"/>
                    <a:pathLst>
                      <a:path extrusionOk="0" h="131675" w="9719">
                        <a:moveTo>
                          <a:pt x="9719" y="126816"/>
                        </a:moveTo>
                        <a:cubicBezTo>
                          <a:pt x="9719" y="129509"/>
                          <a:pt x="7553" y="131676"/>
                          <a:pt x="4860" y="131676"/>
                        </a:cubicBezTo>
                        <a:lnTo>
                          <a:pt x="4860" y="131676"/>
                        </a:lnTo>
                        <a:cubicBezTo>
                          <a:pt x="2166" y="131676"/>
                          <a:pt x="0" y="129509"/>
                          <a:pt x="0" y="126816"/>
                        </a:cubicBezTo>
                        <a:lnTo>
                          <a:pt x="0" y="4860"/>
                        </a:lnTo>
                        <a:cubicBezTo>
                          <a:pt x="0" y="2166"/>
                          <a:pt x="2166" y="0"/>
                          <a:pt x="4860" y="0"/>
                        </a:cubicBezTo>
                        <a:lnTo>
                          <a:pt x="4860" y="0"/>
                        </a:lnTo>
                        <a:cubicBezTo>
                          <a:pt x="7553" y="0"/>
                          <a:pt x="9719" y="2166"/>
                          <a:pt x="9719" y="4860"/>
                        </a:cubicBezTo>
                        <a:lnTo>
                          <a:pt x="9719" y="126816"/>
                        </a:lnTo>
                        <a:close/>
                      </a:path>
                    </a:pathLst>
                  </a:custGeom>
                  <a:solidFill>
                    <a:srgbClr val="F3CA5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</p:grpSp>
            <p:grpSp>
              <p:nvGrpSpPr>
                <p:cNvPr id="2189" name="Google Shape;2189;p48"/>
                <p:cNvGrpSpPr/>
                <p:nvPr/>
              </p:nvGrpSpPr>
              <p:grpSpPr>
                <a:xfrm>
                  <a:off x="5290371" y="3157953"/>
                  <a:ext cx="473189" cy="9719"/>
                  <a:chOff x="5290371" y="3157953"/>
                  <a:chExt cx="473189" cy="9719"/>
                </a:xfrm>
              </p:grpSpPr>
              <p:sp>
                <p:nvSpPr>
                  <p:cNvPr id="2190" name="Google Shape;2190;p48"/>
                  <p:cNvSpPr/>
                  <p:nvPr/>
                </p:nvSpPr>
                <p:spPr>
                  <a:xfrm>
                    <a:off x="5290371" y="3157953"/>
                    <a:ext cx="131675" cy="9719"/>
                  </a:xfrm>
                  <a:custGeom>
                    <a:rect b="b" l="l" r="r" t="t"/>
                    <a:pathLst>
                      <a:path extrusionOk="0" h="9719" w="131675">
                        <a:moveTo>
                          <a:pt x="4860" y="9719"/>
                        </a:moveTo>
                        <a:cubicBezTo>
                          <a:pt x="2166" y="9719"/>
                          <a:pt x="0" y="7553"/>
                          <a:pt x="0" y="4860"/>
                        </a:cubicBezTo>
                        <a:lnTo>
                          <a:pt x="0" y="4860"/>
                        </a:lnTo>
                        <a:cubicBezTo>
                          <a:pt x="0" y="2166"/>
                          <a:pt x="2166" y="0"/>
                          <a:pt x="4860" y="0"/>
                        </a:cubicBezTo>
                        <a:lnTo>
                          <a:pt x="126816" y="0"/>
                        </a:lnTo>
                        <a:cubicBezTo>
                          <a:pt x="129509" y="0"/>
                          <a:pt x="131676" y="2166"/>
                          <a:pt x="131676" y="4860"/>
                        </a:cubicBezTo>
                        <a:lnTo>
                          <a:pt x="131676" y="4860"/>
                        </a:lnTo>
                        <a:cubicBezTo>
                          <a:pt x="131676" y="7553"/>
                          <a:pt x="129509" y="9719"/>
                          <a:pt x="126816" y="9719"/>
                        </a:cubicBezTo>
                        <a:lnTo>
                          <a:pt x="4860" y="9719"/>
                        </a:lnTo>
                        <a:close/>
                      </a:path>
                    </a:pathLst>
                  </a:custGeom>
                  <a:solidFill>
                    <a:srgbClr val="F3CA5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191" name="Google Shape;2191;p48"/>
                  <p:cNvSpPr/>
                  <p:nvPr/>
                </p:nvSpPr>
                <p:spPr>
                  <a:xfrm>
                    <a:off x="5631885" y="3157953"/>
                    <a:ext cx="131675" cy="9719"/>
                  </a:xfrm>
                  <a:custGeom>
                    <a:rect b="b" l="l" r="r" t="t"/>
                    <a:pathLst>
                      <a:path extrusionOk="0" h="9719" w="131675">
                        <a:moveTo>
                          <a:pt x="4859" y="9719"/>
                        </a:moveTo>
                        <a:cubicBezTo>
                          <a:pt x="2166" y="9719"/>
                          <a:pt x="0" y="7553"/>
                          <a:pt x="0" y="4860"/>
                        </a:cubicBezTo>
                        <a:lnTo>
                          <a:pt x="0" y="4860"/>
                        </a:lnTo>
                        <a:cubicBezTo>
                          <a:pt x="0" y="2166"/>
                          <a:pt x="2166" y="0"/>
                          <a:pt x="4859" y="0"/>
                        </a:cubicBezTo>
                        <a:lnTo>
                          <a:pt x="126816" y="0"/>
                        </a:lnTo>
                        <a:cubicBezTo>
                          <a:pt x="129509" y="0"/>
                          <a:pt x="131676" y="2166"/>
                          <a:pt x="131676" y="4860"/>
                        </a:cubicBezTo>
                        <a:lnTo>
                          <a:pt x="131676" y="4860"/>
                        </a:lnTo>
                        <a:cubicBezTo>
                          <a:pt x="131676" y="7553"/>
                          <a:pt x="129509" y="9719"/>
                          <a:pt x="126816" y="9719"/>
                        </a:cubicBezTo>
                        <a:lnTo>
                          <a:pt x="4859" y="9719"/>
                        </a:lnTo>
                        <a:close/>
                      </a:path>
                    </a:pathLst>
                  </a:custGeom>
                  <a:solidFill>
                    <a:srgbClr val="F3CA5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</p:grpSp>
            <p:grpSp>
              <p:nvGrpSpPr>
                <p:cNvPr id="2192" name="Google Shape;2192;p48"/>
                <p:cNvGrpSpPr/>
                <p:nvPr/>
              </p:nvGrpSpPr>
              <p:grpSpPr>
                <a:xfrm>
                  <a:off x="5358185" y="2994032"/>
                  <a:ext cx="337562" cy="337562"/>
                  <a:chOff x="5358185" y="2994032"/>
                  <a:chExt cx="337562" cy="337562"/>
                </a:xfrm>
              </p:grpSpPr>
              <p:sp>
                <p:nvSpPr>
                  <p:cNvPr id="2193" name="Google Shape;2193;p48"/>
                  <p:cNvSpPr/>
                  <p:nvPr/>
                </p:nvSpPr>
                <p:spPr>
                  <a:xfrm>
                    <a:off x="5358185" y="3235545"/>
                    <a:ext cx="96049" cy="96049"/>
                  </a:xfrm>
                  <a:custGeom>
                    <a:rect b="b" l="l" r="r" t="t"/>
                    <a:pathLst>
                      <a:path extrusionOk="0" h="96049" w="96049">
                        <a:moveTo>
                          <a:pt x="8358" y="94600"/>
                        </a:moveTo>
                        <a:cubicBezTo>
                          <a:pt x="6426" y="96532"/>
                          <a:pt x="3381" y="96532"/>
                          <a:pt x="1449" y="94600"/>
                        </a:cubicBezTo>
                        <a:lnTo>
                          <a:pt x="1449" y="94600"/>
                        </a:lnTo>
                        <a:cubicBezTo>
                          <a:pt x="-483" y="92668"/>
                          <a:pt x="-483" y="89623"/>
                          <a:pt x="1449" y="87691"/>
                        </a:cubicBezTo>
                        <a:lnTo>
                          <a:pt x="87691" y="1449"/>
                        </a:lnTo>
                        <a:cubicBezTo>
                          <a:pt x="89623" y="-483"/>
                          <a:pt x="92668" y="-483"/>
                          <a:pt x="94600" y="1449"/>
                        </a:cubicBezTo>
                        <a:lnTo>
                          <a:pt x="94600" y="1449"/>
                        </a:lnTo>
                        <a:cubicBezTo>
                          <a:pt x="96532" y="3381"/>
                          <a:pt x="96532" y="6426"/>
                          <a:pt x="94600" y="8358"/>
                        </a:cubicBezTo>
                        <a:lnTo>
                          <a:pt x="8358" y="94600"/>
                        </a:lnTo>
                        <a:close/>
                      </a:path>
                    </a:pathLst>
                  </a:custGeom>
                  <a:solidFill>
                    <a:srgbClr val="F3CA5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194" name="Google Shape;2194;p48"/>
                  <p:cNvSpPr/>
                  <p:nvPr/>
                </p:nvSpPr>
                <p:spPr>
                  <a:xfrm>
                    <a:off x="5599698" y="2994032"/>
                    <a:ext cx="96049" cy="96049"/>
                  </a:xfrm>
                  <a:custGeom>
                    <a:rect b="b" l="l" r="r" t="t"/>
                    <a:pathLst>
                      <a:path extrusionOk="0" h="96049" w="96049">
                        <a:moveTo>
                          <a:pt x="8358" y="94600"/>
                        </a:moveTo>
                        <a:cubicBezTo>
                          <a:pt x="6426" y="96532"/>
                          <a:pt x="3381" y="96532"/>
                          <a:pt x="1449" y="94600"/>
                        </a:cubicBezTo>
                        <a:lnTo>
                          <a:pt x="1449" y="94600"/>
                        </a:lnTo>
                        <a:cubicBezTo>
                          <a:pt x="-483" y="92668"/>
                          <a:pt x="-483" y="89623"/>
                          <a:pt x="1449" y="87691"/>
                        </a:cubicBezTo>
                        <a:lnTo>
                          <a:pt x="87691" y="1449"/>
                        </a:lnTo>
                        <a:cubicBezTo>
                          <a:pt x="89623" y="-483"/>
                          <a:pt x="92668" y="-483"/>
                          <a:pt x="94600" y="1449"/>
                        </a:cubicBezTo>
                        <a:lnTo>
                          <a:pt x="94600" y="1449"/>
                        </a:lnTo>
                        <a:cubicBezTo>
                          <a:pt x="96532" y="3381"/>
                          <a:pt x="96532" y="6426"/>
                          <a:pt x="94600" y="8358"/>
                        </a:cubicBezTo>
                        <a:lnTo>
                          <a:pt x="8358" y="94600"/>
                        </a:lnTo>
                        <a:close/>
                      </a:path>
                    </a:pathLst>
                  </a:custGeom>
                  <a:solidFill>
                    <a:srgbClr val="F3CA5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</p:grpSp>
            <p:grpSp>
              <p:nvGrpSpPr>
                <p:cNvPr id="2195" name="Google Shape;2195;p48"/>
                <p:cNvGrpSpPr/>
                <p:nvPr/>
              </p:nvGrpSpPr>
              <p:grpSpPr>
                <a:xfrm>
                  <a:off x="5358185" y="2994032"/>
                  <a:ext cx="337562" cy="337562"/>
                  <a:chOff x="5358185" y="2994032"/>
                  <a:chExt cx="337562" cy="337562"/>
                </a:xfrm>
              </p:grpSpPr>
              <p:sp>
                <p:nvSpPr>
                  <p:cNvPr id="2196" name="Google Shape;2196;p48"/>
                  <p:cNvSpPr/>
                  <p:nvPr/>
                </p:nvSpPr>
                <p:spPr>
                  <a:xfrm>
                    <a:off x="5358185" y="2994032"/>
                    <a:ext cx="96049" cy="96049"/>
                  </a:xfrm>
                  <a:custGeom>
                    <a:rect b="b" l="l" r="r" t="t"/>
                    <a:pathLst>
                      <a:path extrusionOk="0" h="96049" w="96049">
                        <a:moveTo>
                          <a:pt x="1449" y="8358"/>
                        </a:moveTo>
                        <a:cubicBezTo>
                          <a:pt x="-483" y="6426"/>
                          <a:pt x="-483" y="3381"/>
                          <a:pt x="1449" y="1449"/>
                        </a:cubicBezTo>
                        <a:lnTo>
                          <a:pt x="1449" y="1449"/>
                        </a:lnTo>
                        <a:cubicBezTo>
                          <a:pt x="3381" y="-483"/>
                          <a:pt x="6426" y="-483"/>
                          <a:pt x="8358" y="1449"/>
                        </a:cubicBezTo>
                        <a:lnTo>
                          <a:pt x="94600" y="87691"/>
                        </a:lnTo>
                        <a:cubicBezTo>
                          <a:pt x="96532" y="89623"/>
                          <a:pt x="96532" y="92668"/>
                          <a:pt x="94600" y="94600"/>
                        </a:cubicBezTo>
                        <a:lnTo>
                          <a:pt x="94600" y="94600"/>
                        </a:lnTo>
                        <a:cubicBezTo>
                          <a:pt x="92668" y="96532"/>
                          <a:pt x="89623" y="96532"/>
                          <a:pt x="87691" y="94600"/>
                        </a:cubicBezTo>
                        <a:lnTo>
                          <a:pt x="1449" y="8358"/>
                        </a:lnTo>
                        <a:close/>
                      </a:path>
                    </a:pathLst>
                  </a:custGeom>
                  <a:solidFill>
                    <a:srgbClr val="F3CA5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197" name="Google Shape;2197;p48"/>
                  <p:cNvSpPr/>
                  <p:nvPr/>
                </p:nvSpPr>
                <p:spPr>
                  <a:xfrm>
                    <a:off x="5599698" y="3235545"/>
                    <a:ext cx="96049" cy="96049"/>
                  </a:xfrm>
                  <a:custGeom>
                    <a:rect b="b" l="l" r="r" t="t"/>
                    <a:pathLst>
                      <a:path extrusionOk="0" h="96049" w="96049">
                        <a:moveTo>
                          <a:pt x="1449" y="8358"/>
                        </a:moveTo>
                        <a:cubicBezTo>
                          <a:pt x="-483" y="6426"/>
                          <a:pt x="-483" y="3381"/>
                          <a:pt x="1449" y="1449"/>
                        </a:cubicBezTo>
                        <a:lnTo>
                          <a:pt x="1449" y="1449"/>
                        </a:lnTo>
                        <a:cubicBezTo>
                          <a:pt x="3381" y="-483"/>
                          <a:pt x="6426" y="-483"/>
                          <a:pt x="8358" y="1449"/>
                        </a:cubicBezTo>
                        <a:lnTo>
                          <a:pt x="94600" y="87691"/>
                        </a:lnTo>
                        <a:cubicBezTo>
                          <a:pt x="96532" y="89623"/>
                          <a:pt x="96532" y="92668"/>
                          <a:pt x="94600" y="94600"/>
                        </a:cubicBezTo>
                        <a:lnTo>
                          <a:pt x="94600" y="94600"/>
                        </a:lnTo>
                        <a:cubicBezTo>
                          <a:pt x="92668" y="96532"/>
                          <a:pt x="89623" y="96532"/>
                          <a:pt x="87691" y="94600"/>
                        </a:cubicBezTo>
                        <a:lnTo>
                          <a:pt x="1449" y="8358"/>
                        </a:lnTo>
                        <a:close/>
                      </a:path>
                    </a:pathLst>
                  </a:custGeom>
                  <a:solidFill>
                    <a:srgbClr val="F3CA5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</p:grpSp>
          </p:grpSp>
          <p:grpSp>
            <p:nvGrpSpPr>
              <p:cNvPr id="2198" name="Google Shape;2198;p48"/>
              <p:cNvGrpSpPr/>
              <p:nvPr/>
            </p:nvGrpSpPr>
            <p:grpSpPr>
              <a:xfrm>
                <a:off x="6108295" y="3831183"/>
                <a:ext cx="217156" cy="322076"/>
                <a:chOff x="6108295" y="3708720"/>
                <a:chExt cx="217156" cy="322076"/>
              </a:xfrm>
            </p:grpSpPr>
            <p:grpSp>
              <p:nvGrpSpPr>
                <p:cNvPr id="2199" name="Google Shape;2199;p48"/>
                <p:cNvGrpSpPr/>
                <p:nvPr/>
              </p:nvGrpSpPr>
              <p:grpSpPr>
                <a:xfrm>
                  <a:off x="6108295" y="3708720"/>
                  <a:ext cx="191394" cy="322076"/>
                  <a:chOff x="6108295" y="3708720"/>
                  <a:chExt cx="191394" cy="322076"/>
                </a:xfrm>
              </p:grpSpPr>
              <p:sp>
                <p:nvSpPr>
                  <p:cNvPr id="2200" name="Google Shape;2200;p48"/>
                  <p:cNvSpPr/>
                  <p:nvPr/>
                </p:nvSpPr>
                <p:spPr>
                  <a:xfrm>
                    <a:off x="6192253" y="3813698"/>
                    <a:ext cx="26639" cy="217098"/>
                  </a:xfrm>
                  <a:custGeom>
                    <a:rect b="b" l="l" r="r" t="t"/>
                    <a:pathLst>
                      <a:path extrusionOk="0" h="217098" w="26639">
                        <a:moveTo>
                          <a:pt x="26640" y="217098"/>
                        </a:moveTo>
                        <a:lnTo>
                          <a:pt x="0" y="217098"/>
                        </a:lnTo>
                        <a:lnTo>
                          <a:pt x="7611" y="0"/>
                        </a:lnTo>
                        <a:lnTo>
                          <a:pt x="19028" y="0"/>
                        </a:lnTo>
                        <a:lnTo>
                          <a:pt x="26640" y="217098"/>
                        </a:lnTo>
                        <a:close/>
                      </a:path>
                    </a:pathLst>
                  </a:custGeom>
                  <a:solidFill>
                    <a:srgbClr val="0DA57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grpSp>
                <p:nvGrpSpPr>
                  <p:cNvPr id="2201" name="Google Shape;2201;p48"/>
                  <p:cNvGrpSpPr/>
                  <p:nvPr/>
                </p:nvGrpSpPr>
                <p:grpSpPr>
                  <a:xfrm>
                    <a:off x="6108295" y="3708720"/>
                    <a:ext cx="191394" cy="154392"/>
                    <a:chOff x="6108295" y="3708720"/>
                    <a:chExt cx="191394" cy="154392"/>
                  </a:xfrm>
                </p:grpSpPr>
                <p:sp>
                  <p:nvSpPr>
                    <p:cNvPr id="2202" name="Google Shape;2202;p48"/>
                    <p:cNvSpPr/>
                    <p:nvPr/>
                  </p:nvSpPr>
                  <p:spPr>
                    <a:xfrm>
                      <a:off x="6197406" y="3708720"/>
                      <a:ext cx="14871" cy="110539"/>
                    </a:xfrm>
                    <a:custGeom>
                      <a:rect b="b" l="l" r="r" t="t"/>
                      <a:pathLst>
                        <a:path extrusionOk="0" h="110539" w="14871">
                          <a:moveTo>
                            <a:pt x="14871" y="110540"/>
                          </a:moveTo>
                          <a:lnTo>
                            <a:pt x="0" y="110540"/>
                          </a:lnTo>
                          <a:lnTo>
                            <a:pt x="3864" y="0"/>
                          </a:lnTo>
                          <a:lnTo>
                            <a:pt x="10949" y="0"/>
                          </a:lnTo>
                          <a:lnTo>
                            <a:pt x="14871" y="110540"/>
                          </a:lnTo>
                          <a:close/>
                        </a:path>
                      </a:pathLst>
                    </a:custGeom>
                    <a:solidFill>
                      <a:srgbClr val="0DA57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p:txBody>
                </p:sp>
                <p:sp>
                  <p:nvSpPr>
                    <p:cNvPr id="2203" name="Google Shape;2203;p48"/>
                    <p:cNvSpPr/>
                    <p:nvPr/>
                  </p:nvSpPr>
                  <p:spPr>
                    <a:xfrm>
                      <a:off x="6194478" y="3807374"/>
                      <a:ext cx="105211" cy="55738"/>
                    </a:xfrm>
                    <a:custGeom>
                      <a:rect b="b" l="l" r="r" t="t"/>
                      <a:pathLst>
                        <a:path extrusionOk="0" h="55738" w="105211">
                          <a:moveTo>
                            <a:pt x="0" y="13583"/>
                          </a:moveTo>
                          <a:lnTo>
                            <a:pt x="6089" y="0"/>
                          </a:lnTo>
                          <a:lnTo>
                            <a:pt x="105212" y="49239"/>
                          </a:lnTo>
                          <a:lnTo>
                            <a:pt x="102343" y="55738"/>
                          </a:lnTo>
                          <a:lnTo>
                            <a:pt x="0" y="13583"/>
                          </a:lnTo>
                          <a:close/>
                        </a:path>
                      </a:pathLst>
                    </a:custGeom>
                    <a:solidFill>
                      <a:srgbClr val="0DA57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p:txBody>
                </p:sp>
                <p:sp>
                  <p:nvSpPr>
                    <p:cNvPr id="2204" name="Google Shape;2204;p48"/>
                    <p:cNvSpPr/>
                    <p:nvPr/>
                  </p:nvSpPr>
                  <p:spPr>
                    <a:xfrm>
                      <a:off x="6108295" y="3808663"/>
                      <a:ext cx="107378" cy="49180"/>
                    </a:xfrm>
                    <a:custGeom>
                      <a:rect b="b" l="l" r="r" t="t"/>
                      <a:pathLst>
                        <a:path extrusionOk="0" h="49180" w="107378">
                          <a:moveTo>
                            <a:pt x="102226" y="0"/>
                          </a:moveTo>
                          <a:lnTo>
                            <a:pt x="107378" y="13876"/>
                          </a:lnTo>
                          <a:lnTo>
                            <a:pt x="2518" y="49181"/>
                          </a:lnTo>
                          <a:lnTo>
                            <a:pt x="0" y="42565"/>
                          </a:lnTo>
                          <a:lnTo>
                            <a:pt x="102226" y="0"/>
                          </a:lnTo>
                          <a:close/>
                        </a:path>
                      </a:pathLst>
                    </a:custGeom>
                    <a:solidFill>
                      <a:srgbClr val="0DA57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p:txBody>
                </p:sp>
              </p:grpSp>
            </p:grpSp>
            <p:grpSp>
              <p:nvGrpSpPr>
                <p:cNvPr id="2205" name="Google Shape;2205;p48"/>
                <p:cNvGrpSpPr/>
                <p:nvPr/>
              </p:nvGrpSpPr>
              <p:grpSpPr>
                <a:xfrm>
                  <a:off x="6209994" y="3836532"/>
                  <a:ext cx="115457" cy="194264"/>
                  <a:chOff x="6209994" y="3836532"/>
                  <a:chExt cx="115457" cy="194264"/>
                </a:xfrm>
              </p:grpSpPr>
              <p:sp>
                <p:nvSpPr>
                  <p:cNvPr id="2206" name="Google Shape;2206;p48"/>
                  <p:cNvSpPr/>
                  <p:nvPr/>
                </p:nvSpPr>
                <p:spPr>
                  <a:xfrm>
                    <a:off x="6260638" y="3899823"/>
                    <a:ext cx="16100" cy="130973"/>
                  </a:xfrm>
                  <a:custGeom>
                    <a:rect b="b" l="l" r="r" t="t"/>
                    <a:pathLst>
                      <a:path extrusionOk="0" h="130973" w="16100">
                        <a:moveTo>
                          <a:pt x="16101" y="130973"/>
                        </a:moveTo>
                        <a:lnTo>
                          <a:pt x="0" y="130973"/>
                        </a:lnTo>
                        <a:lnTo>
                          <a:pt x="4567" y="0"/>
                        </a:lnTo>
                        <a:lnTo>
                          <a:pt x="11475" y="0"/>
                        </a:lnTo>
                        <a:lnTo>
                          <a:pt x="16101" y="130973"/>
                        </a:lnTo>
                        <a:close/>
                      </a:path>
                    </a:pathLst>
                  </a:custGeom>
                  <a:solidFill>
                    <a:srgbClr val="0DA57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grpSp>
                <p:nvGrpSpPr>
                  <p:cNvPr id="2207" name="Google Shape;2207;p48"/>
                  <p:cNvGrpSpPr/>
                  <p:nvPr/>
                </p:nvGrpSpPr>
                <p:grpSpPr>
                  <a:xfrm>
                    <a:off x="6209994" y="3836532"/>
                    <a:ext cx="115457" cy="93150"/>
                    <a:chOff x="6209994" y="3836532"/>
                    <a:chExt cx="115457" cy="93150"/>
                  </a:xfrm>
                </p:grpSpPr>
                <p:sp>
                  <p:nvSpPr>
                    <p:cNvPr id="2208" name="Google Shape;2208;p48"/>
                    <p:cNvSpPr/>
                    <p:nvPr/>
                  </p:nvSpPr>
                  <p:spPr>
                    <a:xfrm>
                      <a:off x="6263741" y="3836532"/>
                      <a:ext cx="8957" cy="66745"/>
                    </a:xfrm>
                    <a:custGeom>
                      <a:rect b="b" l="l" r="r" t="t"/>
                      <a:pathLst>
                        <a:path extrusionOk="0" h="66745" w="8957">
                          <a:moveTo>
                            <a:pt x="8958" y="66745"/>
                          </a:moveTo>
                          <a:lnTo>
                            <a:pt x="0" y="66745"/>
                          </a:lnTo>
                          <a:lnTo>
                            <a:pt x="2342" y="0"/>
                          </a:lnTo>
                          <a:lnTo>
                            <a:pt x="6616" y="0"/>
                          </a:lnTo>
                          <a:lnTo>
                            <a:pt x="8958" y="66745"/>
                          </a:lnTo>
                          <a:close/>
                        </a:path>
                      </a:pathLst>
                    </a:custGeom>
                    <a:solidFill>
                      <a:srgbClr val="0DA57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p:txBody>
                </p:sp>
                <p:sp>
                  <p:nvSpPr>
                    <p:cNvPr id="2209" name="Google Shape;2209;p48"/>
                    <p:cNvSpPr/>
                    <p:nvPr/>
                  </p:nvSpPr>
                  <p:spPr>
                    <a:xfrm>
                      <a:off x="6261985" y="3896076"/>
                      <a:ext cx="63466" cy="33606"/>
                    </a:xfrm>
                    <a:custGeom>
                      <a:rect b="b" l="l" r="r" t="t"/>
                      <a:pathLst>
                        <a:path extrusionOk="0" h="33606" w="63466">
                          <a:moveTo>
                            <a:pt x="0" y="8197"/>
                          </a:moveTo>
                          <a:lnTo>
                            <a:pt x="3747" y="0"/>
                          </a:lnTo>
                          <a:lnTo>
                            <a:pt x="63467" y="29684"/>
                          </a:lnTo>
                          <a:lnTo>
                            <a:pt x="61710" y="33607"/>
                          </a:lnTo>
                          <a:lnTo>
                            <a:pt x="0" y="8197"/>
                          </a:lnTo>
                          <a:close/>
                        </a:path>
                      </a:pathLst>
                    </a:custGeom>
                    <a:solidFill>
                      <a:srgbClr val="0DA57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p:txBody>
                </p:sp>
                <p:sp>
                  <p:nvSpPr>
                    <p:cNvPr id="2210" name="Google Shape;2210;p48"/>
                    <p:cNvSpPr/>
                    <p:nvPr/>
                  </p:nvSpPr>
                  <p:spPr>
                    <a:xfrm>
                      <a:off x="6209994" y="3896837"/>
                      <a:ext cx="64754" cy="29684"/>
                    </a:xfrm>
                    <a:custGeom>
                      <a:rect b="b" l="l" r="r" t="t"/>
                      <a:pathLst>
                        <a:path extrusionOk="0" h="29684" w="64754">
                          <a:moveTo>
                            <a:pt x="61652" y="0"/>
                          </a:moveTo>
                          <a:lnTo>
                            <a:pt x="64755" y="8314"/>
                          </a:lnTo>
                          <a:lnTo>
                            <a:pt x="1581" y="29684"/>
                          </a:lnTo>
                          <a:lnTo>
                            <a:pt x="0" y="25703"/>
                          </a:lnTo>
                          <a:lnTo>
                            <a:pt x="61652" y="0"/>
                          </a:lnTo>
                          <a:close/>
                        </a:path>
                      </a:pathLst>
                    </a:custGeom>
                    <a:solidFill>
                      <a:srgbClr val="0DA57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p:txBody>
                </p:sp>
              </p:grpSp>
            </p:grpSp>
          </p:grpSp>
          <p:sp>
            <p:nvSpPr>
              <p:cNvPr id="2211" name="Google Shape;2211;p48"/>
              <p:cNvSpPr/>
              <p:nvPr/>
            </p:nvSpPr>
            <p:spPr>
              <a:xfrm>
                <a:off x="5046047" y="3897577"/>
                <a:ext cx="796846" cy="264873"/>
              </a:xfrm>
              <a:custGeom>
                <a:rect b="b" l="l" r="r" t="t"/>
                <a:pathLst>
                  <a:path extrusionOk="0" h="264873" w="796846">
                    <a:moveTo>
                      <a:pt x="796846" y="132437"/>
                    </a:moveTo>
                    <a:cubicBezTo>
                      <a:pt x="796846" y="205564"/>
                      <a:pt x="737537" y="264874"/>
                      <a:pt x="664410" y="264874"/>
                    </a:cubicBezTo>
                    <a:lnTo>
                      <a:pt x="132437" y="264874"/>
                    </a:lnTo>
                    <a:cubicBezTo>
                      <a:pt x="59310" y="264874"/>
                      <a:pt x="0" y="205564"/>
                      <a:pt x="0" y="132437"/>
                    </a:cubicBezTo>
                    <a:lnTo>
                      <a:pt x="0" y="132437"/>
                    </a:lnTo>
                    <a:cubicBezTo>
                      <a:pt x="0" y="59310"/>
                      <a:pt x="59310" y="0"/>
                      <a:pt x="132437" y="0"/>
                    </a:cubicBezTo>
                    <a:lnTo>
                      <a:pt x="664410" y="0"/>
                    </a:lnTo>
                    <a:cubicBezTo>
                      <a:pt x="737537" y="0"/>
                      <a:pt x="796846" y="59310"/>
                      <a:pt x="796846" y="132437"/>
                    </a:cubicBezTo>
                    <a:lnTo>
                      <a:pt x="796846" y="13243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  <p:sp>
            <p:nvSpPr>
              <p:cNvPr id="2212" name="Google Shape;2212;p48"/>
              <p:cNvSpPr/>
              <p:nvPr/>
            </p:nvSpPr>
            <p:spPr>
              <a:xfrm>
                <a:off x="5193766" y="4415440"/>
                <a:ext cx="1513949" cy="264873"/>
              </a:xfrm>
              <a:custGeom>
                <a:rect b="b" l="l" r="r" t="t"/>
                <a:pathLst>
                  <a:path extrusionOk="0" h="264873" w="1513949">
                    <a:moveTo>
                      <a:pt x="1513950" y="132437"/>
                    </a:moveTo>
                    <a:cubicBezTo>
                      <a:pt x="1513950" y="205564"/>
                      <a:pt x="1454640" y="264874"/>
                      <a:pt x="1381513" y="264874"/>
                    </a:cubicBezTo>
                    <a:lnTo>
                      <a:pt x="132437" y="264874"/>
                    </a:lnTo>
                    <a:cubicBezTo>
                      <a:pt x="59310" y="264874"/>
                      <a:pt x="0" y="205564"/>
                      <a:pt x="0" y="132437"/>
                    </a:cubicBezTo>
                    <a:lnTo>
                      <a:pt x="0" y="132437"/>
                    </a:lnTo>
                    <a:cubicBezTo>
                      <a:pt x="0" y="59310"/>
                      <a:pt x="59310" y="0"/>
                      <a:pt x="132437" y="0"/>
                    </a:cubicBezTo>
                    <a:lnTo>
                      <a:pt x="1381513" y="0"/>
                    </a:lnTo>
                    <a:cubicBezTo>
                      <a:pt x="1454640" y="0"/>
                      <a:pt x="1513950" y="59310"/>
                      <a:pt x="1513950" y="132437"/>
                    </a:cubicBezTo>
                    <a:lnTo>
                      <a:pt x="1513950" y="132437"/>
                    </a:lnTo>
                    <a:close/>
                  </a:path>
                </a:pathLst>
              </a:custGeom>
              <a:solidFill>
                <a:srgbClr val="699A5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  <p:sp>
            <p:nvSpPr>
              <p:cNvPr id="2213" name="Google Shape;2213;p48"/>
              <p:cNvSpPr/>
              <p:nvPr/>
            </p:nvSpPr>
            <p:spPr>
              <a:xfrm>
                <a:off x="6106187" y="4415440"/>
                <a:ext cx="1173079" cy="264873"/>
              </a:xfrm>
              <a:custGeom>
                <a:rect b="b" l="l" r="r" t="t"/>
                <a:pathLst>
                  <a:path extrusionOk="0" h="264873" w="1173079">
                    <a:moveTo>
                      <a:pt x="1173080" y="132437"/>
                    </a:moveTo>
                    <a:cubicBezTo>
                      <a:pt x="1173080" y="205564"/>
                      <a:pt x="1113770" y="264874"/>
                      <a:pt x="1040643" y="264874"/>
                    </a:cubicBezTo>
                    <a:lnTo>
                      <a:pt x="132437" y="264874"/>
                    </a:lnTo>
                    <a:cubicBezTo>
                      <a:pt x="59310" y="264874"/>
                      <a:pt x="0" y="205564"/>
                      <a:pt x="0" y="132437"/>
                    </a:cubicBezTo>
                    <a:lnTo>
                      <a:pt x="0" y="132437"/>
                    </a:lnTo>
                    <a:cubicBezTo>
                      <a:pt x="0" y="59310"/>
                      <a:pt x="59310" y="0"/>
                      <a:pt x="132437" y="0"/>
                    </a:cubicBezTo>
                    <a:lnTo>
                      <a:pt x="1040643" y="0"/>
                    </a:lnTo>
                    <a:cubicBezTo>
                      <a:pt x="1113770" y="0"/>
                      <a:pt x="1173080" y="59310"/>
                      <a:pt x="1173080" y="132437"/>
                    </a:cubicBezTo>
                    <a:lnTo>
                      <a:pt x="1173080" y="132437"/>
                    </a:lnTo>
                    <a:close/>
                  </a:path>
                </a:pathLst>
              </a:custGeom>
              <a:solidFill>
                <a:srgbClr val="93BC7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  <p:sp>
            <p:nvSpPr>
              <p:cNvPr id="2214" name="Google Shape;2214;p48"/>
              <p:cNvSpPr/>
              <p:nvPr/>
            </p:nvSpPr>
            <p:spPr>
              <a:xfrm>
                <a:off x="6308999" y="4477384"/>
                <a:ext cx="533260" cy="533260"/>
              </a:xfrm>
              <a:custGeom>
                <a:rect b="b" l="l" r="r" t="t"/>
                <a:pathLst>
                  <a:path extrusionOk="0" h="533260" w="533260">
                    <a:moveTo>
                      <a:pt x="533261" y="266630"/>
                    </a:moveTo>
                    <a:cubicBezTo>
                      <a:pt x="533261" y="413886"/>
                      <a:pt x="413886" y="533260"/>
                      <a:pt x="266630" y="533260"/>
                    </a:cubicBezTo>
                    <a:cubicBezTo>
                      <a:pt x="119374" y="533260"/>
                      <a:pt x="0" y="413886"/>
                      <a:pt x="0" y="266630"/>
                    </a:cubicBezTo>
                    <a:cubicBezTo>
                      <a:pt x="0" y="119374"/>
                      <a:pt x="119374" y="0"/>
                      <a:pt x="266630" y="0"/>
                    </a:cubicBezTo>
                    <a:cubicBezTo>
                      <a:pt x="413886" y="0"/>
                      <a:pt x="533261" y="119374"/>
                      <a:pt x="533261" y="266630"/>
                    </a:cubicBezTo>
                    <a:close/>
                  </a:path>
                </a:pathLst>
              </a:custGeom>
              <a:solidFill>
                <a:srgbClr val="93BC7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  <p:sp>
            <p:nvSpPr>
              <p:cNvPr id="2215" name="Google Shape;2215;p48"/>
              <p:cNvSpPr/>
              <p:nvPr/>
            </p:nvSpPr>
            <p:spPr>
              <a:xfrm rot="-543719">
                <a:off x="5505574" y="3624679"/>
                <a:ext cx="533250" cy="533250"/>
              </a:xfrm>
              <a:custGeom>
                <a:rect b="b" l="l" r="r" t="t"/>
                <a:pathLst>
                  <a:path extrusionOk="0" h="533260" w="533260">
                    <a:moveTo>
                      <a:pt x="533260" y="266630"/>
                    </a:moveTo>
                    <a:cubicBezTo>
                      <a:pt x="533260" y="413886"/>
                      <a:pt x="413886" y="533261"/>
                      <a:pt x="266630" y="533261"/>
                    </a:cubicBezTo>
                    <a:cubicBezTo>
                      <a:pt x="119374" y="533261"/>
                      <a:pt x="0" y="413886"/>
                      <a:pt x="0" y="266630"/>
                    </a:cubicBezTo>
                    <a:cubicBezTo>
                      <a:pt x="0" y="119374"/>
                      <a:pt x="119374" y="0"/>
                      <a:pt x="266630" y="0"/>
                    </a:cubicBezTo>
                    <a:cubicBezTo>
                      <a:pt x="413886" y="0"/>
                      <a:pt x="533260" y="119374"/>
                      <a:pt x="533260" y="26663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  <p:sp>
            <p:nvSpPr>
              <p:cNvPr id="2216" name="Google Shape;2216;p48"/>
              <p:cNvSpPr/>
              <p:nvPr/>
            </p:nvSpPr>
            <p:spPr>
              <a:xfrm>
                <a:off x="6614155" y="4217077"/>
                <a:ext cx="174240" cy="174240"/>
              </a:xfrm>
              <a:custGeom>
                <a:rect b="b" l="l" r="r" t="t"/>
                <a:pathLst>
                  <a:path extrusionOk="0" h="174240" w="174240">
                    <a:moveTo>
                      <a:pt x="174241" y="87120"/>
                    </a:moveTo>
                    <a:cubicBezTo>
                      <a:pt x="174241" y="135236"/>
                      <a:pt x="135236" y="174241"/>
                      <a:pt x="87120" y="174241"/>
                    </a:cubicBezTo>
                    <a:cubicBezTo>
                      <a:pt x="39005" y="174241"/>
                      <a:pt x="0" y="135236"/>
                      <a:pt x="0" y="87120"/>
                    </a:cubicBezTo>
                    <a:cubicBezTo>
                      <a:pt x="0" y="39005"/>
                      <a:pt x="39005" y="0"/>
                      <a:pt x="87120" y="0"/>
                    </a:cubicBezTo>
                    <a:cubicBezTo>
                      <a:pt x="135236" y="0"/>
                      <a:pt x="174241" y="39005"/>
                      <a:pt x="174241" y="87120"/>
                    </a:cubicBezTo>
                    <a:close/>
                  </a:path>
                </a:pathLst>
              </a:custGeom>
              <a:solidFill>
                <a:srgbClr val="097B5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  <p:sp>
            <p:nvSpPr>
              <p:cNvPr id="2217" name="Google Shape;2217;p48"/>
              <p:cNvSpPr/>
              <p:nvPr/>
            </p:nvSpPr>
            <p:spPr>
              <a:xfrm rot="-1328803">
                <a:off x="6068791" y="4917200"/>
                <a:ext cx="293733" cy="293733"/>
              </a:xfrm>
              <a:custGeom>
                <a:rect b="b" l="l" r="r" t="t"/>
                <a:pathLst>
                  <a:path extrusionOk="0" h="293328" w="293328">
                    <a:moveTo>
                      <a:pt x="293329" y="146664"/>
                    </a:moveTo>
                    <a:cubicBezTo>
                      <a:pt x="293329" y="227665"/>
                      <a:pt x="227665" y="293328"/>
                      <a:pt x="146664" y="293328"/>
                    </a:cubicBezTo>
                    <a:cubicBezTo>
                      <a:pt x="65664" y="293328"/>
                      <a:pt x="0" y="227665"/>
                      <a:pt x="0" y="146664"/>
                    </a:cubicBezTo>
                    <a:cubicBezTo>
                      <a:pt x="0" y="65664"/>
                      <a:pt x="65664" y="0"/>
                      <a:pt x="146664" y="0"/>
                    </a:cubicBezTo>
                    <a:cubicBezTo>
                      <a:pt x="227665" y="0"/>
                      <a:pt x="293329" y="65664"/>
                      <a:pt x="293329" y="146664"/>
                    </a:cubicBezTo>
                    <a:close/>
                  </a:path>
                </a:pathLst>
              </a:custGeom>
              <a:solidFill>
                <a:srgbClr val="93BC7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  <p:grpSp>
            <p:nvGrpSpPr>
              <p:cNvPr id="2218" name="Google Shape;2218;p48"/>
              <p:cNvGrpSpPr/>
              <p:nvPr/>
            </p:nvGrpSpPr>
            <p:grpSpPr>
              <a:xfrm>
                <a:off x="7121244" y="2905939"/>
                <a:ext cx="264756" cy="757326"/>
                <a:chOff x="7121244" y="2783476"/>
                <a:chExt cx="264756" cy="757326"/>
              </a:xfrm>
            </p:grpSpPr>
            <p:sp>
              <p:nvSpPr>
                <p:cNvPr id="2219" name="Google Shape;2219;p48"/>
                <p:cNvSpPr/>
                <p:nvPr/>
              </p:nvSpPr>
              <p:spPr>
                <a:xfrm>
                  <a:off x="7121244" y="2783476"/>
                  <a:ext cx="264756" cy="144966"/>
                </a:xfrm>
                <a:custGeom>
                  <a:rect b="b" l="l" r="r" t="t"/>
                  <a:pathLst>
                    <a:path extrusionOk="0" h="144966" w="264756">
                      <a:moveTo>
                        <a:pt x="232731" y="77050"/>
                      </a:moveTo>
                      <a:cubicBezTo>
                        <a:pt x="231560" y="77050"/>
                        <a:pt x="230389" y="77167"/>
                        <a:pt x="229218" y="77284"/>
                      </a:cubicBezTo>
                      <a:cubicBezTo>
                        <a:pt x="223187" y="65809"/>
                        <a:pt x="212473" y="57261"/>
                        <a:pt x="199651" y="54040"/>
                      </a:cubicBezTo>
                      <a:cubicBezTo>
                        <a:pt x="194030" y="23302"/>
                        <a:pt x="167156" y="0"/>
                        <a:pt x="134838" y="0"/>
                      </a:cubicBezTo>
                      <a:cubicBezTo>
                        <a:pt x="108374" y="0"/>
                        <a:pt x="85539" y="15632"/>
                        <a:pt x="75118" y="38174"/>
                      </a:cubicBezTo>
                      <a:cubicBezTo>
                        <a:pt x="54333" y="41394"/>
                        <a:pt x="37647" y="56909"/>
                        <a:pt x="32670" y="77050"/>
                      </a:cubicBezTo>
                      <a:cubicBezTo>
                        <a:pt x="32436" y="77050"/>
                        <a:pt x="32202" y="77050"/>
                        <a:pt x="32026" y="77050"/>
                      </a:cubicBezTo>
                      <a:cubicBezTo>
                        <a:pt x="14344" y="77050"/>
                        <a:pt x="0" y="91394"/>
                        <a:pt x="0" y="109076"/>
                      </a:cubicBezTo>
                      <a:cubicBezTo>
                        <a:pt x="0" y="126758"/>
                        <a:pt x="14344" y="141102"/>
                        <a:pt x="32026" y="141102"/>
                      </a:cubicBezTo>
                      <a:cubicBezTo>
                        <a:pt x="40399" y="141102"/>
                        <a:pt x="48010" y="137882"/>
                        <a:pt x="53689" y="132613"/>
                      </a:cubicBezTo>
                      <a:cubicBezTo>
                        <a:pt x="62120" y="138409"/>
                        <a:pt x="72249" y="141805"/>
                        <a:pt x="83256" y="141805"/>
                      </a:cubicBezTo>
                      <a:cubicBezTo>
                        <a:pt x="96195" y="141805"/>
                        <a:pt x="107964" y="137062"/>
                        <a:pt x="117097" y="129275"/>
                      </a:cubicBezTo>
                      <a:cubicBezTo>
                        <a:pt x="117156" y="129275"/>
                        <a:pt x="117273" y="129334"/>
                        <a:pt x="117332" y="129334"/>
                      </a:cubicBezTo>
                      <a:cubicBezTo>
                        <a:pt x="125411" y="138877"/>
                        <a:pt x="137414" y="144966"/>
                        <a:pt x="150938" y="144966"/>
                      </a:cubicBezTo>
                      <a:cubicBezTo>
                        <a:pt x="157496" y="144966"/>
                        <a:pt x="163761" y="143503"/>
                        <a:pt x="169381" y="140868"/>
                      </a:cubicBezTo>
                      <a:cubicBezTo>
                        <a:pt x="175178" y="143503"/>
                        <a:pt x="181618" y="144966"/>
                        <a:pt x="188351" y="144966"/>
                      </a:cubicBezTo>
                      <a:cubicBezTo>
                        <a:pt x="198597" y="144966"/>
                        <a:pt x="207906" y="141688"/>
                        <a:pt x="215576" y="136067"/>
                      </a:cubicBezTo>
                      <a:cubicBezTo>
                        <a:pt x="220553" y="139229"/>
                        <a:pt x="226408" y="141102"/>
                        <a:pt x="232731" y="141102"/>
                      </a:cubicBezTo>
                      <a:cubicBezTo>
                        <a:pt x="250412" y="141102"/>
                        <a:pt x="264757" y="126816"/>
                        <a:pt x="264757" y="109076"/>
                      </a:cubicBezTo>
                      <a:cubicBezTo>
                        <a:pt x="264757" y="91336"/>
                        <a:pt x="250412" y="77050"/>
                        <a:pt x="232731" y="77050"/>
                      </a:cubicBezTo>
                      <a:close/>
                    </a:path>
                  </a:pathLst>
                </a:custGeom>
                <a:solidFill>
                  <a:srgbClr val="95E6F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Questrial"/>
                    <a:ea typeface="Questrial"/>
                    <a:cs typeface="Questrial"/>
                    <a:sym typeface="Questrial"/>
                  </a:endParaRPr>
                </a:p>
              </p:txBody>
            </p:sp>
            <p:grpSp>
              <p:nvGrpSpPr>
                <p:cNvPr id="2220" name="Google Shape;2220;p48"/>
                <p:cNvGrpSpPr/>
                <p:nvPr/>
              </p:nvGrpSpPr>
              <p:grpSpPr>
                <a:xfrm>
                  <a:off x="7189629" y="2950574"/>
                  <a:ext cx="127870" cy="285424"/>
                  <a:chOff x="7189629" y="2950574"/>
                  <a:chExt cx="127870" cy="285424"/>
                </a:xfrm>
              </p:grpSpPr>
              <p:sp>
                <p:nvSpPr>
                  <p:cNvPr id="2221" name="Google Shape;2221;p48"/>
                  <p:cNvSpPr/>
                  <p:nvPr/>
                </p:nvSpPr>
                <p:spPr>
                  <a:xfrm>
                    <a:off x="7189629" y="2950574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22" name="Google Shape;2222;p48"/>
                  <p:cNvSpPr/>
                  <p:nvPr/>
                </p:nvSpPr>
                <p:spPr>
                  <a:xfrm>
                    <a:off x="7219430" y="2950574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23" name="Google Shape;2223;p48"/>
                  <p:cNvSpPr/>
                  <p:nvPr/>
                </p:nvSpPr>
                <p:spPr>
                  <a:xfrm>
                    <a:off x="7249290" y="2950574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24" name="Google Shape;2224;p48"/>
                  <p:cNvSpPr/>
                  <p:nvPr/>
                </p:nvSpPr>
                <p:spPr>
                  <a:xfrm>
                    <a:off x="7279091" y="2950574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25" name="Google Shape;2225;p48"/>
                  <p:cNvSpPr/>
                  <p:nvPr/>
                </p:nvSpPr>
                <p:spPr>
                  <a:xfrm>
                    <a:off x="7308951" y="2950574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26" name="Google Shape;2226;p48"/>
                  <p:cNvSpPr/>
                  <p:nvPr/>
                </p:nvSpPr>
                <p:spPr>
                  <a:xfrm>
                    <a:off x="7189629" y="3010235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27" name="Google Shape;2227;p48"/>
                  <p:cNvSpPr/>
                  <p:nvPr/>
                </p:nvSpPr>
                <p:spPr>
                  <a:xfrm>
                    <a:off x="7219430" y="3010235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28" name="Google Shape;2228;p48"/>
                  <p:cNvSpPr/>
                  <p:nvPr/>
                </p:nvSpPr>
                <p:spPr>
                  <a:xfrm>
                    <a:off x="7249290" y="3010235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29" name="Google Shape;2229;p48"/>
                  <p:cNvSpPr/>
                  <p:nvPr/>
                </p:nvSpPr>
                <p:spPr>
                  <a:xfrm>
                    <a:off x="7279091" y="3010235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30" name="Google Shape;2230;p48"/>
                  <p:cNvSpPr/>
                  <p:nvPr/>
                </p:nvSpPr>
                <p:spPr>
                  <a:xfrm>
                    <a:off x="7308951" y="3010235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31" name="Google Shape;2231;p48"/>
                  <p:cNvSpPr/>
                  <p:nvPr/>
                </p:nvSpPr>
                <p:spPr>
                  <a:xfrm>
                    <a:off x="7189629" y="3069838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32" name="Google Shape;2232;p48"/>
                  <p:cNvSpPr/>
                  <p:nvPr/>
                </p:nvSpPr>
                <p:spPr>
                  <a:xfrm>
                    <a:off x="7219430" y="3069838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33" name="Google Shape;2233;p48"/>
                  <p:cNvSpPr/>
                  <p:nvPr/>
                </p:nvSpPr>
                <p:spPr>
                  <a:xfrm>
                    <a:off x="7249290" y="3069838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34" name="Google Shape;2234;p48"/>
                  <p:cNvSpPr/>
                  <p:nvPr/>
                </p:nvSpPr>
                <p:spPr>
                  <a:xfrm>
                    <a:off x="7279091" y="3069838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35" name="Google Shape;2235;p48"/>
                  <p:cNvSpPr/>
                  <p:nvPr/>
                </p:nvSpPr>
                <p:spPr>
                  <a:xfrm>
                    <a:off x="7308951" y="3069838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36" name="Google Shape;2236;p48"/>
                  <p:cNvSpPr/>
                  <p:nvPr/>
                </p:nvSpPr>
                <p:spPr>
                  <a:xfrm>
                    <a:off x="7189629" y="3129499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434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37" name="Google Shape;2237;p48"/>
                  <p:cNvSpPr/>
                  <p:nvPr/>
                </p:nvSpPr>
                <p:spPr>
                  <a:xfrm>
                    <a:off x="7219430" y="3129499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434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38" name="Google Shape;2238;p48"/>
                  <p:cNvSpPr/>
                  <p:nvPr/>
                </p:nvSpPr>
                <p:spPr>
                  <a:xfrm>
                    <a:off x="7249290" y="3129499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434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39" name="Google Shape;2239;p48"/>
                  <p:cNvSpPr/>
                  <p:nvPr/>
                </p:nvSpPr>
                <p:spPr>
                  <a:xfrm>
                    <a:off x="7279091" y="3129499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434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40" name="Google Shape;2240;p48"/>
                  <p:cNvSpPr/>
                  <p:nvPr/>
                </p:nvSpPr>
                <p:spPr>
                  <a:xfrm>
                    <a:off x="7308951" y="3129499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434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41" name="Google Shape;2241;p48"/>
                  <p:cNvSpPr/>
                  <p:nvPr/>
                </p:nvSpPr>
                <p:spPr>
                  <a:xfrm>
                    <a:off x="7189629" y="3189160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42" name="Google Shape;2242;p48"/>
                  <p:cNvSpPr/>
                  <p:nvPr/>
                </p:nvSpPr>
                <p:spPr>
                  <a:xfrm>
                    <a:off x="7219430" y="3189160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43" name="Google Shape;2243;p48"/>
                  <p:cNvSpPr/>
                  <p:nvPr/>
                </p:nvSpPr>
                <p:spPr>
                  <a:xfrm>
                    <a:off x="7249290" y="3189160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44" name="Google Shape;2244;p48"/>
                  <p:cNvSpPr/>
                  <p:nvPr/>
                </p:nvSpPr>
                <p:spPr>
                  <a:xfrm>
                    <a:off x="7279091" y="3189160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45" name="Google Shape;2245;p48"/>
                  <p:cNvSpPr/>
                  <p:nvPr/>
                </p:nvSpPr>
                <p:spPr>
                  <a:xfrm>
                    <a:off x="7308951" y="3189160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</p:grpSp>
            <p:grpSp>
              <p:nvGrpSpPr>
                <p:cNvPr id="2246" name="Google Shape;2246;p48"/>
                <p:cNvGrpSpPr/>
                <p:nvPr/>
              </p:nvGrpSpPr>
              <p:grpSpPr>
                <a:xfrm>
                  <a:off x="7189629" y="3255378"/>
                  <a:ext cx="127870" cy="285424"/>
                  <a:chOff x="7189629" y="3255378"/>
                  <a:chExt cx="127870" cy="285424"/>
                </a:xfrm>
              </p:grpSpPr>
              <p:sp>
                <p:nvSpPr>
                  <p:cNvPr id="2247" name="Google Shape;2247;p48"/>
                  <p:cNvSpPr/>
                  <p:nvPr/>
                </p:nvSpPr>
                <p:spPr>
                  <a:xfrm>
                    <a:off x="7189629" y="3255378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48" name="Google Shape;2248;p48"/>
                  <p:cNvSpPr/>
                  <p:nvPr/>
                </p:nvSpPr>
                <p:spPr>
                  <a:xfrm>
                    <a:off x="7219430" y="3255378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49" name="Google Shape;2249;p48"/>
                  <p:cNvSpPr/>
                  <p:nvPr/>
                </p:nvSpPr>
                <p:spPr>
                  <a:xfrm>
                    <a:off x="7249290" y="3255378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50" name="Google Shape;2250;p48"/>
                  <p:cNvSpPr/>
                  <p:nvPr/>
                </p:nvSpPr>
                <p:spPr>
                  <a:xfrm>
                    <a:off x="7279091" y="3255378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51" name="Google Shape;2251;p48"/>
                  <p:cNvSpPr/>
                  <p:nvPr/>
                </p:nvSpPr>
                <p:spPr>
                  <a:xfrm>
                    <a:off x="7308951" y="3255378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52" name="Google Shape;2252;p48"/>
                  <p:cNvSpPr/>
                  <p:nvPr/>
                </p:nvSpPr>
                <p:spPr>
                  <a:xfrm>
                    <a:off x="7189629" y="3314981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05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53" name="Google Shape;2253;p48"/>
                  <p:cNvSpPr/>
                  <p:nvPr/>
                </p:nvSpPr>
                <p:spPr>
                  <a:xfrm>
                    <a:off x="7219430" y="3314981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05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54" name="Google Shape;2254;p48"/>
                  <p:cNvSpPr/>
                  <p:nvPr/>
                </p:nvSpPr>
                <p:spPr>
                  <a:xfrm>
                    <a:off x="7249290" y="3314981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05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55" name="Google Shape;2255;p48"/>
                  <p:cNvSpPr/>
                  <p:nvPr/>
                </p:nvSpPr>
                <p:spPr>
                  <a:xfrm>
                    <a:off x="7279091" y="3314981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05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56" name="Google Shape;2256;p48"/>
                  <p:cNvSpPr/>
                  <p:nvPr/>
                </p:nvSpPr>
                <p:spPr>
                  <a:xfrm>
                    <a:off x="7308951" y="3314981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05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57" name="Google Shape;2257;p48"/>
                  <p:cNvSpPr/>
                  <p:nvPr/>
                </p:nvSpPr>
                <p:spPr>
                  <a:xfrm>
                    <a:off x="7189629" y="3374642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58" name="Google Shape;2258;p48"/>
                  <p:cNvSpPr/>
                  <p:nvPr/>
                </p:nvSpPr>
                <p:spPr>
                  <a:xfrm>
                    <a:off x="7219430" y="3374642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59" name="Google Shape;2259;p48"/>
                  <p:cNvSpPr/>
                  <p:nvPr/>
                </p:nvSpPr>
                <p:spPr>
                  <a:xfrm>
                    <a:off x="7249290" y="3374642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60" name="Google Shape;2260;p48"/>
                  <p:cNvSpPr/>
                  <p:nvPr/>
                </p:nvSpPr>
                <p:spPr>
                  <a:xfrm>
                    <a:off x="7279091" y="3374642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61" name="Google Shape;2261;p48"/>
                  <p:cNvSpPr/>
                  <p:nvPr/>
                </p:nvSpPr>
                <p:spPr>
                  <a:xfrm>
                    <a:off x="7308951" y="3374642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62" name="Google Shape;2262;p48"/>
                  <p:cNvSpPr/>
                  <p:nvPr/>
                </p:nvSpPr>
                <p:spPr>
                  <a:xfrm>
                    <a:off x="7189629" y="3434303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63" name="Google Shape;2263;p48"/>
                  <p:cNvSpPr/>
                  <p:nvPr/>
                </p:nvSpPr>
                <p:spPr>
                  <a:xfrm>
                    <a:off x="7219430" y="3434303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64" name="Google Shape;2264;p48"/>
                  <p:cNvSpPr/>
                  <p:nvPr/>
                </p:nvSpPr>
                <p:spPr>
                  <a:xfrm>
                    <a:off x="7249290" y="3434303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65" name="Google Shape;2265;p48"/>
                  <p:cNvSpPr/>
                  <p:nvPr/>
                </p:nvSpPr>
                <p:spPr>
                  <a:xfrm>
                    <a:off x="7279091" y="3434303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66" name="Google Shape;2266;p48"/>
                  <p:cNvSpPr/>
                  <p:nvPr/>
                </p:nvSpPr>
                <p:spPr>
                  <a:xfrm>
                    <a:off x="7308951" y="3434303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67" name="Google Shape;2267;p48"/>
                  <p:cNvSpPr/>
                  <p:nvPr/>
                </p:nvSpPr>
                <p:spPr>
                  <a:xfrm>
                    <a:off x="7189629" y="3493964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68" name="Google Shape;2268;p48"/>
                  <p:cNvSpPr/>
                  <p:nvPr/>
                </p:nvSpPr>
                <p:spPr>
                  <a:xfrm>
                    <a:off x="7219430" y="3493964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69" name="Google Shape;2269;p48"/>
                  <p:cNvSpPr/>
                  <p:nvPr/>
                </p:nvSpPr>
                <p:spPr>
                  <a:xfrm>
                    <a:off x="7249290" y="3493964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70" name="Google Shape;2270;p48"/>
                  <p:cNvSpPr/>
                  <p:nvPr/>
                </p:nvSpPr>
                <p:spPr>
                  <a:xfrm>
                    <a:off x="7279091" y="3493964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71" name="Google Shape;2271;p48"/>
                  <p:cNvSpPr/>
                  <p:nvPr/>
                </p:nvSpPr>
                <p:spPr>
                  <a:xfrm>
                    <a:off x="7308951" y="3493964"/>
                    <a:ext cx="8548" cy="46838"/>
                  </a:xfrm>
                  <a:custGeom>
                    <a:rect b="b" l="l" r="r" t="t"/>
                    <a:pathLst>
                      <a:path extrusionOk="0" h="46838" w="8548">
                        <a:moveTo>
                          <a:pt x="8548" y="43619"/>
                        </a:moveTo>
                        <a:cubicBezTo>
                          <a:pt x="8548" y="45375"/>
                          <a:pt x="6616" y="46839"/>
                          <a:pt x="4274" y="46839"/>
                        </a:cubicBezTo>
                        <a:lnTo>
                          <a:pt x="4274" y="46839"/>
                        </a:lnTo>
                        <a:cubicBezTo>
                          <a:pt x="1932" y="46839"/>
                          <a:pt x="0" y="45375"/>
                          <a:pt x="0" y="43619"/>
                        </a:cubicBezTo>
                        <a:lnTo>
                          <a:pt x="0" y="3220"/>
                        </a:lnTo>
                        <a:cubicBezTo>
                          <a:pt x="0" y="1464"/>
                          <a:pt x="1932" y="0"/>
                          <a:pt x="4274" y="0"/>
                        </a:cubicBezTo>
                        <a:lnTo>
                          <a:pt x="4274" y="0"/>
                        </a:lnTo>
                        <a:cubicBezTo>
                          <a:pt x="6616" y="0"/>
                          <a:pt x="8548" y="1464"/>
                          <a:pt x="8548" y="3220"/>
                        </a:cubicBezTo>
                        <a:lnTo>
                          <a:pt x="8548" y="43619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</p:grpSp>
          </p:grpSp>
          <p:grpSp>
            <p:nvGrpSpPr>
              <p:cNvPr id="2272" name="Google Shape;2272;p48"/>
              <p:cNvGrpSpPr/>
              <p:nvPr/>
            </p:nvGrpSpPr>
            <p:grpSpPr>
              <a:xfrm>
                <a:off x="4803246" y="3036093"/>
                <a:ext cx="444032" cy="758848"/>
                <a:chOff x="4803246" y="2913630"/>
                <a:chExt cx="444032" cy="758848"/>
              </a:xfrm>
            </p:grpSpPr>
            <p:sp>
              <p:nvSpPr>
                <p:cNvPr id="2273" name="Google Shape;2273;p48"/>
                <p:cNvSpPr/>
                <p:nvPr/>
              </p:nvSpPr>
              <p:spPr>
                <a:xfrm>
                  <a:off x="4803246" y="2913630"/>
                  <a:ext cx="444032" cy="243035"/>
                </a:xfrm>
                <a:custGeom>
                  <a:rect b="b" l="l" r="r" t="t"/>
                  <a:pathLst>
                    <a:path extrusionOk="0" h="243035" w="444032">
                      <a:moveTo>
                        <a:pt x="390344" y="129158"/>
                      </a:moveTo>
                      <a:cubicBezTo>
                        <a:pt x="388353" y="129158"/>
                        <a:pt x="386362" y="129334"/>
                        <a:pt x="384430" y="129568"/>
                      </a:cubicBezTo>
                      <a:cubicBezTo>
                        <a:pt x="374301" y="110364"/>
                        <a:pt x="356385" y="96020"/>
                        <a:pt x="334898" y="90633"/>
                      </a:cubicBezTo>
                      <a:cubicBezTo>
                        <a:pt x="325530" y="39052"/>
                        <a:pt x="280448" y="0"/>
                        <a:pt x="226232" y="0"/>
                      </a:cubicBezTo>
                      <a:cubicBezTo>
                        <a:pt x="181852" y="0"/>
                        <a:pt x="143561" y="26230"/>
                        <a:pt x="126055" y="64052"/>
                      </a:cubicBezTo>
                      <a:cubicBezTo>
                        <a:pt x="91219" y="69497"/>
                        <a:pt x="63174" y="95434"/>
                        <a:pt x="54860" y="129275"/>
                      </a:cubicBezTo>
                      <a:cubicBezTo>
                        <a:pt x="54509" y="129275"/>
                        <a:pt x="54099" y="129217"/>
                        <a:pt x="53748" y="129217"/>
                      </a:cubicBezTo>
                      <a:cubicBezTo>
                        <a:pt x="24063" y="129217"/>
                        <a:pt x="0" y="153280"/>
                        <a:pt x="0" y="182906"/>
                      </a:cubicBezTo>
                      <a:cubicBezTo>
                        <a:pt x="0" y="212531"/>
                        <a:pt x="24063" y="236595"/>
                        <a:pt x="53748" y="236595"/>
                      </a:cubicBezTo>
                      <a:cubicBezTo>
                        <a:pt x="67799" y="236595"/>
                        <a:pt x="80504" y="231150"/>
                        <a:pt x="90048" y="222368"/>
                      </a:cubicBezTo>
                      <a:cubicBezTo>
                        <a:pt x="104158" y="232087"/>
                        <a:pt x="121196" y="237766"/>
                        <a:pt x="139580" y="237766"/>
                      </a:cubicBezTo>
                      <a:cubicBezTo>
                        <a:pt x="161301" y="237766"/>
                        <a:pt x="181032" y="229862"/>
                        <a:pt x="196313" y="216688"/>
                      </a:cubicBezTo>
                      <a:cubicBezTo>
                        <a:pt x="196431" y="216806"/>
                        <a:pt x="196606" y="216806"/>
                        <a:pt x="196723" y="216806"/>
                      </a:cubicBezTo>
                      <a:cubicBezTo>
                        <a:pt x="210248" y="232848"/>
                        <a:pt x="230447" y="243035"/>
                        <a:pt x="253106" y="243035"/>
                      </a:cubicBezTo>
                      <a:cubicBezTo>
                        <a:pt x="264171" y="243035"/>
                        <a:pt x="274652" y="240518"/>
                        <a:pt x="284019" y="236127"/>
                      </a:cubicBezTo>
                      <a:cubicBezTo>
                        <a:pt x="293797" y="240576"/>
                        <a:pt x="304511" y="243035"/>
                        <a:pt x="315870" y="243035"/>
                      </a:cubicBezTo>
                      <a:cubicBezTo>
                        <a:pt x="333024" y="243035"/>
                        <a:pt x="348657" y="237473"/>
                        <a:pt x="361538" y="228105"/>
                      </a:cubicBezTo>
                      <a:cubicBezTo>
                        <a:pt x="369852" y="233433"/>
                        <a:pt x="379688" y="236536"/>
                        <a:pt x="390344" y="236536"/>
                      </a:cubicBezTo>
                      <a:cubicBezTo>
                        <a:pt x="419969" y="236536"/>
                        <a:pt x="444033" y="212590"/>
                        <a:pt x="444033" y="182847"/>
                      </a:cubicBezTo>
                      <a:cubicBezTo>
                        <a:pt x="444033" y="153105"/>
                        <a:pt x="419969" y="129158"/>
                        <a:pt x="390344" y="129158"/>
                      </a:cubicBezTo>
                      <a:close/>
                    </a:path>
                  </a:pathLst>
                </a:custGeom>
                <a:solidFill>
                  <a:srgbClr val="95E6F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Questrial"/>
                    <a:ea typeface="Questrial"/>
                    <a:cs typeface="Questrial"/>
                    <a:sym typeface="Questrial"/>
                  </a:endParaRPr>
                </a:p>
              </p:txBody>
            </p:sp>
            <p:grpSp>
              <p:nvGrpSpPr>
                <p:cNvPr id="2274" name="Google Shape;2274;p48"/>
                <p:cNvGrpSpPr/>
                <p:nvPr/>
              </p:nvGrpSpPr>
              <p:grpSpPr>
                <a:xfrm>
                  <a:off x="4918060" y="3193785"/>
                  <a:ext cx="214346" cy="478693"/>
                  <a:chOff x="4918060" y="3193785"/>
                  <a:chExt cx="214346" cy="478693"/>
                </a:xfrm>
              </p:grpSpPr>
              <p:sp>
                <p:nvSpPr>
                  <p:cNvPr id="2275" name="Google Shape;2275;p48"/>
                  <p:cNvSpPr/>
                  <p:nvPr/>
                </p:nvSpPr>
                <p:spPr>
                  <a:xfrm>
                    <a:off x="4918060" y="3193785"/>
                    <a:ext cx="14285" cy="78630"/>
                  </a:xfrm>
                  <a:custGeom>
                    <a:rect b="b" l="l" r="r" t="t"/>
                    <a:pathLst>
                      <a:path extrusionOk="0" h="78630" w="14285">
                        <a:moveTo>
                          <a:pt x="14286" y="73186"/>
                        </a:moveTo>
                        <a:cubicBezTo>
                          <a:pt x="14286" y="76172"/>
                          <a:pt x="11066" y="78631"/>
                          <a:pt x="7143" y="78631"/>
                        </a:cubicBezTo>
                        <a:lnTo>
                          <a:pt x="7143" y="78631"/>
                        </a:lnTo>
                        <a:cubicBezTo>
                          <a:pt x="3220" y="78631"/>
                          <a:pt x="0" y="76230"/>
                          <a:pt x="0" y="73186"/>
                        </a:cubicBezTo>
                        <a:lnTo>
                          <a:pt x="0" y="5445"/>
                        </a:lnTo>
                        <a:cubicBezTo>
                          <a:pt x="0" y="2459"/>
                          <a:pt x="3220" y="0"/>
                          <a:pt x="7143" y="0"/>
                        </a:cubicBezTo>
                        <a:lnTo>
                          <a:pt x="7143" y="0"/>
                        </a:lnTo>
                        <a:cubicBezTo>
                          <a:pt x="11066" y="0"/>
                          <a:pt x="14286" y="2401"/>
                          <a:pt x="14286" y="5445"/>
                        </a:cubicBezTo>
                        <a:lnTo>
                          <a:pt x="14286" y="73186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76" name="Google Shape;2276;p48"/>
                  <p:cNvSpPr/>
                  <p:nvPr/>
                </p:nvSpPr>
                <p:spPr>
                  <a:xfrm>
                    <a:off x="4968061" y="3193785"/>
                    <a:ext cx="14285" cy="78630"/>
                  </a:xfrm>
                  <a:custGeom>
                    <a:rect b="b" l="l" r="r" t="t"/>
                    <a:pathLst>
                      <a:path extrusionOk="0" h="78630" w="14285">
                        <a:moveTo>
                          <a:pt x="14286" y="73186"/>
                        </a:moveTo>
                        <a:cubicBezTo>
                          <a:pt x="14286" y="76172"/>
                          <a:pt x="11066" y="78631"/>
                          <a:pt x="7143" y="78631"/>
                        </a:cubicBezTo>
                        <a:lnTo>
                          <a:pt x="7143" y="78631"/>
                        </a:lnTo>
                        <a:cubicBezTo>
                          <a:pt x="3220" y="78631"/>
                          <a:pt x="0" y="76230"/>
                          <a:pt x="0" y="73186"/>
                        </a:cubicBezTo>
                        <a:lnTo>
                          <a:pt x="0" y="5445"/>
                        </a:lnTo>
                        <a:cubicBezTo>
                          <a:pt x="0" y="2459"/>
                          <a:pt x="3220" y="0"/>
                          <a:pt x="7143" y="0"/>
                        </a:cubicBezTo>
                        <a:lnTo>
                          <a:pt x="7143" y="0"/>
                        </a:lnTo>
                        <a:cubicBezTo>
                          <a:pt x="11066" y="0"/>
                          <a:pt x="14286" y="2401"/>
                          <a:pt x="14286" y="5445"/>
                        </a:cubicBezTo>
                        <a:lnTo>
                          <a:pt x="14286" y="73186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77" name="Google Shape;2277;p48"/>
                  <p:cNvSpPr/>
                  <p:nvPr/>
                </p:nvSpPr>
                <p:spPr>
                  <a:xfrm>
                    <a:off x="5018061" y="3193785"/>
                    <a:ext cx="14285" cy="78630"/>
                  </a:xfrm>
                  <a:custGeom>
                    <a:rect b="b" l="l" r="r" t="t"/>
                    <a:pathLst>
                      <a:path extrusionOk="0" h="78630" w="14285">
                        <a:moveTo>
                          <a:pt x="14286" y="73186"/>
                        </a:moveTo>
                        <a:cubicBezTo>
                          <a:pt x="14286" y="76172"/>
                          <a:pt x="11066" y="78631"/>
                          <a:pt x="7143" y="78631"/>
                        </a:cubicBezTo>
                        <a:lnTo>
                          <a:pt x="7143" y="78631"/>
                        </a:lnTo>
                        <a:cubicBezTo>
                          <a:pt x="3220" y="78631"/>
                          <a:pt x="0" y="76230"/>
                          <a:pt x="0" y="73186"/>
                        </a:cubicBezTo>
                        <a:lnTo>
                          <a:pt x="0" y="5445"/>
                        </a:lnTo>
                        <a:cubicBezTo>
                          <a:pt x="0" y="2459"/>
                          <a:pt x="3220" y="0"/>
                          <a:pt x="7143" y="0"/>
                        </a:cubicBezTo>
                        <a:lnTo>
                          <a:pt x="7143" y="0"/>
                        </a:lnTo>
                        <a:cubicBezTo>
                          <a:pt x="11066" y="0"/>
                          <a:pt x="14286" y="2401"/>
                          <a:pt x="14286" y="5445"/>
                        </a:cubicBezTo>
                        <a:lnTo>
                          <a:pt x="14286" y="73186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78" name="Google Shape;2278;p48"/>
                  <p:cNvSpPr/>
                  <p:nvPr/>
                </p:nvSpPr>
                <p:spPr>
                  <a:xfrm>
                    <a:off x="5068062" y="3193785"/>
                    <a:ext cx="14285" cy="78630"/>
                  </a:xfrm>
                  <a:custGeom>
                    <a:rect b="b" l="l" r="r" t="t"/>
                    <a:pathLst>
                      <a:path extrusionOk="0" h="78630" w="14285">
                        <a:moveTo>
                          <a:pt x="14286" y="73186"/>
                        </a:moveTo>
                        <a:cubicBezTo>
                          <a:pt x="14286" y="76172"/>
                          <a:pt x="11066" y="78631"/>
                          <a:pt x="7143" y="78631"/>
                        </a:cubicBezTo>
                        <a:lnTo>
                          <a:pt x="7143" y="78631"/>
                        </a:lnTo>
                        <a:cubicBezTo>
                          <a:pt x="3220" y="78631"/>
                          <a:pt x="0" y="76230"/>
                          <a:pt x="0" y="73186"/>
                        </a:cubicBezTo>
                        <a:lnTo>
                          <a:pt x="0" y="5445"/>
                        </a:lnTo>
                        <a:cubicBezTo>
                          <a:pt x="0" y="2459"/>
                          <a:pt x="3220" y="0"/>
                          <a:pt x="7143" y="0"/>
                        </a:cubicBezTo>
                        <a:lnTo>
                          <a:pt x="7143" y="0"/>
                        </a:lnTo>
                        <a:cubicBezTo>
                          <a:pt x="11066" y="0"/>
                          <a:pt x="14286" y="2401"/>
                          <a:pt x="14286" y="5445"/>
                        </a:cubicBezTo>
                        <a:lnTo>
                          <a:pt x="14286" y="73186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79" name="Google Shape;2279;p48"/>
                  <p:cNvSpPr/>
                  <p:nvPr/>
                </p:nvSpPr>
                <p:spPr>
                  <a:xfrm>
                    <a:off x="5118121" y="3193785"/>
                    <a:ext cx="14285" cy="78630"/>
                  </a:xfrm>
                  <a:custGeom>
                    <a:rect b="b" l="l" r="r" t="t"/>
                    <a:pathLst>
                      <a:path extrusionOk="0" h="78630" w="14285">
                        <a:moveTo>
                          <a:pt x="14286" y="73186"/>
                        </a:moveTo>
                        <a:cubicBezTo>
                          <a:pt x="14286" y="76172"/>
                          <a:pt x="11066" y="78631"/>
                          <a:pt x="7143" y="78631"/>
                        </a:cubicBezTo>
                        <a:lnTo>
                          <a:pt x="7143" y="78631"/>
                        </a:lnTo>
                        <a:cubicBezTo>
                          <a:pt x="3220" y="78631"/>
                          <a:pt x="0" y="76230"/>
                          <a:pt x="0" y="73186"/>
                        </a:cubicBezTo>
                        <a:lnTo>
                          <a:pt x="0" y="5445"/>
                        </a:lnTo>
                        <a:cubicBezTo>
                          <a:pt x="0" y="2459"/>
                          <a:pt x="3220" y="0"/>
                          <a:pt x="7143" y="0"/>
                        </a:cubicBezTo>
                        <a:lnTo>
                          <a:pt x="7143" y="0"/>
                        </a:lnTo>
                        <a:cubicBezTo>
                          <a:pt x="11066" y="0"/>
                          <a:pt x="14286" y="2401"/>
                          <a:pt x="14286" y="5445"/>
                        </a:cubicBezTo>
                        <a:lnTo>
                          <a:pt x="14286" y="73186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80" name="Google Shape;2280;p48"/>
                  <p:cNvSpPr/>
                  <p:nvPr/>
                </p:nvSpPr>
                <p:spPr>
                  <a:xfrm>
                    <a:off x="4918060" y="3293786"/>
                    <a:ext cx="14285" cy="78630"/>
                  </a:xfrm>
                  <a:custGeom>
                    <a:rect b="b" l="l" r="r" t="t"/>
                    <a:pathLst>
                      <a:path extrusionOk="0" h="78630" w="14285">
                        <a:moveTo>
                          <a:pt x="14286" y="73186"/>
                        </a:moveTo>
                        <a:cubicBezTo>
                          <a:pt x="14286" y="76172"/>
                          <a:pt x="11066" y="78631"/>
                          <a:pt x="7143" y="78631"/>
                        </a:cubicBezTo>
                        <a:lnTo>
                          <a:pt x="7143" y="78631"/>
                        </a:lnTo>
                        <a:cubicBezTo>
                          <a:pt x="3220" y="78631"/>
                          <a:pt x="0" y="76230"/>
                          <a:pt x="0" y="73186"/>
                        </a:cubicBezTo>
                        <a:lnTo>
                          <a:pt x="0" y="5445"/>
                        </a:lnTo>
                        <a:cubicBezTo>
                          <a:pt x="0" y="2459"/>
                          <a:pt x="3220" y="0"/>
                          <a:pt x="7143" y="0"/>
                        </a:cubicBezTo>
                        <a:lnTo>
                          <a:pt x="7143" y="0"/>
                        </a:lnTo>
                        <a:cubicBezTo>
                          <a:pt x="11066" y="0"/>
                          <a:pt x="14286" y="2401"/>
                          <a:pt x="14286" y="5445"/>
                        </a:cubicBezTo>
                        <a:lnTo>
                          <a:pt x="14286" y="73186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81" name="Google Shape;2281;p48"/>
                  <p:cNvSpPr/>
                  <p:nvPr/>
                </p:nvSpPr>
                <p:spPr>
                  <a:xfrm>
                    <a:off x="4968061" y="3293786"/>
                    <a:ext cx="14285" cy="78630"/>
                  </a:xfrm>
                  <a:custGeom>
                    <a:rect b="b" l="l" r="r" t="t"/>
                    <a:pathLst>
                      <a:path extrusionOk="0" h="78630" w="14285">
                        <a:moveTo>
                          <a:pt x="14286" y="73186"/>
                        </a:moveTo>
                        <a:cubicBezTo>
                          <a:pt x="14286" y="76172"/>
                          <a:pt x="11066" y="78631"/>
                          <a:pt x="7143" y="78631"/>
                        </a:cubicBezTo>
                        <a:lnTo>
                          <a:pt x="7143" y="78631"/>
                        </a:lnTo>
                        <a:cubicBezTo>
                          <a:pt x="3220" y="78631"/>
                          <a:pt x="0" y="76230"/>
                          <a:pt x="0" y="73186"/>
                        </a:cubicBezTo>
                        <a:lnTo>
                          <a:pt x="0" y="5445"/>
                        </a:lnTo>
                        <a:cubicBezTo>
                          <a:pt x="0" y="2459"/>
                          <a:pt x="3220" y="0"/>
                          <a:pt x="7143" y="0"/>
                        </a:cubicBezTo>
                        <a:lnTo>
                          <a:pt x="7143" y="0"/>
                        </a:lnTo>
                        <a:cubicBezTo>
                          <a:pt x="11066" y="0"/>
                          <a:pt x="14286" y="2401"/>
                          <a:pt x="14286" y="5445"/>
                        </a:cubicBezTo>
                        <a:lnTo>
                          <a:pt x="14286" y="73186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82" name="Google Shape;2282;p48"/>
                  <p:cNvSpPr/>
                  <p:nvPr/>
                </p:nvSpPr>
                <p:spPr>
                  <a:xfrm>
                    <a:off x="5018061" y="3293786"/>
                    <a:ext cx="14285" cy="78630"/>
                  </a:xfrm>
                  <a:custGeom>
                    <a:rect b="b" l="l" r="r" t="t"/>
                    <a:pathLst>
                      <a:path extrusionOk="0" h="78630" w="14285">
                        <a:moveTo>
                          <a:pt x="14286" y="73186"/>
                        </a:moveTo>
                        <a:cubicBezTo>
                          <a:pt x="14286" y="76172"/>
                          <a:pt x="11066" y="78631"/>
                          <a:pt x="7143" y="78631"/>
                        </a:cubicBezTo>
                        <a:lnTo>
                          <a:pt x="7143" y="78631"/>
                        </a:lnTo>
                        <a:cubicBezTo>
                          <a:pt x="3220" y="78631"/>
                          <a:pt x="0" y="76230"/>
                          <a:pt x="0" y="73186"/>
                        </a:cubicBezTo>
                        <a:lnTo>
                          <a:pt x="0" y="5445"/>
                        </a:lnTo>
                        <a:cubicBezTo>
                          <a:pt x="0" y="2459"/>
                          <a:pt x="3220" y="0"/>
                          <a:pt x="7143" y="0"/>
                        </a:cubicBezTo>
                        <a:lnTo>
                          <a:pt x="7143" y="0"/>
                        </a:lnTo>
                        <a:cubicBezTo>
                          <a:pt x="11066" y="0"/>
                          <a:pt x="14286" y="2401"/>
                          <a:pt x="14286" y="5445"/>
                        </a:cubicBezTo>
                        <a:lnTo>
                          <a:pt x="14286" y="73186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83" name="Google Shape;2283;p48"/>
                  <p:cNvSpPr/>
                  <p:nvPr/>
                </p:nvSpPr>
                <p:spPr>
                  <a:xfrm>
                    <a:off x="5068062" y="3293786"/>
                    <a:ext cx="14285" cy="78630"/>
                  </a:xfrm>
                  <a:custGeom>
                    <a:rect b="b" l="l" r="r" t="t"/>
                    <a:pathLst>
                      <a:path extrusionOk="0" h="78630" w="14285">
                        <a:moveTo>
                          <a:pt x="14286" y="73186"/>
                        </a:moveTo>
                        <a:cubicBezTo>
                          <a:pt x="14286" y="76172"/>
                          <a:pt x="11066" y="78631"/>
                          <a:pt x="7143" y="78631"/>
                        </a:cubicBezTo>
                        <a:lnTo>
                          <a:pt x="7143" y="78631"/>
                        </a:lnTo>
                        <a:cubicBezTo>
                          <a:pt x="3220" y="78631"/>
                          <a:pt x="0" y="76230"/>
                          <a:pt x="0" y="73186"/>
                        </a:cubicBezTo>
                        <a:lnTo>
                          <a:pt x="0" y="5445"/>
                        </a:lnTo>
                        <a:cubicBezTo>
                          <a:pt x="0" y="2459"/>
                          <a:pt x="3220" y="0"/>
                          <a:pt x="7143" y="0"/>
                        </a:cubicBezTo>
                        <a:lnTo>
                          <a:pt x="7143" y="0"/>
                        </a:lnTo>
                        <a:cubicBezTo>
                          <a:pt x="11066" y="0"/>
                          <a:pt x="14286" y="2401"/>
                          <a:pt x="14286" y="5445"/>
                        </a:cubicBezTo>
                        <a:lnTo>
                          <a:pt x="14286" y="73186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84" name="Google Shape;2284;p48"/>
                  <p:cNvSpPr/>
                  <p:nvPr/>
                </p:nvSpPr>
                <p:spPr>
                  <a:xfrm>
                    <a:off x="5118121" y="3293786"/>
                    <a:ext cx="14285" cy="78630"/>
                  </a:xfrm>
                  <a:custGeom>
                    <a:rect b="b" l="l" r="r" t="t"/>
                    <a:pathLst>
                      <a:path extrusionOk="0" h="78630" w="14285">
                        <a:moveTo>
                          <a:pt x="14286" y="73186"/>
                        </a:moveTo>
                        <a:cubicBezTo>
                          <a:pt x="14286" y="76172"/>
                          <a:pt x="11066" y="78631"/>
                          <a:pt x="7143" y="78631"/>
                        </a:cubicBezTo>
                        <a:lnTo>
                          <a:pt x="7143" y="78631"/>
                        </a:lnTo>
                        <a:cubicBezTo>
                          <a:pt x="3220" y="78631"/>
                          <a:pt x="0" y="76230"/>
                          <a:pt x="0" y="73186"/>
                        </a:cubicBezTo>
                        <a:lnTo>
                          <a:pt x="0" y="5445"/>
                        </a:lnTo>
                        <a:cubicBezTo>
                          <a:pt x="0" y="2459"/>
                          <a:pt x="3220" y="0"/>
                          <a:pt x="7143" y="0"/>
                        </a:cubicBezTo>
                        <a:lnTo>
                          <a:pt x="7143" y="0"/>
                        </a:lnTo>
                        <a:cubicBezTo>
                          <a:pt x="11066" y="0"/>
                          <a:pt x="14286" y="2401"/>
                          <a:pt x="14286" y="5445"/>
                        </a:cubicBezTo>
                        <a:lnTo>
                          <a:pt x="14286" y="73186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85" name="Google Shape;2285;p48"/>
                  <p:cNvSpPr/>
                  <p:nvPr/>
                </p:nvSpPr>
                <p:spPr>
                  <a:xfrm>
                    <a:off x="4918060" y="3393846"/>
                    <a:ext cx="14285" cy="78630"/>
                  </a:xfrm>
                  <a:custGeom>
                    <a:rect b="b" l="l" r="r" t="t"/>
                    <a:pathLst>
                      <a:path extrusionOk="0" h="78630" w="14285">
                        <a:moveTo>
                          <a:pt x="14286" y="73186"/>
                        </a:moveTo>
                        <a:cubicBezTo>
                          <a:pt x="14286" y="76172"/>
                          <a:pt x="11066" y="78631"/>
                          <a:pt x="7143" y="78631"/>
                        </a:cubicBezTo>
                        <a:lnTo>
                          <a:pt x="7143" y="78631"/>
                        </a:lnTo>
                        <a:cubicBezTo>
                          <a:pt x="3220" y="78631"/>
                          <a:pt x="0" y="76230"/>
                          <a:pt x="0" y="73186"/>
                        </a:cubicBezTo>
                        <a:lnTo>
                          <a:pt x="0" y="5445"/>
                        </a:lnTo>
                        <a:cubicBezTo>
                          <a:pt x="0" y="2459"/>
                          <a:pt x="3220" y="0"/>
                          <a:pt x="7143" y="0"/>
                        </a:cubicBezTo>
                        <a:lnTo>
                          <a:pt x="7143" y="0"/>
                        </a:lnTo>
                        <a:cubicBezTo>
                          <a:pt x="11066" y="0"/>
                          <a:pt x="14286" y="2401"/>
                          <a:pt x="14286" y="5445"/>
                        </a:cubicBezTo>
                        <a:lnTo>
                          <a:pt x="14286" y="73186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86" name="Google Shape;2286;p48"/>
                  <p:cNvSpPr/>
                  <p:nvPr/>
                </p:nvSpPr>
                <p:spPr>
                  <a:xfrm>
                    <a:off x="4968061" y="3393846"/>
                    <a:ext cx="14285" cy="78630"/>
                  </a:xfrm>
                  <a:custGeom>
                    <a:rect b="b" l="l" r="r" t="t"/>
                    <a:pathLst>
                      <a:path extrusionOk="0" h="78630" w="14285">
                        <a:moveTo>
                          <a:pt x="14286" y="73186"/>
                        </a:moveTo>
                        <a:cubicBezTo>
                          <a:pt x="14286" y="76172"/>
                          <a:pt x="11066" y="78631"/>
                          <a:pt x="7143" y="78631"/>
                        </a:cubicBezTo>
                        <a:lnTo>
                          <a:pt x="7143" y="78631"/>
                        </a:lnTo>
                        <a:cubicBezTo>
                          <a:pt x="3220" y="78631"/>
                          <a:pt x="0" y="76230"/>
                          <a:pt x="0" y="73186"/>
                        </a:cubicBezTo>
                        <a:lnTo>
                          <a:pt x="0" y="5445"/>
                        </a:lnTo>
                        <a:cubicBezTo>
                          <a:pt x="0" y="2459"/>
                          <a:pt x="3220" y="0"/>
                          <a:pt x="7143" y="0"/>
                        </a:cubicBezTo>
                        <a:lnTo>
                          <a:pt x="7143" y="0"/>
                        </a:lnTo>
                        <a:cubicBezTo>
                          <a:pt x="11066" y="0"/>
                          <a:pt x="14286" y="2401"/>
                          <a:pt x="14286" y="5445"/>
                        </a:cubicBezTo>
                        <a:lnTo>
                          <a:pt x="14286" y="73186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87" name="Google Shape;2287;p48"/>
                  <p:cNvSpPr/>
                  <p:nvPr/>
                </p:nvSpPr>
                <p:spPr>
                  <a:xfrm>
                    <a:off x="5018061" y="3393846"/>
                    <a:ext cx="14285" cy="78630"/>
                  </a:xfrm>
                  <a:custGeom>
                    <a:rect b="b" l="l" r="r" t="t"/>
                    <a:pathLst>
                      <a:path extrusionOk="0" h="78630" w="14285">
                        <a:moveTo>
                          <a:pt x="14286" y="73186"/>
                        </a:moveTo>
                        <a:cubicBezTo>
                          <a:pt x="14286" y="76172"/>
                          <a:pt x="11066" y="78631"/>
                          <a:pt x="7143" y="78631"/>
                        </a:cubicBezTo>
                        <a:lnTo>
                          <a:pt x="7143" y="78631"/>
                        </a:lnTo>
                        <a:cubicBezTo>
                          <a:pt x="3220" y="78631"/>
                          <a:pt x="0" y="76230"/>
                          <a:pt x="0" y="73186"/>
                        </a:cubicBezTo>
                        <a:lnTo>
                          <a:pt x="0" y="5445"/>
                        </a:lnTo>
                        <a:cubicBezTo>
                          <a:pt x="0" y="2459"/>
                          <a:pt x="3220" y="0"/>
                          <a:pt x="7143" y="0"/>
                        </a:cubicBezTo>
                        <a:lnTo>
                          <a:pt x="7143" y="0"/>
                        </a:lnTo>
                        <a:cubicBezTo>
                          <a:pt x="11066" y="0"/>
                          <a:pt x="14286" y="2401"/>
                          <a:pt x="14286" y="5445"/>
                        </a:cubicBezTo>
                        <a:lnTo>
                          <a:pt x="14286" y="73186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88" name="Google Shape;2288;p48"/>
                  <p:cNvSpPr/>
                  <p:nvPr/>
                </p:nvSpPr>
                <p:spPr>
                  <a:xfrm>
                    <a:off x="5068062" y="3393846"/>
                    <a:ext cx="14285" cy="78630"/>
                  </a:xfrm>
                  <a:custGeom>
                    <a:rect b="b" l="l" r="r" t="t"/>
                    <a:pathLst>
                      <a:path extrusionOk="0" h="78630" w="14285">
                        <a:moveTo>
                          <a:pt x="14286" y="73186"/>
                        </a:moveTo>
                        <a:cubicBezTo>
                          <a:pt x="14286" y="76172"/>
                          <a:pt x="11066" y="78631"/>
                          <a:pt x="7143" y="78631"/>
                        </a:cubicBezTo>
                        <a:lnTo>
                          <a:pt x="7143" y="78631"/>
                        </a:lnTo>
                        <a:cubicBezTo>
                          <a:pt x="3220" y="78631"/>
                          <a:pt x="0" y="76230"/>
                          <a:pt x="0" y="73186"/>
                        </a:cubicBezTo>
                        <a:lnTo>
                          <a:pt x="0" y="5445"/>
                        </a:lnTo>
                        <a:cubicBezTo>
                          <a:pt x="0" y="2459"/>
                          <a:pt x="3220" y="0"/>
                          <a:pt x="7143" y="0"/>
                        </a:cubicBezTo>
                        <a:lnTo>
                          <a:pt x="7143" y="0"/>
                        </a:lnTo>
                        <a:cubicBezTo>
                          <a:pt x="11066" y="0"/>
                          <a:pt x="14286" y="2401"/>
                          <a:pt x="14286" y="5445"/>
                        </a:cubicBezTo>
                        <a:lnTo>
                          <a:pt x="14286" y="73186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89" name="Google Shape;2289;p48"/>
                  <p:cNvSpPr/>
                  <p:nvPr/>
                </p:nvSpPr>
                <p:spPr>
                  <a:xfrm>
                    <a:off x="5118121" y="3393846"/>
                    <a:ext cx="14285" cy="78630"/>
                  </a:xfrm>
                  <a:custGeom>
                    <a:rect b="b" l="l" r="r" t="t"/>
                    <a:pathLst>
                      <a:path extrusionOk="0" h="78630" w="14285">
                        <a:moveTo>
                          <a:pt x="14286" y="73186"/>
                        </a:moveTo>
                        <a:cubicBezTo>
                          <a:pt x="14286" y="76172"/>
                          <a:pt x="11066" y="78631"/>
                          <a:pt x="7143" y="78631"/>
                        </a:cubicBezTo>
                        <a:lnTo>
                          <a:pt x="7143" y="78631"/>
                        </a:lnTo>
                        <a:cubicBezTo>
                          <a:pt x="3220" y="78631"/>
                          <a:pt x="0" y="76230"/>
                          <a:pt x="0" y="73186"/>
                        </a:cubicBezTo>
                        <a:lnTo>
                          <a:pt x="0" y="5445"/>
                        </a:lnTo>
                        <a:cubicBezTo>
                          <a:pt x="0" y="2459"/>
                          <a:pt x="3220" y="0"/>
                          <a:pt x="7143" y="0"/>
                        </a:cubicBezTo>
                        <a:lnTo>
                          <a:pt x="7143" y="0"/>
                        </a:lnTo>
                        <a:cubicBezTo>
                          <a:pt x="11066" y="0"/>
                          <a:pt x="14286" y="2401"/>
                          <a:pt x="14286" y="5445"/>
                        </a:cubicBezTo>
                        <a:lnTo>
                          <a:pt x="14286" y="73186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90" name="Google Shape;2290;p48"/>
                  <p:cNvSpPr/>
                  <p:nvPr/>
                </p:nvSpPr>
                <p:spPr>
                  <a:xfrm>
                    <a:off x="4918060" y="3493847"/>
                    <a:ext cx="14285" cy="78630"/>
                  </a:xfrm>
                  <a:custGeom>
                    <a:rect b="b" l="l" r="r" t="t"/>
                    <a:pathLst>
                      <a:path extrusionOk="0" h="78630" w="14285">
                        <a:moveTo>
                          <a:pt x="14286" y="73186"/>
                        </a:moveTo>
                        <a:cubicBezTo>
                          <a:pt x="14286" y="76172"/>
                          <a:pt x="11066" y="78631"/>
                          <a:pt x="7143" y="78631"/>
                        </a:cubicBezTo>
                        <a:lnTo>
                          <a:pt x="7143" y="78631"/>
                        </a:lnTo>
                        <a:cubicBezTo>
                          <a:pt x="3220" y="78631"/>
                          <a:pt x="0" y="76230"/>
                          <a:pt x="0" y="73186"/>
                        </a:cubicBezTo>
                        <a:lnTo>
                          <a:pt x="0" y="5445"/>
                        </a:lnTo>
                        <a:cubicBezTo>
                          <a:pt x="0" y="2459"/>
                          <a:pt x="3220" y="0"/>
                          <a:pt x="7143" y="0"/>
                        </a:cubicBezTo>
                        <a:lnTo>
                          <a:pt x="7143" y="0"/>
                        </a:lnTo>
                        <a:cubicBezTo>
                          <a:pt x="11066" y="0"/>
                          <a:pt x="14286" y="2401"/>
                          <a:pt x="14286" y="5445"/>
                        </a:cubicBezTo>
                        <a:lnTo>
                          <a:pt x="14286" y="73186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91" name="Google Shape;2291;p48"/>
                  <p:cNvSpPr/>
                  <p:nvPr/>
                </p:nvSpPr>
                <p:spPr>
                  <a:xfrm>
                    <a:off x="4968061" y="3493847"/>
                    <a:ext cx="14285" cy="78630"/>
                  </a:xfrm>
                  <a:custGeom>
                    <a:rect b="b" l="l" r="r" t="t"/>
                    <a:pathLst>
                      <a:path extrusionOk="0" h="78630" w="14285">
                        <a:moveTo>
                          <a:pt x="14286" y="73186"/>
                        </a:moveTo>
                        <a:cubicBezTo>
                          <a:pt x="14286" y="76172"/>
                          <a:pt x="11066" y="78631"/>
                          <a:pt x="7143" y="78631"/>
                        </a:cubicBezTo>
                        <a:lnTo>
                          <a:pt x="7143" y="78631"/>
                        </a:lnTo>
                        <a:cubicBezTo>
                          <a:pt x="3220" y="78631"/>
                          <a:pt x="0" y="76230"/>
                          <a:pt x="0" y="73186"/>
                        </a:cubicBezTo>
                        <a:lnTo>
                          <a:pt x="0" y="5445"/>
                        </a:lnTo>
                        <a:cubicBezTo>
                          <a:pt x="0" y="2459"/>
                          <a:pt x="3220" y="0"/>
                          <a:pt x="7143" y="0"/>
                        </a:cubicBezTo>
                        <a:lnTo>
                          <a:pt x="7143" y="0"/>
                        </a:lnTo>
                        <a:cubicBezTo>
                          <a:pt x="11066" y="0"/>
                          <a:pt x="14286" y="2401"/>
                          <a:pt x="14286" y="5445"/>
                        </a:cubicBezTo>
                        <a:lnTo>
                          <a:pt x="14286" y="73186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92" name="Google Shape;2292;p48"/>
                  <p:cNvSpPr/>
                  <p:nvPr/>
                </p:nvSpPr>
                <p:spPr>
                  <a:xfrm>
                    <a:off x="5018061" y="3493847"/>
                    <a:ext cx="14285" cy="78630"/>
                  </a:xfrm>
                  <a:custGeom>
                    <a:rect b="b" l="l" r="r" t="t"/>
                    <a:pathLst>
                      <a:path extrusionOk="0" h="78630" w="14285">
                        <a:moveTo>
                          <a:pt x="14286" y="73186"/>
                        </a:moveTo>
                        <a:cubicBezTo>
                          <a:pt x="14286" y="76172"/>
                          <a:pt x="11066" y="78631"/>
                          <a:pt x="7143" y="78631"/>
                        </a:cubicBezTo>
                        <a:lnTo>
                          <a:pt x="7143" y="78631"/>
                        </a:lnTo>
                        <a:cubicBezTo>
                          <a:pt x="3220" y="78631"/>
                          <a:pt x="0" y="76230"/>
                          <a:pt x="0" y="73186"/>
                        </a:cubicBezTo>
                        <a:lnTo>
                          <a:pt x="0" y="5445"/>
                        </a:lnTo>
                        <a:cubicBezTo>
                          <a:pt x="0" y="2459"/>
                          <a:pt x="3220" y="0"/>
                          <a:pt x="7143" y="0"/>
                        </a:cubicBezTo>
                        <a:lnTo>
                          <a:pt x="7143" y="0"/>
                        </a:lnTo>
                        <a:cubicBezTo>
                          <a:pt x="11066" y="0"/>
                          <a:pt x="14286" y="2401"/>
                          <a:pt x="14286" y="5445"/>
                        </a:cubicBezTo>
                        <a:lnTo>
                          <a:pt x="14286" y="73186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93" name="Google Shape;2293;p48"/>
                  <p:cNvSpPr/>
                  <p:nvPr/>
                </p:nvSpPr>
                <p:spPr>
                  <a:xfrm>
                    <a:off x="5068062" y="3493847"/>
                    <a:ext cx="14285" cy="78630"/>
                  </a:xfrm>
                  <a:custGeom>
                    <a:rect b="b" l="l" r="r" t="t"/>
                    <a:pathLst>
                      <a:path extrusionOk="0" h="78630" w="14285">
                        <a:moveTo>
                          <a:pt x="14286" y="73186"/>
                        </a:moveTo>
                        <a:cubicBezTo>
                          <a:pt x="14286" y="76172"/>
                          <a:pt x="11066" y="78631"/>
                          <a:pt x="7143" y="78631"/>
                        </a:cubicBezTo>
                        <a:lnTo>
                          <a:pt x="7143" y="78631"/>
                        </a:lnTo>
                        <a:cubicBezTo>
                          <a:pt x="3220" y="78631"/>
                          <a:pt x="0" y="76230"/>
                          <a:pt x="0" y="73186"/>
                        </a:cubicBezTo>
                        <a:lnTo>
                          <a:pt x="0" y="5445"/>
                        </a:lnTo>
                        <a:cubicBezTo>
                          <a:pt x="0" y="2459"/>
                          <a:pt x="3220" y="0"/>
                          <a:pt x="7143" y="0"/>
                        </a:cubicBezTo>
                        <a:lnTo>
                          <a:pt x="7143" y="0"/>
                        </a:lnTo>
                        <a:cubicBezTo>
                          <a:pt x="11066" y="0"/>
                          <a:pt x="14286" y="2401"/>
                          <a:pt x="14286" y="5445"/>
                        </a:cubicBezTo>
                        <a:lnTo>
                          <a:pt x="14286" y="73186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94" name="Google Shape;2294;p48"/>
                  <p:cNvSpPr/>
                  <p:nvPr/>
                </p:nvSpPr>
                <p:spPr>
                  <a:xfrm>
                    <a:off x="5118121" y="3493847"/>
                    <a:ext cx="14285" cy="78630"/>
                  </a:xfrm>
                  <a:custGeom>
                    <a:rect b="b" l="l" r="r" t="t"/>
                    <a:pathLst>
                      <a:path extrusionOk="0" h="78630" w="14285">
                        <a:moveTo>
                          <a:pt x="14286" y="73186"/>
                        </a:moveTo>
                        <a:cubicBezTo>
                          <a:pt x="14286" y="76172"/>
                          <a:pt x="11066" y="78631"/>
                          <a:pt x="7143" y="78631"/>
                        </a:cubicBezTo>
                        <a:lnTo>
                          <a:pt x="7143" y="78631"/>
                        </a:lnTo>
                        <a:cubicBezTo>
                          <a:pt x="3220" y="78631"/>
                          <a:pt x="0" y="76230"/>
                          <a:pt x="0" y="73186"/>
                        </a:cubicBezTo>
                        <a:lnTo>
                          <a:pt x="0" y="5445"/>
                        </a:lnTo>
                        <a:cubicBezTo>
                          <a:pt x="0" y="2459"/>
                          <a:pt x="3220" y="0"/>
                          <a:pt x="7143" y="0"/>
                        </a:cubicBezTo>
                        <a:lnTo>
                          <a:pt x="7143" y="0"/>
                        </a:lnTo>
                        <a:cubicBezTo>
                          <a:pt x="11066" y="0"/>
                          <a:pt x="14286" y="2401"/>
                          <a:pt x="14286" y="5445"/>
                        </a:cubicBezTo>
                        <a:lnTo>
                          <a:pt x="14286" y="73186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95" name="Google Shape;2295;p48"/>
                  <p:cNvSpPr/>
                  <p:nvPr/>
                </p:nvSpPr>
                <p:spPr>
                  <a:xfrm>
                    <a:off x="4918060" y="3593848"/>
                    <a:ext cx="14285" cy="78630"/>
                  </a:xfrm>
                  <a:custGeom>
                    <a:rect b="b" l="l" r="r" t="t"/>
                    <a:pathLst>
                      <a:path extrusionOk="0" h="78630" w="14285">
                        <a:moveTo>
                          <a:pt x="14286" y="73186"/>
                        </a:moveTo>
                        <a:cubicBezTo>
                          <a:pt x="14286" y="76172"/>
                          <a:pt x="11066" y="78631"/>
                          <a:pt x="7143" y="78631"/>
                        </a:cubicBezTo>
                        <a:lnTo>
                          <a:pt x="7143" y="78631"/>
                        </a:lnTo>
                        <a:cubicBezTo>
                          <a:pt x="3220" y="78631"/>
                          <a:pt x="0" y="76230"/>
                          <a:pt x="0" y="73186"/>
                        </a:cubicBezTo>
                        <a:lnTo>
                          <a:pt x="0" y="5445"/>
                        </a:lnTo>
                        <a:cubicBezTo>
                          <a:pt x="0" y="2459"/>
                          <a:pt x="3220" y="0"/>
                          <a:pt x="7143" y="0"/>
                        </a:cubicBezTo>
                        <a:lnTo>
                          <a:pt x="7143" y="0"/>
                        </a:lnTo>
                        <a:cubicBezTo>
                          <a:pt x="11066" y="0"/>
                          <a:pt x="14286" y="2401"/>
                          <a:pt x="14286" y="5445"/>
                        </a:cubicBezTo>
                        <a:lnTo>
                          <a:pt x="14286" y="73186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96" name="Google Shape;2296;p48"/>
                  <p:cNvSpPr/>
                  <p:nvPr/>
                </p:nvSpPr>
                <p:spPr>
                  <a:xfrm>
                    <a:off x="4968061" y="3593848"/>
                    <a:ext cx="14285" cy="78630"/>
                  </a:xfrm>
                  <a:custGeom>
                    <a:rect b="b" l="l" r="r" t="t"/>
                    <a:pathLst>
                      <a:path extrusionOk="0" h="78630" w="14285">
                        <a:moveTo>
                          <a:pt x="14286" y="73186"/>
                        </a:moveTo>
                        <a:cubicBezTo>
                          <a:pt x="14286" y="76172"/>
                          <a:pt x="11066" y="78631"/>
                          <a:pt x="7143" y="78631"/>
                        </a:cubicBezTo>
                        <a:lnTo>
                          <a:pt x="7143" y="78631"/>
                        </a:lnTo>
                        <a:cubicBezTo>
                          <a:pt x="3220" y="78631"/>
                          <a:pt x="0" y="76230"/>
                          <a:pt x="0" y="73186"/>
                        </a:cubicBezTo>
                        <a:lnTo>
                          <a:pt x="0" y="5445"/>
                        </a:lnTo>
                        <a:cubicBezTo>
                          <a:pt x="0" y="2459"/>
                          <a:pt x="3220" y="0"/>
                          <a:pt x="7143" y="0"/>
                        </a:cubicBezTo>
                        <a:lnTo>
                          <a:pt x="7143" y="0"/>
                        </a:lnTo>
                        <a:cubicBezTo>
                          <a:pt x="11066" y="0"/>
                          <a:pt x="14286" y="2401"/>
                          <a:pt x="14286" y="5445"/>
                        </a:cubicBezTo>
                        <a:lnTo>
                          <a:pt x="14286" y="73186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97" name="Google Shape;2297;p48"/>
                  <p:cNvSpPr/>
                  <p:nvPr/>
                </p:nvSpPr>
                <p:spPr>
                  <a:xfrm>
                    <a:off x="5018061" y="3593848"/>
                    <a:ext cx="14285" cy="78630"/>
                  </a:xfrm>
                  <a:custGeom>
                    <a:rect b="b" l="l" r="r" t="t"/>
                    <a:pathLst>
                      <a:path extrusionOk="0" h="78630" w="14285">
                        <a:moveTo>
                          <a:pt x="14286" y="73186"/>
                        </a:moveTo>
                        <a:cubicBezTo>
                          <a:pt x="14286" y="76172"/>
                          <a:pt x="11066" y="78631"/>
                          <a:pt x="7143" y="78631"/>
                        </a:cubicBezTo>
                        <a:lnTo>
                          <a:pt x="7143" y="78631"/>
                        </a:lnTo>
                        <a:cubicBezTo>
                          <a:pt x="3220" y="78631"/>
                          <a:pt x="0" y="76230"/>
                          <a:pt x="0" y="73186"/>
                        </a:cubicBezTo>
                        <a:lnTo>
                          <a:pt x="0" y="5445"/>
                        </a:lnTo>
                        <a:cubicBezTo>
                          <a:pt x="0" y="2459"/>
                          <a:pt x="3220" y="0"/>
                          <a:pt x="7143" y="0"/>
                        </a:cubicBezTo>
                        <a:lnTo>
                          <a:pt x="7143" y="0"/>
                        </a:lnTo>
                        <a:cubicBezTo>
                          <a:pt x="11066" y="0"/>
                          <a:pt x="14286" y="2401"/>
                          <a:pt x="14286" y="5445"/>
                        </a:cubicBezTo>
                        <a:lnTo>
                          <a:pt x="14286" y="73186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98" name="Google Shape;2298;p48"/>
                  <p:cNvSpPr/>
                  <p:nvPr/>
                </p:nvSpPr>
                <p:spPr>
                  <a:xfrm>
                    <a:off x="5068062" y="3593848"/>
                    <a:ext cx="14285" cy="78630"/>
                  </a:xfrm>
                  <a:custGeom>
                    <a:rect b="b" l="l" r="r" t="t"/>
                    <a:pathLst>
                      <a:path extrusionOk="0" h="78630" w="14285">
                        <a:moveTo>
                          <a:pt x="14286" y="73186"/>
                        </a:moveTo>
                        <a:cubicBezTo>
                          <a:pt x="14286" y="76172"/>
                          <a:pt x="11066" y="78631"/>
                          <a:pt x="7143" y="78631"/>
                        </a:cubicBezTo>
                        <a:lnTo>
                          <a:pt x="7143" y="78631"/>
                        </a:lnTo>
                        <a:cubicBezTo>
                          <a:pt x="3220" y="78631"/>
                          <a:pt x="0" y="76230"/>
                          <a:pt x="0" y="73186"/>
                        </a:cubicBezTo>
                        <a:lnTo>
                          <a:pt x="0" y="5445"/>
                        </a:lnTo>
                        <a:cubicBezTo>
                          <a:pt x="0" y="2459"/>
                          <a:pt x="3220" y="0"/>
                          <a:pt x="7143" y="0"/>
                        </a:cubicBezTo>
                        <a:lnTo>
                          <a:pt x="7143" y="0"/>
                        </a:lnTo>
                        <a:cubicBezTo>
                          <a:pt x="11066" y="0"/>
                          <a:pt x="14286" y="2401"/>
                          <a:pt x="14286" y="5445"/>
                        </a:cubicBezTo>
                        <a:lnTo>
                          <a:pt x="14286" y="73186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299" name="Google Shape;2299;p48"/>
                  <p:cNvSpPr/>
                  <p:nvPr/>
                </p:nvSpPr>
                <p:spPr>
                  <a:xfrm>
                    <a:off x="5118121" y="3593848"/>
                    <a:ext cx="14285" cy="78630"/>
                  </a:xfrm>
                  <a:custGeom>
                    <a:rect b="b" l="l" r="r" t="t"/>
                    <a:pathLst>
                      <a:path extrusionOk="0" h="78630" w="14285">
                        <a:moveTo>
                          <a:pt x="14286" y="73186"/>
                        </a:moveTo>
                        <a:cubicBezTo>
                          <a:pt x="14286" y="76172"/>
                          <a:pt x="11066" y="78631"/>
                          <a:pt x="7143" y="78631"/>
                        </a:cubicBezTo>
                        <a:lnTo>
                          <a:pt x="7143" y="78631"/>
                        </a:lnTo>
                        <a:cubicBezTo>
                          <a:pt x="3220" y="78631"/>
                          <a:pt x="0" y="76230"/>
                          <a:pt x="0" y="73186"/>
                        </a:cubicBezTo>
                        <a:lnTo>
                          <a:pt x="0" y="5445"/>
                        </a:lnTo>
                        <a:cubicBezTo>
                          <a:pt x="0" y="2459"/>
                          <a:pt x="3220" y="0"/>
                          <a:pt x="7143" y="0"/>
                        </a:cubicBezTo>
                        <a:lnTo>
                          <a:pt x="7143" y="0"/>
                        </a:lnTo>
                        <a:cubicBezTo>
                          <a:pt x="11066" y="0"/>
                          <a:pt x="14286" y="2401"/>
                          <a:pt x="14286" y="5445"/>
                        </a:cubicBezTo>
                        <a:lnTo>
                          <a:pt x="14286" y="73186"/>
                        </a:lnTo>
                        <a:close/>
                      </a:path>
                    </a:pathLst>
                  </a:custGeom>
                  <a:solidFill>
                    <a:srgbClr val="95E6F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</p:grpSp>
          </p:grpSp>
          <p:grpSp>
            <p:nvGrpSpPr>
              <p:cNvPr id="2300" name="Google Shape;2300;p48"/>
              <p:cNvGrpSpPr/>
              <p:nvPr/>
            </p:nvGrpSpPr>
            <p:grpSpPr>
              <a:xfrm>
                <a:off x="5262482" y="3570056"/>
                <a:ext cx="144946" cy="349300"/>
                <a:chOff x="5262482" y="3447593"/>
                <a:chExt cx="144946" cy="349300"/>
              </a:xfrm>
            </p:grpSpPr>
            <p:grpSp>
              <p:nvGrpSpPr>
                <p:cNvPr id="2301" name="Google Shape;2301;p48"/>
                <p:cNvGrpSpPr/>
                <p:nvPr/>
              </p:nvGrpSpPr>
              <p:grpSpPr>
                <a:xfrm>
                  <a:off x="5262482" y="3447593"/>
                  <a:ext cx="144946" cy="254335"/>
                  <a:chOff x="5262482" y="3447593"/>
                  <a:chExt cx="144946" cy="254335"/>
                </a:xfrm>
              </p:grpSpPr>
              <p:sp>
                <p:nvSpPr>
                  <p:cNvPr id="2302" name="Google Shape;2302;p48"/>
                  <p:cNvSpPr/>
                  <p:nvPr/>
                </p:nvSpPr>
                <p:spPr>
                  <a:xfrm>
                    <a:off x="5262482" y="3447593"/>
                    <a:ext cx="73146" cy="254335"/>
                  </a:xfrm>
                  <a:custGeom>
                    <a:rect b="b" l="l" r="r" t="t"/>
                    <a:pathLst>
                      <a:path extrusionOk="0" h="254335" w="73146">
                        <a:moveTo>
                          <a:pt x="73147" y="0"/>
                        </a:moveTo>
                        <a:lnTo>
                          <a:pt x="73147" y="254335"/>
                        </a:lnTo>
                        <a:cubicBezTo>
                          <a:pt x="73147" y="254335"/>
                          <a:pt x="-91433" y="125704"/>
                          <a:pt x="73147" y="0"/>
                        </a:cubicBezTo>
                        <a:close/>
                      </a:path>
                    </a:pathLst>
                  </a:custGeom>
                  <a:solidFill>
                    <a:srgbClr val="097B5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303" name="Google Shape;2303;p48"/>
                  <p:cNvSpPr/>
                  <p:nvPr/>
                </p:nvSpPr>
                <p:spPr>
                  <a:xfrm>
                    <a:off x="5334282" y="3447593"/>
                    <a:ext cx="73146" cy="254335"/>
                  </a:xfrm>
                  <a:custGeom>
                    <a:rect b="b" l="l" r="r" t="t"/>
                    <a:pathLst>
                      <a:path extrusionOk="0" h="254335" w="73146">
                        <a:moveTo>
                          <a:pt x="0" y="0"/>
                        </a:moveTo>
                        <a:lnTo>
                          <a:pt x="0" y="254335"/>
                        </a:lnTo>
                        <a:cubicBezTo>
                          <a:pt x="0" y="254335"/>
                          <a:pt x="164580" y="125704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0DA57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</p:grpSp>
            <p:sp>
              <p:nvSpPr>
                <p:cNvPr id="2304" name="Google Shape;2304;p48"/>
                <p:cNvSpPr/>
                <p:nvPr/>
              </p:nvSpPr>
              <p:spPr>
                <a:xfrm>
                  <a:off x="5315312" y="3538870"/>
                  <a:ext cx="30328" cy="258023"/>
                </a:xfrm>
                <a:custGeom>
                  <a:rect b="b" l="l" r="r" t="t"/>
                  <a:pathLst>
                    <a:path extrusionOk="0" h="258023" w="30328">
                      <a:moveTo>
                        <a:pt x="17330" y="0"/>
                      </a:moveTo>
                      <a:lnTo>
                        <a:pt x="30328" y="258024"/>
                      </a:lnTo>
                      <a:lnTo>
                        <a:pt x="0" y="258024"/>
                      </a:lnTo>
                      <a:lnTo>
                        <a:pt x="17330" y="0"/>
                      </a:lnTo>
                      <a:close/>
                    </a:path>
                  </a:pathLst>
                </a:custGeom>
                <a:solidFill>
                  <a:srgbClr val="097B5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Questrial"/>
                    <a:ea typeface="Questrial"/>
                    <a:cs typeface="Questrial"/>
                    <a:sym typeface="Questrial"/>
                  </a:endParaRPr>
                </a:p>
              </p:txBody>
            </p:sp>
          </p:grpSp>
          <p:grpSp>
            <p:nvGrpSpPr>
              <p:cNvPr id="2305" name="Google Shape;2305;p48"/>
              <p:cNvGrpSpPr/>
              <p:nvPr/>
            </p:nvGrpSpPr>
            <p:grpSpPr>
              <a:xfrm>
                <a:off x="5376216" y="3766780"/>
                <a:ext cx="63323" cy="152577"/>
                <a:chOff x="5376216" y="3644317"/>
                <a:chExt cx="63323" cy="152577"/>
              </a:xfrm>
            </p:grpSpPr>
            <p:grpSp>
              <p:nvGrpSpPr>
                <p:cNvPr id="2306" name="Google Shape;2306;p48"/>
                <p:cNvGrpSpPr/>
                <p:nvPr/>
              </p:nvGrpSpPr>
              <p:grpSpPr>
                <a:xfrm>
                  <a:off x="5376216" y="3644317"/>
                  <a:ext cx="63323" cy="111125"/>
                  <a:chOff x="5376216" y="3644317"/>
                  <a:chExt cx="63323" cy="111125"/>
                </a:xfrm>
              </p:grpSpPr>
              <p:sp>
                <p:nvSpPr>
                  <p:cNvPr id="2307" name="Google Shape;2307;p48"/>
                  <p:cNvSpPr/>
                  <p:nvPr/>
                </p:nvSpPr>
                <p:spPr>
                  <a:xfrm>
                    <a:off x="5376216" y="3644317"/>
                    <a:ext cx="31954" cy="111125"/>
                  </a:xfrm>
                  <a:custGeom>
                    <a:rect b="b" l="l" r="r" t="t"/>
                    <a:pathLst>
                      <a:path extrusionOk="0" h="111125" w="31954">
                        <a:moveTo>
                          <a:pt x="31955" y="0"/>
                        </a:moveTo>
                        <a:lnTo>
                          <a:pt x="31955" y="111125"/>
                        </a:lnTo>
                        <a:cubicBezTo>
                          <a:pt x="31955" y="111125"/>
                          <a:pt x="-39943" y="54919"/>
                          <a:pt x="31955" y="0"/>
                        </a:cubicBezTo>
                        <a:close/>
                      </a:path>
                    </a:pathLst>
                  </a:custGeom>
                  <a:solidFill>
                    <a:srgbClr val="097B5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308" name="Google Shape;2308;p48"/>
                  <p:cNvSpPr/>
                  <p:nvPr/>
                </p:nvSpPr>
                <p:spPr>
                  <a:xfrm>
                    <a:off x="5407585" y="3644317"/>
                    <a:ext cx="31954" cy="111125"/>
                  </a:xfrm>
                  <a:custGeom>
                    <a:rect b="b" l="l" r="r" t="t"/>
                    <a:pathLst>
                      <a:path extrusionOk="0" h="111125" w="31954">
                        <a:moveTo>
                          <a:pt x="0" y="0"/>
                        </a:moveTo>
                        <a:lnTo>
                          <a:pt x="0" y="111125"/>
                        </a:lnTo>
                        <a:cubicBezTo>
                          <a:pt x="0" y="111125"/>
                          <a:pt x="71898" y="54919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0DA57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</p:grpSp>
            <p:sp>
              <p:nvSpPr>
                <p:cNvPr id="2309" name="Google Shape;2309;p48"/>
                <p:cNvSpPr/>
                <p:nvPr/>
              </p:nvSpPr>
              <p:spPr>
                <a:xfrm>
                  <a:off x="5399330" y="3684188"/>
                  <a:ext cx="13231" cy="112706"/>
                </a:xfrm>
                <a:custGeom>
                  <a:rect b="b" l="l" r="r" t="t"/>
                  <a:pathLst>
                    <a:path extrusionOk="0" h="112706" w="13231">
                      <a:moveTo>
                        <a:pt x="7553" y="0"/>
                      </a:moveTo>
                      <a:lnTo>
                        <a:pt x="13232" y="112706"/>
                      </a:lnTo>
                      <a:lnTo>
                        <a:pt x="0" y="112706"/>
                      </a:lnTo>
                      <a:lnTo>
                        <a:pt x="7553" y="0"/>
                      </a:lnTo>
                      <a:close/>
                    </a:path>
                  </a:pathLst>
                </a:custGeom>
                <a:solidFill>
                  <a:srgbClr val="097B5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Questrial"/>
                    <a:ea typeface="Questrial"/>
                    <a:cs typeface="Questrial"/>
                    <a:sym typeface="Questrial"/>
                  </a:endParaRPr>
                </a:p>
              </p:txBody>
            </p:sp>
          </p:grpSp>
          <p:grpSp>
            <p:nvGrpSpPr>
              <p:cNvPr id="2310" name="Google Shape;2310;p48"/>
              <p:cNvGrpSpPr/>
              <p:nvPr/>
            </p:nvGrpSpPr>
            <p:grpSpPr>
              <a:xfrm>
                <a:off x="5250011" y="3807178"/>
                <a:ext cx="44243" cy="106616"/>
                <a:chOff x="5250011" y="3684715"/>
                <a:chExt cx="44243" cy="106616"/>
              </a:xfrm>
            </p:grpSpPr>
            <p:grpSp>
              <p:nvGrpSpPr>
                <p:cNvPr id="2311" name="Google Shape;2311;p48"/>
                <p:cNvGrpSpPr/>
                <p:nvPr/>
              </p:nvGrpSpPr>
              <p:grpSpPr>
                <a:xfrm>
                  <a:off x="5250011" y="3684715"/>
                  <a:ext cx="44243" cy="77576"/>
                  <a:chOff x="5250011" y="3684715"/>
                  <a:chExt cx="44243" cy="77576"/>
                </a:xfrm>
              </p:grpSpPr>
              <p:sp>
                <p:nvSpPr>
                  <p:cNvPr id="2312" name="Google Shape;2312;p48"/>
                  <p:cNvSpPr/>
                  <p:nvPr/>
                </p:nvSpPr>
                <p:spPr>
                  <a:xfrm>
                    <a:off x="5250011" y="3684715"/>
                    <a:ext cx="22326" cy="77576"/>
                  </a:xfrm>
                  <a:custGeom>
                    <a:rect b="b" l="l" r="r" t="t"/>
                    <a:pathLst>
                      <a:path extrusionOk="0" h="77576" w="22326">
                        <a:moveTo>
                          <a:pt x="22327" y="0"/>
                        </a:moveTo>
                        <a:lnTo>
                          <a:pt x="22327" y="77577"/>
                        </a:lnTo>
                        <a:cubicBezTo>
                          <a:pt x="22327" y="77577"/>
                          <a:pt x="-27908" y="38291"/>
                          <a:pt x="22327" y="0"/>
                        </a:cubicBezTo>
                        <a:close/>
                      </a:path>
                    </a:pathLst>
                  </a:custGeom>
                  <a:solidFill>
                    <a:srgbClr val="097B5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313" name="Google Shape;2313;p48"/>
                  <p:cNvSpPr/>
                  <p:nvPr/>
                </p:nvSpPr>
                <p:spPr>
                  <a:xfrm>
                    <a:off x="5271928" y="3684715"/>
                    <a:ext cx="22326" cy="77576"/>
                  </a:xfrm>
                  <a:custGeom>
                    <a:rect b="b" l="l" r="r" t="t"/>
                    <a:pathLst>
                      <a:path extrusionOk="0" h="77576" w="22326">
                        <a:moveTo>
                          <a:pt x="0" y="0"/>
                        </a:moveTo>
                        <a:lnTo>
                          <a:pt x="0" y="77577"/>
                        </a:lnTo>
                        <a:cubicBezTo>
                          <a:pt x="0" y="77577"/>
                          <a:pt x="50235" y="38291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0DA57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</p:grpSp>
            <p:sp>
              <p:nvSpPr>
                <p:cNvPr id="2314" name="Google Shape;2314;p48"/>
                <p:cNvSpPr/>
                <p:nvPr/>
              </p:nvSpPr>
              <p:spPr>
                <a:xfrm>
                  <a:off x="5266132" y="3712584"/>
                  <a:ext cx="9250" cy="78747"/>
                </a:xfrm>
                <a:custGeom>
                  <a:rect b="b" l="l" r="r" t="t"/>
                  <a:pathLst>
                    <a:path extrusionOk="0" h="78747" w="9250">
                      <a:moveTo>
                        <a:pt x="5269" y="0"/>
                      </a:moveTo>
                      <a:lnTo>
                        <a:pt x="9251" y="78748"/>
                      </a:lnTo>
                      <a:lnTo>
                        <a:pt x="0" y="78748"/>
                      </a:lnTo>
                      <a:lnTo>
                        <a:pt x="5269" y="0"/>
                      </a:lnTo>
                      <a:close/>
                    </a:path>
                  </a:pathLst>
                </a:custGeom>
                <a:solidFill>
                  <a:srgbClr val="097B5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Questrial"/>
                    <a:ea typeface="Questrial"/>
                    <a:cs typeface="Questrial"/>
                    <a:sym typeface="Questrial"/>
                  </a:endParaRPr>
                </a:p>
              </p:txBody>
            </p:sp>
          </p:grpSp>
          <p:sp>
            <p:nvSpPr>
              <p:cNvPr id="2315" name="Google Shape;2315;p48"/>
              <p:cNvSpPr/>
              <p:nvPr/>
            </p:nvSpPr>
            <p:spPr>
              <a:xfrm>
                <a:off x="4566567" y="3903605"/>
                <a:ext cx="465102" cy="259810"/>
              </a:xfrm>
              <a:custGeom>
                <a:rect b="b" l="l" r="r" t="t"/>
                <a:pathLst>
                  <a:path extrusionOk="0" h="259810" w="465102">
                    <a:moveTo>
                      <a:pt x="373097" y="72954"/>
                    </a:moveTo>
                    <a:cubicBezTo>
                      <a:pt x="345462" y="73598"/>
                      <a:pt x="320989" y="86655"/>
                      <a:pt x="305005" y="106737"/>
                    </a:cubicBezTo>
                    <a:lnTo>
                      <a:pt x="297218" y="100296"/>
                    </a:lnTo>
                    <a:lnTo>
                      <a:pt x="324677" y="71783"/>
                    </a:lnTo>
                    <a:lnTo>
                      <a:pt x="420287" y="69558"/>
                    </a:lnTo>
                    <a:cubicBezTo>
                      <a:pt x="421283" y="69558"/>
                      <a:pt x="422102" y="68270"/>
                      <a:pt x="422044" y="67275"/>
                    </a:cubicBezTo>
                    <a:cubicBezTo>
                      <a:pt x="422044" y="66280"/>
                      <a:pt x="421166" y="65050"/>
                      <a:pt x="420170" y="65109"/>
                    </a:cubicBezTo>
                    <a:lnTo>
                      <a:pt x="323799" y="67392"/>
                    </a:lnTo>
                    <a:cubicBezTo>
                      <a:pt x="323331" y="67392"/>
                      <a:pt x="322862" y="67919"/>
                      <a:pt x="322511" y="68212"/>
                    </a:cubicBezTo>
                    <a:lnTo>
                      <a:pt x="294232" y="97896"/>
                    </a:lnTo>
                    <a:lnTo>
                      <a:pt x="291246" y="95378"/>
                    </a:lnTo>
                    <a:lnTo>
                      <a:pt x="297043" y="73481"/>
                    </a:lnTo>
                    <a:cubicBezTo>
                      <a:pt x="297452" y="71959"/>
                      <a:pt x="297043" y="70261"/>
                      <a:pt x="295930" y="69148"/>
                    </a:cubicBezTo>
                    <a:cubicBezTo>
                      <a:pt x="295930" y="69148"/>
                      <a:pt x="295930" y="69148"/>
                      <a:pt x="295872" y="69090"/>
                    </a:cubicBezTo>
                    <a:cubicBezTo>
                      <a:pt x="297628" y="68973"/>
                      <a:pt x="298682" y="68680"/>
                      <a:pt x="298682" y="68680"/>
                    </a:cubicBezTo>
                    <a:cubicBezTo>
                      <a:pt x="318471" y="70027"/>
                      <a:pt x="332933" y="51760"/>
                      <a:pt x="326434" y="41279"/>
                    </a:cubicBezTo>
                    <a:cubicBezTo>
                      <a:pt x="319935" y="30799"/>
                      <a:pt x="310801" y="42099"/>
                      <a:pt x="283108" y="41689"/>
                    </a:cubicBezTo>
                    <a:cubicBezTo>
                      <a:pt x="255473" y="41279"/>
                      <a:pt x="244056" y="41221"/>
                      <a:pt x="247920" y="50589"/>
                    </a:cubicBezTo>
                    <a:cubicBezTo>
                      <a:pt x="251784" y="59898"/>
                      <a:pt x="267944" y="50296"/>
                      <a:pt x="277780" y="61127"/>
                    </a:cubicBezTo>
                    <a:cubicBezTo>
                      <a:pt x="281176" y="64875"/>
                      <a:pt x="284689" y="66924"/>
                      <a:pt x="287909" y="68036"/>
                    </a:cubicBezTo>
                    <a:lnTo>
                      <a:pt x="132697" y="71725"/>
                    </a:lnTo>
                    <a:lnTo>
                      <a:pt x="128891" y="68329"/>
                    </a:lnTo>
                    <a:lnTo>
                      <a:pt x="132872" y="56268"/>
                    </a:lnTo>
                    <a:cubicBezTo>
                      <a:pt x="133106" y="55975"/>
                      <a:pt x="133341" y="55682"/>
                      <a:pt x="133516" y="55331"/>
                    </a:cubicBezTo>
                    <a:cubicBezTo>
                      <a:pt x="133516" y="55331"/>
                      <a:pt x="139840" y="36244"/>
                      <a:pt x="121982" y="27755"/>
                    </a:cubicBezTo>
                    <a:cubicBezTo>
                      <a:pt x="124441" y="22134"/>
                      <a:pt x="129359" y="14523"/>
                      <a:pt x="138669" y="11888"/>
                    </a:cubicBezTo>
                    <a:cubicBezTo>
                      <a:pt x="139078" y="12356"/>
                      <a:pt x="139664" y="12649"/>
                      <a:pt x="140366" y="12825"/>
                    </a:cubicBezTo>
                    <a:cubicBezTo>
                      <a:pt x="140776" y="13235"/>
                      <a:pt x="141713" y="13176"/>
                      <a:pt x="142474" y="13176"/>
                    </a:cubicBezTo>
                    <a:lnTo>
                      <a:pt x="142884" y="13176"/>
                    </a:lnTo>
                    <a:cubicBezTo>
                      <a:pt x="142884" y="13176"/>
                      <a:pt x="143352" y="13176"/>
                      <a:pt x="143704" y="13176"/>
                    </a:cubicBezTo>
                    <a:cubicBezTo>
                      <a:pt x="143762" y="13176"/>
                      <a:pt x="143879" y="13176"/>
                      <a:pt x="143938" y="13176"/>
                    </a:cubicBezTo>
                    <a:lnTo>
                      <a:pt x="171456" y="12532"/>
                    </a:lnTo>
                    <a:cubicBezTo>
                      <a:pt x="174734" y="12473"/>
                      <a:pt x="177369" y="11830"/>
                      <a:pt x="177252" y="9078"/>
                    </a:cubicBezTo>
                    <a:cubicBezTo>
                      <a:pt x="177194" y="6267"/>
                      <a:pt x="174559" y="5799"/>
                      <a:pt x="171280" y="5916"/>
                    </a:cubicBezTo>
                    <a:lnTo>
                      <a:pt x="146631" y="6502"/>
                    </a:lnTo>
                    <a:lnTo>
                      <a:pt x="146514" y="1876"/>
                    </a:lnTo>
                    <a:cubicBezTo>
                      <a:pt x="146514" y="881"/>
                      <a:pt x="143528" y="-56"/>
                      <a:pt x="142533" y="3"/>
                    </a:cubicBezTo>
                    <a:lnTo>
                      <a:pt x="142123" y="3"/>
                    </a:lnTo>
                    <a:cubicBezTo>
                      <a:pt x="141128" y="3"/>
                      <a:pt x="139840" y="1056"/>
                      <a:pt x="139898" y="2052"/>
                    </a:cubicBezTo>
                    <a:lnTo>
                      <a:pt x="139898" y="4862"/>
                    </a:lnTo>
                    <a:cubicBezTo>
                      <a:pt x="133926" y="5623"/>
                      <a:pt x="122216" y="9663"/>
                      <a:pt x="114312" y="28340"/>
                    </a:cubicBezTo>
                    <a:cubicBezTo>
                      <a:pt x="113083" y="29277"/>
                      <a:pt x="111912" y="30624"/>
                      <a:pt x="111326" y="32790"/>
                    </a:cubicBezTo>
                    <a:cubicBezTo>
                      <a:pt x="109746" y="38820"/>
                      <a:pt x="115776" y="42392"/>
                      <a:pt x="119465" y="40343"/>
                    </a:cubicBezTo>
                    <a:cubicBezTo>
                      <a:pt x="119465" y="40343"/>
                      <a:pt x="127544" y="43036"/>
                      <a:pt x="125905" y="51233"/>
                    </a:cubicBezTo>
                    <a:lnTo>
                      <a:pt x="125671" y="51233"/>
                    </a:lnTo>
                    <a:cubicBezTo>
                      <a:pt x="125671" y="51233"/>
                      <a:pt x="120343" y="67333"/>
                      <a:pt x="120343" y="67333"/>
                    </a:cubicBezTo>
                    <a:cubicBezTo>
                      <a:pt x="119699" y="68212"/>
                      <a:pt x="119348" y="69207"/>
                      <a:pt x="119406" y="70261"/>
                    </a:cubicBezTo>
                    <a:lnTo>
                      <a:pt x="115073" y="83493"/>
                    </a:lnTo>
                    <a:cubicBezTo>
                      <a:pt x="106467" y="80975"/>
                      <a:pt x="97333" y="79746"/>
                      <a:pt x="87848" y="79980"/>
                    </a:cubicBezTo>
                    <a:cubicBezTo>
                      <a:pt x="38199" y="81151"/>
                      <a:pt x="-1145" y="122369"/>
                      <a:pt x="25" y="172018"/>
                    </a:cubicBezTo>
                    <a:cubicBezTo>
                      <a:pt x="1196" y="221668"/>
                      <a:pt x="42415" y="261012"/>
                      <a:pt x="92064" y="259783"/>
                    </a:cubicBezTo>
                    <a:cubicBezTo>
                      <a:pt x="141713" y="258612"/>
                      <a:pt x="180999" y="217394"/>
                      <a:pt x="179828" y="167744"/>
                    </a:cubicBezTo>
                    <a:cubicBezTo>
                      <a:pt x="178950" y="130507"/>
                      <a:pt x="155589" y="99125"/>
                      <a:pt x="122978" y="86186"/>
                    </a:cubicBezTo>
                    <a:lnTo>
                      <a:pt x="124207" y="82381"/>
                    </a:lnTo>
                    <a:lnTo>
                      <a:pt x="130589" y="82205"/>
                    </a:lnTo>
                    <a:lnTo>
                      <a:pt x="223213" y="164817"/>
                    </a:lnTo>
                    <a:cubicBezTo>
                      <a:pt x="219407" y="170028"/>
                      <a:pt x="217241" y="176410"/>
                      <a:pt x="217416" y="183377"/>
                    </a:cubicBezTo>
                    <a:cubicBezTo>
                      <a:pt x="217826" y="200180"/>
                      <a:pt x="231761" y="213412"/>
                      <a:pt x="248506" y="213061"/>
                    </a:cubicBezTo>
                    <a:cubicBezTo>
                      <a:pt x="248916" y="213061"/>
                      <a:pt x="249325" y="213002"/>
                      <a:pt x="249677" y="212944"/>
                    </a:cubicBezTo>
                    <a:lnTo>
                      <a:pt x="249677" y="212944"/>
                    </a:lnTo>
                    <a:cubicBezTo>
                      <a:pt x="249677" y="212944"/>
                      <a:pt x="250028" y="212944"/>
                      <a:pt x="250028" y="212944"/>
                    </a:cubicBezTo>
                    <a:cubicBezTo>
                      <a:pt x="253775" y="212651"/>
                      <a:pt x="257288" y="211773"/>
                      <a:pt x="260508" y="210251"/>
                    </a:cubicBezTo>
                    <a:lnTo>
                      <a:pt x="270286" y="207733"/>
                    </a:lnTo>
                    <a:lnTo>
                      <a:pt x="263611" y="216340"/>
                    </a:lnTo>
                    <a:cubicBezTo>
                      <a:pt x="261152" y="219501"/>
                      <a:pt x="261738" y="224127"/>
                      <a:pt x="264899" y="226586"/>
                    </a:cubicBezTo>
                    <a:cubicBezTo>
                      <a:pt x="268061" y="229045"/>
                      <a:pt x="272686" y="228459"/>
                      <a:pt x="275145" y="225298"/>
                    </a:cubicBezTo>
                    <a:lnTo>
                      <a:pt x="285216" y="212300"/>
                    </a:lnTo>
                    <a:cubicBezTo>
                      <a:pt x="287148" y="209782"/>
                      <a:pt x="287206" y="206386"/>
                      <a:pt x="285508" y="203869"/>
                    </a:cubicBezTo>
                    <a:lnTo>
                      <a:pt x="293939" y="201703"/>
                    </a:lnTo>
                    <a:cubicBezTo>
                      <a:pt x="308752" y="232733"/>
                      <a:pt x="340720" y="253811"/>
                      <a:pt x="377254" y="252991"/>
                    </a:cubicBezTo>
                    <a:cubicBezTo>
                      <a:pt x="426903" y="251820"/>
                      <a:pt x="466248" y="210602"/>
                      <a:pt x="465077" y="160953"/>
                    </a:cubicBezTo>
                    <a:cubicBezTo>
                      <a:pt x="463906" y="111304"/>
                      <a:pt x="422688" y="71959"/>
                      <a:pt x="373039" y="73130"/>
                    </a:cubicBezTo>
                    <a:close/>
                    <a:moveTo>
                      <a:pt x="89546" y="158201"/>
                    </a:moveTo>
                    <a:cubicBezTo>
                      <a:pt x="82228" y="158377"/>
                      <a:pt x="76490" y="164407"/>
                      <a:pt x="76666" y="171726"/>
                    </a:cubicBezTo>
                    <a:cubicBezTo>
                      <a:pt x="76841" y="179044"/>
                      <a:pt x="82872" y="184782"/>
                      <a:pt x="90190" y="184606"/>
                    </a:cubicBezTo>
                    <a:cubicBezTo>
                      <a:pt x="97509" y="184431"/>
                      <a:pt x="103247" y="178400"/>
                      <a:pt x="103071" y="171082"/>
                    </a:cubicBezTo>
                    <a:cubicBezTo>
                      <a:pt x="102954" y="167100"/>
                      <a:pt x="101139" y="163587"/>
                      <a:pt x="98270" y="161245"/>
                    </a:cubicBezTo>
                    <a:lnTo>
                      <a:pt x="118704" y="98950"/>
                    </a:lnTo>
                    <a:cubicBezTo>
                      <a:pt x="145929" y="110074"/>
                      <a:pt x="165425" y="136479"/>
                      <a:pt x="166128" y="167803"/>
                    </a:cubicBezTo>
                    <a:cubicBezTo>
                      <a:pt x="167123" y="209899"/>
                      <a:pt x="133809" y="244853"/>
                      <a:pt x="91654" y="245848"/>
                    </a:cubicBezTo>
                    <a:cubicBezTo>
                      <a:pt x="49558" y="246844"/>
                      <a:pt x="14604" y="213529"/>
                      <a:pt x="13609" y="171374"/>
                    </a:cubicBezTo>
                    <a:cubicBezTo>
                      <a:pt x="12613" y="129278"/>
                      <a:pt x="45986" y="94324"/>
                      <a:pt x="88083" y="93329"/>
                    </a:cubicBezTo>
                    <a:cubicBezTo>
                      <a:pt x="95928" y="93153"/>
                      <a:pt x="103539" y="94149"/>
                      <a:pt x="110682" y="96198"/>
                    </a:cubicBezTo>
                    <a:lnTo>
                      <a:pt x="90307" y="158201"/>
                    </a:lnTo>
                    <a:cubicBezTo>
                      <a:pt x="90307" y="158201"/>
                      <a:pt x="89722" y="158201"/>
                      <a:pt x="89429" y="158201"/>
                    </a:cubicBezTo>
                    <a:close/>
                    <a:moveTo>
                      <a:pt x="307523" y="198073"/>
                    </a:moveTo>
                    <a:lnTo>
                      <a:pt x="370638" y="181972"/>
                    </a:lnTo>
                    <a:lnTo>
                      <a:pt x="370638" y="181328"/>
                    </a:lnTo>
                    <a:cubicBezTo>
                      <a:pt x="379245" y="180801"/>
                      <a:pt x="385919" y="173599"/>
                      <a:pt x="385744" y="164875"/>
                    </a:cubicBezTo>
                    <a:cubicBezTo>
                      <a:pt x="385509" y="155976"/>
                      <a:pt x="378132" y="148950"/>
                      <a:pt x="369292" y="149126"/>
                    </a:cubicBezTo>
                    <a:cubicBezTo>
                      <a:pt x="368238" y="149126"/>
                      <a:pt x="367184" y="149302"/>
                      <a:pt x="366188" y="149536"/>
                    </a:cubicBezTo>
                    <a:lnTo>
                      <a:pt x="356938" y="149770"/>
                    </a:lnTo>
                    <a:lnTo>
                      <a:pt x="315544" y="115460"/>
                    </a:lnTo>
                    <a:cubicBezTo>
                      <a:pt x="329127" y="98364"/>
                      <a:pt x="349912" y="87182"/>
                      <a:pt x="373448" y="86655"/>
                    </a:cubicBezTo>
                    <a:cubicBezTo>
                      <a:pt x="415545" y="85659"/>
                      <a:pt x="450498" y="118973"/>
                      <a:pt x="451494" y="161128"/>
                    </a:cubicBezTo>
                    <a:cubicBezTo>
                      <a:pt x="452489" y="203225"/>
                      <a:pt x="419175" y="238178"/>
                      <a:pt x="377020" y="239174"/>
                    </a:cubicBezTo>
                    <a:cubicBezTo>
                      <a:pt x="346984" y="239876"/>
                      <a:pt x="320579" y="223073"/>
                      <a:pt x="307523" y="198131"/>
                    </a:cubicBezTo>
                    <a:close/>
                    <a:moveTo>
                      <a:pt x="299853" y="151117"/>
                    </a:moveTo>
                    <a:cubicBezTo>
                      <a:pt x="301551" y="140285"/>
                      <a:pt x="305474" y="130215"/>
                      <a:pt x="311211" y="121374"/>
                    </a:cubicBezTo>
                    <a:lnTo>
                      <a:pt x="345814" y="150063"/>
                    </a:lnTo>
                    <a:lnTo>
                      <a:pt x="299853" y="151117"/>
                    </a:lnTo>
                    <a:close/>
                    <a:moveTo>
                      <a:pt x="289548" y="103399"/>
                    </a:moveTo>
                    <a:cubicBezTo>
                      <a:pt x="289548" y="103926"/>
                      <a:pt x="289665" y="104453"/>
                      <a:pt x="290075" y="104805"/>
                    </a:cubicBezTo>
                    <a:cubicBezTo>
                      <a:pt x="290427" y="105156"/>
                      <a:pt x="290895" y="105332"/>
                      <a:pt x="291363" y="105332"/>
                    </a:cubicBezTo>
                    <a:cubicBezTo>
                      <a:pt x="291539" y="105332"/>
                      <a:pt x="291656" y="105332"/>
                      <a:pt x="291832" y="105332"/>
                    </a:cubicBezTo>
                    <a:lnTo>
                      <a:pt x="300614" y="112650"/>
                    </a:lnTo>
                    <a:cubicBezTo>
                      <a:pt x="292944" y="124008"/>
                      <a:pt x="287733" y="137241"/>
                      <a:pt x="285977" y="151468"/>
                    </a:cubicBezTo>
                    <a:lnTo>
                      <a:pt x="276258" y="151702"/>
                    </a:lnTo>
                    <a:lnTo>
                      <a:pt x="289139" y="103107"/>
                    </a:lnTo>
                    <a:lnTo>
                      <a:pt x="289490" y="103399"/>
                    </a:lnTo>
                    <a:close/>
                    <a:moveTo>
                      <a:pt x="286328" y="78282"/>
                    </a:moveTo>
                    <a:lnTo>
                      <a:pt x="266773" y="151878"/>
                    </a:lnTo>
                    <a:lnTo>
                      <a:pt x="251258" y="152229"/>
                    </a:lnTo>
                    <a:cubicBezTo>
                      <a:pt x="249911" y="152053"/>
                      <a:pt x="248564" y="151995"/>
                      <a:pt x="247159" y="151995"/>
                    </a:cubicBezTo>
                    <a:cubicBezTo>
                      <a:pt x="240602" y="152171"/>
                      <a:pt x="234571" y="154395"/>
                      <a:pt x="229712" y="158025"/>
                    </a:cubicBezTo>
                    <a:lnTo>
                      <a:pt x="144055" y="81619"/>
                    </a:lnTo>
                    <a:lnTo>
                      <a:pt x="286387" y="78282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  <p:grpSp>
            <p:nvGrpSpPr>
              <p:cNvPr id="2316" name="Google Shape;2316;p48"/>
              <p:cNvGrpSpPr/>
              <p:nvPr/>
            </p:nvGrpSpPr>
            <p:grpSpPr>
              <a:xfrm>
                <a:off x="7052801" y="3724859"/>
                <a:ext cx="479864" cy="338937"/>
                <a:chOff x="7052801" y="3602396"/>
                <a:chExt cx="479864" cy="338937"/>
              </a:xfrm>
            </p:grpSpPr>
            <p:grpSp>
              <p:nvGrpSpPr>
                <p:cNvPr id="2317" name="Google Shape;2317;p48"/>
                <p:cNvGrpSpPr/>
                <p:nvPr/>
              </p:nvGrpSpPr>
              <p:grpSpPr>
                <a:xfrm>
                  <a:off x="7052801" y="3602396"/>
                  <a:ext cx="173635" cy="119146"/>
                  <a:chOff x="7052801" y="3602396"/>
                  <a:chExt cx="173635" cy="119146"/>
                </a:xfrm>
              </p:grpSpPr>
              <p:sp>
                <p:nvSpPr>
                  <p:cNvPr id="2318" name="Google Shape;2318;p48"/>
                  <p:cNvSpPr/>
                  <p:nvPr/>
                </p:nvSpPr>
                <p:spPr>
                  <a:xfrm>
                    <a:off x="7052801" y="3602396"/>
                    <a:ext cx="91065" cy="117916"/>
                  </a:xfrm>
                  <a:custGeom>
                    <a:rect b="b" l="l" r="r" t="t"/>
                    <a:pathLst>
                      <a:path extrusionOk="0" h="117916" w="91065">
                        <a:moveTo>
                          <a:pt x="79802" y="117917"/>
                        </a:moveTo>
                        <a:cubicBezTo>
                          <a:pt x="79802" y="117917"/>
                          <a:pt x="0" y="105505"/>
                          <a:pt x="0" y="0"/>
                        </a:cubicBezTo>
                        <a:cubicBezTo>
                          <a:pt x="0" y="0"/>
                          <a:pt x="108901" y="5152"/>
                          <a:pt x="88525" y="109720"/>
                        </a:cubicBezTo>
                        <a:cubicBezTo>
                          <a:pt x="88525" y="109720"/>
                          <a:pt x="50820" y="71546"/>
                          <a:pt x="41804" y="49298"/>
                        </a:cubicBezTo>
                        <a:cubicBezTo>
                          <a:pt x="41804" y="49298"/>
                          <a:pt x="57963" y="101523"/>
                          <a:pt x="79860" y="117917"/>
                        </a:cubicBezTo>
                        <a:close/>
                      </a:path>
                    </a:pathLst>
                  </a:custGeom>
                  <a:solidFill>
                    <a:srgbClr val="0DA57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319" name="Google Shape;2319;p48"/>
                  <p:cNvSpPr/>
                  <p:nvPr/>
                </p:nvSpPr>
                <p:spPr>
                  <a:xfrm>
                    <a:off x="7151996" y="3611588"/>
                    <a:ext cx="74440" cy="109954"/>
                  </a:xfrm>
                  <a:custGeom>
                    <a:rect b="b" l="l" r="r" t="t"/>
                    <a:pathLst>
                      <a:path extrusionOk="0" h="109954" w="74440">
                        <a:moveTo>
                          <a:pt x="1684" y="105856"/>
                        </a:moveTo>
                        <a:cubicBezTo>
                          <a:pt x="1684" y="105856"/>
                          <a:pt x="-16700" y="37412"/>
                          <a:pt x="68019" y="0"/>
                        </a:cubicBezTo>
                        <a:cubicBezTo>
                          <a:pt x="68019" y="0"/>
                          <a:pt x="102563" y="89228"/>
                          <a:pt x="11403" y="109954"/>
                        </a:cubicBezTo>
                        <a:cubicBezTo>
                          <a:pt x="11403" y="109954"/>
                          <a:pt x="28675" y="66160"/>
                          <a:pt x="43371" y="50996"/>
                        </a:cubicBezTo>
                        <a:cubicBezTo>
                          <a:pt x="43371" y="50996"/>
                          <a:pt x="7129" y="82554"/>
                          <a:pt x="1742" y="105856"/>
                        </a:cubicBezTo>
                        <a:close/>
                      </a:path>
                    </a:pathLst>
                  </a:custGeom>
                  <a:solidFill>
                    <a:srgbClr val="0DA57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</p:grpSp>
            <p:grpSp>
              <p:nvGrpSpPr>
                <p:cNvPr id="2320" name="Google Shape;2320;p48"/>
                <p:cNvGrpSpPr/>
                <p:nvPr/>
              </p:nvGrpSpPr>
              <p:grpSpPr>
                <a:xfrm>
                  <a:off x="7091384" y="3670663"/>
                  <a:ext cx="441281" cy="270670"/>
                  <a:chOff x="7091384" y="3670663"/>
                  <a:chExt cx="441281" cy="270670"/>
                </a:xfrm>
              </p:grpSpPr>
              <p:sp>
                <p:nvSpPr>
                  <p:cNvPr id="2321" name="Google Shape;2321;p48"/>
                  <p:cNvSpPr/>
                  <p:nvPr/>
                </p:nvSpPr>
                <p:spPr>
                  <a:xfrm>
                    <a:off x="7322475" y="3670663"/>
                    <a:ext cx="122425" cy="269206"/>
                  </a:xfrm>
                  <a:custGeom>
                    <a:rect b="b" l="l" r="r" t="t"/>
                    <a:pathLst>
                      <a:path extrusionOk="0" h="269206" w="122425">
                        <a:moveTo>
                          <a:pt x="0" y="0"/>
                        </a:moveTo>
                        <a:lnTo>
                          <a:pt x="0" y="269207"/>
                        </a:lnTo>
                        <a:lnTo>
                          <a:pt x="122425" y="269207"/>
                        </a:lnTo>
                        <a:lnTo>
                          <a:pt x="122425" y="0"/>
                        </a:lnTo>
                        <a:lnTo>
                          <a:pt x="0" y="0"/>
                        </a:lnTo>
                        <a:close/>
                        <a:moveTo>
                          <a:pt x="54041" y="218445"/>
                        </a:moveTo>
                        <a:lnTo>
                          <a:pt x="14344" y="218445"/>
                        </a:lnTo>
                        <a:lnTo>
                          <a:pt x="14344" y="158901"/>
                        </a:lnTo>
                        <a:lnTo>
                          <a:pt x="54041" y="158901"/>
                        </a:lnTo>
                        <a:lnTo>
                          <a:pt x="54041" y="218445"/>
                        </a:lnTo>
                        <a:close/>
                        <a:moveTo>
                          <a:pt x="54041" y="144557"/>
                        </a:moveTo>
                        <a:lnTo>
                          <a:pt x="14344" y="144557"/>
                        </a:lnTo>
                        <a:lnTo>
                          <a:pt x="14344" y="85013"/>
                        </a:lnTo>
                        <a:lnTo>
                          <a:pt x="54041" y="85013"/>
                        </a:lnTo>
                        <a:lnTo>
                          <a:pt x="54041" y="144557"/>
                        </a:lnTo>
                        <a:close/>
                        <a:moveTo>
                          <a:pt x="54041" y="70668"/>
                        </a:moveTo>
                        <a:lnTo>
                          <a:pt x="14344" y="70668"/>
                        </a:lnTo>
                        <a:lnTo>
                          <a:pt x="14344" y="11124"/>
                        </a:lnTo>
                        <a:lnTo>
                          <a:pt x="54041" y="11124"/>
                        </a:lnTo>
                        <a:lnTo>
                          <a:pt x="54041" y="70668"/>
                        </a:lnTo>
                        <a:close/>
                        <a:moveTo>
                          <a:pt x="108081" y="218503"/>
                        </a:moveTo>
                        <a:lnTo>
                          <a:pt x="68385" y="218503"/>
                        </a:lnTo>
                        <a:lnTo>
                          <a:pt x="68385" y="158959"/>
                        </a:lnTo>
                        <a:lnTo>
                          <a:pt x="108081" y="158959"/>
                        </a:lnTo>
                        <a:lnTo>
                          <a:pt x="108081" y="218503"/>
                        </a:lnTo>
                        <a:close/>
                        <a:moveTo>
                          <a:pt x="108081" y="144615"/>
                        </a:moveTo>
                        <a:lnTo>
                          <a:pt x="68385" y="144615"/>
                        </a:lnTo>
                        <a:lnTo>
                          <a:pt x="68385" y="85071"/>
                        </a:lnTo>
                        <a:lnTo>
                          <a:pt x="108081" y="85071"/>
                        </a:lnTo>
                        <a:lnTo>
                          <a:pt x="108081" y="144615"/>
                        </a:lnTo>
                        <a:close/>
                        <a:moveTo>
                          <a:pt x="108081" y="70727"/>
                        </a:moveTo>
                        <a:lnTo>
                          <a:pt x="68385" y="70727"/>
                        </a:lnTo>
                        <a:lnTo>
                          <a:pt x="68385" y="11183"/>
                        </a:lnTo>
                        <a:lnTo>
                          <a:pt x="108081" y="11183"/>
                        </a:lnTo>
                        <a:lnTo>
                          <a:pt x="108081" y="70727"/>
                        </a:lnTo>
                        <a:close/>
                      </a:path>
                    </a:pathLst>
                  </a:custGeom>
                  <a:solidFill>
                    <a:srgbClr val="0DA57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sp>
                <p:nvSpPr>
                  <p:cNvPr id="2322" name="Google Shape;2322;p48"/>
                  <p:cNvSpPr/>
                  <p:nvPr/>
                </p:nvSpPr>
                <p:spPr>
                  <a:xfrm>
                    <a:off x="7455381" y="3769962"/>
                    <a:ext cx="77284" cy="169908"/>
                  </a:xfrm>
                  <a:custGeom>
                    <a:rect b="b" l="l" r="r" t="t"/>
                    <a:pathLst>
                      <a:path extrusionOk="0" h="169908" w="77284">
                        <a:moveTo>
                          <a:pt x="0" y="0"/>
                        </a:moveTo>
                        <a:lnTo>
                          <a:pt x="0" y="169908"/>
                        </a:lnTo>
                        <a:lnTo>
                          <a:pt x="77284" y="169908"/>
                        </a:lnTo>
                        <a:lnTo>
                          <a:pt x="77284" y="0"/>
                        </a:lnTo>
                        <a:lnTo>
                          <a:pt x="0" y="0"/>
                        </a:lnTo>
                        <a:close/>
                        <a:moveTo>
                          <a:pt x="34134" y="137882"/>
                        </a:moveTo>
                        <a:lnTo>
                          <a:pt x="9075" y="137882"/>
                        </a:lnTo>
                        <a:lnTo>
                          <a:pt x="9075" y="100294"/>
                        </a:lnTo>
                        <a:lnTo>
                          <a:pt x="34134" y="100294"/>
                        </a:lnTo>
                        <a:lnTo>
                          <a:pt x="34134" y="137882"/>
                        </a:lnTo>
                        <a:close/>
                        <a:moveTo>
                          <a:pt x="34134" y="91219"/>
                        </a:moveTo>
                        <a:lnTo>
                          <a:pt x="9075" y="91219"/>
                        </a:lnTo>
                        <a:lnTo>
                          <a:pt x="9075" y="53631"/>
                        </a:lnTo>
                        <a:lnTo>
                          <a:pt x="34134" y="53631"/>
                        </a:lnTo>
                        <a:lnTo>
                          <a:pt x="34134" y="91219"/>
                        </a:lnTo>
                        <a:close/>
                        <a:moveTo>
                          <a:pt x="34134" y="44556"/>
                        </a:moveTo>
                        <a:lnTo>
                          <a:pt x="9075" y="44556"/>
                        </a:lnTo>
                        <a:lnTo>
                          <a:pt x="9075" y="6967"/>
                        </a:lnTo>
                        <a:lnTo>
                          <a:pt x="34134" y="6967"/>
                        </a:lnTo>
                        <a:lnTo>
                          <a:pt x="34134" y="44556"/>
                        </a:lnTo>
                        <a:close/>
                        <a:moveTo>
                          <a:pt x="68268" y="137882"/>
                        </a:moveTo>
                        <a:lnTo>
                          <a:pt x="43209" y="137882"/>
                        </a:lnTo>
                        <a:lnTo>
                          <a:pt x="43209" y="100294"/>
                        </a:lnTo>
                        <a:lnTo>
                          <a:pt x="68268" y="100294"/>
                        </a:lnTo>
                        <a:lnTo>
                          <a:pt x="68268" y="137882"/>
                        </a:lnTo>
                        <a:close/>
                        <a:moveTo>
                          <a:pt x="68268" y="91219"/>
                        </a:moveTo>
                        <a:lnTo>
                          <a:pt x="43209" y="91219"/>
                        </a:lnTo>
                        <a:lnTo>
                          <a:pt x="43209" y="53631"/>
                        </a:lnTo>
                        <a:lnTo>
                          <a:pt x="68268" y="53631"/>
                        </a:lnTo>
                        <a:lnTo>
                          <a:pt x="68268" y="91219"/>
                        </a:lnTo>
                        <a:close/>
                        <a:moveTo>
                          <a:pt x="68268" y="44556"/>
                        </a:moveTo>
                        <a:lnTo>
                          <a:pt x="43209" y="44556"/>
                        </a:lnTo>
                        <a:lnTo>
                          <a:pt x="43209" y="6967"/>
                        </a:lnTo>
                        <a:lnTo>
                          <a:pt x="68268" y="6967"/>
                        </a:lnTo>
                        <a:lnTo>
                          <a:pt x="68268" y="44556"/>
                        </a:lnTo>
                        <a:close/>
                      </a:path>
                    </a:pathLst>
                  </a:custGeom>
                  <a:solidFill>
                    <a:srgbClr val="0DA57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Questrial"/>
                      <a:ea typeface="Questrial"/>
                      <a:cs typeface="Questrial"/>
                      <a:sym typeface="Questrial"/>
                    </a:endParaRPr>
                  </a:p>
                </p:txBody>
              </p:sp>
              <p:grpSp>
                <p:nvGrpSpPr>
                  <p:cNvPr id="2323" name="Google Shape;2323;p48"/>
                  <p:cNvGrpSpPr/>
                  <p:nvPr/>
                </p:nvGrpSpPr>
                <p:grpSpPr>
                  <a:xfrm>
                    <a:off x="7091384" y="3720898"/>
                    <a:ext cx="258550" cy="220435"/>
                    <a:chOff x="7091384" y="3720898"/>
                    <a:chExt cx="258550" cy="220435"/>
                  </a:xfrm>
                </p:grpSpPr>
                <p:sp>
                  <p:nvSpPr>
                    <p:cNvPr id="2324" name="Google Shape;2324;p48"/>
                    <p:cNvSpPr/>
                    <p:nvPr/>
                  </p:nvSpPr>
                  <p:spPr>
                    <a:xfrm>
                      <a:off x="7091384" y="3720898"/>
                      <a:ext cx="258550" cy="107143"/>
                    </a:xfrm>
                    <a:custGeom>
                      <a:rect b="b" l="l" r="r" t="t"/>
                      <a:pathLst>
                        <a:path extrusionOk="0" h="107143" w="258550">
                          <a:moveTo>
                            <a:pt x="0" y="107144"/>
                          </a:moveTo>
                          <a:lnTo>
                            <a:pt x="129275" y="0"/>
                          </a:lnTo>
                          <a:lnTo>
                            <a:pt x="258550" y="107144"/>
                          </a:lnTo>
                          <a:lnTo>
                            <a:pt x="0" y="107144"/>
                          </a:lnTo>
                          <a:close/>
                        </a:path>
                      </a:pathLst>
                    </a:custGeom>
                    <a:solidFill>
                      <a:srgbClr val="0DA57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p:txBody>
                </p:sp>
                <p:sp>
                  <p:nvSpPr>
                    <p:cNvPr id="2325" name="Google Shape;2325;p48"/>
                    <p:cNvSpPr/>
                    <p:nvPr/>
                  </p:nvSpPr>
                  <p:spPr>
                    <a:xfrm>
                      <a:off x="7132368" y="3803686"/>
                      <a:ext cx="176582" cy="137647"/>
                    </a:xfrm>
                    <a:custGeom>
                      <a:rect b="b" l="l" r="r" t="t"/>
                      <a:pathLst>
                        <a:path extrusionOk="0" h="137647" w="176582">
                          <a:moveTo>
                            <a:pt x="0" y="0"/>
                          </a:moveTo>
                          <a:lnTo>
                            <a:pt x="0" y="137648"/>
                          </a:lnTo>
                          <a:lnTo>
                            <a:pt x="176582" y="137648"/>
                          </a:lnTo>
                          <a:lnTo>
                            <a:pt x="176582" y="0"/>
                          </a:lnTo>
                          <a:lnTo>
                            <a:pt x="0" y="0"/>
                          </a:lnTo>
                          <a:close/>
                          <a:moveTo>
                            <a:pt x="140692" y="131500"/>
                          </a:moveTo>
                          <a:lnTo>
                            <a:pt x="93970" y="131500"/>
                          </a:lnTo>
                          <a:lnTo>
                            <a:pt x="93970" y="47776"/>
                          </a:lnTo>
                          <a:lnTo>
                            <a:pt x="140692" y="47776"/>
                          </a:lnTo>
                          <a:lnTo>
                            <a:pt x="140692" y="131500"/>
                          </a:lnTo>
                          <a:close/>
                        </a:path>
                      </a:pathLst>
                    </a:custGeom>
                    <a:solidFill>
                      <a:srgbClr val="0DA57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p:txBody>
                </p:sp>
                <p:sp>
                  <p:nvSpPr>
                    <p:cNvPr id="2326" name="Google Shape;2326;p48"/>
                    <p:cNvSpPr/>
                    <p:nvPr/>
                  </p:nvSpPr>
                  <p:spPr>
                    <a:xfrm>
                      <a:off x="7147415" y="3750114"/>
                      <a:ext cx="19496" cy="36007"/>
                    </a:xfrm>
                    <a:custGeom>
                      <a:rect b="b" l="l" r="r" t="t"/>
                      <a:pathLst>
                        <a:path extrusionOk="0" h="36007" w="19496">
                          <a:moveTo>
                            <a:pt x="0" y="0"/>
                          </a:moveTo>
                          <a:lnTo>
                            <a:pt x="19497" y="0"/>
                          </a:lnTo>
                          <a:lnTo>
                            <a:pt x="19497" y="36007"/>
                          </a:lnTo>
                          <a:lnTo>
                            <a:pt x="0" y="36007"/>
                          </a:lnTo>
                          <a:close/>
                        </a:path>
                      </a:pathLst>
                    </a:custGeom>
                    <a:solidFill>
                      <a:srgbClr val="0DA57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p:txBody>
                </p:sp>
              </p:grpSp>
            </p:grpSp>
          </p:grpSp>
          <p:sp>
            <p:nvSpPr>
              <p:cNvPr id="2327" name="Google Shape;2327;p48"/>
              <p:cNvSpPr/>
              <p:nvPr/>
            </p:nvSpPr>
            <p:spPr>
              <a:xfrm>
                <a:off x="6358063" y="3511039"/>
                <a:ext cx="298187" cy="655510"/>
              </a:xfrm>
              <a:custGeom>
                <a:rect b="b" l="l" r="r" t="t"/>
                <a:pathLst>
                  <a:path extrusionOk="0" h="655510" w="298187">
                    <a:moveTo>
                      <a:pt x="0" y="0"/>
                    </a:moveTo>
                    <a:lnTo>
                      <a:pt x="0" y="655510"/>
                    </a:lnTo>
                    <a:lnTo>
                      <a:pt x="298188" y="655510"/>
                    </a:lnTo>
                    <a:lnTo>
                      <a:pt x="298188" y="0"/>
                    </a:lnTo>
                    <a:lnTo>
                      <a:pt x="0" y="0"/>
                    </a:lnTo>
                    <a:close/>
                    <a:moveTo>
                      <a:pt x="131617" y="531973"/>
                    </a:moveTo>
                    <a:lnTo>
                      <a:pt x="34895" y="531973"/>
                    </a:lnTo>
                    <a:lnTo>
                      <a:pt x="34895" y="386889"/>
                    </a:lnTo>
                    <a:lnTo>
                      <a:pt x="131617" y="386889"/>
                    </a:lnTo>
                    <a:lnTo>
                      <a:pt x="131617" y="531973"/>
                    </a:lnTo>
                    <a:close/>
                    <a:moveTo>
                      <a:pt x="131617" y="351994"/>
                    </a:moveTo>
                    <a:lnTo>
                      <a:pt x="34895" y="351994"/>
                    </a:lnTo>
                    <a:lnTo>
                      <a:pt x="34895" y="206911"/>
                    </a:lnTo>
                    <a:lnTo>
                      <a:pt x="131617" y="206911"/>
                    </a:lnTo>
                    <a:lnTo>
                      <a:pt x="131617" y="351994"/>
                    </a:lnTo>
                    <a:close/>
                    <a:moveTo>
                      <a:pt x="131617" y="172016"/>
                    </a:moveTo>
                    <a:lnTo>
                      <a:pt x="34895" y="172016"/>
                    </a:lnTo>
                    <a:lnTo>
                      <a:pt x="34895" y="26932"/>
                    </a:lnTo>
                    <a:lnTo>
                      <a:pt x="131617" y="26932"/>
                    </a:lnTo>
                    <a:lnTo>
                      <a:pt x="131617" y="172016"/>
                    </a:lnTo>
                    <a:close/>
                    <a:moveTo>
                      <a:pt x="263234" y="532031"/>
                    </a:moveTo>
                    <a:lnTo>
                      <a:pt x="166512" y="532031"/>
                    </a:lnTo>
                    <a:lnTo>
                      <a:pt x="166512" y="386948"/>
                    </a:lnTo>
                    <a:lnTo>
                      <a:pt x="263234" y="386948"/>
                    </a:lnTo>
                    <a:lnTo>
                      <a:pt x="263234" y="532031"/>
                    </a:lnTo>
                    <a:close/>
                    <a:moveTo>
                      <a:pt x="263234" y="352053"/>
                    </a:moveTo>
                    <a:lnTo>
                      <a:pt x="166512" y="352053"/>
                    </a:lnTo>
                    <a:lnTo>
                      <a:pt x="166512" y="206969"/>
                    </a:lnTo>
                    <a:lnTo>
                      <a:pt x="263234" y="206969"/>
                    </a:lnTo>
                    <a:lnTo>
                      <a:pt x="263234" y="352053"/>
                    </a:lnTo>
                    <a:close/>
                    <a:moveTo>
                      <a:pt x="263234" y="172074"/>
                    </a:moveTo>
                    <a:lnTo>
                      <a:pt x="166512" y="172074"/>
                    </a:lnTo>
                    <a:lnTo>
                      <a:pt x="166512" y="26991"/>
                    </a:lnTo>
                    <a:lnTo>
                      <a:pt x="263234" y="26991"/>
                    </a:lnTo>
                    <a:lnTo>
                      <a:pt x="263234" y="172074"/>
                    </a:lnTo>
                    <a:close/>
                  </a:path>
                </a:pathLst>
              </a:custGeom>
              <a:solidFill>
                <a:srgbClr val="0DA57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  <p:sp>
            <p:nvSpPr>
              <p:cNvPr id="2328" name="Google Shape;2328;p48"/>
              <p:cNvSpPr/>
              <p:nvPr/>
            </p:nvSpPr>
            <p:spPr>
              <a:xfrm>
                <a:off x="6681720" y="3752845"/>
                <a:ext cx="188233" cy="413763"/>
              </a:xfrm>
              <a:custGeom>
                <a:rect b="b" l="l" r="r" t="t"/>
                <a:pathLst>
                  <a:path extrusionOk="0" h="413763" w="188233">
                    <a:moveTo>
                      <a:pt x="0" y="0"/>
                    </a:moveTo>
                    <a:lnTo>
                      <a:pt x="0" y="413763"/>
                    </a:lnTo>
                    <a:lnTo>
                      <a:pt x="188234" y="413763"/>
                    </a:lnTo>
                    <a:lnTo>
                      <a:pt x="188234" y="0"/>
                    </a:lnTo>
                    <a:lnTo>
                      <a:pt x="0" y="0"/>
                    </a:lnTo>
                    <a:close/>
                    <a:moveTo>
                      <a:pt x="83080" y="335718"/>
                    </a:moveTo>
                    <a:lnTo>
                      <a:pt x="22014" y="335718"/>
                    </a:lnTo>
                    <a:lnTo>
                      <a:pt x="22014" y="244148"/>
                    </a:lnTo>
                    <a:lnTo>
                      <a:pt x="83080" y="244148"/>
                    </a:lnTo>
                    <a:lnTo>
                      <a:pt x="83080" y="335718"/>
                    </a:lnTo>
                    <a:close/>
                    <a:moveTo>
                      <a:pt x="83080" y="222133"/>
                    </a:moveTo>
                    <a:lnTo>
                      <a:pt x="22014" y="222133"/>
                    </a:lnTo>
                    <a:lnTo>
                      <a:pt x="22014" y="130563"/>
                    </a:lnTo>
                    <a:lnTo>
                      <a:pt x="83080" y="130563"/>
                    </a:lnTo>
                    <a:lnTo>
                      <a:pt x="83080" y="222133"/>
                    </a:lnTo>
                    <a:close/>
                    <a:moveTo>
                      <a:pt x="83080" y="108549"/>
                    </a:moveTo>
                    <a:lnTo>
                      <a:pt x="22014" y="108549"/>
                    </a:lnTo>
                    <a:lnTo>
                      <a:pt x="22014" y="16979"/>
                    </a:lnTo>
                    <a:lnTo>
                      <a:pt x="83080" y="16979"/>
                    </a:lnTo>
                    <a:lnTo>
                      <a:pt x="83080" y="108549"/>
                    </a:lnTo>
                    <a:close/>
                    <a:moveTo>
                      <a:pt x="166161" y="335776"/>
                    </a:moveTo>
                    <a:lnTo>
                      <a:pt x="105095" y="335776"/>
                    </a:lnTo>
                    <a:lnTo>
                      <a:pt x="105095" y="244206"/>
                    </a:lnTo>
                    <a:lnTo>
                      <a:pt x="166161" y="244206"/>
                    </a:lnTo>
                    <a:lnTo>
                      <a:pt x="166161" y="335776"/>
                    </a:lnTo>
                    <a:close/>
                    <a:moveTo>
                      <a:pt x="166161" y="222192"/>
                    </a:moveTo>
                    <a:lnTo>
                      <a:pt x="105095" y="222192"/>
                    </a:lnTo>
                    <a:lnTo>
                      <a:pt x="105095" y="130622"/>
                    </a:lnTo>
                    <a:lnTo>
                      <a:pt x="166161" y="130622"/>
                    </a:lnTo>
                    <a:lnTo>
                      <a:pt x="166161" y="222192"/>
                    </a:lnTo>
                    <a:close/>
                    <a:moveTo>
                      <a:pt x="166161" y="108608"/>
                    </a:moveTo>
                    <a:lnTo>
                      <a:pt x="105095" y="108608"/>
                    </a:lnTo>
                    <a:lnTo>
                      <a:pt x="105095" y="17038"/>
                    </a:lnTo>
                    <a:lnTo>
                      <a:pt x="166161" y="17038"/>
                    </a:lnTo>
                    <a:lnTo>
                      <a:pt x="166161" y="108608"/>
                    </a:lnTo>
                    <a:close/>
                  </a:path>
                </a:pathLst>
              </a:custGeom>
              <a:solidFill>
                <a:srgbClr val="0DA57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  <p:sp>
            <p:nvSpPr>
              <p:cNvPr id="2329" name="Google Shape;2329;p48"/>
              <p:cNvSpPr/>
              <p:nvPr/>
            </p:nvSpPr>
            <p:spPr>
              <a:xfrm>
                <a:off x="4399964" y="4151093"/>
                <a:ext cx="2275901" cy="264873"/>
              </a:xfrm>
              <a:custGeom>
                <a:rect b="b" l="l" r="r" t="t"/>
                <a:pathLst>
                  <a:path extrusionOk="0" h="264873" w="2275901">
                    <a:moveTo>
                      <a:pt x="2275901" y="132437"/>
                    </a:moveTo>
                    <a:cubicBezTo>
                      <a:pt x="2275901" y="205564"/>
                      <a:pt x="2216592" y="264874"/>
                      <a:pt x="2143464" y="264874"/>
                    </a:cubicBezTo>
                    <a:lnTo>
                      <a:pt x="132437" y="264874"/>
                    </a:lnTo>
                    <a:cubicBezTo>
                      <a:pt x="59310" y="264874"/>
                      <a:pt x="0" y="205564"/>
                      <a:pt x="0" y="132437"/>
                    </a:cubicBezTo>
                    <a:lnTo>
                      <a:pt x="0" y="132437"/>
                    </a:lnTo>
                    <a:cubicBezTo>
                      <a:pt x="0" y="59310"/>
                      <a:pt x="59310" y="0"/>
                      <a:pt x="132437" y="0"/>
                    </a:cubicBezTo>
                    <a:lnTo>
                      <a:pt x="2143464" y="0"/>
                    </a:lnTo>
                    <a:cubicBezTo>
                      <a:pt x="2216592" y="0"/>
                      <a:pt x="2275901" y="59310"/>
                      <a:pt x="2275901" y="132437"/>
                    </a:cubicBezTo>
                    <a:lnTo>
                      <a:pt x="2275901" y="132437"/>
                    </a:lnTo>
                    <a:close/>
                  </a:path>
                </a:pathLst>
              </a:custGeom>
              <a:solidFill>
                <a:srgbClr val="0C351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  <p:sp>
            <p:nvSpPr>
              <p:cNvPr id="2330" name="Google Shape;2330;p48"/>
              <p:cNvSpPr/>
              <p:nvPr/>
            </p:nvSpPr>
            <p:spPr>
              <a:xfrm>
                <a:off x="4770284" y="4352031"/>
                <a:ext cx="2530236" cy="86242"/>
              </a:xfrm>
              <a:custGeom>
                <a:rect b="b" l="l" r="r" t="t"/>
                <a:pathLst>
                  <a:path extrusionOk="0" h="86242" w="2530236">
                    <a:moveTo>
                      <a:pt x="2530236" y="55797"/>
                    </a:moveTo>
                    <a:cubicBezTo>
                      <a:pt x="2530236" y="72600"/>
                      <a:pt x="2518644" y="86242"/>
                      <a:pt x="2504358" y="86242"/>
                    </a:cubicBezTo>
                    <a:lnTo>
                      <a:pt x="25878" y="86242"/>
                    </a:lnTo>
                    <a:cubicBezTo>
                      <a:pt x="11593" y="86242"/>
                      <a:pt x="0" y="72600"/>
                      <a:pt x="0" y="55797"/>
                    </a:cubicBezTo>
                    <a:lnTo>
                      <a:pt x="0" y="30445"/>
                    </a:lnTo>
                    <a:cubicBezTo>
                      <a:pt x="0" y="13642"/>
                      <a:pt x="11593" y="0"/>
                      <a:pt x="25878" y="0"/>
                    </a:cubicBezTo>
                    <a:lnTo>
                      <a:pt x="2504358" y="0"/>
                    </a:lnTo>
                    <a:cubicBezTo>
                      <a:pt x="2518644" y="0"/>
                      <a:pt x="2530236" y="13642"/>
                      <a:pt x="2530236" y="30445"/>
                    </a:cubicBezTo>
                    <a:lnTo>
                      <a:pt x="2530236" y="55797"/>
                    </a:lnTo>
                    <a:close/>
                  </a:path>
                </a:pathLst>
              </a:custGeom>
              <a:solidFill>
                <a:srgbClr val="895F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  <p:sp>
            <p:nvSpPr>
              <p:cNvPr id="2331" name="Google Shape;2331;p48"/>
              <p:cNvSpPr/>
              <p:nvPr/>
            </p:nvSpPr>
            <p:spPr>
              <a:xfrm>
                <a:off x="5940787" y="3943830"/>
                <a:ext cx="2096274" cy="2004996"/>
              </a:xfrm>
              <a:custGeom>
                <a:rect b="b" l="l" r="r" t="t"/>
                <a:pathLst>
                  <a:path extrusionOk="0" h="2004996" w="2096274">
                    <a:moveTo>
                      <a:pt x="2096274" y="0"/>
                    </a:moveTo>
                    <a:lnTo>
                      <a:pt x="1867935" y="0"/>
                    </a:lnTo>
                    <a:cubicBezTo>
                      <a:pt x="1867935" y="457499"/>
                      <a:pt x="1689771" y="887597"/>
                      <a:pt x="1366290" y="1211078"/>
                    </a:cubicBezTo>
                    <a:cubicBezTo>
                      <a:pt x="1049015" y="1528353"/>
                      <a:pt x="629163" y="1705697"/>
                      <a:pt x="181559" y="1712430"/>
                    </a:cubicBezTo>
                    <a:lnTo>
                      <a:pt x="181559" y="1641878"/>
                    </a:lnTo>
                    <a:lnTo>
                      <a:pt x="0" y="1823438"/>
                    </a:lnTo>
                    <a:lnTo>
                      <a:pt x="181559" y="2004997"/>
                    </a:lnTo>
                    <a:lnTo>
                      <a:pt x="181559" y="1940769"/>
                    </a:lnTo>
                    <a:cubicBezTo>
                      <a:pt x="690171" y="1934036"/>
                      <a:pt x="1167342" y="1732980"/>
                      <a:pt x="1527767" y="1372555"/>
                    </a:cubicBezTo>
                    <a:cubicBezTo>
                      <a:pt x="1894399" y="1005924"/>
                      <a:pt x="2096274" y="518506"/>
                      <a:pt x="209627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  <p:sp>
            <p:nvSpPr>
              <p:cNvPr id="2332" name="Google Shape;2332;p48"/>
              <p:cNvSpPr/>
              <p:nvPr/>
            </p:nvSpPr>
            <p:spPr>
              <a:xfrm>
                <a:off x="4154938" y="1941234"/>
                <a:ext cx="2087491" cy="2002596"/>
              </a:xfrm>
              <a:custGeom>
                <a:rect b="b" l="l" r="r" t="t"/>
                <a:pathLst>
                  <a:path extrusionOk="0" h="2002596" w="2087491">
                    <a:moveTo>
                      <a:pt x="2087492" y="181559"/>
                    </a:moveTo>
                    <a:lnTo>
                      <a:pt x="1905933" y="0"/>
                    </a:lnTo>
                    <a:lnTo>
                      <a:pt x="1905933" y="61944"/>
                    </a:lnTo>
                    <a:cubicBezTo>
                      <a:pt x="1400600" y="70844"/>
                      <a:pt x="926824" y="271724"/>
                      <a:pt x="568507" y="630041"/>
                    </a:cubicBezTo>
                    <a:cubicBezTo>
                      <a:pt x="201876" y="996673"/>
                      <a:pt x="0" y="1484090"/>
                      <a:pt x="0" y="2002596"/>
                    </a:cubicBezTo>
                    <a:lnTo>
                      <a:pt x="228340" y="2002596"/>
                    </a:lnTo>
                    <a:cubicBezTo>
                      <a:pt x="228340" y="1545098"/>
                      <a:pt x="406503" y="1115000"/>
                      <a:pt x="729984" y="791519"/>
                    </a:cubicBezTo>
                    <a:cubicBezTo>
                      <a:pt x="1045151" y="476351"/>
                      <a:pt x="1461607" y="299183"/>
                      <a:pt x="1905933" y="290284"/>
                    </a:cubicBezTo>
                    <a:lnTo>
                      <a:pt x="1905933" y="363060"/>
                    </a:lnTo>
                    <a:lnTo>
                      <a:pt x="2087492" y="18150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</p:grpSp>
        <p:sp>
          <p:nvSpPr>
            <p:cNvPr id="2333" name="Google Shape;2333;p48"/>
            <p:cNvSpPr/>
            <p:nvPr/>
          </p:nvSpPr>
          <p:spPr>
            <a:xfrm flipH="1" rot="10800000">
              <a:off x="612175" y="1506806"/>
              <a:ext cx="2398800" cy="2187900"/>
            </a:xfrm>
            <a:prstGeom prst="roundRect">
              <a:avLst>
                <a:gd fmla="val 5680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368300" sx="98000" rotWithShape="0" algn="tl" dir="2700000" dist="127000" sy="98000">
                <a:srgbClr val="000000">
                  <a:alpha val="666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4" name="Google Shape;2334;p48"/>
            <p:cNvSpPr/>
            <p:nvPr/>
          </p:nvSpPr>
          <p:spPr>
            <a:xfrm flipH="1" rot="10800000">
              <a:off x="2273650" y="3971564"/>
              <a:ext cx="2398800" cy="2187900"/>
            </a:xfrm>
            <a:prstGeom prst="roundRect">
              <a:avLst>
                <a:gd fmla="val 5680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368300" sx="98000" rotWithShape="0" algn="tl" dir="2700000" dist="127000" sy="98000">
                <a:srgbClr val="000000">
                  <a:alpha val="666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5" name="Google Shape;2335;p48"/>
            <p:cNvSpPr/>
            <p:nvPr/>
          </p:nvSpPr>
          <p:spPr>
            <a:xfrm flipH="1" rot="10800000">
              <a:off x="8191910" y="3971564"/>
              <a:ext cx="2398800" cy="2187900"/>
            </a:xfrm>
            <a:prstGeom prst="roundRect">
              <a:avLst>
                <a:gd fmla="val 5680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368300" sx="98000" rotWithShape="0" algn="tl" dir="2700000" dist="127000" sy="98000">
                <a:srgbClr val="000000">
                  <a:alpha val="666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6" name="Google Shape;2336;p48"/>
            <p:cNvSpPr/>
            <p:nvPr/>
          </p:nvSpPr>
          <p:spPr>
            <a:xfrm flipH="1" rot="10800000">
              <a:off x="9181175" y="1506806"/>
              <a:ext cx="2398800" cy="2187900"/>
            </a:xfrm>
            <a:prstGeom prst="roundRect">
              <a:avLst>
                <a:gd fmla="val 5680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368300" sx="98000" rotWithShape="0" algn="tl" dir="2700000" dist="127000" sy="98000">
                <a:srgbClr val="000000">
                  <a:alpha val="666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7" name="Google Shape;2337;p48"/>
            <p:cNvSpPr txBox="1"/>
            <p:nvPr/>
          </p:nvSpPr>
          <p:spPr>
            <a:xfrm>
              <a:off x="894312" y="1900523"/>
              <a:ext cx="1834500" cy="140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Climate Patterns</a:t>
              </a:r>
              <a:endParaRPr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Includes temperature, rainfall, wind, and seasonal changes.</a:t>
              </a:r>
              <a:endParaRPr/>
            </a:p>
          </p:txBody>
        </p:sp>
        <p:sp>
          <p:nvSpPr>
            <p:cNvPr id="2338" name="Google Shape;2338;p48"/>
            <p:cNvSpPr txBox="1"/>
            <p:nvPr/>
          </p:nvSpPr>
          <p:spPr>
            <a:xfrm>
              <a:off x="2453973" y="4365281"/>
              <a:ext cx="2037900" cy="115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Geological Features</a:t>
              </a:r>
              <a:endParaRPr/>
            </a:p>
            <a:p>
              <a:pPr indent="0" lvl="0" marL="0" marR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Mountains, rivers, soil types, and natural formations.</a:t>
              </a:r>
              <a:endParaRPr/>
            </a:p>
          </p:txBody>
        </p:sp>
        <p:sp>
          <p:nvSpPr>
            <p:cNvPr id="2339" name="Google Shape;2339;p48"/>
            <p:cNvSpPr txBox="1"/>
            <p:nvPr/>
          </p:nvSpPr>
          <p:spPr>
            <a:xfrm>
              <a:off x="9361498" y="2023633"/>
              <a:ext cx="2037900" cy="115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Biodiversity</a:t>
              </a:r>
              <a:endParaRPr/>
            </a:p>
            <a:p>
              <a:pPr indent="0" lvl="0" marL="0" marR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Naturally occurring plants, animals, and ecosystems.</a:t>
              </a:r>
              <a:endParaRPr/>
            </a:p>
          </p:txBody>
        </p:sp>
        <p:sp>
          <p:nvSpPr>
            <p:cNvPr id="2340" name="Google Shape;2340;p48"/>
            <p:cNvSpPr txBox="1"/>
            <p:nvPr/>
          </p:nvSpPr>
          <p:spPr>
            <a:xfrm>
              <a:off x="8284519" y="4365281"/>
              <a:ext cx="2213400" cy="140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Natural Disasters</a:t>
              </a:r>
              <a:r>
                <a:rPr lang="en-US" sz="16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</a:t>
              </a:r>
              <a:endParaRPr/>
            </a:p>
            <a:p>
              <a:pPr indent="0" lvl="0" marL="0" marR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Earthquakes, floods, hurricanes occur without human influence.</a:t>
              </a: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4" name="Shape 2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5" name="Google Shape;2345;p49"/>
          <p:cNvSpPr txBox="1"/>
          <p:nvPr/>
        </p:nvSpPr>
        <p:spPr>
          <a:xfrm>
            <a:off x="0" y="29425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1F1F1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Environmental Aspect </a:t>
            </a:r>
            <a:endParaRPr b="1" sz="3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46" name="Google Shape;2346;p49"/>
          <p:cNvSpPr txBox="1"/>
          <p:nvPr/>
        </p:nvSpPr>
        <p:spPr>
          <a:xfrm>
            <a:off x="0" y="896187"/>
            <a:ext cx="1219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Benefits of Environmental Aspects</a:t>
            </a:r>
            <a:endParaRPr/>
          </a:p>
        </p:txBody>
      </p:sp>
      <p:grpSp>
        <p:nvGrpSpPr>
          <p:cNvPr id="2347" name="Google Shape;2347;p49"/>
          <p:cNvGrpSpPr/>
          <p:nvPr/>
        </p:nvGrpSpPr>
        <p:grpSpPr>
          <a:xfrm>
            <a:off x="432242" y="2239296"/>
            <a:ext cx="11327515" cy="3722517"/>
            <a:chOff x="432963" y="1905103"/>
            <a:chExt cx="11327515" cy="3722517"/>
          </a:xfrm>
        </p:grpSpPr>
        <p:sp>
          <p:nvSpPr>
            <p:cNvPr id="2348" name="Google Shape;2348;p49"/>
            <p:cNvSpPr/>
            <p:nvPr/>
          </p:nvSpPr>
          <p:spPr>
            <a:xfrm>
              <a:off x="6813626" y="2119056"/>
              <a:ext cx="4732486" cy="3280491"/>
            </a:xfrm>
            <a:custGeom>
              <a:rect b="b" l="l" r="r" t="t"/>
              <a:pathLst>
                <a:path extrusionOk="0" h="3280491" w="4732486">
                  <a:moveTo>
                    <a:pt x="2822775" y="2554392"/>
                  </a:moveTo>
                  <a:lnTo>
                    <a:pt x="1908911" y="2554392"/>
                  </a:lnTo>
                  <a:cubicBezTo>
                    <a:pt x="1656534" y="2554392"/>
                    <a:pt x="1451954" y="2758972"/>
                    <a:pt x="1451954" y="3011349"/>
                  </a:cubicBezTo>
                  <a:cubicBezTo>
                    <a:pt x="1452057" y="3107922"/>
                    <a:pt x="1421411" y="3202022"/>
                    <a:pt x="1364394" y="3280002"/>
                  </a:cubicBezTo>
                  <a:lnTo>
                    <a:pt x="438891" y="3280002"/>
                  </a:lnTo>
                  <a:cubicBezTo>
                    <a:pt x="196403" y="3279693"/>
                    <a:pt x="-91" y="3083199"/>
                    <a:pt x="-400" y="2840711"/>
                  </a:cubicBezTo>
                  <a:lnTo>
                    <a:pt x="-400" y="438801"/>
                  </a:lnTo>
                  <a:cubicBezTo>
                    <a:pt x="-91" y="196302"/>
                    <a:pt x="196403" y="-207"/>
                    <a:pt x="438891" y="-490"/>
                  </a:cubicBezTo>
                  <a:lnTo>
                    <a:pt x="4292795" y="-490"/>
                  </a:lnTo>
                  <a:cubicBezTo>
                    <a:pt x="4535284" y="-207"/>
                    <a:pt x="4731777" y="196302"/>
                    <a:pt x="4732086" y="438801"/>
                  </a:cubicBezTo>
                  <a:lnTo>
                    <a:pt x="4732086" y="2840711"/>
                  </a:lnTo>
                  <a:cubicBezTo>
                    <a:pt x="4731777" y="3083199"/>
                    <a:pt x="4535284" y="3279693"/>
                    <a:pt x="4292795" y="3280002"/>
                  </a:cubicBezTo>
                  <a:lnTo>
                    <a:pt x="3366931" y="3280002"/>
                  </a:lnTo>
                  <a:cubicBezTo>
                    <a:pt x="3309914" y="3202022"/>
                    <a:pt x="3279268" y="3107922"/>
                    <a:pt x="3279371" y="3011349"/>
                  </a:cubicBezTo>
                  <a:cubicBezTo>
                    <a:pt x="3279371" y="2759126"/>
                    <a:pt x="3074998" y="2554598"/>
                    <a:pt x="2822775" y="255439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9" name="Google Shape;2349;p49"/>
            <p:cNvSpPr/>
            <p:nvPr/>
          </p:nvSpPr>
          <p:spPr>
            <a:xfrm>
              <a:off x="7001931" y="2307310"/>
              <a:ext cx="4355928" cy="2903986"/>
            </a:xfrm>
            <a:custGeom>
              <a:rect b="b" l="l" r="r" t="t"/>
              <a:pathLst>
                <a:path extrusionOk="0" h="2903986" w="4355928">
                  <a:moveTo>
                    <a:pt x="4355528" y="250548"/>
                  </a:moveTo>
                  <a:lnTo>
                    <a:pt x="4355528" y="2652458"/>
                  </a:lnTo>
                  <a:cubicBezTo>
                    <a:pt x="4355528" y="2791111"/>
                    <a:pt x="4243143" y="2903496"/>
                    <a:pt x="4104490" y="2903496"/>
                  </a:cubicBezTo>
                  <a:lnTo>
                    <a:pt x="3098535" y="2903496"/>
                  </a:lnTo>
                  <a:cubicBezTo>
                    <a:pt x="3093848" y="2876971"/>
                    <a:pt x="3091479" y="2850034"/>
                    <a:pt x="3091479" y="2823096"/>
                  </a:cubicBezTo>
                  <a:cubicBezTo>
                    <a:pt x="3091479" y="2570719"/>
                    <a:pt x="2886899" y="2366139"/>
                    <a:pt x="2634522" y="2366139"/>
                  </a:cubicBezTo>
                  <a:lnTo>
                    <a:pt x="1720607" y="2366139"/>
                  </a:lnTo>
                  <a:cubicBezTo>
                    <a:pt x="1468281" y="2366190"/>
                    <a:pt x="1263700" y="2570771"/>
                    <a:pt x="1263700" y="2823096"/>
                  </a:cubicBezTo>
                  <a:cubicBezTo>
                    <a:pt x="1263700" y="2850034"/>
                    <a:pt x="1261331" y="2876971"/>
                    <a:pt x="1256644" y="2903496"/>
                  </a:cubicBezTo>
                  <a:lnTo>
                    <a:pt x="250638" y="2903496"/>
                  </a:lnTo>
                  <a:cubicBezTo>
                    <a:pt x="111984" y="2903496"/>
                    <a:pt x="-400" y="2791111"/>
                    <a:pt x="-400" y="2652458"/>
                  </a:cubicBezTo>
                  <a:lnTo>
                    <a:pt x="-400" y="250548"/>
                  </a:lnTo>
                  <a:cubicBezTo>
                    <a:pt x="-400" y="111905"/>
                    <a:pt x="111984" y="-490"/>
                    <a:pt x="250638" y="-490"/>
                  </a:cubicBezTo>
                  <a:lnTo>
                    <a:pt x="4104490" y="-490"/>
                  </a:lnTo>
                  <a:cubicBezTo>
                    <a:pt x="4243143" y="-490"/>
                    <a:pt x="4355528" y="111905"/>
                    <a:pt x="4355528" y="25054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0" name="Google Shape;2350;p49"/>
            <p:cNvSpPr/>
            <p:nvPr/>
          </p:nvSpPr>
          <p:spPr>
            <a:xfrm>
              <a:off x="6013670" y="1905103"/>
              <a:ext cx="5746808" cy="3708400"/>
            </a:xfrm>
            <a:custGeom>
              <a:rect b="b" l="l" r="r" t="t"/>
              <a:pathLst>
                <a:path extrusionOk="0" h="3708400" w="5746808">
                  <a:moveTo>
                    <a:pt x="5092752" y="-490"/>
                  </a:moveTo>
                  <a:lnTo>
                    <a:pt x="1238899" y="-490"/>
                  </a:lnTo>
                  <a:cubicBezTo>
                    <a:pt x="878257" y="-62"/>
                    <a:pt x="585963" y="292201"/>
                    <a:pt x="585551" y="652858"/>
                  </a:cubicBezTo>
                  <a:lnTo>
                    <a:pt x="585551" y="1665406"/>
                  </a:lnTo>
                  <a:lnTo>
                    <a:pt x="637057" y="1665406"/>
                  </a:lnTo>
                  <a:lnTo>
                    <a:pt x="637057" y="652755"/>
                  </a:lnTo>
                  <a:cubicBezTo>
                    <a:pt x="637520" y="320585"/>
                    <a:pt x="906740" y="51443"/>
                    <a:pt x="1238899" y="51016"/>
                  </a:cubicBezTo>
                  <a:lnTo>
                    <a:pt x="5092752" y="51016"/>
                  </a:lnTo>
                  <a:cubicBezTo>
                    <a:pt x="5424963" y="51443"/>
                    <a:pt x="5694182" y="320647"/>
                    <a:pt x="5694595" y="652858"/>
                  </a:cubicBezTo>
                  <a:lnTo>
                    <a:pt x="5694595" y="3054768"/>
                  </a:lnTo>
                  <a:cubicBezTo>
                    <a:pt x="5694079" y="3386876"/>
                    <a:pt x="5424859" y="3655993"/>
                    <a:pt x="5092752" y="3656405"/>
                  </a:cubicBezTo>
                  <a:lnTo>
                    <a:pt x="4536492" y="3656405"/>
                  </a:lnTo>
                  <a:cubicBezTo>
                    <a:pt x="4422098" y="3656765"/>
                    <a:pt x="4312339" y="3611234"/>
                    <a:pt x="4231682" y="3530113"/>
                  </a:cubicBezTo>
                  <a:cubicBezTo>
                    <a:pt x="4215715" y="3514095"/>
                    <a:pt x="4201035" y="3496892"/>
                    <a:pt x="4187747" y="3478607"/>
                  </a:cubicBezTo>
                  <a:cubicBezTo>
                    <a:pt x="4149221" y="3426020"/>
                    <a:pt x="4123262" y="3365295"/>
                    <a:pt x="4111983" y="3301068"/>
                  </a:cubicBezTo>
                  <a:cubicBezTo>
                    <a:pt x="4107553" y="3275985"/>
                    <a:pt x="4105339" y="3250592"/>
                    <a:pt x="4105339" y="3225149"/>
                  </a:cubicBezTo>
                  <a:cubicBezTo>
                    <a:pt x="4105029" y="2958659"/>
                    <a:pt x="3889118" y="2742747"/>
                    <a:pt x="3622629" y="2742438"/>
                  </a:cubicBezTo>
                  <a:lnTo>
                    <a:pt x="2708868" y="2742438"/>
                  </a:lnTo>
                  <a:cubicBezTo>
                    <a:pt x="2442429" y="2742747"/>
                    <a:pt x="2226518" y="2958711"/>
                    <a:pt x="2226209" y="3225149"/>
                  </a:cubicBezTo>
                  <a:cubicBezTo>
                    <a:pt x="2226209" y="3250592"/>
                    <a:pt x="2223995" y="3275985"/>
                    <a:pt x="2219565" y="3301068"/>
                  </a:cubicBezTo>
                  <a:cubicBezTo>
                    <a:pt x="2208234" y="3365295"/>
                    <a:pt x="2182326" y="3426072"/>
                    <a:pt x="2143800" y="3478659"/>
                  </a:cubicBezTo>
                  <a:cubicBezTo>
                    <a:pt x="2062525" y="3590117"/>
                    <a:pt x="1932937" y="3656095"/>
                    <a:pt x="1795004" y="3656353"/>
                  </a:cubicBezTo>
                  <a:lnTo>
                    <a:pt x="1238744" y="3656353"/>
                  </a:lnTo>
                  <a:cubicBezTo>
                    <a:pt x="906533" y="3655941"/>
                    <a:pt x="637314" y="3386722"/>
                    <a:pt x="636902" y="3054511"/>
                  </a:cubicBezTo>
                  <a:lnTo>
                    <a:pt x="636902" y="2016262"/>
                  </a:lnTo>
                  <a:lnTo>
                    <a:pt x="160321" y="2016262"/>
                  </a:lnTo>
                  <a:cubicBezTo>
                    <a:pt x="146105" y="1973028"/>
                    <a:pt x="99545" y="1949510"/>
                    <a:pt x="56280" y="1963731"/>
                  </a:cubicBezTo>
                  <a:cubicBezTo>
                    <a:pt x="13067" y="1977957"/>
                    <a:pt x="-10472" y="2024533"/>
                    <a:pt x="3744" y="2067767"/>
                  </a:cubicBezTo>
                  <a:cubicBezTo>
                    <a:pt x="17959" y="2111001"/>
                    <a:pt x="64572" y="2134519"/>
                    <a:pt x="107785" y="2120298"/>
                  </a:cubicBezTo>
                  <a:cubicBezTo>
                    <a:pt x="132662" y="2112119"/>
                    <a:pt x="152132" y="2092624"/>
                    <a:pt x="160321" y="2067767"/>
                  </a:cubicBezTo>
                  <a:lnTo>
                    <a:pt x="585396" y="2067767"/>
                  </a:lnTo>
                  <a:lnTo>
                    <a:pt x="585396" y="3054665"/>
                  </a:lnTo>
                  <a:cubicBezTo>
                    <a:pt x="585860" y="3415358"/>
                    <a:pt x="878205" y="3707550"/>
                    <a:pt x="1238899" y="3707910"/>
                  </a:cubicBezTo>
                  <a:lnTo>
                    <a:pt x="1795159" y="3707910"/>
                  </a:lnTo>
                  <a:cubicBezTo>
                    <a:pt x="2061597" y="3708065"/>
                    <a:pt x="2277715" y="3492256"/>
                    <a:pt x="2277869" y="3225818"/>
                  </a:cubicBezTo>
                  <a:cubicBezTo>
                    <a:pt x="2277869" y="3225612"/>
                    <a:pt x="2277869" y="3225406"/>
                    <a:pt x="2277869" y="3225200"/>
                  </a:cubicBezTo>
                  <a:cubicBezTo>
                    <a:pt x="2278127" y="2987193"/>
                    <a:pt x="2471015" y="2794305"/>
                    <a:pt x="2709022" y="2793996"/>
                  </a:cubicBezTo>
                  <a:lnTo>
                    <a:pt x="3622937" y="2793996"/>
                  </a:lnTo>
                  <a:cubicBezTo>
                    <a:pt x="3860945" y="2794305"/>
                    <a:pt x="4053833" y="2987193"/>
                    <a:pt x="4054142" y="3225200"/>
                  </a:cubicBezTo>
                  <a:cubicBezTo>
                    <a:pt x="4054142" y="3253683"/>
                    <a:pt x="4056666" y="3282062"/>
                    <a:pt x="4061610" y="3310081"/>
                  </a:cubicBezTo>
                  <a:cubicBezTo>
                    <a:pt x="4102815" y="3540208"/>
                    <a:pt x="4302965" y="3707807"/>
                    <a:pt x="4536801" y="3707910"/>
                  </a:cubicBezTo>
                  <a:lnTo>
                    <a:pt x="5093061" y="3707910"/>
                  </a:lnTo>
                  <a:cubicBezTo>
                    <a:pt x="5453703" y="3707498"/>
                    <a:pt x="5745997" y="3415204"/>
                    <a:pt x="5746408" y="3054562"/>
                  </a:cubicBezTo>
                  <a:lnTo>
                    <a:pt x="5746408" y="652755"/>
                  </a:lnTo>
                  <a:cubicBezTo>
                    <a:pt x="5745946" y="292015"/>
                    <a:pt x="5453497" y="-233"/>
                    <a:pt x="5092752" y="-4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1" name="Google Shape;2351;p49"/>
            <p:cNvSpPr/>
            <p:nvPr/>
          </p:nvSpPr>
          <p:spPr>
            <a:xfrm>
              <a:off x="647277" y="2119056"/>
              <a:ext cx="4732485" cy="3280491"/>
            </a:xfrm>
            <a:custGeom>
              <a:rect b="b" l="l" r="r" t="t"/>
              <a:pathLst>
                <a:path extrusionOk="0" h="3280491" w="4732485">
                  <a:moveTo>
                    <a:pt x="2822517" y="2554392"/>
                  </a:moveTo>
                  <a:lnTo>
                    <a:pt x="1908654" y="2554392"/>
                  </a:lnTo>
                  <a:cubicBezTo>
                    <a:pt x="1656281" y="2554392"/>
                    <a:pt x="1451696" y="2758972"/>
                    <a:pt x="1451696" y="3011349"/>
                  </a:cubicBezTo>
                  <a:cubicBezTo>
                    <a:pt x="1451815" y="3107922"/>
                    <a:pt x="1421143" y="3202022"/>
                    <a:pt x="1364137" y="3280002"/>
                  </a:cubicBezTo>
                  <a:lnTo>
                    <a:pt x="438633" y="3280002"/>
                  </a:lnTo>
                  <a:cubicBezTo>
                    <a:pt x="196238" y="3279590"/>
                    <a:pt x="-117" y="3083096"/>
                    <a:pt x="-400" y="2840711"/>
                  </a:cubicBezTo>
                  <a:lnTo>
                    <a:pt x="-400" y="438801"/>
                  </a:lnTo>
                  <a:cubicBezTo>
                    <a:pt x="-117" y="196302"/>
                    <a:pt x="196392" y="-207"/>
                    <a:pt x="438890" y="-490"/>
                  </a:cubicBezTo>
                  <a:lnTo>
                    <a:pt x="4292795" y="-490"/>
                  </a:lnTo>
                  <a:cubicBezTo>
                    <a:pt x="4535283" y="-207"/>
                    <a:pt x="4731777" y="196302"/>
                    <a:pt x="4732086" y="438801"/>
                  </a:cubicBezTo>
                  <a:lnTo>
                    <a:pt x="4732086" y="2840711"/>
                  </a:lnTo>
                  <a:cubicBezTo>
                    <a:pt x="4731777" y="3083199"/>
                    <a:pt x="4535283" y="3279693"/>
                    <a:pt x="4292795" y="3280002"/>
                  </a:cubicBezTo>
                  <a:lnTo>
                    <a:pt x="3366828" y="3280002"/>
                  </a:lnTo>
                  <a:cubicBezTo>
                    <a:pt x="3309811" y="3202022"/>
                    <a:pt x="3279165" y="3107922"/>
                    <a:pt x="3279268" y="3011349"/>
                  </a:cubicBezTo>
                  <a:cubicBezTo>
                    <a:pt x="3279268" y="2759075"/>
                    <a:pt x="3074791" y="2554495"/>
                    <a:pt x="2822517" y="255439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2" name="Google Shape;2352;p49"/>
            <p:cNvSpPr/>
            <p:nvPr/>
          </p:nvSpPr>
          <p:spPr>
            <a:xfrm>
              <a:off x="835272" y="2307310"/>
              <a:ext cx="4355928" cy="2903986"/>
            </a:xfrm>
            <a:custGeom>
              <a:rect b="b" l="l" r="r" t="t"/>
              <a:pathLst>
                <a:path extrusionOk="0" h="2903986" w="4355928">
                  <a:moveTo>
                    <a:pt x="4355528" y="250548"/>
                  </a:moveTo>
                  <a:lnTo>
                    <a:pt x="4355528" y="2652458"/>
                  </a:lnTo>
                  <a:cubicBezTo>
                    <a:pt x="4355528" y="2791111"/>
                    <a:pt x="4243144" y="2903496"/>
                    <a:pt x="4104490" y="2903496"/>
                  </a:cubicBezTo>
                  <a:lnTo>
                    <a:pt x="3098535" y="2903496"/>
                  </a:lnTo>
                  <a:cubicBezTo>
                    <a:pt x="3093848" y="2876971"/>
                    <a:pt x="3091479" y="2850034"/>
                    <a:pt x="3091479" y="2823096"/>
                  </a:cubicBezTo>
                  <a:cubicBezTo>
                    <a:pt x="3091479" y="2570719"/>
                    <a:pt x="2886899" y="2366139"/>
                    <a:pt x="2634522" y="2366139"/>
                  </a:cubicBezTo>
                  <a:lnTo>
                    <a:pt x="1720607" y="2366139"/>
                  </a:lnTo>
                  <a:cubicBezTo>
                    <a:pt x="1468255" y="2366190"/>
                    <a:pt x="1263701" y="2570771"/>
                    <a:pt x="1263701" y="2823096"/>
                  </a:cubicBezTo>
                  <a:cubicBezTo>
                    <a:pt x="1263711" y="2850034"/>
                    <a:pt x="1261352" y="2876971"/>
                    <a:pt x="1256645" y="2903496"/>
                  </a:cubicBezTo>
                  <a:lnTo>
                    <a:pt x="250638" y="2903496"/>
                  </a:lnTo>
                  <a:cubicBezTo>
                    <a:pt x="111995" y="2903496"/>
                    <a:pt x="-400" y="2791111"/>
                    <a:pt x="-400" y="2652458"/>
                  </a:cubicBezTo>
                  <a:lnTo>
                    <a:pt x="-400" y="250548"/>
                  </a:lnTo>
                  <a:cubicBezTo>
                    <a:pt x="-400" y="111905"/>
                    <a:pt x="111995" y="-490"/>
                    <a:pt x="250638" y="-490"/>
                  </a:cubicBezTo>
                  <a:lnTo>
                    <a:pt x="4104490" y="-490"/>
                  </a:lnTo>
                  <a:cubicBezTo>
                    <a:pt x="4243144" y="-490"/>
                    <a:pt x="4355528" y="111905"/>
                    <a:pt x="4355528" y="25054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3" name="Google Shape;2353;p49"/>
            <p:cNvSpPr/>
            <p:nvPr/>
          </p:nvSpPr>
          <p:spPr>
            <a:xfrm>
              <a:off x="432963" y="1905103"/>
              <a:ext cx="5746345" cy="3708400"/>
            </a:xfrm>
            <a:custGeom>
              <a:rect b="b" l="l" r="r" t="t"/>
              <a:pathLst>
                <a:path extrusionOk="0" h="3708400" w="5746345">
                  <a:moveTo>
                    <a:pt x="5108643" y="3054665"/>
                  </a:moveTo>
                  <a:cubicBezTo>
                    <a:pt x="5108179" y="3386825"/>
                    <a:pt x="4838960" y="3655993"/>
                    <a:pt x="4506800" y="3656405"/>
                  </a:cubicBezTo>
                  <a:lnTo>
                    <a:pt x="3950540" y="3656405"/>
                  </a:lnTo>
                  <a:cubicBezTo>
                    <a:pt x="3836146" y="3656765"/>
                    <a:pt x="3726388" y="3611234"/>
                    <a:pt x="3645730" y="3530113"/>
                  </a:cubicBezTo>
                  <a:cubicBezTo>
                    <a:pt x="3629763" y="3514095"/>
                    <a:pt x="3615084" y="3496892"/>
                    <a:pt x="3601796" y="3478607"/>
                  </a:cubicBezTo>
                  <a:cubicBezTo>
                    <a:pt x="3563270" y="3426020"/>
                    <a:pt x="3537311" y="3365295"/>
                    <a:pt x="3526032" y="3301068"/>
                  </a:cubicBezTo>
                  <a:cubicBezTo>
                    <a:pt x="3521602" y="3275985"/>
                    <a:pt x="3519387" y="3250592"/>
                    <a:pt x="3519387" y="3225149"/>
                  </a:cubicBezTo>
                  <a:cubicBezTo>
                    <a:pt x="3519078" y="2958659"/>
                    <a:pt x="3303167" y="2742747"/>
                    <a:pt x="3036677" y="2742438"/>
                  </a:cubicBezTo>
                  <a:lnTo>
                    <a:pt x="2122917" y="2742438"/>
                  </a:lnTo>
                  <a:cubicBezTo>
                    <a:pt x="1856463" y="2742747"/>
                    <a:pt x="1640541" y="2958711"/>
                    <a:pt x="1640258" y="3225149"/>
                  </a:cubicBezTo>
                  <a:cubicBezTo>
                    <a:pt x="1640268" y="3250592"/>
                    <a:pt x="1638043" y="3275985"/>
                    <a:pt x="1633614" y="3301068"/>
                  </a:cubicBezTo>
                  <a:cubicBezTo>
                    <a:pt x="1622308" y="3365295"/>
                    <a:pt x="1596385" y="3426072"/>
                    <a:pt x="1557849" y="3478659"/>
                  </a:cubicBezTo>
                  <a:cubicBezTo>
                    <a:pt x="1476558" y="3590117"/>
                    <a:pt x="1346996" y="3656095"/>
                    <a:pt x="1209053" y="3656353"/>
                  </a:cubicBezTo>
                  <a:lnTo>
                    <a:pt x="652793" y="3656353"/>
                  </a:lnTo>
                  <a:cubicBezTo>
                    <a:pt x="320582" y="3655941"/>
                    <a:pt x="51378" y="3386722"/>
                    <a:pt x="50951" y="3054511"/>
                  </a:cubicBezTo>
                  <a:lnTo>
                    <a:pt x="50951" y="652755"/>
                  </a:lnTo>
                  <a:cubicBezTo>
                    <a:pt x="51435" y="320524"/>
                    <a:pt x="320716" y="51356"/>
                    <a:pt x="652948" y="51016"/>
                  </a:cubicBezTo>
                  <a:lnTo>
                    <a:pt x="4506800" y="51016"/>
                  </a:lnTo>
                  <a:cubicBezTo>
                    <a:pt x="4839011" y="51443"/>
                    <a:pt x="5108231" y="320647"/>
                    <a:pt x="5108643" y="652858"/>
                  </a:cubicBezTo>
                  <a:lnTo>
                    <a:pt x="5108643" y="1691159"/>
                  </a:lnTo>
                  <a:lnTo>
                    <a:pt x="5585224" y="1691159"/>
                  </a:lnTo>
                  <a:cubicBezTo>
                    <a:pt x="5599439" y="1734392"/>
                    <a:pt x="5646001" y="1757910"/>
                    <a:pt x="5689265" y="1743689"/>
                  </a:cubicBezTo>
                  <a:cubicBezTo>
                    <a:pt x="5732478" y="1729463"/>
                    <a:pt x="5756016" y="1682887"/>
                    <a:pt x="5741801" y="1639653"/>
                  </a:cubicBezTo>
                  <a:cubicBezTo>
                    <a:pt x="5727585" y="1596419"/>
                    <a:pt x="5680973" y="1572902"/>
                    <a:pt x="5637760" y="1587123"/>
                  </a:cubicBezTo>
                  <a:cubicBezTo>
                    <a:pt x="5612882" y="1595301"/>
                    <a:pt x="5593413" y="1614796"/>
                    <a:pt x="5585224" y="1639653"/>
                  </a:cubicBezTo>
                  <a:lnTo>
                    <a:pt x="5160148" y="1639653"/>
                  </a:lnTo>
                  <a:lnTo>
                    <a:pt x="5160148" y="652755"/>
                  </a:lnTo>
                  <a:cubicBezTo>
                    <a:pt x="5159685" y="292139"/>
                    <a:pt x="4867442" y="-62"/>
                    <a:pt x="4506800" y="-490"/>
                  </a:cubicBezTo>
                  <a:lnTo>
                    <a:pt x="652948" y="-490"/>
                  </a:lnTo>
                  <a:cubicBezTo>
                    <a:pt x="292331" y="-62"/>
                    <a:pt x="84" y="292139"/>
                    <a:pt x="-400" y="652755"/>
                  </a:cubicBezTo>
                  <a:lnTo>
                    <a:pt x="-400" y="3054665"/>
                  </a:lnTo>
                  <a:cubicBezTo>
                    <a:pt x="84" y="3415307"/>
                    <a:pt x="292331" y="3707498"/>
                    <a:pt x="652948" y="3707910"/>
                  </a:cubicBezTo>
                  <a:lnTo>
                    <a:pt x="1209208" y="3707910"/>
                  </a:lnTo>
                  <a:cubicBezTo>
                    <a:pt x="1475631" y="3708065"/>
                    <a:pt x="1691748" y="3492256"/>
                    <a:pt x="1691918" y="3225818"/>
                  </a:cubicBezTo>
                  <a:cubicBezTo>
                    <a:pt x="1691918" y="3225612"/>
                    <a:pt x="1691918" y="3225406"/>
                    <a:pt x="1691918" y="3225200"/>
                  </a:cubicBezTo>
                  <a:cubicBezTo>
                    <a:pt x="1692176" y="2987193"/>
                    <a:pt x="1885048" y="2794305"/>
                    <a:pt x="2123071" y="2793996"/>
                  </a:cubicBezTo>
                  <a:lnTo>
                    <a:pt x="3036831" y="2793996"/>
                  </a:lnTo>
                  <a:cubicBezTo>
                    <a:pt x="3274839" y="2794305"/>
                    <a:pt x="3467727" y="2987193"/>
                    <a:pt x="3468036" y="3225200"/>
                  </a:cubicBezTo>
                  <a:cubicBezTo>
                    <a:pt x="3468036" y="3253683"/>
                    <a:pt x="3470560" y="3282062"/>
                    <a:pt x="3475504" y="3310081"/>
                  </a:cubicBezTo>
                  <a:cubicBezTo>
                    <a:pt x="3516709" y="3540208"/>
                    <a:pt x="3716859" y="3707807"/>
                    <a:pt x="3950695" y="3707910"/>
                  </a:cubicBezTo>
                  <a:lnTo>
                    <a:pt x="4506955" y="3707910"/>
                  </a:lnTo>
                  <a:cubicBezTo>
                    <a:pt x="4867597" y="3707498"/>
                    <a:pt x="5159891" y="3415204"/>
                    <a:pt x="5160303" y="3054562"/>
                  </a:cubicBezTo>
                  <a:lnTo>
                    <a:pt x="5160303" y="2042014"/>
                  </a:lnTo>
                  <a:lnTo>
                    <a:pt x="5108797" y="204201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54" name="Google Shape;2354;p49"/>
            <p:cNvGrpSpPr/>
            <p:nvPr/>
          </p:nvGrpSpPr>
          <p:grpSpPr>
            <a:xfrm>
              <a:off x="1348198" y="2723634"/>
              <a:ext cx="3283500" cy="1354386"/>
              <a:chOff x="1348198" y="2596634"/>
              <a:chExt cx="3283500" cy="1354386"/>
            </a:xfrm>
          </p:grpSpPr>
          <p:sp>
            <p:nvSpPr>
              <p:cNvPr id="2355" name="Google Shape;2355;p49"/>
              <p:cNvSpPr txBox="1"/>
              <p:nvPr/>
            </p:nvSpPr>
            <p:spPr>
              <a:xfrm>
                <a:off x="1447582" y="2596634"/>
                <a:ext cx="31314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Promotes Sustainable Living</a:t>
                </a:r>
                <a:r>
                  <a:rPr lang="en-US" sz="20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 </a:t>
                </a:r>
                <a:endParaRPr/>
              </a:p>
            </p:txBody>
          </p:sp>
          <p:sp>
            <p:nvSpPr>
              <p:cNvPr id="2356" name="Google Shape;2356;p49"/>
              <p:cNvSpPr txBox="1"/>
              <p:nvPr/>
            </p:nvSpPr>
            <p:spPr>
              <a:xfrm>
                <a:off x="1348198" y="3304520"/>
                <a:ext cx="3283500" cy="64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Helps conserve resources for future generations' needs.</a:t>
                </a:r>
                <a:endParaRPr/>
              </a:p>
            </p:txBody>
          </p:sp>
        </p:grpSp>
        <p:grpSp>
          <p:nvGrpSpPr>
            <p:cNvPr id="2357" name="Google Shape;2357;p49"/>
            <p:cNvGrpSpPr/>
            <p:nvPr/>
          </p:nvGrpSpPr>
          <p:grpSpPr>
            <a:xfrm>
              <a:off x="7538123" y="2723634"/>
              <a:ext cx="3283500" cy="1354386"/>
              <a:chOff x="7538123" y="2596634"/>
              <a:chExt cx="3283500" cy="1354386"/>
            </a:xfrm>
          </p:grpSpPr>
          <p:sp>
            <p:nvSpPr>
              <p:cNvPr id="2358" name="Google Shape;2358;p49"/>
              <p:cNvSpPr txBox="1"/>
              <p:nvPr/>
            </p:nvSpPr>
            <p:spPr>
              <a:xfrm>
                <a:off x="7614241" y="2596634"/>
                <a:ext cx="31314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Improves 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Public Health</a:t>
                </a:r>
                <a:endParaRPr/>
              </a:p>
            </p:txBody>
          </p:sp>
          <p:sp>
            <p:nvSpPr>
              <p:cNvPr id="2359" name="Google Shape;2359;p49"/>
              <p:cNvSpPr txBox="1"/>
              <p:nvPr/>
            </p:nvSpPr>
            <p:spPr>
              <a:xfrm>
                <a:off x="7538123" y="3304520"/>
                <a:ext cx="3283500" cy="64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Reduces pollution, supporting cleaner air and water.</a:t>
                </a:r>
                <a:endParaRPr/>
              </a:p>
            </p:txBody>
          </p:sp>
        </p:grpSp>
        <p:pic>
          <p:nvPicPr>
            <p:cNvPr descr="Sustainable Living Icons - Free SVG &amp; PNG Sustainable Living ..." id="2360" name="Google Shape;2360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94136" y="4789420"/>
              <a:ext cx="838200" cy="838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ublic-Health Icons - Free SVG &amp; PNG Public-Health Images ..." id="2361" name="Google Shape;2361;p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865399" y="4944964"/>
              <a:ext cx="514193" cy="51419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ppt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1C8BA6"/>
      </a:accent1>
      <a:accent2>
        <a:srgbClr val="FE7235"/>
      </a:accent2>
      <a:accent3>
        <a:srgbClr val="00C3FF"/>
      </a:accent3>
      <a:accent4>
        <a:srgbClr val="0077FF"/>
      </a:accent4>
      <a:accent5>
        <a:srgbClr val="FF414D"/>
      </a:accent5>
      <a:accent6>
        <a:srgbClr val="20CAA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