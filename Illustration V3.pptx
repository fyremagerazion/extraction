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12192000"/>
  <p:notesSz cx="6858000" cy="9144000"/>
  <p:embeddedFontLst>
    <p:embeddedFont>
      <p:font typeface="Play"/>
      <p:regular r:id="rId52"/>
      <p:bold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Lato Light"/>
      <p:regular r:id="rId58"/>
      <p:bold r:id="rId59"/>
      <p:italic r:id="rId60"/>
      <p:boldItalic r:id="rId61"/>
    </p:embeddedFont>
    <p:embeddedFont>
      <p:font typeface="Lora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E5EB03-1CB9-4AD1-A7DF-3335BDBC2F4C}">
  <a:tblStyle styleId="{DAE5EB03-1CB9-4AD1-A7DF-3335BDBC2F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Lora-regular.fntdata"/><Relationship Id="rId61" Type="http://schemas.openxmlformats.org/officeDocument/2006/relationships/font" Target="fonts/LatoLight-boldItalic.fntdata"/><Relationship Id="rId20" Type="http://schemas.openxmlformats.org/officeDocument/2006/relationships/slide" Target="slides/slide14.xml"/><Relationship Id="rId64" Type="http://schemas.openxmlformats.org/officeDocument/2006/relationships/font" Target="fonts/Lora-italic.fntdata"/><Relationship Id="rId63" Type="http://schemas.openxmlformats.org/officeDocument/2006/relationships/font" Target="fonts/Lora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Lora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atoLight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Play-bold.fntdata"/><Relationship Id="rId52" Type="http://schemas.openxmlformats.org/officeDocument/2006/relationships/font" Target="fonts/Play-regular.fntdata"/><Relationship Id="rId11" Type="http://schemas.openxmlformats.org/officeDocument/2006/relationships/slide" Target="slides/slide5.xml"/><Relationship Id="rId55" Type="http://schemas.openxmlformats.org/officeDocument/2006/relationships/font" Target="fonts/Montserrat-bold.fntdata"/><Relationship Id="rId10" Type="http://schemas.openxmlformats.org/officeDocument/2006/relationships/slide" Target="slides/slide4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9.xml"/><Relationship Id="rId59" Type="http://schemas.openxmlformats.org/officeDocument/2006/relationships/font" Target="fonts/LatoLight-bold.fntdata"/><Relationship Id="rId14" Type="http://schemas.openxmlformats.org/officeDocument/2006/relationships/slide" Target="slides/slide8.xml"/><Relationship Id="rId58" Type="http://schemas.openxmlformats.org/officeDocument/2006/relationships/font" Target="fonts/LatoLigh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dbb9cdd64_0_18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bdbb9cdd64_0_18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dbb9cdd64_0_18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bdbb9cdd64_0_18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dbb9cdd64_0_19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bdbb9cdd64_0_19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bdbb9cdd64_0_19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bdbb9cdd64_0_1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bdbb9cdd64_0_19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bdbb9cdd64_0_19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dbb9cdd64_0_20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bdbb9cdd64_0_20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dbb9cdd64_0_20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bdbb9cdd64_0_20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dbb9cdd64_0_2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bdbb9cdd64_0_2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bdbb9cdd64_0_2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bdbb9cdd64_0_2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bdbb9cdd64_0_25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bdbb9cdd64_0_25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bdbb9cdd64_0_27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g3bdbb9cdd64_0_27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bdbb9cdd64_0_28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g3bdbb9cdd64_0_28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bdbb9cdd64_0_28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g3bdbb9cdd64_0_28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bdbb9cdd64_0_28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g3bdbb9cdd64_0_28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3bdbb9cdd64_0_29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bdbb9cdd64_0_29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bdbb9cdd64_0_29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g3bdbb9cdd64_0_29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bdbb9cdd64_0_30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g3bdbb9cdd64_0_30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bdbb9cdd64_0_30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g3bdbb9cdd64_0_30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bdbb9cdd64_0_30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g3bdbb9cdd64_0_30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bdbb9cdd64_0_3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g3bdbb9cdd64_0_3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bdbb9cdd64_0_3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g3bdbb9cdd64_0_3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bdbb9cdd64_0_3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g3bdbb9cdd64_0_3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bdbb9cdd64_0_32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g3bdbb9cdd64_0_3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3bdbb9cdd64_0_33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g3bdbb9cdd64_0_33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bdbb9cdd64_0_34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g3bdbb9cdd64_0_34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3bdbb9cdd64_0_34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g3bdbb9cdd64_0_34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3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3bdbb9cdd64_0_34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g3bdbb9cdd64_0_34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g3bdbb9cdd64_0_37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g3bdbb9cdd64_0_37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3bdbb9cdd64_0_40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g3bdbb9cdd64_0_40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g3bdbb9cdd64_0_40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g3bdbb9cdd64_0_40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g3bdbb9cdd64_0_40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g3bdbb9cdd64_0_40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g3bdbb9cdd64_0_4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g3bdbb9cdd64_0_4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g3bdbb9cdd64_0_4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g3bdbb9cdd64_0_4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3bdbb9cdd64_0_42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g3bdbb9cdd64_0_4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3bdbb9cdd64_0_42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g3bdbb9cdd64_0_42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3bdbb9cdd64_0_4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3" name="Google Shape;2443;g3bdbb9cdd64_0_4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3bdbb9cdd64_0_35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g3bdbb9cdd64_0_35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6" name="Shape 2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7" name="Google Shape;2557;g3bdbb9cdd64_0_35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8" name="Google Shape;2558;g3bdbb9cdd64_0_35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0" y="43752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strike="noStrike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rPr>
              <a:t>Recruitment Infographics</a:t>
            </a:r>
            <a:r>
              <a:rPr b="1" lang="en-IN" sz="36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2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p21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4" name="Google Shape;134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2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1" name="Google Shape;141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25"/>
          <p:cNvGrpSpPr/>
          <p:nvPr/>
        </p:nvGrpSpPr>
        <p:grpSpPr>
          <a:xfrm>
            <a:off x="1638986" y="1684965"/>
            <a:ext cx="8914028" cy="4489725"/>
            <a:chOff x="1638986" y="1641423"/>
            <a:chExt cx="8914028" cy="4489725"/>
          </a:xfrm>
        </p:grpSpPr>
        <p:grpSp>
          <p:nvGrpSpPr>
            <p:cNvPr id="161" name="Google Shape;161;p25"/>
            <p:cNvGrpSpPr/>
            <p:nvPr/>
          </p:nvGrpSpPr>
          <p:grpSpPr>
            <a:xfrm>
              <a:off x="1638986" y="1641423"/>
              <a:ext cx="8914028" cy="4489725"/>
              <a:chOff x="1638986" y="1698573"/>
              <a:chExt cx="8914028" cy="4489725"/>
            </a:xfrm>
          </p:grpSpPr>
          <p:sp>
            <p:nvSpPr>
              <p:cNvPr id="162" name="Google Shape;162;p25"/>
              <p:cNvSpPr/>
              <p:nvPr/>
            </p:nvSpPr>
            <p:spPr>
              <a:xfrm rot="-2700000">
                <a:off x="4816446" y="2527466"/>
                <a:ext cx="2559047" cy="2559046"/>
              </a:xfrm>
              <a:custGeom>
                <a:rect b="b" l="l" r="r" t="t"/>
                <a:pathLst>
                  <a:path extrusionOk="0" h="2746194" w="2746194">
                    <a:moveTo>
                      <a:pt x="2746152" y="1373015"/>
                    </a:moveTo>
                    <a:cubicBezTo>
                      <a:pt x="2746152" y="2131355"/>
                      <a:pt x="2131395" y="2746112"/>
                      <a:pt x="1373055" y="2746112"/>
                    </a:cubicBezTo>
                    <a:cubicBezTo>
                      <a:pt x="614714" y="2746112"/>
                      <a:pt x="-43" y="2131355"/>
                      <a:pt x="-43" y="1373015"/>
                    </a:cubicBezTo>
                    <a:cubicBezTo>
                      <a:pt x="-43" y="614674"/>
                      <a:pt x="614714" y="-83"/>
                      <a:pt x="1373055" y="-83"/>
                    </a:cubicBezTo>
                    <a:cubicBezTo>
                      <a:pt x="2131395" y="-83"/>
                      <a:pt x="2746152" y="614674"/>
                      <a:pt x="2746152" y="1373015"/>
                    </a:cubicBezTo>
                    <a:close/>
                  </a:path>
                </a:pathLst>
              </a:custGeom>
              <a:solidFill>
                <a:srgbClr val="E2E2E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5"/>
              <p:cNvSpPr/>
              <p:nvPr/>
            </p:nvSpPr>
            <p:spPr>
              <a:xfrm rot="-2700000">
                <a:off x="4816446" y="2527466"/>
                <a:ext cx="2559047" cy="2559046"/>
              </a:xfrm>
              <a:custGeom>
                <a:rect b="b" l="l" r="r" t="t"/>
                <a:pathLst>
                  <a:path extrusionOk="0" h="2746194" w="2746194">
                    <a:moveTo>
                      <a:pt x="2746152" y="1373015"/>
                    </a:moveTo>
                    <a:cubicBezTo>
                      <a:pt x="2746152" y="2131355"/>
                      <a:pt x="2131395" y="2746112"/>
                      <a:pt x="1373055" y="2746112"/>
                    </a:cubicBezTo>
                    <a:cubicBezTo>
                      <a:pt x="614714" y="2746112"/>
                      <a:pt x="-43" y="2131355"/>
                      <a:pt x="-43" y="1373015"/>
                    </a:cubicBezTo>
                    <a:cubicBezTo>
                      <a:pt x="-43" y="614674"/>
                      <a:pt x="614714" y="-83"/>
                      <a:pt x="1373055" y="-83"/>
                    </a:cubicBezTo>
                    <a:cubicBezTo>
                      <a:pt x="2131395" y="-83"/>
                      <a:pt x="2746152" y="614674"/>
                      <a:pt x="2746152" y="13730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5"/>
              <p:cNvSpPr/>
              <p:nvPr/>
            </p:nvSpPr>
            <p:spPr>
              <a:xfrm>
                <a:off x="4721022" y="2388072"/>
                <a:ext cx="1365727" cy="1577283"/>
              </a:xfrm>
              <a:custGeom>
                <a:rect b="b" l="l" r="r" t="t"/>
                <a:pathLst>
                  <a:path extrusionOk="0" h="1692632" w="1465605">
                    <a:moveTo>
                      <a:pt x="1465563" y="1692550"/>
                    </a:moveTo>
                    <a:lnTo>
                      <a:pt x="1465563" y="-82"/>
                    </a:lnTo>
                    <a:cubicBezTo>
                      <a:pt x="860934" y="-356"/>
                      <a:pt x="302142" y="322172"/>
                      <a:pt x="-43" y="845874"/>
                    </a:cubicBezTo>
                    <a:lnTo>
                      <a:pt x="1465563" y="16921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5"/>
              <p:cNvSpPr/>
              <p:nvPr/>
            </p:nvSpPr>
            <p:spPr>
              <a:xfrm>
                <a:off x="4509869" y="3176781"/>
                <a:ext cx="1576880" cy="1577148"/>
              </a:xfrm>
              <a:custGeom>
                <a:rect b="b" l="l" r="r" t="t"/>
                <a:pathLst>
                  <a:path extrusionOk="0" h="1692488" w="1692200">
                    <a:moveTo>
                      <a:pt x="226553" y="-83"/>
                    </a:moveTo>
                    <a:cubicBezTo>
                      <a:pt x="-75574" y="523633"/>
                      <a:pt x="-75574" y="1168690"/>
                      <a:pt x="226553" y="1692406"/>
                    </a:cubicBezTo>
                    <a:lnTo>
                      <a:pt x="1692158" y="84616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5"/>
              <p:cNvSpPr/>
              <p:nvPr/>
            </p:nvSpPr>
            <p:spPr>
              <a:xfrm>
                <a:off x="4721022" y="3965356"/>
                <a:ext cx="1365727" cy="1576880"/>
              </a:xfrm>
              <a:custGeom>
                <a:rect b="b" l="l" r="r" t="t"/>
                <a:pathLst>
                  <a:path extrusionOk="0" h="1692200" w="1465605">
                    <a:moveTo>
                      <a:pt x="1465563" y="-83"/>
                    </a:moveTo>
                    <a:lnTo>
                      <a:pt x="-43" y="846162"/>
                    </a:lnTo>
                    <a:cubicBezTo>
                      <a:pt x="302142" y="1369864"/>
                      <a:pt x="860934" y="1692392"/>
                      <a:pt x="1465563" y="1692118"/>
                    </a:cubicBezTo>
                    <a:lnTo>
                      <a:pt x="1465563" y="-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5"/>
              <p:cNvSpPr/>
              <p:nvPr/>
            </p:nvSpPr>
            <p:spPr>
              <a:xfrm>
                <a:off x="6086750" y="3965356"/>
                <a:ext cx="1365861" cy="1576880"/>
              </a:xfrm>
              <a:custGeom>
                <a:rect b="b" l="l" r="r" t="t"/>
                <a:pathLst>
                  <a:path extrusionOk="0" h="1692200" w="1465749">
                    <a:moveTo>
                      <a:pt x="-43" y="-83"/>
                    </a:moveTo>
                    <a:lnTo>
                      <a:pt x="-43" y="1692118"/>
                    </a:lnTo>
                    <a:cubicBezTo>
                      <a:pt x="604629" y="1692392"/>
                      <a:pt x="1163450" y="1369864"/>
                      <a:pt x="1465707" y="846162"/>
                    </a:cubicBezTo>
                    <a:lnTo>
                      <a:pt x="-43" y="-8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5"/>
              <p:cNvSpPr/>
              <p:nvPr/>
            </p:nvSpPr>
            <p:spPr>
              <a:xfrm>
                <a:off x="6086750" y="3176781"/>
                <a:ext cx="1577014" cy="1577148"/>
              </a:xfrm>
              <a:custGeom>
                <a:rect b="b" l="l" r="r" t="t"/>
                <a:pathLst>
                  <a:path extrusionOk="0" h="1692488" w="1692344">
                    <a:moveTo>
                      <a:pt x="1465707" y="1692406"/>
                    </a:moveTo>
                    <a:cubicBezTo>
                      <a:pt x="1767834" y="1168690"/>
                      <a:pt x="1767834" y="523633"/>
                      <a:pt x="1465707" y="-83"/>
                    </a:cubicBezTo>
                    <a:lnTo>
                      <a:pt x="-43" y="8461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5"/>
              <p:cNvSpPr/>
              <p:nvPr/>
            </p:nvSpPr>
            <p:spPr>
              <a:xfrm>
                <a:off x="6086750" y="2388072"/>
                <a:ext cx="1365861" cy="1577283"/>
              </a:xfrm>
              <a:custGeom>
                <a:rect b="b" l="l" r="r" t="t"/>
                <a:pathLst>
                  <a:path extrusionOk="0" h="1692632" w="1465749">
                    <a:moveTo>
                      <a:pt x="-43" y="1692550"/>
                    </a:moveTo>
                    <a:lnTo>
                      <a:pt x="1465707" y="846306"/>
                    </a:lnTo>
                    <a:cubicBezTo>
                      <a:pt x="1163565" y="322431"/>
                      <a:pt x="604716" y="-269"/>
                      <a:pt x="-43" y="-82"/>
                    </a:cubicBezTo>
                    <a:lnTo>
                      <a:pt x="-43" y="16925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5"/>
              <p:cNvSpPr/>
              <p:nvPr/>
            </p:nvSpPr>
            <p:spPr>
              <a:xfrm rot="-2700000">
                <a:off x="4623772" y="2502514"/>
                <a:ext cx="2921024" cy="2921023"/>
              </a:xfrm>
              <a:custGeom>
                <a:rect b="b" l="l" r="r" t="t"/>
                <a:pathLst>
                  <a:path extrusionOk="0" h="3134643" w="3134643">
                    <a:moveTo>
                      <a:pt x="3134601" y="1567239"/>
                    </a:moveTo>
                    <a:cubicBezTo>
                      <a:pt x="3134601" y="2432847"/>
                      <a:pt x="2432887" y="3134561"/>
                      <a:pt x="1567279" y="3134561"/>
                    </a:cubicBezTo>
                    <a:cubicBezTo>
                      <a:pt x="701672" y="3134561"/>
                      <a:pt x="-43" y="2432847"/>
                      <a:pt x="-43" y="1567239"/>
                    </a:cubicBezTo>
                    <a:cubicBezTo>
                      <a:pt x="-43" y="701632"/>
                      <a:pt x="701672" y="-83"/>
                      <a:pt x="1567279" y="-83"/>
                    </a:cubicBezTo>
                    <a:cubicBezTo>
                      <a:pt x="2432887" y="-83"/>
                      <a:pt x="3134601" y="701631"/>
                      <a:pt x="3134601" y="15672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5"/>
              <p:cNvSpPr/>
              <p:nvPr/>
            </p:nvSpPr>
            <p:spPr>
              <a:xfrm>
                <a:off x="4876271" y="2568659"/>
                <a:ext cx="1208066" cy="1394283"/>
              </a:xfrm>
              <a:custGeom>
                <a:rect b="b" l="l" r="r" t="t"/>
                <a:pathLst>
                  <a:path extrusionOk="0" h="1496249" w="1296414">
                    <a:moveTo>
                      <a:pt x="1296372" y="1496167"/>
                    </a:moveTo>
                    <a:lnTo>
                      <a:pt x="1296372" y="-82"/>
                    </a:lnTo>
                    <a:cubicBezTo>
                      <a:pt x="761592" y="-298"/>
                      <a:pt x="267355" y="284910"/>
                      <a:pt x="-43" y="748042"/>
                    </a:cubicBezTo>
                    <a:lnTo>
                      <a:pt x="1296372" y="14961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5"/>
              <p:cNvSpPr/>
              <p:nvPr/>
            </p:nvSpPr>
            <p:spPr>
              <a:xfrm>
                <a:off x="4689383" y="3265532"/>
                <a:ext cx="1394684" cy="1394953"/>
              </a:xfrm>
              <a:custGeom>
                <a:rect b="b" l="l" r="r" t="t"/>
                <a:pathLst>
                  <a:path extrusionOk="0" h="1496968" w="1496680">
                    <a:moveTo>
                      <a:pt x="200225" y="-83"/>
                    </a:moveTo>
                    <a:cubicBezTo>
                      <a:pt x="-66798" y="463179"/>
                      <a:pt x="-66798" y="1033624"/>
                      <a:pt x="200225" y="1496886"/>
                    </a:cubicBezTo>
                    <a:lnTo>
                      <a:pt x="1496638" y="748762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5"/>
              <p:cNvSpPr/>
              <p:nvPr/>
            </p:nvSpPr>
            <p:spPr>
              <a:xfrm>
                <a:off x="6084337" y="2568390"/>
                <a:ext cx="1208065" cy="1394283"/>
              </a:xfrm>
              <a:custGeom>
                <a:rect b="b" l="l" r="r" t="t"/>
                <a:pathLst>
                  <a:path extrusionOk="0" h="1496249" w="1296413">
                    <a:moveTo>
                      <a:pt x="1296371" y="748042"/>
                    </a:moveTo>
                    <a:cubicBezTo>
                      <a:pt x="1028974" y="284910"/>
                      <a:pt x="534737" y="-298"/>
                      <a:pt x="-43" y="-82"/>
                    </a:cubicBezTo>
                    <a:lnTo>
                      <a:pt x="-43" y="149616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5"/>
              <p:cNvSpPr/>
              <p:nvPr/>
            </p:nvSpPr>
            <p:spPr>
              <a:xfrm>
                <a:off x="4876002" y="3962942"/>
                <a:ext cx="1208334" cy="1394685"/>
              </a:xfrm>
              <a:custGeom>
                <a:rect b="b" l="l" r="r" t="t"/>
                <a:pathLst>
                  <a:path extrusionOk="0" h="1496681" w="1296701">
                    <a:moveTo>
                      <a:pt x="1296659" y="-83"/>
                    </a:moveTo>
                    <a:lnTo>
                      <a:pt x="-43" y="748474"/>
                    </a:lnTo>
                    <a:cubicBezTo>
                      <a:pt x="267355" y="1211606"/>
                      <a:pt x="761592" y="1496829"/>
                      <a:pt x="1296371" y="1496599"/>
                    </a:cubicBezTo>
                    <a:lnTo>
                      <a:pt x="1296371" y="3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5"/>
              <p:cNvSpPr/>
              <p:nvPr/>
            </p:nvSpPr>
            <p:spPr>
              <a:xfrm>
                <a:off x="6084337" y="3265532"/>
                <a:ext cx="1394494" cy="1394283"/>
              </a:xfrm>
              <a:custGeom>
                <a:rect b="b" l="l" r="r" t="t"/>
                <a:pathLst>
                  <a:path extrusionOk="0" h="1496249" w="1496476">
                    <a:moveTo>
                      <a:pt x="1296371" y="-83"/>
                    </a:moveTo>
                    <a:lnTo>
                      <a:pt x="-43" y="748042"/>
                    </a:lnTo>
                    <a:lnTo>
                      <a:pt x="-43" y="748042"/>
                    </a:lnTo>
                    <a:lnTo>
                      <a:pt x="1296371" y="1496167"/>
                    </a:lnTo>
                    <a:cubicBezTo>
                      <a:pt x="1563121" y="1033078"/>
                      <a:pt x="1563121" y="463007"/>
                      <a:pt x="1296371" y="-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5"/>
              <p:cNvSpPr/>
              <p:nvPr/>
            </p:nvSpPr>
            <p:spPr>
              <a:xfrm>
                <a:off x="6084337" y="3963478"/>
                <a:ext cx="1208065" cy="1394283"/>
              </a:xfrm>
              <a:custGeom>
                <a:rect b="b" l="l" r="r" t="t"/>
                <a:pathLst>
                  <a:path extrusionOk="0" h="1496249" w="1296413">
                    <a:moveTo>
                      <a:pt x="-43" y="1496167"/>
                    </a:moveTo>
                    <a:cubicBezTo>
                      <a:pt x="534737" y="1496397"/>
                      <a:pt x="1028974" y="1211175"/>
                      <a:pt x="1296371" y="748042"/>
                    </a:cubicBezTo>
                    <a:lnTo>
                      <a:pt x="-43" y="-8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5"/>
              <p:cNvSpPr/>
              <p:nvPr/>
            </p:nvSpPr>
            <p:spPr>
              <a:xfrm>
                <a:off x="6774339" y="5138966"/>
                <a:ext cx="3500489" cy="1049065"/>
              </a:xfrm>
              <a:custGeom>
                <a:rect b="b" l="l" r="r" t="t"/>
                <a:pathLst>
                  <a:path extrusionOk="0" h="1125785" w="3756486">
                    <a:moveTo>
                      <a:pt x="78403" y="3371"/>
                    </a:moveTo>
                    <a:lnTo>
                      <a:pt x="893428" y="2363"/>
                    </a:lnTo>
                    <a:lnTo>
                      <a:pt x="1012840" y="2363"/>
                    </a:lnTo>
                    <a:lnTo>
                      <a:pt x="3193911" y="-82"/>
                    </a:lnTo>
                    <a:cubicBezTo>
                      <a:pt x="3504196" y="-485"/>
                      <a:pt x="3756041" y="250727"/>
                      <a:pt x="3756444" y="561012"/>
                    </a:cubicBezTo>
                    <a:lnTo>
                      <a:pt x="3756444" y="561012"/>
                    </a:lnTo>
                    <a:cubicBezTo>
                      <a:pt x="3756760" y="871253"/>
                      <a:pt x="3505591" y="1123069"/>
                      <a:pt x="3195350" y="1123544"/>
                    </a:cubicBezTo>
                    <a:lnTo>
                      <a:pt x="1175413" y="1125702"/>
                    </a:lnTo>
                    <a:cubicBezTo>
                      <a:pt x="1119822" y="1125831"/>
                      <a:pt x="1064863" y="1113962"/>
                      <a:pt x="1014279" y="1090885"/>
                    </a:cubicBezTo>
                    <a:lnTo>
                      <a:pt x="1014279" y="1090885"/>
                    </a:lnTo>
                    <a:cubicBezTo>
                      <a:pt x="971866" y="1071736"/>
                      <a:pt x="933251" y="1045077"/>
                      <a:pt x="900333" y="1012188"/>
                    </a:cubicBezTo>
                    <a:lnTo>
                      <a:pt x="22725" y="137026"/>
                    </a:lnTo>
                    <a:cubicBezTo>
                      <a:pt x="-7789" y="106296"/>
                      <a:pt x="-7602" y="56646"/>
                      <a:pt x="23114" y="26145"/>
                    </a:cubicBezTo>
                    <a:cubicBezTo>
                      <a:pt x="37818" y="11542"/>
                      <a:pt x="57686" y="3356"/>
                      <a:pt x="78403" y="33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5"/>
              <p:cNvSpPr/>
              <p:nvPr/>
            </p:nvSpPr>
            <p:spPr>
              <a:xfrm>
                <a:off x="7318144" y="5786368"/>
                <a:ext cx="1861368" cy="401930"/>
              </a:xfrm>
              <a:custGeom>
                <a:rect b="b" l="l" r="r" t="t"/>
                <a:pathLst>
                  <a:path extrusionOk="0" h="431324" w="1997493">
                    <a:moveTo>
                      <a:pt x="-43" y="1789"/>
                    </a:moveTo>
                    <a:lnTo>
                      <a:pt x="1735751" y="-81"/>
                    </a:lnTo>
                    <a:cubicBezTo>
                      <a:pt x="1879722" y="-642"/>
                      <a:pt x="1996890" y="115634"/>
                      <a:pt x="1997451" y="259605"/>
                    </a:cubicBezTo>
                    <a:cubicBezTo>
                      <a:pt x="1997451" y="259849"/>
                      <a:pt x="1997451" y="260080"/>
                      <a:pt x="1997451" y="260324"/>
                    </a:cubicBezTo>
                    <a:lnTo>
                      <a:pt x="1997451" y="429660"/>
                    </a:lnTo>
                    <a:lnTo>
                      <a:pt x="592127" y="431242"/>
                    </a:lnTo>
                    <a:cubicBezTo>
                      <a:pt x="489029" y="431256"/>
                      <a:pt x="390133" y="390440"/>
                      <a:pt x="317047" y="3177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 rot="-55200">
                <a:off x="9277745" y="5191218"/>
                <a:ext cx="938459" cy="938459"/>
              </a:xfrm>
              <a:custGeom>
                <a:rect b="b" l="l" r="r" t="t"/>
                <a:pathLst>
                  <a:path extrusionOk="0" h="1007090" w="1007090">
                    <a:moveTo>
                      <a:pt x="1007049" y="503463"/>
                    </a:moveTo>
                    <a:cubicBezTo>
                      <a:pt x="1007049" y="781563"/>
                      <a:pt x="781604" y="1007008"/>
                      <a:pt x="503503" y="1007008"/>
                    </a:cubicBezTo>
                    <a:cubicBezTo>
                      <a:pt x="225403" y="1007008"/>
                      <a:pt x="-42" y="781563"/>
                      <a:pt x="-42" y="503463"/>
                    </a:cubicBezTo>
                    <a:cubicBezTo>
                      <a:pt x="-42" y="225363"/>
                      <a:pt x="225403" y="-83"/>
                      <a:pt x="503503" y="-83"/>
                    </a:cubicBezTo>
                    <a:cubicBezTo>
                      <a:pt x="781604" y="-83"/>
                      <a:pt x="1007049" y="225363"/>
                      <a:pt x="1007049" y="50346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06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 rot="-2027400">
                <a:off x="9407416" y="5320230"/>
                <a:ext cx="678908" cy="678908"/>
              </a:xfrm>
              <a:custGeom>
                <a:rect b="b" l="l" r="r" t="t"/>
                <a:pathLst>
                  <a:path extrusionOk="0" h="728558" w="728558">
                    <a:moveTo>
                      <a:pt x="728517" y="364197"/>
                    </a:moveTo>
                    <a:cubicBezTo>
                      <a:pt x="728517" y="565383"/>
                      <a:pt x="565424" y="728476"/>
                      <a:pt x="364237" y="728476"/>
                    </a:cubicBezTo>
                    <a:cubicBezTo>
                      <a:pt x="163052" y="728476"/>
                      <a:pt x="-42" y="565383"/>
                      <a:pt x="-42" y="364197"/>
                    </a:cubicBezTo>
                    <a:cubicBezTo>
                      <a:pt x="-42" y="163011"/>
                      <a:pt x="163051" y="-83"/>
                      <a:pt x="364237" y="-83"/>
                    </a:cubicBezTo>
                    <a:cubicBezTo>
                      <a:pt x="565423" y="-83"/>
                      <a:pt x="728517" y="163011"/>
                      <a:pt x="728517" y="364197"/>
                    </a:cubicBezTo>
                    <a:close/>
                  </a:path>
                </a:pathLst>
              </a:custGeom>
              <a:noFill/>
              <a:ln cap="flat" cmpd="sng" w="143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 rot="-4600201">
                <a:off x="6718294" y="5089836"/>
                <a:ext cx="212896" cy="212896"/>
              </a:xfrm>
              <a:custGeom>
                <a:rect b="b" l="l" r="r" t="t"/>
                <a:pathLst>
                  <a:path extrusionOk="0" h="228465" w="228465">
                    <a:moveTo>
                      <a:pt x="228423" y="114150"/>
                    </a:moveTo>
                    <a:cubicBezTo>
                      <a:pt x="228423" y="177239"/>
                      <a:pt x="177279" y="228383"/>
                      <a:pt x="114190" y="228383"/>
                    </a:cubicBezTo>
                    <a:cubicBezTo>
                      <a:pt x="51101" y="228383"/>
                      <a:pt x="-42" y="177239"/>
                      <a:pt x="-42" y="114150"/>
                    </a:cubicBezTo>
                    <a:cubicBezTo>
                      <a:pt x="-42" y="51061"/>
                      <a:pt x="51101" y="-83"/>
                      <a:pt x="114190" y="-83"/>
                    </a:cubicBezTo>
                    <a:cubicBezTo>
                      <a:pt x="177279" y="-83"/>
                      <a:pt x="228423" y="51061"/>
                      <a:pt x="228423" y="114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5"/>
              <p:cNvSpPr/>
              <p:nvPr/>
            </p:nvSpPr>
            <p:spPr>
              <a:xfrm>
                <a:off x="7500882" y="3440086"/>
                <a:ext cx="3052132" cy="1046518"/>
              </a:xfrm>
              <a:custGeom>
                <a:rect b="b" l="l" r="r" t="t"/>
                <a:pathLst>
                  <a:path extrusionOk="0" h="1123052" w="3275340">
                    <a:moveTo>
                      <a:pt x="20524" y="511088"/>
                    </a:moveTo>
                    <a:cubicBezTo>
                      <a:pt x="-6898" y="539057"/>
                      <a:pt x="-6898" y="583829"/>
                      <a:pt x="20524" y="611797"/>
                    </a:cubicBezTo>
                    <a:lnTo>
                      <a:pt x="418613" y="1009598"/>
                    </a:lnTo>
                    <a:cubicBezTo>
                      <a:pt x="451501" y="1042502"/>
                      <a:pt x="490059" y="1069204"/>
                      <a:pt x="532414" y="1088439"/>
                    </a:cubicBezTo>
                    <a:lnTo>
                      <a:pt x="532414" y="1088439"/>
                    </a:lnTo>
                    <a:cubicBezTo>
                      <a:pt x="583027" y="1111372"/>
                      <a:pt x="637986" y="1123155"/>
                      <a:pt x="693548" y="1122968"/>
                    </a:cubicBezTo>
                    <a:lnTo>
                      <a:pt x="2713342" y="1122968"/>
                    </a:lnTo>
                    <a:cubicBezTo>
                      <a:pt x="3023396" y="1123055"/>
                      <a:pt x="3274895" y="871929"/>
                      <a:pt x="3275298" y="561874"/>
                    </a:cubicBezTo>
                    <a:lnTo>
                      <a:pt x="3275298" y="561874"/>
                    </a:lnTo>
                    <a:cubicBezTo>
                      <a:pt x="3275298" y="251518"/>
                      <a:pt x="3023698" y="-82"/>
                      <a:pt x="2713342" y="-82"/>
                    </a:cubicBezTo>
                    <a:lnTo>
                      <a:pt x="693548" y="-82"/>
                    </a:lnTo>
                    <a:cubicBezTo>
                      <a:pt x="637986" y="-140"/>
                      <a:pt x="583056" y="11844"/>
                      <a:pt x="532558" y="35022"/>
                    </a:cubicBezTo>
                    <a:lnTo>
                      <a:pt x="532558" y="35022"/>
                    </a:lnTo>
                    <a:cubicBezTo>
                      <a:pt x="490231" y="54257"/>
                      <a:pt x="451688" y="80917"/>
                      <a:pt x="418756" y="1137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7D0F4"/>
                  </a:gs>
                  <a:gs pos="50000">
                    <a:srgbClr val="23C0F0"/>
                  </a:gs>
                  <a:gs pos="100000">
                    <a:srgbClr val="00B1EC"/>
                  </a:gs>
                </a:gsLst>
                <a:lin ang="81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5"/>
              <p:cNvSpPr/>
              <p:nvPr/>
            </p:nvSpPr>
            <p:spPr>
              <a:xfrm>
                <a:off x="7500882" y="3440086"/>
                <a:ext cx="3052132" cy="1046518"/>
              </a:xfrm>
              <a:custGeom>
                <a:rect b="b" l="l" r="r" t="t"/>
                <a:pathLst>
                  <a:path extrusionOk="0" h="1123052" w="3275340">
                    <a:moveTo>
                      <a:pt x="20524" y="511088"/>
                    </a:moveTo>
                    <a:cubicBezTo>
                      <a:pt x="-6898" y="539057"/>
                      <a:pt x="-6898" y="583829"/>
                      <a:pt x="20524" y="611797"/>
                    </a:cubicBezTo>
                    <a:lnTo>
                      <a:pt x="418613" y="1009598"/>
                    </a:lnTo>
                    <a:cubicBezTo>
                      <a:pt x="451501" y="1042502"/>
                      <a:pt x="490059" y="1069204"/>
                      <a:pt x="532414" y="1088439"/>
                    </a:cubicBezTo>
                    <a:lnTo>
                      <a:pt x="532414" y="1088439"/>
                    </a:lnTo>
                    <a:cubicBezTo>
                      <a:pt x="583027" y="1111372"/>
                      <a:pt x="637986" y="1123155"/>
                      <a:pt x="693548" y="1122968"/>
                    </a:cubicBezTo>
                    <a:lnTo>
                      <a:pt x="2713342" y="1122968"/>
                    </a:lnTo>
                    <a:cubicBezTo>
                      <a:pt x="3023396" y="1123055"/>
                      <a:pt x="3274895" y="871929"/>
                      <a:pt x="3275298" y="561874"/>
                    </a:cubicBezTo>
                    <a:lnTo>
                      <a:pt x="3275298" y="561874"/>
                    </a:lnTo>
                    <a:cubicBezTo>
                      <a:pt x="3275298" y="251518"/>
                      <a:pt x="3023698" y="-82"/>
                      <a:pt x="2713342" y="-82"/>
                    </a:cubicBezTo>
                    <a:lnTo>
                      <a:pt x="693548" y="-82"/>
                    </a:lnTo>
                    <a:cubicBezTo>
                      <a:pt x="637986" y="-140"/>
                      <a:pt x="583056" y="11844"/>
                      <a:pt x="532558" y="35022"/>
                    </a:cubicBezTo>
                    <a:lnTo>
                      <a:pt x="532558" y="35022"/>
                    </a:lnTo>
                    <a:cubicBezTo>
                      <a:pt x="490231" y="54257"/>
                      <a:pt x="451688" y="80917"/>
                      <a:pt x="418756" y="1137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7596330" y="4085881"/>
                <a:ext cx="1860429" cy="400722"/>
              </a:xfrm>
              <a:custGeom>
                <a:rect b="b" l="l" r="r" t="t"/>
                <a:pathLst>
                  <a:path extrusionOk="0" h="430027" w="1996485">
                    <a:moveTo>
                      <a:pt x="-43" y="-83"/>
                    </a:moveTo>
                    <a:lnTo>
                      <a:pt x="1735751" y="-83"/>
                    </a:lnTo>
                    <a:cubicBezTo>
                      <a:pt x="1879722" y="-83"/>
                      <a:pt x="1996443" y="116639"/>
                      <a:pt x="1996443" y="260610"/>
                    </a:cubicBezTo>
                    <a:lnTo>
                      <a:pt x="1996443" y="429945"/>
                    </a:lnTo>
                    <a:lnTo>
                      <a:pt x="591120" y="429945"/>
                    </a:lnTo>
                    <a:cubicBezTo>
                      <a:pt x="488022" y="429931"/>
                      <a:pt x="389141" y="389000"/>
                      <a:pt x="316184" y="3161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5"/>
              <p:cNvSpPr/>
              <p:nvPr/>
            </p:nvSpPr>
            <p:spPr>
              <a:xfrm>
                <a:off x="9556099" y="3491304"/>
                <a:ext cx="938460" cy="938460"/>
              </a:xfrm>
              <a:custGeom>
                <a:rect b="b" l="l" r="r" t="t"/>
                <a:pathLst>
                  <a:path extrusionOk="0" h="1007091" w="1007091">
                    <a:moveTo>
                      <a:pt x="1007049" y="503463"/>
                    </a:moveTo>
                    <a:cubicBezTo>
                      <a:pt x="1007049" y="781564"/>
                      <a:pt x="781604" y="1007009"/>
                      <a:pt x="503503" y="1007009"/>
                    </a:cubicBezTo>
                    <a:cubicBezTo>
                      <a:pt x="225403" y="1007009"/>
                      <a:pt x="-42" y="781564"/>
                      <a:pt x="-42" y="503463"/>
                    </a:cubicBezTo>
                    <a:cubicBezTo>
                      <a:pt x="-42" y="225363"/>
                      <a:pt x="225403" y="-82"/>
                      <a:pt x="503503" y="-82"/>
                    </a:cubicBezTo>
                    <a:cubicBezTo>
                      <a:pt x="781604" y="-82"/>
                      <a:pt x="1007049" y="225363"/>
                      <a:pt x="1007049" y="50346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05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6" name="Google Shape;186;p25"/>
              <p:cNvSpPr/>
              <p:nvPr/>
            </p:nvSpPr>
            <p:spPr>
              <a:xfrm rot="-4027799">
                <a:off x="9685575" y="3621369"/>
                <a:ext cx="678908" cy="678908"/>
              </a:xfrm>
              <a:custGeom>
                <a:rect b="b" l="l" r="r" t="t"/>
                <a:pathLst>
                  <a:path extrusionOk="0" h="728558" w="728558">
                    <a:moveTo>
                      <a:pt x="728516" y="364197"/>
                    </a:moveTo>
                    <a:cubicBezTo>
                      <a:pt x="728516" y="565383"/>
                      <a:pt x="565423" y="728476"/>
                      <a:pt x="364237" y="728476"/>
                    </a:cubicBezTo>
                    <a:cubicBezTo>
                      <a:pt x="163051" y="728476"/>
                      <a:pt x="-42" y="565383"/>
                      <a:pt x="-42" y="364197"/>
                    </a:cubicBezTo>
                    <a:cubicBezTo>
                      <a:pt x="-42" y="163011"/>
                      <a:pt x="163051" y="-83"/>
                      <a:pt x="364237" y="-83"/>
                    </a:cubicBezTo>
                    <a:cubicBezTo>
                      <a:pt x="565423" y="-83"/>
                      <a:pt x="728516" y="163011"/>
                      <a:pt x="728516" y="364197"/>
                    </a:cubicBezTo>
                    <a:close/>
                  </a:path>
                </a:pathLst>
              </a:custGeom>
              <a:noFill/>
              <a:ln cap="flat" cmpd="sng" w="143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5"/>
              <p:cNvSpPr/>
              <p:nvPr/>
            </p:nvSpPr>
            <p:spPr>
              <a:xfrm rot="-2700000">
                <a:off x="7423861" y="3865591"/>
                <a:ext cx="212896" cy="212896"/>
              </a:xfrm>
              <a:custGeom>
                <a:rect b="b" l="l" r="r" t="t"/>
                <a:pathLst>
                  <a:path extrusionOk="0" h="228465" w="228465">
                    <a:moveTo>
                      <a:pt x="228423" y="114150"/>
                    </a:moveTo>
                    <a:cubicBezTo>
                      <a:pt x="228423" y="177239"/>
                      <a:pt x="177279" y="228383"/>
                      <a:pt x="114190" y="228383"/>
                    </a:cubicBezTo>
                    <a:cubicBezTo>
                      <a:pt x="51101" y="228383"/>
                      <a:pt x="-43" y="177239"/>
                      <a:pt x="-43" y="114150"/>
                    </a:cubicBezTo>
                    <a:cubicBezTo>
                      <a:pt x="-43" y="51061"/>
                      <a:pt x="51101" y="-83"/>
                      <a:pt x="114190" y="-83"/>
                    </a:cubicBezTo>
                    <a:cubicBezTo>
                      <a:pt x="177279" y="-83"/>
                      <a:pt x="228423" y="51061"/>
                      <a:pt x="228423" y="114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25"/>
              <p:cNvSpPr/>
              <p:nvPr/>
            </p:nvSpPr>
            <p:spPr>
              <a:xfrm>
                <a:off x="6802887" y="1698573"/>
                <a:ext cx="3499558" cy="1047188"/>
              </a:xfrm>
              <a:custGeom>
                <a:rect b="b" l="l" r="r" t="t"/>
                <a:pathLst>
                  <a:path extrusionOk="0" h="1123771" w="3755487">
                    <a:moveTo>
                      <a:pt x="23309" y="989456"/>
                    </a:moveTo>
                    <a:lnTo>
                      <a:pt x="899478" y="113287"/>
                    </a:lnTo>
                    <a:cubicBezTo>
                      <a:pt x="932410" y="80542"/>
                      <a:pt x="970953" y="53982"/>
                      <a:pt x="1013280" y="34878"/>
                    </a:cubicBezTo>
                    <a:lnTo>
                      <a:pt x="1013280" y="34878"/>
                    </a:lnTo>
                    <a:cubicBezTo>
                      <a:pt x="1063864" y="11829"/>
                      <a:pt x="1118823" y="-94"/>
                      <a:pt x="1174414" y="-83"/>
                    </a:cubicBezTo>
                    <a:lnTo>
                      <a:pt x="3194351" y="-83"/>
                    </a:lnTo>
                    <a:cubicBezTo>
                      <a:pt x="3504233" y="-83"/>
                      <a:pt x="3755445" y="251129"/>
                      <a:pt x="3755445" y="561011"/>
                    </a:cubicBezTo>
                    <a:cubicBezTo>
                      <a:pt x="3755445" y="561256"/>
                      <a:pt x="3755445" y="561486"/>
                      <a:pt x="3755445" y="561730"/>
                    </a:cubicBezTo>
                    <a:lnTo>
                      <a:pt x="3755445" y="561730"/>
                    </a:lnTo>
                    <a:cubicBezTo>
                      <a:pt x="3755531" y="871785"/>
                      <a:pt x="3504405" y="1123284"/>
                      <a:pt x="3194351" y="1123687"/>
                    </a:cubicBezTo>
                    <a:lnTo>
                      <a:pt x="78843" y="1123687"/>
                    </a:lnTo>
                    <a:cubicBezTo>
                      <a:pt x="35538" y="1123946"/>
                      <a:pt x="218" y="1089058"/>
                      <a:pt x="-41" y="1045753"/>
                    </a:cubicBezTo>
                    <a:cubicBezTo>
                      <a:pt x="-171" y="1024604"/>
                      <a:pt x="8260" y="1004304"/>
                      <a:pt x="23309" y="9894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25"/>
              <p:cNvSpPr/>
              <p:nvPr/>
            </p:nvSpPr>
            <p:spPr>
              <a:xfrm>
                <a:off x="9306070" y="1754612"/>
                <a:ext cx="938460" cy="938460"/>
              </a:xfrm>
              <a:custGeom>
                <a:rect b="b" l="l" r="r" t="t"/>
                <a:pathLst>
                  <a:path extrusionOk="0" h="1007091" w="1007091">
                    <a:moveTo>
                      <a:pt x="1007091" y="503546"/>
                    </a:moveTo>
                    <a:cubicBezTo>
                      <a:pt x="1007091" y="781646"/>
                      <a:pt x="781646" y="1007091"/>
                      <a:pt x="503546" y="1007091"/>
                    </a:cubicBezTo>
                    <a:cubicBezTo>
                      <a:pt x="225445" y="1007091"/>
                      <a:pt x="0" y="781646"/>
                      <a:pt x="0" y="503546"/>
                    </a:cubicBezTo>
                    <a:cubicBezTo>
                      <a:pt x="0" y="225445"/>
                      <a:pt x="225445" y="0"/>
                      <a:pt x="503546" y="0"/>
                    </a:cubicBezTo>
                    <a:cubicBezTo>
                      <a:pt x="781646" y="0"/>
                      <a:pt x="1007091" y="225445"/>
                      <a:pt x="1007091" y="5035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04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0" name="Google Shape;190;p25"/>
              <p:cNvSpPr/>
              <p:nvPr/>
            </p:nvSpPr>
            <p:spPr>
              <a:xfrm rot="-1372201">
                <a:off x="9435899" y="1884649"/>
                <a:ext cx="678908" cy="678908"/>
              </a:xfrm>
              <a:custGeom>
                <a:rect b="b" l="l" r="r" t="t"/>
                <a:pathLst>
                  <a:path extrusionOk="0" h="728558" w="728558">
                    <a:moveTo>
                      <a:pt x="728516" y="364197"/>
                    </a:moveTo>
                    <a:cubicBezTo>
                      <a:pt x="728516" y="565383"/>
                      <a:pt x="565423" y="728476"/>
                      <a:pt x="364237" y="728476"/>
                    </a:cubicBezTo>
                    <a:cubicBezTo>
                      <a:pt x="163051" y="728476"/>
                      <a:pt x="-43" y="565383"/>
                      <a:pt x="-43" y="364197"/>
                    </a:cubicBezTo>
                    <a:cubicBezTo>
                      <a:pt x="-43" y="163011"/>
                      <a:pt x="163050" y="-82"/>
                      <a:pt x="364237" y="-82"/>
                    </a:cubicBezTo>
                    <a:cubicBezTo>
                      <a:pt x="565422" y="-82"/>
                      <a:pt x="728516" y="163011"/>
                      <a:pt x="728516" y="364197"/>
                    </a:cubicBezTo>
                    <a:close/>
                  </a:path>
                </a:pathLst>
              </a:custGeom>
              <a:noFill/>
              <a:ln cap="flat" cmpd="sng" w="143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5"/>
              <p:cNvSpPr/>
              <p:nvPr/>
            </p:nvSpPr>
            <p:spPr>
              <a:xfrm>
                <a:off x="6718199" y="2600433"/>
                <a:ext cx="212896" cy="212896"/>
              </a:xfrm>
              <a:custGeom>
                <a:rect b="b" l="l" r="r" t="t"/>
                <a:pathLst>
                  <a:path extrusionOk="0" h="228465" w="228465">
                    <a:moveTo>
                      <a:pt x="228466" y="114233"/>
                    </a:moveTo>
                    <a:cubicBezTo>
                      <a:pt x="228466" y="177322"/>
                      <a:pt x="177322" y="228466"/>
                      <a:pt x="114233" y="228466"/>
                    </a:cubicBezTo>
                    <a:cubicBezTo>
                      <a:pt x="51144" y="228466"/>
                      <a:pt x="0" y="177322"/>
                      <a:pt x="0" y="114233"/>
                    </a:cubicBezTo>
                    <a:cubicBezTo>
                      <a:pt x="0" y="51144"/>
                      <a:pt x="51144" y="0"/>
                      <a:pt x="114233" y="0"/>
                    </a:cubicBezTo>
                    <a:cubicBezTo>
                      <a:pt x="177322" y="0"/>
                      <a:pt x="228466" y="51144"/>
                      <a:pt x="228466" y="1142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5"/>
              <p:cNvSpPr/>
              <p:nvPr/>
            </p:nvSpPr>
            <p:spPr>
              <a:xfrm>
                <a:off x="1917173" y="5138966"/>
                <a:ext cx="3500494" cy="1049065"/>
              </a:xfrm>
              <a:custGeom>
                <a:rect b="b" l="l" r="r" t="t"/>
                <a:pathLst>
                  <a:path extrusionOk="0" h="1125785" w="3756491">
                    <a:moveTo>
                      <a:pt x="3678718" y="3371"/>
                    </a:moveTo>
                    <a:lnTo>
                      <a:pt x="2863693" y="2363"/>
                    </a:lnTo>
                    <a:lnTo>
                      <a:pt x="2743562" y="2363"/>
                    </a:lnTo>
                    <a:lnTo>
                      <a:pt x="562490" y="-82"/>
                    </a:lnTo>
                    <a:cubicBezTo>
                      <a:pt x="252210" y="-485"/>
                      <a:pt x="355" y="250727"/>
                      <a:pt x="-42" y="561012"/>
                    </a:cubicBezTo>
                    <a:lnTo>
                      <a:pt x="-42" y="561012"/>
                    </a:lnTo>
                    <a:cubicBezTo>
                      <a:pt x="-360" y="871253"/>
                      <a:pt x="250804" y="1123069"/>
                      <a:pt x="561051" y="1123544"/>
                    </a:cubicBezTo>
                    <a:lnTo>
                      <a:pt x="2580988" y="1125702"/>
                    </a:lnTo>
                    <a:cubicBezTo>
                      <a:pt x="2636580" y="1125831"/>
                      <a:pt x="2691538" y="1113962"/>
                      <a:pt x="2742123" y="1090885"/>
                    </a:cubicBezTo>
                    <a:lnTo>
                      <a:pt x="2742123" y="1090885"/>
                    </a:lnTo>
                    <a:cubicBezTo>
                      <a:pt x="2784536" y="1071736"/>
                      <a:pt x="2823151" y="1045077"/>
                      <a:pt x="2856068" y="1012188"/>
                    </a:cubicBezTo>
                    <a:lnTo>
                      <a:pt x="3733676" y="137026"/>
                    </a:lnTo>
                    <a:cubicBezTo>
                      <a:pt x="3764191" y="106296"/>
                      <a:pt x="3764018" y="56646"/>
                      <a:pt x="3733288" y="26145"/>
                    </a:cubicBezTo>
                    <a:cubicBezTo>
                      <a:pt x="3718771" y="11715"/>
                      <a:pt x="3699176" y="3543"/>
                      <a:pt x="3678718" y="33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5"/>
              <p:cNvSpPr/>
              <p:nvPr/>
            </p:nvSpPr>
            <p:spPr>
              <a:xfrm>
                <a:off x="3013160" y="5786370"/>
                <a:ext cx="1860697" cy="401928"/>
              </a:xfrm>
              <a:custGeom>
                <a:rect b="b" l="l" r="r" t="t"/>
                <a:pathLst>
                  <a:path extrusionOk="0" h="431322" w="1996773">
                    <a:moveTo>
                      <a:pt x="1996731" y="1788"/>
                    </a:moveTo>
                    <a:lnTo>
                      <a:pt x="260938" y="-82"/>
                    </a:lnTo>
                    <a:cubicBezTo>
                      <a:pt x="116967" y="-241"/>
                      <a:pt x="116" y="116352"/>
                      <a:pt x="-43" y="260322"/>
                    </a:cubicBezTo>
                    <a:lnTo>
                      <a:pt x="-43" y="429658"/>
                    </a:lnTo>
                    <a:lnTo>
                      <a:pt x="1405281" y="431240"/>
                    </a:lnTo>
                    <a:cubicBezTo>
                      <a:pt x="1508378" y="431255"/>
                      <a:pt x="1607275" y="390439"/>
                      <a:pt x="1680361" y="3177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5"/>
              <p:cNvSpPr/>
              <p:nvPr/>
            </p:nvSpPr>
            <p:spPr>
              <a:xfrm>
                <a:off x="1975734" y="5191123"/>
                <a:ext cx="938460" cy="938460"/>
              </a:xfrm>
              <a:custGeom>
                <a:rect b="b" l="l" r="r" t="t"/>
                <a:pathLst>
                  <a:path extrusionOk="0" h="1007091" w="1007091">
                    <a:moveTo>
                      <a:pt x="1007049" y="503463"/>
                    </a:moveTo>
                    <a:cubicBezTo>
                      <a:pt x="1007049" y="781564"/>
                      <a:pt x="781604" y="1007009"/>
                      <a:pt x="503503" y="1007009"/>
                    </a:cubicBezTo>
                    <a:cubicBezTo>
                      <a:pt x="225403" y="1007009"/>
                      <a:pt x="-43" y="781564"/>
                      <a:pt x="-43" y="503463"/>
                    </a:cubicBezTo>
                    <a:cubicBezTo>
                      <a:pt x="-43" y="225363"/>
                      <a:pt x="225403" y="-83"/>
                      <a:pt x="503503" y="-83"/>
                    </a:cubicBezTo>
                    <a:cubicBezTo>
                      <a:pt x="781604" y="-83"/>
                      <a:pt x="1007049" y="225363"/>
                      <a:pt x="1007049" y="50346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03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5" name="Google Shape;195;p25"/>
              <p:cNvSpPr/>
              <p:nvPr/>
            </p:nvSpPr>
            <p:spPr>
              <a:xfrm rot="-3741599">
                <a:off x="2105435" y="5321541"/>
                <a:ext cx="678908" cy="678908"/>
              </a:xfrm>
              <a:custGeom>
                <a:rect b="b" l="l" r="r" t="t"/>
                <a:pathLst>
                  <a:path extrusionOk="0" h="728558" w="728558">
                    <a:moveTo>
                      <a:pt x="728516" y="364197"/>
                    </a:moveTo>
                    <a:cubicBezTo>
                      <a:pt x="728516" y="565383"/>
                      <a:pt x="565423" y="728476"/>
                      <a:pt x="364237" y="728476"/>
                    </a:cubicBezTo>
                    <a:cubicBezTo>
                      <a:pt x="163051" y="728476"/>
                      <a:pt x="-43" y="565383"/>
                      <a:pt x="-43" y="364197"/>
                    </a:cubicBezTo>
                    <a:cubicBezTo>
                      <a:pt x="-43" y="163011"/>
                      <a:pt x="163051" y="-83"/>
                      <a:pt x="364237" y="-83"/>
                    </a:cubicBezTo>
                    <a:cubicBezTo>
                      <a:pt x="565423" y="-83"/>
                      <a:pt x="728516" y="163011"/>
                      <a:pt x="728516" y="364197"/>
                    </a:cubicBezTo>
                    <a:close/>
                  </a:path>
                </a:pathLst>
              </a:custGeom>
              <a:noFill/>
              <a:ln cap="flat" cmpd="sng" w="143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5"/>
              <p:cNvSpPr/>
              <p:nvPr/>
            </p:nvSpPr>
            <p:spPr>
              <a:xfrm rot="-799799">
                <a:off x="5261024" y="5089734"/>
                <a:ext cx="212896" cy="212896"/>
              </a:xfrm>
              <a:custGeom>
                <a:rect b="b" l="l" r="r" t="t"/>
                <a:pathLst>
                  <a:path extrusionOk="0" h="228465" w="228465">
                    <a:moveTo>
                      <a:pt x="228423" y="114150"/>
                    </a:moveTo>
                    <a:cubicBezTo>
                      <a:pt x="228423" y="177239"/>
                      <a:pt x="177279" y="228383"/>
                      <a:pt x="114190" y="228383"/>
                    </a:cubicBezTo>
                    <a:cubicBezTo>
                      <a:pt x="51101" y="228383"/>
                      <a:pt x="-43" y="177239"/>
                      <a:pt x="-43" y="114150"/>
                    </a:cubicBezTo>
                    <a:cubicBezTo>
                      <a:pt x="-43" y="51061"/>
                      <a:pt x="51101" y="-83"/>
                      <a:pt x="114190" y="-83"/>
                    </a:cubicBezTo>
                    <a:cubicBezTo>
                      <a:pt x="177279" y="-83"/>
                      <a:pt x="228423" y="51061"/>
                      <a:pt x="228423" y="114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5"/>
              <p:cNvSpPr/>
              <p:nvPr/>
            </p:nvSpPr>
            <p:spPr>
              <a:xfrm>
                <a:off x="1638986" y="3440086"/>
                <a:ext cx="3052132" cy="1046518"/>
              </a:xfrm>
              <a:custGeom>
                <a:rect b="b" l="l" r="r" t="t"/>
                <a:pathLst>
                  <a:path extrusionOk="0" h="1123052" w="3275340">
                    <a:moveTo>
                      <a:pt x="3254732" y="511088"/>
                    </a:moveTo>
                    <a:cubicBezTo>
                      <a:pt x="3282154" y="539057"/>
                      <a:pt x="3282154" y="583829"/>
                      <a:pt x="3254732" y="611797"/>
                    </a:cubicBezTo>
                    <a:lnTo>
                      <a:pt x="2856643" y="1009598"/>
                    </a:lnTo>
                    <a:cubicBezTo>
                      <a:pt x="2823755" y="1042502"/>
                      <a:pt x="2785197" y="1069204"/>
                      <a:pt x="2742842" y="1088439"/>
                    </a:cubicBezTo>
                    <a:lnTo>
                      <a:pt x="2742842" y="1088439"/>
                    </a:lnTo>
                    <a:cubicBezTo>
                      <a:pt x="2692229" y="1111372"/>
                      <a:pt x="2637270" y="1123155"/>
                      <a:pt x="2581707" y="1122968"/>
                    </a:cubicBezTo>
                    <a:lnTo>
                      <a:pt x="561914" y="1122968"/>
                    </a:lnTo>
                    <a:cubicBezTo>
                      <a:pt x="251858" y="1123055"/>
                      <a:pt x="355" y="871929"/>
                      <a:pt x="-43" y="561874"/>
                    </a:cubicBezTo>
                    <a:lnTo>
                      <a:pt x="-43" y="561874"/>
                    </a:lnTo>
                    <a:cubicBezTo>
                      <a:pt x="-43" y="251518"/>
                      <a:pt x="251555" y="-82"/>
                      <a:pt x="561914" y="-82"/>
                    </a:cubicBezTo>
                    <a:lnTo>
                      <a:pt x="2581707" y="-82"/>
                    </a:lnTo>
                    <a:cubicBezTo>
                      <a:pt x="2637270" y="-140"/>
                      <a:pt x="2692200" y="11844"/>
                      <a:pt x="2742698" y="35022"/>
                    </a:cubicBezTo>
                    <a:lnTo>
                      <a:pt x="2742698" y="35022"/>
                    </a:lnTo>
                    <a:cubicBezTo>
                      <a:pt x="2785025" y="54257"/>
                      <a:pt x="2823568" y="80917"/>
                      <a:pt x="2856500" y="1137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47D0F4"/>
                  </a:gs>
                  <a:gs pos="50000">
                    <a:srgbClr val="23C0F0"/>
                  </a:gs>
                  <a:gs pos="100000">
                    <a:srgbClr val="00B1E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5"/>
              <p:cNvSpPr/>
              <p:nvPr/>
            </p:nvSpPr>
            <p:spPr>
              <a:xfrm>
                <a:off x="1638986" y="3440086"/>
                <a:ext cx="3052132" cy="1046518"/>
              </a:xfrm>
              <a:custGeom>
                <a:rect b="b" l="l" r="r" t="t"/>
                <a:pathLst>
                  <a:path extrusionOk="0" h="1123052" w="3275340">
                    <a:moveTo>
                      <a:pt x="3254732" y="511088"/>
                    </a:moveTo>
                    <a:cubicBezTo>
                      <a:pt x="3282154" y="539057"/>
                      <a:pt x="3282154" y="583829"/>
                      <a:pt x="3254732" y="611797"/>
                    </a:cubicBezTo>
                    <a:lnTo>
                      <a:pt x="2856643" y="1009598"/>
                    </a:lnTo>
                    <a:cubicBezTo>
                      <a:pt x="2823755" y="1042502"/>
                      <a:pt x="2785197" y="1069204"/>
                      <a:pt x="2742842" y="1088439"/>
                    </a:cubicBezTo>
                    <a:lnTo>
                      <a:pt x="2742842" y="1088439"/>
                    </a:lnTo>
                    <a:cubicBezTo>
                      <a:pt x="2692229" y="1111372"/>
                      <a:pt x="2637270" y="1123155"/>
                      <a:pt x="2581707" y="1122968"/>
                    </a:cubicBezTo>
                    <a:lnTo>
                      <a:pt x="561914" y="1122968"/>
                    </a:lnTo>
                    <a:cubicBezTo>
                      <a:pt x="251858" y="1123055"/>
                      <a:pt x="355" y="871929"/>
                      <a:pt x="-43" y="561874"/>
                    </a:cubicBezTo>
                    <a:lnTo>
                      <a:pt x="-43" y="561874"/>
                    </a:lnTo>
                    <a:cubicBezTo>
                      <a:pt x="-43" y="251518"/>
                      <a:pt x="251555" y="-82"/>
                      <a:pt x="561914" y="-82"/>
                    </a:cubicBezTo>
                    <a:lnTo>
                      <a:pt x="2581707" y="-82"/>
                    </a:lnTo>
                    <a:cubicBezTo>
                      <a:pt x="2637270" y="-140"/>
                      <a:pt x="2692200" y="11844"/>
                      <a:pt x="2742698" y="35022"/>
                    </a:cubicBezTo>
                    <a:lnTo>
                      <a:pt x="2742698" y="35022"/>
                    </a:lnTo>
                    <a:cubicBezTo>
                      <a:pt x="2785025" y="54257"/>
                      <a:pt x="2823568" y="80917"/>
                      <a:pt x="2856500" y="1137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5"/>
              <p:cNvSpPr/>
              <p:nvPr/>
            </p:nvSpPr>
            <p:spPr>
              <a:xfrm>
                <a:off x="2735242" y="4085881"/>
                <a:ext cx="1860430" cy="400722"/>
              </a:xfrm>
              <a:custGeom>
                <a:rect b="b" l="l" r="r" t="t"/>
                <a:pathLst>
                  <a:path extrusionOk="0" h="430027" w="1996486">
                    <a:moveTo>
                      <a:pt x="1996444" y="-83"/>
                    </a:moveTo>
                    <a:lnTo>
                      <a:pt x="260650" y="-83"/>
                    </a:lnTo>
                    <a:cubicBezTo>
                      <a:pt x="116679" y="-83"/>
                      <a:pt x="-43" y="116639"/>
                      <a:pt x="-43" y="260610"/>
                    </a:cubicBezTo>
                    <a:lnTo>
                      <a:pt x="-43" y="429945"/>
                    </a:lnTo>
                    <a:lnTo>
                      <a:pt x="1405281" y="429945"/>
                    </a:lnTo>
                    <a:cubicBezTo>
                      <a:pt x="1508379" y="429931"/>
                      <a:pt x="1607260" y="389000"/>
                      <a:pt x="1680217" y="3161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5"/>
              <p:cNvSpPr/>
              <p:nvPr/>
            </p:nvSpPr>
            <p:spPr>
              <a:xfrm>
                <a:off x="1697521" y="3491960"/>
                <a:ext cx="938460" cy="938460"/>
              </a:xfrm>
              <a:custGeom>
                <a:rect b="b" l="l" r="r" t="t"/>
                <a:pathLst>
                  <a:path extrusionOk="0" h="1007091" w="1007091">
                    <a:moveTo>
                      <a:pt x="1007049" y="503463"/>
                    </a:moveTo>
                    <a:cubicBezTo>
                      <a:pt x="1007049" y="781564"/>
                      <a:pt x="781604" y="1007009"/>
                      <a:pt x="503503" y="1007009"/>
                    </a:cubicBezTo>
                    <a:cubicBezTo>
                      <a:pt x="225402" y="1007009"/>
                      <a:pt x="-43" y="781564"/>
                      <a:pt x="-43" y="503463"/>
                    </a:cubicBezTo>
                    <a:cubicBezTo>
                      <a:pt x="-43" y="225363"/>
                      <a:pt x="225402" y="-82"/>
                      <a:pt x="503503" y="-82"/>
                    </a:cubicBezTo>
                    <a:cubicBezTo>
                      <a:pt x="781604" y="-82"/>
                      <a:pt x="1007049" y="225363"/>
                      <a:pt x="1007049" y="50346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02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1" name="Google Shape;201;p25"/>
              <p:cNvSpPr/>
              <p:nvPr/>
            </p:nvSpPr>
            <p:spPr>
              <a:xfrm rot="-1194002">
                <a:off x="1827251" y="3621601"/>
                <a:ext cx="678908" cy="678908"/>
              </a:xfrm>
              <a:custGeom>
                <a:rect b="b" l="l" r="r" t="t"/>
                <a:pathLst>
                  <a:path extrusionOk="0" h="728558" w="728558">
                    <a:moveTo>
                      <a:pt x="728516" y="364197"/>
                    </a:moveTo>
                    <a:cubicBezTo>
                      <a:pt x="728516" y="565383"/>
                      <a:pt x="565423" y="728476"/>
                      <a:pt x="364237" y="728476"/>
                    </a:cubicBezTo>
                    <a:cubicBezTo>
                      <a:pt x="163051" y="728476"/>
                      <a:pt x="-43" y="565383"/>
                      <a:pt x="-43" y="364197"/>
                    </a:cubicBezTo>
                    <a:cubicBezTo>
                      <a:pt x="-43" y="163011"/>
                      <a:pt x="163051" y="-83"/>
                      <a:pt x="364237" y="-83"/>
                    </a:cubicBezTo>
                    <a:cubicBezTo>
                      <a:pt x="565423" y="-83"/>
                      <a:pt x="728516" y="163011"/>
                      <a:pt x="728516" y="364197"/>
                    </a:cubicBezTo>
                    <a:close/>
                  </a:path>
                </a:pathLst>
              </a:custGeom>
              <a:noFill/>
              <a:ln cap="flat" cmpd="sng" w="143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5"/>
              <p:cNvSpPr/>
              <p:nvPr/>
            </p:nvSpPr>
            <p:spPr>
              <a:xfrm rot="-2700000">
                <a:off x="4555167" y="3865681"/>
                <a:ext cx="212896" cy="212896"/>
              </a:xfrm>
              <a:custGeom>
                <a:rect b="b" l="l" r="r" t="t"/>
                <a:pathLst>
                  <a:path extrusionOk="0" h="228465" w="228465">
                    <a:moveTo>
                      <a:pt x="228424" y="114150"/>
                    </a:moveTo>
                    <a:cubicBezTo>
                      <a:pt x="228424" y="177239"/>
                      <a:pt x="177280" y="228383"/>
                      <a:pt x="114191" y="228383"/>
                    </a:cubicBezTo>
                    <a:cubicBezTo>
                      <a:pt x="51102" y="228383"/>
                      <a:pt x="-42" y="177239"/>
                      <a:pt x="-42" y="114150"/>
                    </a:cubicBezTo>
                    <a:cubicBezTo>
                      <a:pt x="-42" y="51061"/>
                      <a:pt x="51102" y="-83"/>
                      <a:pt x="114191" y="-83"/>
                    </a:cubicBezTo>
                    <a:cubicBezTo>
                      <a:pt x="177280" y="-83"/>
                      <a:pt x="228424" y="51061"/>
                      <a:pt x="228424" y="114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5"/>
              <p:cNvSpPr/>
              <p:nvPr/>
            </p:nvSpPr>
            <p:spPr>
              <a:xfrm>
                <a:off x="1889555" y="1698573"/>
                <a:ext cx="3499558" cy="1047188"/>
              </a:xfrm>
              <a:custGeom>
                <a:rect b="b" l="l" r="r" t="t"/>
                <a:pathLst>
                  <a:path extrusionOk="0" h="1123771" w="3755487">
                    <a:moveTo>
                      <a:pt x="3732093" y="989456"/>
                    </a:moveTo>
                    <a:lnTo>
                      <a:pt x="2855924" y="113287"/>
                    </a:lnTo>
                    <a:cubicBezTo>
                      <a:pt x="2822992" y="80542"/>
                      <a:pt x="2784449" y="53982"/>
                      <a:pt x="2742123" y="34878"/>
                    </a:cubicBezTo>
                    <a:lnTo>
                      <a:pt x="2742123" y="34878"/>
                    </a:lnTo>
                    <a:cubicBezTo>
                      <a:pt x="2691538" y="11829"/>
                      <a:pt x="2636579" y="-94"/>
                      <a:pt x="2580988" y="-83"/>
                    </a:cubicBezTo>
                    <a:lnTo>
                      <a:pt x="561051" y="-83"/>
                    </a:lnTo>
                    <a:cubicBezTo>
                      <a:pt x="251168" y="-83"/>
                      <a:pt x="-43" y="251129"/>
                      <a:pt x="-43" y="561011"/>
                    </a:cubicBezTo>
                    <a:cubicBezTo>
                      <a:pt x="-43" y="561256"/>
                      <a:pt x="-43" y="561486"/>
                      <a:pt x="-43" y="561730"/>
                    </a:cubicBezTo>
                    <a:lnTo>
                      <a:pt x="-43" y="561730"/>
                    </a:lnTo>
                    <a:cubicBezTo>
                      <a:pt x="-122" y="872015"/>
                      <a:pt x="251346" y="1123601"/>
                      <a:pt x="561627" y="1123687"/>
                    </a:cubicBezTo>
                    <a:cubicBezTo>
                      <a:pt x="561670" y="1123687"/>
                      <a:pt x="561727" y="1123687"/>
                      <a:pt x="561770" y="1123687"/>
                    </a:cubicBezTo>
                    <a:lnTo>
                      <a:pt x="3676559" y="1123687"/>
                    </a:lnTo>
                    <a:cubicBezTo>
                      <a:pt x="3719864" y="1123946"/>
                      <a:pt x="3755184" y="1089058"/>
                      <a:pt x="3755443" y="1045753"/>
                    </a:cubicBezTo>
                    <a:cubicBezTo>
                      <a:pt x="3755573" y="1024604"/>
                      <a:pt x="3747142" y="1004304"/>
                      <a:pt x="3732093" y="9894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5"/>
              <p:cNvSpPr/>
              <p:nvPr/>
            </p:nvSpPr>
            <p:spPr>
              <a:xfrm>
                <a:off x="1947472" y="1754612"/>
                <a:ext cx="938460" cy="938460"/>
              </a:xfrm>
              <a:custGeom>
                <a:rect b="b" l="l" r="r" t="t"/>
                <a:pathLst>
                  <a:path extrusionOk="0" h="1007091" w="1007091">
                    <a:moveTo>
                      <a:pt x="1007091" y="503546"/>
                    </a:moveTo>
                    <a:cubicBezTo>
                      <a:pt x="1007091" y="781646"/>
                      <a:pt x="781646" y="1007091"/>
                      <a:pt x="503546" y="1007091"/>
                    </a:cubicBezTo>
                    <a:cubicBezTo>
                      <a:pt x="225445" y="1007091"/>
                      <a:pt x="0" y="781646"/>
                      <a:pt x="0" y="503546"/>
                    </a:cubicBezTo>
                    <a:cubicBezTo>
                      <a:pt x="0" y="225445"/>
                      <a:pt x="225445" y="0"/>
                      <a:pt x="503546" y="0"/>
                    </a:cubicBezTo>
                    <a:cubicBezTo>
                      <a:pt x="781646" y="0"/>
                      <a:pt x="1007091" y="225445"/>
                      <a:pt x="1007091" y="5035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01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05" name="Google Shape;205;p25"/>
              <p:cNvSpPr/>
              <p:nvPr/>
            </p:nvSpPr>
            <p:spPr>
              <a:xfrm rot="-2871602">
                <a:off x="2077230" y="1884272"/>
                <a:ext cx="678908" cy="678908"/>
              </a:xfrm>
              <a:custGeom>
                <a:rect b="b" l="l" r="r" t="t"/>
                <a:pathLst>
                  <a:path extrusionOk="0" h="728558" w="728558">
                    <a:moveTo>
                      <a:pt x="728516" y="364197"/>
                    </a:moveTo>
                    <a:cubicBezTo>
                      <a:pt x="728516" y="565383"/>
                      <a:pt x="565422" y="728476"/>
                      <a:pt x="364237" y="728476"/>
                    </a:cubicBezTo>
                    <a:cubicBezTo>
                      <a:pt x="163051" y="728476"/>
                      <a:pt x="-43" y="565383"/>
                      <a:pt x="-43" y="364197"/>
                    </a:cubicBezTo>
                    <a:cubicBezTo>
                      <a:pt x="-43" y="163011"/>
                      <a:pt x="163051" y="-82"/>
                      <a:pt x="364237" y="-82"/>
                    </a:cubicBezTo>
                    <a:cubicBezTo>
                      <a:pt x="565422" y="-82"/>
                      <a:pt x="728516" y="163011"/>
                      <a:pt x="728516" y="364197"/>
                    </a:cubicBezTo>
                    <a:close/>
                  </a:path>
                </a:pathLst>
              </a:custGeom>
              <a:noFill/>
              <a:ln cap="flat" cmpd="sng" w="14375">
                <a:solidFill>
                  <a:srgbClr val="FFFFF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5"/>
              <p:cNvSpPr/>
              <p:nvPr/>
            </p:nvSpPr>
            <p:spPr>
              <a:xfrm>
                <a:off x="5260905" y="2600433"/>
                <a:ext cx="212896" cy="212896"/>
              </a:xfrm>
              <a:custGeom>
                <a:rect b="b" l="l" r="r" t="t"/>
                <a:pathLst>
                  <a:path extrusionOk="0" h="228465" w="228465">
                    <a:moveTo>
                      <a:pt x="228466" y="114233"/>
                    </a:moveTo>
                    <a:cubicBezTo>
                      <a:pt x="228466" y="177322"/>
                      <a:pt x="177322" y="228466"/>
                      <a:pt x="114233" y="228466"/>
                    </a:cubicBezTo>
                    <a:cubicBezTo>
                      <a:pt x="51144" y="228466"/>
                      <a:pt x="0" y="177322"/>
                      <a:pt x="0" y="114233"/>
                    </a:cubicBezTo>
                    <a:cubicBezTo>
                      <a:pt x="0" y="51144"/>
                      <a:pt x="51144" y="0"/>
                      <a:pt x="114233" y="0"/>
                    </a:cubicBezTo>
                    <a:cubicBezTo>
                      <a:pt x="177322" y="0"/>
                      <a:pt x="228466" y="51144"/>
                      <a:pt x="228466" y="1142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5"/>
              <p:cNvSpPr txBox="1"/>
              <p:nvPr/>
            </p:nvSpPr>
            <p:spPr>
              <a:xfrm>
                <a:off x="2943813" y="2023921"/>
                <a:ext cx="17989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Getting Started</a:t>
                </a:r>
                <a:endParaRPr/>
              </a:p>
            </p:txBody>
          </p:sp>
          <p:sp>
            <p:nvSpPr>
              <p:cNvPr id="208" name="Google Shape;208;p25"/>
              <p:cNvSpPr txBox="1"/>
              <p:nvPr/>
            </p:nvSpPr>
            <p:spPr>
              <a:xfrm>
                <a:off x="2678678" y="3765929"/>
                <a:ext cx="145792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Planning</a:t>
                </a:r>
                <a:endParaRPr/>
              </a:p>
            </p:txBody>
          </p:sp>
          <p:sp>
            <p:nvSpPr>
              <p:cNvPr id="209" name="Google Shape;209;p25"/>
              <p:cNvSpPr txBox="1"/>
              <p:nvPr/>
            </p:nvSpPr>
            <p:spPr>
              <a:xfrm>
                <a:off x="2898396" y="5306151"/>
                <a:ext cx="1878942" cy="738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Generation &amp; Evaluation of GP Options</a:t>
                </a:r>
                <a:endParaRPr sz="14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210" name="Google Shape;210;p25"/>
              <p:cNvSpPr txBox="1"/>
              <p:nvPr/>
            </p:nvSpPr>
            <p:spPr>
              <a:xfrm>
                <a:off x="7592541" y="1951173"/>
                <a:ext cx="165561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Implementation of GP Options</a:t>
                </a:r>
                <a:endParaRPr/>
              </a:p>
            </p:txBody>
          </p:sp>
          <p:sp>
            <p:nvSpPr>
              <p:cNvPr id="211" name="Google Shape;211;p25"/>
              <p:cNvSpPr txBox="1"/>
              <p:nvPr/>
            </p:nvSpPr>
            <p:spPr>
              <a:xfrm>
                <a:off x="8002902" y="3724144"/>
                <a:ext cx="145792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Monitoring and Review</a:t>
                </a:r>
                <a:endParaRPr/>
              </a:p>
            </p:txBody>
          </p:sp>
          <p:sp>
            <p:nvSpPr>
              <p:cNvPr id="212" name="Google Shape;212;p25"/>
              <p:cNvSpPr txBox="1"/>
              <p:nvPr/>
            </p:nvSpPr>
            <p:spPr>
              <a:xfrm>
                <a:off x="7815200" y="5505508"/>
                <a:ext cx="145792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chemeClr val="dk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Sustaining GP</a:t>
                </a:r>
                <a:endParaRPr/>
              </a:p>
            </p:txBody>
          </p:sp>
          <p:sp>
            <p:nvSpPr>
              <p:cNvPr id="213" name="Google Shape;213;p25"/>
              <p:cNvSpPr/>
              <p:nvPr/>
            </p:nvSpPr>
            <p:spPr>
              <a:xfrm>
                <a:off x="5448129" y="3364536"/>
                <a:ext cx="1269116" cy="126911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4" name="Google Shape;21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762558" y="3590428"/>
              <a:ext cx="628850" cy="6288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5" name="Google Shape;215;p25"/>
          <p:cNvSpPr txBox="1"/>
          <p:nvPr/>
        </p:nvSpPr>
        <p:spPr>
          <a:xfrm>
            <a:off x="0" y="57608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Green Productivity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/>
        </p:nvSpPr>
        <p:spPr>
          <a:xfrm>
            <a:off x="0" y="57608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Green Productivity</a:t>
            </a:r>
            <a:endParaRPr/>
          </a:p>
        </p:txBody>
      </p:sp>
      <p:grpSp>
        <p:nvGrpSpPr>
          <p:cNvPr id="221" name="Google Shape;221;p26"/>
          <p:cNvGrpSpPr/>
          <p:nvPr/>
        </p:nvGrpSpPr>
        <p:grpSpPr>
          <a:xfrm>
            <a:off x="1824836" y="1741715"/>
            <a:ext cx="8542329" cy="3940916"/>
            <a:chOff x="1824836" y="1741715"/>
            <a:chExt cx="8542329" cy="3940916"/>
          </a:xfrm>
        </p:grpSpPr>
        <p:sp>
          <p:nvSpPr>
            <p:cNvPr id="222" name="Google Shape;222;p26"/>
            <p:cNvSpPr/>
            <p:nvPr/>
          </p:nvSpPr>
          <p:spPr>
            <a:xfrm>
              <a:off x="1824836" y="1741715"/>
              <a:ext cx="8542329" cy="691509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1824836" y="2507259"/>
              <a:ext cx="4219485" cy="24098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GP is a strategy for enhancing productivity and environmental performance for overall socioeconomic development.</a:t>
              </a:r>
              <a:endPara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6096001" y="2507259"/>
              <a:ext cx="4219485" cy="240982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It applies appropriate techniques, technologies, &amp; management systems to produce environmentally compatible goods &amp; services.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Asian Productivity Organization</a:t>
              </a: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 flipH="1" rot="10800000">
              <a:off x="1824836" y="4991122"/>
              <a:ext cx="8542329" cy="691509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6"/>
            <p:cNvSpPr txBox="1"/>
            <p:nvPr/>
          </p:nvSpPr>
          <p:spPr>
            <a:xfrm>
              <a:off x="2501629" y="5167599"/>
              <a:ext cx="238034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Transformation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7" name="Google Shape;227;p26"/>
            <p:cNvSpPr txBox="1"/>
            <p:nvPr/>
          </p:nvSpPr>
          <p:spPr>
            <a:xfrm>
              <a:off x="5070657" y="5167599"/>
              <a:ext cx="238034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Innovation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8" name="Google Shape;228;p26"/>
            <p:cNvSpPr txBox="1"/>
            <p:nvPr/>
          </p:nvSpPr>
          <p:spPr>
            <a:xfrm>
              <a:off x="7718911" y="5167599"/>
              <a:ext cx="238034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Partnership</a:t>
              </a:r>
              <a:endParaRPr b="1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581525" y="5131737"/>
              <a:ext cx="45719" cy="41027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6969852" y="5131737"/>
              <a:ext cx="45719" cy="41027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1" name="Google Shape;231;p26"/>
            <p:cNvGrpSpPr/>
            <p:nvPr/>
          </p:nvGrpSpPr>
          <p:grpSpPr>
            <a:xfrm>
              <a:off x="4691607" y="1873248"/>
              <a:ext cx="2808786" cy="428443"/>
              <a:chOff x="5396957" y="1873247"/>
              <a:chExt cx="2808786" cy="428443"/>
            </a:xfrm>
          </p:grpSpPr>
          <p:sp>
            <p:nvSpPr>
              <p:cNvPr id="232" name="Google Shape;232;p26"/>
              <p:cNvSpPr txBox="1"/>
              <p:nvPr/>
            </p:nvSpPr>
            <p:spPr>
              <a:xfrm>
                <a:off x="5825400" y="1918191"/>
                <a:ext cx="238034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16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Green Productivity</a:t>
                </a:r>
                <a:endParaRPr/>
              </a:p>
            </p:txBody>
          </p:sp>
          <p:pic>
            <p:nvPicPr>
              <p:cNvPr id="233" name="Google Shape;233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396957" y="1873247"/>
                <a:ext cx="428443" cy="4284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/>
        </p:nvSpPr>
        <p:spPr>
          <a:xfrm>
            <a:off x="7485742" y="2890391"/>
            <a:ext cx="40132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Green Productivity</a:t>
            </a:r>
            <a:endParaRPr/>
          </a:p>
        </p:txBody>
      </p:sp>
      <p:grpSp>
        <p:nvGrpSpPr>
          <p:cNvPr id="239" name="Google Shape;239;p27"/>
          <p:cNvGrpSpPr/>
          <p:nvPr/>
        </p:nvGrpSpPr>
        <p:grpSpPr>
          <a:xfrm>
            <a:off x="890868" y="486105"/>
            <a:ext cx="5915033" cy="5885791"/>
            <a:chOff x="890868" y="486105"/>
            <a:chExt cx="5915033" cy="5885791"/>
          </a:xfrm>
        </p:grpSpPr>
        <p:grpSp>
          <p:nvGrpSpPr>
            <p:cNvPr id="240" name="Google Shape;240;p27"/>
            <p:cNvGrpSpPr/>
            <p:nvPr/>
          </p:nvGrpSpPr>
          <p:grpSpPr>
            <a:xfrm>
              <a:off x="890868" y="486105"/>
              <a:ext cx="5915033" cy="5885791"/>
              <a:chOff x="890868" y="483782"/>
              <a:chExt cx="5915033" cy="5885791"/>
            </a:xfrm>
          </p:grpSpPr>
          <p:sp>
            <p:nvSpPr>
              <p:cNvPr id="241" name="Google Shape;241;p27"/>
              <p:cNvSpPr/>
              <p:nvPr/>
            </p:nvSpPr>
            <p:spPr>
              <a:xfrm>
                <a:off x="1601208" y="1289501"/>
                <a:ext cx="4503460" cy="4503461"/>
              </a:xfrm>
              <a:custGeom>
                <a:rect b="b" l="l" r="r" t="t"/>
                <a:pathLst>
                  <a:path extrusionOk="0" h="4503461" w="4503460">
                    <a:moveTo>
                      <a:pt x="2248684" y="4503434"/>
                    </a:moveTo>
                    <a:cubicBezTo>
                      <a:pt x="1005088" y="4501761"/>
                      <a:pt x="-1690" y="3492277"/>
                      <a:pt x="-20" y="2248681"/>
                    </a:cubicBezTo>
                    <a:cubicBezTo>
                      <a:pt x="1651" y="1005086"/>
                      <a:pt x="1011134" y="-1691"/>
                      <a:pt x="2254730" y="-21"/>
                    </a:cubicBezTo>
                    <a:cubicBezTo>
                      <a:pt x="3498326" y="1649"/>
                      <a:pt x="4505110" y="1011132"/>
                      <a:pt x="4503437" y="2254728"/>
                    </a:cubicBezTo>
                    <a:cubicBezTo>
                      <a:pt x="4502217" y="3158624"/>
                      <a:pt x="3960621" y="3974190"/>
                      <a:pt x="3127968" y="4325943"/>
                    </a:cubicBezTo>
                    <a:cubicBezTo>
                      <a:pt x="2849794" y="4443621"/>
                      <a:pt x="2550731" y="4503992"/>
                      <a:pt x="2248684" y="4503434"/>
                    </a:cubicBezTo>
                    <a:close/>
                    <a:moveTo>
                      <a:pt x="2248684" y="129461"/>
                    </a:moveTo>
                    <a:cubicBezTo>
                      <a:pt x="1082403" y="129461"/>
                      <a:pt x="133836" y="1078288"/>
                      <a:pt x="133836" y="2244309"/>
                    </a:cubicBezTo>
                    <a:cubicBezTo>
                      <a:pt x="133836" y="3410330"/>
                      <a:pt x="1082663" y="4359158"/>
                      <a:pt x="2248684" y="4359158"/>
                    </a:cubicBezTo>
                    <a:cubicBezTo>
                      <a:pt x="3414705" y="4359158"/>
                      <a:pt x="4363532" y="3410330"/>
                      <a:pt x="4363532" y="2244309"/>
                    </a:cubicBezTo>
                    <a:cubicBezTo>
                      <a:pt x="4363532" y="1078288"/>
                      <a:pt x="3414835" y="129461"/>
                      <a:pt x="2248684" y="12946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43000">
                    <a:srgbClr val="FDFDFD"/>
                  </a:gs>
                  <a:gs pos="66000">
                    <a:srgbClr val="F6F6F5"/>
                  </a:gs>
                  <a:gs pos="83000">
                    <a:srgbClr val="EAEAE8"/>
                  </a:gs>
                  <a:gs pos="98000">
                    <a:srgbClr val="D8D8D5"/>
                  </a:gs>
                  <a:gs pos="100000">
                    <a:srgbClr val="D6D6D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27"/>
              <p:cNvSpPr/>
              <p:nvPr/>
            </p:nvSpPr>
            <p:spPr>
              <a:xfrm>
                <a:off x="3488055" y="4090830"/>
                <a:ext cx="698418" cy="313464"/>
              </a:xfrm>
              <a:custGeom>
                <a:rect b="b" l="l" r="r" t="t"/>
                <a:pathLst>
                  <a:path extrusionOk="0" h="313464" w="698418">
                    <a:moveTo>
                      <a:pt x="355221" y="52653"/>
                    </a:moveTo>
                    <a:cubicBezTo>
                      <a:pt x="270250" y="52680"/>
                      <a:pt x="186240" y="34723"/>
                      <a:pt x="108705" y="-23"/>
                    </a:cubicBezTo>
                    <a:lnTo>
                      <a:pt x="-22" y="234945"/>
                    </a:lnTo>
                    <a:cubicBezTo>
                      <a:pt x="113025" y="286766"/>
                      <a:pt x="235933" y="313532"/>
                      <a:pt x="360281" y="313441"/>
                    </a:cubicBezTo>
                    <a:lnTo>
                      <a:pt x="362357" y="313441"/>
                    </a:lnTo>
                    <a:cubicBezTo>
                      <a:pt x="477830" y="313325"/>
                      <a:pt x="592097" y="290023"/>
                      <a:pt x="698397" y="244936"/>
                    </a:cubicBezTo>
                    <a:lnTo>
                      <a:pt x="596677" y="2831"/>
                    </a:lnTo>
                    <a:cubicBezTo>
                      <a:pt x="520477" y="35890"/>
                      <a:pt x="438283" y="52848"/>
                      <a:pt x="355221" y="5265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27"/>
              <p:cNvSpPr/>
              <p:nvPr/>
            </p:nvSpPr>
            <p:spPr>
              <a:xfrm>
                <a:off x="4084105" y="3765299"/>
                <a:ext cx="575939" cy="570360"/>
              </a:xfrm>
              <a:custGeom>
                <a:rect b="b" l="l" r="r" t="t"/>
                <a:pathLst>
                  <a:path extrusionOk="0" h="570360" w="575939">
                    <a:moveTo>
                      <a:pt x="-22" y="328232"/>
                    </a:moveTo>
                    <a:lnTo>
                      <a:pt x="101568" y="570337"/>
                    </a:lnTo>
                    <a:cubicBezTo>
                      <a:pt x="320384" y="476791"/>
                      <a:pt x="491648" y="298170"/>
                      <a:pt x="575917" y="75618"/>
                    </a:cubicBezTo>
                    <a:lnTo>
                      <a:pt x="320189" y="-23"/>
                    </a:lnTo>
                    <a:cubicBezTo>
                      <a:pt x="260454" y="147043"/>
                      <a:pt x="145513" y="264878"/>
                      <a:pt x="-22" y="328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27"/>
              <p:cNvSpPr/>
              <p:nvPr/>
            </p:nvSpPr>
            <p:spPr>
              <a:xfrm>
                <a:off x="3025902" y="3732993"/>
                <a:ext cx="570619" cy="592806"/>
              </a:xfrm>
              <a:custGeom>
                <a:rect b="b" l="l" r="r" t="t"/>
                <a:pathLst>
                  <a:path extrusionOk="0" h="592806" w="570619">
                    <a:moveTo>
                      <a:pt x="244158" y="-23"/>
                    </a:moveTo>
                    <a:lnTo>
                      <a:pt x="-22" y="81587"/>
                    </a:lnTo>
                    <a:cubicBezTo>
                      <a:pt x="77060" y="308278"/>
                      <a:pt x="244133" y="493191"/>
                      <a:pt x="461871" y="592783"/>
                    </a:cubicBezTo>
                    <a:lnTo>
                      <a:pt x="570598" y="357815"/>
                    </a:lnTo>
                    <a:cubicBezTo>
                      <a:pt x="416876" y="288946"/>
                      <a:pt x="298652" y="159356"/>
                      <a:pt x="244158" y="-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27"/>
              <p:cNvSpPr/>
              <p:nvPr/>
            </p:nvSpPr>
            <p:spPr>
              <a:xfrm>
                <a:off x="3849395" y="2669211"/>
                <a:ext cx="707500" cy="536886"/>
              </a:xfrm>
              <a:custGeom>
                <a:rect b="b" l="l" r="r" t="t"/>
                <a:pathLst>
                  <a:path extrusionOk="0" h="536886" w="707500">
                    <a:moveTo>
                      <a:pt x="499886" y="536863"/>
                    </a:moveTo>
                    <a:lnTo>
                      <a:pt x="707479" y="369232"/>
                    </a:lnTo>
                    <a:cubicBezTo>
                      <a:pt x="620472" y="245624"/>
                      <a:pt x="502845" y="146719"/>
                      <a:pt x="366119" y="82235"/>
                    </a:cubicBezTo>
                    <a:cubicBezTo>
                      <a:pt x="251580" y="28300"/>
                      <a:pt x="126584" y="210"/>
                      <a:pt x="-22" y="-23"/>
                    </a:cubicBezTo>
                    <a:lnTo>
                      <a:pt x="-22" y="263879"/>
                    </a:lnTo>
                    <a:cubicBezTo>
                      <a:pt x="201719" y="265786"/>
                      <a:pt x="389214" y="368181"/>
                      <a:pt x="499886" y="53686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7"/>
              <p:cNvSpPr/>
              <p:nvPr/>
            </p:nvSpPr>
            <p:spPr>
              <a:xfrm>
                <a:off x="4349693" y="3037428"/>
                <a:ext cx="366141" cy="802993"/>
              </a:xfrm>
              <a:custGeom>
                <a:rect b="b" l="l" r="r" t="t"/>
                <a:pathLst>
                  <a:path extrusionOk="0" h="802993" w="366141">
                    <a:moveTo>
                      <a:pt x="321876" y="227031"/>
                    </a:moveTo>
                    <a:cubicBezTo>
                      <a:pt x="295148" y="146135"/>
                      <a:pt x="256627" y="69637"/>
                      <a:pt x="207570" y="-23"/>
                    </a:cubicBezTo>
                    <a:lnTo>
                      <a:pt x="-22" y="167608"/>
                    </a:lnTo>
                    <a:cubicBezTo>
                      <a:pt x="109275" y="333760"/>
                      <a:pt x="129892" y="543039"/>
                      <a:pt x="55120" y="727329"/>
                    </a:cubicBezTo>
                    <a:lnTo>
                      <a:pt x="310848" y="802971"/>
                    </a:lnTo>
                    <a:cubicBezTo>
                      <a:pt x="380404" y="617772"/>
                      <a:pt x="384426" y="414331"/>
                      <a:pt x="322265" y="2265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27"/>
              <p:cNvSpPr/>
              <p:nvPr/>
            </p:nvSpPr>
            <p:spPr>
              <a:xfrm>
                <a:off x="3155388" y="2668692"/>
                <a:ext cx="694396" cy="530268"/>
              </a:xfrm>
              <a:custGeom>
                <a:rect b="b" l="l" r="r" t="t"/>
                <a:pathLst>
                  <a:path extrusionOk="0" h="530268" w="694396">
                    <a:moveTo>
                      <a:pt x="687888" y="263749"/>
                    </a:moveTo>
                    <a:lnTo>
                      <a:pt x="694375" y="263749"/>
                    </a:lnTo>
                    <a:lnTo>
                      <a:pt x="694375" y="-23"/>
                    </a:lnTo>
                    <a:lnTo>
                      <a:pt x="692948" y="-23"/>
                    </a:lnTo>
                    <a:cubicBezTo>
                      <a:pt x="420353" y="-127"/>
                      <a:pt x="163613" y="128126"/>
                      <a:pt x="-22" y="346137"/>
                    </a:cubicBezTo>
                    <a:lnTo>
                      <a:pt x="186811" y="530246"/>
                    </a:lnTo>
                    <a:cubicBezTo>
                      <a:pt x="299223" y="363718"/>
                      <a:pt x="486977" y="263866"/>
                      <a:pt x="687888" y="2637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>
                <a:off x="2980617" y="3014852"/>
                <a:ext cx="361733" cy="799749"/>
              </a:xfrm>
              <a:custGeom>
                <a:rect b="b" l="l" r="r" t="t"/>
                <a:pathLst>
                  <a:path extrusionOk="0" h="799749" w="361733">
                    <a:moveTo>
                      <a:pt x="257915" y="523110"/>
                    </a:moveTo>
                    <a:cubicBezTo>
                      <a:pt x="257734" y="402252"/>
                      <a:pt x="293894" y="284132"/>
                      <a:pt x="361712" y="184085"/>
                    </a:cubicBezTo>
                    <a:lnTo>
                      <a:pt x="174878" y="-23"/>
                    </a:lnTo>
                    <a:cubicBezTo>
                      <a:pt x="1967" y="228705"/>
                      <a:pt x="-46299" y="528274"/>
                      <a:pt x="46041" y="799727"/>
                    </a:cubicBezTo>
                    <a:lnTo>
                      <a:pt x="290222" y="718117"/>
                    </a:lnTo>
                    <a:cubicBezTo>
                      <a:pt x="268853" y="655320"/>
                      <a:pt x="257941" y="589436"/>
                      <a:pt x="257915" y="5231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 rot="-2700000">
                <a:off x="3100324" y="2763059"/>
                <a:ext cx="1494666" cy="1494666"/>
              </a:xfrm>
              <a:custGeom>
                <a:rect b="b" l="l" r="r" t="t"/>
                <a:pathLst>
                  <a:path extrusionOk="0" h="1494666" w="1494666">
                    <a:moveTo>
                      <a:pt x="1494644" y="747310"/>
                    </a:moveTo>
                    <a:cubicBezTo>
                      <a:pt x="1494644" y="1160051"/>
                      <a:pt x="1160052" y="1494643"/>
                      <a:pt x="747311" y="1494643"/>
                    </a:cubicBezTo>
                    <a:cubicBezTo>
                      <a:pt x="334570" y="1494643"/>
                      <a:pt x="-22" y="1160051"/>
                      <a:pt x="-22" y="747310"/>
                    </a:cubicBezTo>
                    <a:cubicBezTo>
                      <a:pt x="-22" y="334569"/>
                      <a:pt x="334570" y="-23"/>
                      <a:pt x="747311" y="-23"/>
                    </a:cubicBezTo>
                    <a:cubicBezTo>
                      <a:pt x="1160052" y="-23"/>
                      <a:pt x="1494644" y="334569"/>
                      <a:pt x="1494644" y="7473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27"/>
              <p:cNvSpPr/>
              <p:nvPr/>
            </p:nvSpPr>
            <p:spPr>
              <a:xfrm>
                <a:off x="3684878" y="2538947"/>
                <a:ext cx="341230" cy="341230"/>
              </a:xfrm>
              <a:custGeom>
                <a:rect b="b" l="l" r="r" t="t"/>
                <a:pathLst>
                  <a:path extrusionOk="0" h="341230" w="341230">
                    <a:moveTo>
                      <a:pt x="170463" y="341207"/>
                    </a:moveTo>
                    <a:cubicBezTo>
                      <a:pt x="76229" y="341129"/>
                      <a:pt x="-100" y="264696"/>
                      <a:pt x="-22" y="170462"/>
                    </a:cubicBezTo>
                    <a:cubicBezTo>
                      <a:pt x="56" y="76228"/>
                      <a:pt x="76489" y="-101"/>
                      <a:pt x="170723" y="-23"/>
                    </a:cubicBezTo>
                    <a:cubicBezTo>
                      <a:pt x="264905" y="55"/>
                      <a:pt x="341208" y="76410"/>
                      <a:pt x="341208" y="170592"/>
                    </a:cubicBezTo>
                    <a:cubicBezTo>
                      <a:pt x="341065" y="264813"/>
                      <a:pt x="264684" y="341129"/>
                      <a:pt x="170463" y="3412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7"/>
              <p:cNvSpPr txBox="1"/>
              <p:nvPr/>
            </p:nvSpPr>
            <p:spPr>
              <a:xfrm>
                <a:off x="3685421" y="2582431"/>
                <a:ext cx="319318" cy="238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2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01</a:t>
                </a:r>
                <a:endParaRPr/>
              </a:p>
            </p:txBody>
          </p:sp>
          <p:sp>
            <p:nvSpPr>
              <p:cNvPr id="252" name="Google Shape;252;p27"/>
              <p:cNvSpPr/>
              <p:nvPr/>
            </p:nvSpPr>
            <p:spPr>
              <a:xfrm>
                <a:off x="3007391" y="483782"/>
                <a:ext cx="1678991" cy="1956691"/>
              </a:xfrm>
              <a:custGeom>
                <a:rect b="b" l="l" r="r" t="t"/>
                <a:pathLst>
                  <a:path extrusionOk="0" h="1956691" w="1678991">
                    <a:moveTo>
                      <a:pt x="1255351" y="1562889"/>
                    </a:moveTo>
                    <a:lnTo>
                      <a:pt x="1258854" y="1560813"/>
                    </a:lnTo>
                    <a:cubicBezTo>
                      <a:pt x="1518786" y="1411917"/>
                      <a:pt x="1679086" y="1135222"/>
                      <a:pt x="1678969" y="835666"/>
                    </a:cubicBezTo>
                    <a:lnTo>
                      <a:pt x="1676504" y="833331"/>
                    </a:lnTo>
                    <a:cubicBezTo>
                      <a:pt x="1674792" y="372579"/>
                      <a:pt x="1300788" y="-26"/>
                      <a:pt x="840036" y="-23"/>
                    </a:cubicBezTo>
                    <a:lnTo>
                      <a:pt x="826283" y="-23"/>
                    </a:lnTo>
                    <a:lnTo>
                      <a:pt x="820964" y="-23"/>
                    </a:lnTo>
                    <a:lnTo>
                      <a:pt x="809157" y="-23"/>
                    </a:lnTo>
                    <a:lnTo>
                      <a:pt x="803708" y="-23"/>
                    </a:lnTo>
                    <a:cubicBezTo>
                      <a:pt x="342022" y="18137"/>
                      <a:pt x="-17515" y="407127"/>
                      <a:pt x="636" y="868810"/>
                    </a:cubicBezTo>
                    <a:cubicBezTo>
                      <a:pt x="15687" y="1251435"/>
                      <a:pt x="288593" y="1574994"/>
                      <a:pt x="663193" y="1654359"/>
                    </a:cubicBezTo>
                    <a:lnTo>
                      <a:pt x="834976" y="1951865"/>
                    </a:lnTo>
                    <a:cubicBezTo>
                      <a:pt x="837558" y="1956419"/>
                      <a:pt x="843332" y="1958015"/>
                      <a:pt x="847886" y="1955433"/>
                    </a:cubicBezTo>
                    <a:cubicBezTo>
                      <a:pt x="849378" y="1954590"/>
                      <a:pt x="850610" y="1953357"/>
                      <a:pt x="851454" y="1951865"/>
                    </a:cubicBezTo>
                    <a:lnTo>
                      <a:pt x="1024015" y="1652802"/>
                    </a:lnTo>
                    <a:cubicBezTo>
                      <a:pt x="1104302" y="1634741"/>
                      <a:pt x="1181474" y="1604874"/>
                      <a:pt x="1253016" y="156418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7"/>
              <p:cNvSpPr/>
              <p:nvPr/>
            </p:nvSpPr>
            <p:spPr>
              <a:xfrm>
                <a:off x="3007902" y="518423"/>
                <a:ext cx="1678480" cy="1956691"/>
              </a:xfrm>
              <a:custGeom>
                <a:rect b="b" l="l" r="r" t="t"/>
                <a:pathLst>
                  <a:path extrusionOk="0" h="1956691" w="1678480">
                    <a:moveTo>
                      <a:pt x="1254840" y="1562889"/>
                    </a:moveTo>
                    <a:lnTo>
                      <a:pt x="1258343" y="1560813"/>
                    </a:lnTo>
                    <a:cubicBezTo>
                      <a:pt x="1518275" y="1411917"/>
                      <a:pt x="1678575" y="1135222"/>
                      <a:pt x="1678458" y="835666"/>
                    </a:cubicBezTo>
                    <a:lnTo>
                      <a:pt x="1675993" y="833331"/>
                    </a:lnTo>
                    <a:cubicBezTo>
                      <a:pt x="1674280" y="372579"/>
                      <a:pt x="1300276" y="-26"/>
                      <a:pt x="839525" y="-23"/>
                    </a:cubicBezTo>
                    <a:lnTo>
                      <a:pt x="820453" y="-23"/>
                    </a:lnTo>
                    <a:lnTo>
                      <a:pt x="808646" y="-23"/>
                    </a:lnTo>
                    <a:lnTo>
                      <a:pt x="803197" y="-23"/>
                    </a:lnTo>
                    <a:cubicBezTo>
                      <a:pt x="341524" y="18421"/>
                      <a:pt x="-17780" y="407633"/>
                      <a:pt x="657" y="869305"/>
                    </a:cubicBezTo>
                    <a:cubicBezTo>
                      <a:pt x="15928" y="1251526"/>
                      <a:pt x="288510" y="1574708"/>
                      <a:pt x="662682" y="1654229"/>
                    </a:cubicBezTo>
                    <a:lnTo>
                      <a:pt x="834465" y="1951865"/>
                    </a:lnTo>
                    <a:cubicBezTo>
                      <a:pt x="837047" y="1956419"/>
                      <a:pt x="842821" y="1958015"/>
                      <a:pt x="847375" y="1955433"/>
                    </a:cubicBezTo>
                    <a:cubicBezTo>
                      <a:pt x="848867" y="1954590"/>
                      <a:pt x="850099" y="1953357"/>
                      <a:pt x="850943" y="1951865"/>
                    </a:cubicBezTo>
                    <a:lnTo>
                      <a:pt x="1023504" y="1652672"/>
                    </a:lnTo>
                    <a:cubicBezTo>
                      <a:pt x="1103816" y="1634664"/>
                      <a:pt x="1180989" y="1604796"/>
                      <a:pt x="1252505" y="15640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27"/>
              <p:cNvSpPr/>
              <p:nvPr/>
            </p:nvSpPr>
            <p:spPr>
              <a:xfrm>
                <a:off x="3167978" y="676064"/>
                <a:ext cx="1358817" cy="1493887"/>
              </a:xfrm>
              <a:custGeom>
                <a:rect b="b" l="l" r="r" t="t"/>
                <a:pathLst>
                  <a:path extrusionOk="0" h="1493887" w="1358817">
                    <a:moveTo>
                      <a:pt x="604067" y="1357502"/>
                    </a:moveTo>
                    <a:lnTo>
                      <a:pt x="535821" y="1342841"/>
                    </a:lnTo>
                    <a:cubicBezTo>
                      <a:pt x="385472" y="1310041"/>
                      <a:pt x="250641" y="1227367"/>
                      <a:pt x="153202" y="1108261"/>
                    </a:cubicBezTo>
                    <a:cubicBezTo>
                      <a:pt x="-84115" y="817748"/>
                      <a:pt x="-41000" y="389863"/>
                      <a:pt x="249512" y="152544"/>
                    </a:cubicBezTo>
                    <a:cubicBezTo>
                      <a:pt x="363014" y="59828"/>
                      <a:pt x="503450" y="6310"/>
                      <a:pt x="649867" y="-23"/>
                    </a:cubicBezTo>
                    <a:lnTo>
                      <a:pt x="654408" y="-23"/>
                    </a:lnTo>
                    <a:lnTo>
                      <a:pt x="662842" y="-23"/>
                    </a:lnTo>
                    <a:lnTo>
                      <a:pt x="679579" y="-23"/>
                    </a:lnTo>
                    <a:cubicBezTo>
                      <a:pt x="1053674" y="-97"/>
                      <a:pt x="1357368" y="302382"/>
                      <a:pt x="1358796" y="676469"/>
                    </a:cubicBezTo>
                    <a:lnTo>
                      <a:pt x="1358796" y="732649"/>
                    </a:lnTo>
                    <a:cubicBezTo>
                      <a:pt x="1340463" y="955603"/>
                      <a:pt x="1213779" y="1155333"/>
                      <a:pt x="1019901" y="1266940"/>
                    </a:cubicBezTo>
                    <a:lnTo>
                      <a:pt x="1016787" y="1268756"/>
                    </a:lnTo>
                    <a:lnTo>
                      <a:pt x="1014711" y="1269924"/>
                    </a:lnTo>
                    <a:cubicBezTo>
                      <a:pt x="956715" y="1302931"/>
                      <a:pt x="894152" y="1327154"/>
                      <a:pt x="829046" y="1341803"/>
                    </a:cubicBezTo>
                    <a:lnTo>
                      <a:pt x="761708" y="1356853"/>
                    </a:lnTo>
                    <a:lnTo>
                      <a:pt x="682563" y="149386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Resource Pricing &amp; Availability</a:t>
                </a:r>
                <a:endParaRPr/>
              </a:p>
            </p:txBody>
          </p:sp>
          <p:sp>
            <p:nvSpPr>
              <p:cNvPr id="255" name="Google Shape;255;p27"/>
              <p:cNvSpPr/>
              <p:nvPr/>
            </p:nvSpPr>
            <p:spPr>
              <a:xfrm rot="-4849199">
                <a:off x="4447721" y="3646412"/>
                <a:ext cx="341230" cy="341230"/>
              </a:xfrm>
              <a:custGeom>
                <a:rect b="b" l="l" r="r" t="t"/>
                <a:pathLst>
                  <a:path extrusionOk="0" h="341230" w="341230">
                    <a:moveTo>
                      <a:pt x="341208" y="170592"/>
                    </a:moveTo>
                    <a:cubicBezTo>
                      <a:pt x="341208" y="264820"/>
                      <a:pt x="264821" y="341207"/>
                      <a:pt x="170593" y="341207"/>
                    </a:cubicBezTo>
                    <a:cubicBezTo>
                      <a:pt x="76365" y="341207"/>
                      <a:pt x="-22" y="264820"/>
                      <a:pt x="-22" y="170592"/>
                    </a:cubicBezTo>
                    <a:cubicBezTo>
                      <a:pt x="-22" y="76364"/>
                      <a:pt x="76365" y="-23"/>
                      <a:pt x="170593" y="-23"/>
                    </a:cubicBezTo>
                    <a:cubicBezTo>
                      <a:pt x="264821" y="-23"/>
                      <a:pt x="341208" y="76364"/>
                      <a:pt x="341208" y="17059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27"/>
              <p:cNvSpPr txBox="1"/>
              <p:nvPr/>
            </p:nvSpPr>
            <p:spPr>
              <a:xfrm>
                <a:off x="4450229" y="3694997"/>
                <a:ext cx="340158" cy="238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2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03</a:t>
                </a:r>
                <a:endParaRPr/>
              </a:p>
            </p:txBody>
          </p:sp>
          <p:sp>
            <p:nvSpPr>
              <p:cNvPr id="257" name="Google Shape;257;p27"/>
              <p:cNvSpPr/>
              <p:nvPr/>
            </p:nvSpPr>
            <p:spPr>
              <a:xfrm>
                <a:off x="4863230" y="3211079"/>
                <a:ext cx="1942361" cy="1671562"/>
              </a:xfrm>
              <a:custGeom>
                <a:rect b="b" l="l" r="r" t="t"/>
                <a:pathLst>
                  <a:path extrusionOk="0" h="1671562" w="1942361">
                    <a:moveTo>
                      <a:pt x="972933" y="1660665"/>
                    </a:moveTo>
                    <a:cubicBezTo>
                      <a:pt x="1428534" y="1734451"/>
                      <a:pt x="1857692" y="1424918"/>
                      <a:pt x="1931466" y="969318"/>
                    </a:cubicBezTo>
                    <a:cubicBezTo>
                      <a:pt x="2005252" y="513704"/>
                      <a:pt x="1695718" y="84559"/>
                      <a:pt x="1240118" y="10785"/>
                    </a:cubicBezTo>
                    <a:cubicBezTo>
                      <a:pt x="853697" y="-51791"/>
                      <a:pt x="475620" y="162250"/>
                      <a:pt x="330435" y="525783"/>
                    </a:cubicBezTo>
                    <a:lnTo>
                      <a:pt x="6071" y="648652"/>
                    </a:lnTo>
                    <a:cubicBezTo>
                      <a:pt x="1141" y="650585"/>
                      <a:pt x="-1298" y="656165"/>
                      <a:pt x="648" y="661095"/>
                    </a:cubicBezTo>
                    <a:cubicBezTo>
                      <a:pt x="1245" y="662613"/>
                      <a:pt x="2218" y="663962"/>
                      <a:pt x="3476" y="665000"/>
                    </a:cubicBezTo>
                    <a:lnTo>
                      <a:pt x="272049" y="884140"/>
                    </a:lnTo>
                    <a:cubicBezTo>
                      <a:pt x="294910" y="1275218"/>
                      <a:pt x="586240" y="1597986"/>
                      <a:pt x="972933" y="16606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7"/>
              <p:cNvSpPr/>
              <p:nvPr/>
            </p:nvSpPr>
            <p:spPr>
              <a:xfrm>
                <a:off x="4862947" y="3245486"/>
                <a:ext cx="1942954" cy="1671822"/>
              </a:xfrm>
              <a:custGeom>
                <a:rect b="b" l="l" r="r" t="t"/>
                <a:pathLst>
                  <a:path extrusionOk="0" h="1671822" w="1942954">
                    <a:moveTo>
                      <a:pt x="973215" y="1660900"/>
                    </a:moveTo>
                    <a:cubicBezTo>
                      <a:pt x="1428881" y="1734777"/>
                      <a:pt x="1858156" y="1425283"/>
                      <a:pt x="1932033" y="969630"/>
                    </a:cubicBezTo>
                    <a:cubicBezTo>
                      <a:pt x="2005910" y="513965"/>
                      <a:pt x="1696416" y="84690"/>
                      <a:pt x="1240763" y="10813"/>
                    </a:cubicBezTo>
                    <a:cubicBezTo>
                      <a:pt x="854174" y="-51867"/>
                      <a:pt x="475902" y="162290"/>
                      <a:pt x="330717" y="526018"/>
                    </a:cubicBezTo>
                    <a:lnTo>
                      <a:pt x="5316" y="621122"/>
                    </a:lnTo>
                    <a:cubicBezTo>
                      <a:pt x="-1431" y="623716"/>
                      <a:pt x="-1690" y="660045"/>
                      <a:pt x="4018" y="665105"/>
                    </a:cubicBezTo>
                    <a:lnTo>
                      <a:pt x="272591" y="884245"/>
                    </a:lnTo>
                    <a:cubicBezTo>
                      <a:pt x="295465" y="1275245"/>
                      <a:pt x="586627" y="1598013"/>
                      <a:pt x="973215" y="16609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27"/>
              <p:cNvSpPr/>
              <p:nvPr/>
            </p:nvSpPr>
            <p:spPr>
              <a:xfrm>
                <a:off x="5165013" y="3402013"/>
                <a:ext cx="1484657" cy="1357914"/>
              </a:xfrm>
              <a:custGeom>
                <a:rect b="b" l="l" r="r" t="t"/>
                <a:pathLst>
                  <a:path extrusionOk="0" h="1357914" w="1484657">
                    <a:moveTo>
                      <a:pt x="806085" y="1357891"/>
                    </a:moveTo>
                    <a:cubicBezTo>
                      <a:pt x="769315" y="1357878"/>
                      <a:pt x="732610" y="1354894"/>
                      <a:pt x="696321" y="1348939"/>
                    </a:cubicBezTo>
                    <a:cubicBezTo>
                      <a:pt x="542495" y="1324702"/>
                      <a:pt x="401929" y="1247633"/>
                      <a:pt x="298781" y="1130966"/>
                    </a:cubicBezTo>
                    <a:cubicBezTo>
                      <a:pt x="197061" y="1016687"/>
                      <a:pt x="136781" y="871489"/>
                      <a:pt x="127647" y="718766"/>
                    </a:cubicBezTo>
                    <a:lnTo>
                      <a:pt x="123625" y="649612"/>
                    </a:lnTo>
                    <a:lnTo>
                      <a:pt x="-22" y="548670"/>
                    </a:lnTo>
                    <a:lnTo>
                      <a:pt x="149444" y="491711"/>
                    </a:lnTo>
                    <a:lnTo>
                      <a:pt x="175393" y="426839"/>
                    </a:lnTo>
                    <a:cubicBezTo>
                      <a:pt x="278398" y="169541"/>
                      <a:pt x="527379" y="613"/>
                      <a:pt x="804528" y="-23"/>
                    </a:cubicBezTo>
                    <a:cubicBezTo>
                      <a:pt x="840766" y="29"/>
                      <a:pt x="876952" y="2935"/>
                      <a:pt x="912736" y="8670"/>
                    </a:cubicBezTo>
                    <a:cubicBezTo>
                      <a:pt x="1282770" y="67561"/>
                      <a:pt x="1534994" y="415279"/>
                      <a:pt x="1476103" y="785312"/>
                    </a:cubicBezTo>
                    <a:cubicBezTo>
                      <a:pt x="1423712" y="1114502"/>
                      <a:pt x="1139933" y="1356866"/>
                      <a:pt x="806604" y="13571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Market Image</a:t>
                </a:r>
                <a:endParaRPr/>
              </a:p>
            </p:txBody>
          </p:sp>
          <p:sp>
            <p:nvSpPr>
              <p:cNvPr id="260" name="Google Shape;260;p27"/>
              <p:cNvSpPr/>
              <p:nvPr/>
            </p:nvSpPr>
            <p:spPr>
              <a:xfrm>
                <a:off x="3997694" y="4114573"/>
                <a:ext cx="341229" cy="341230"/>
              </a:xfrm>
              <a:custGeom>
                <a:rect b="b" l="l" r="r" t="t"/>
                <a:pathLst>
                  <a:path extrusionOk="0" h="341230" w="341229">
                    <a:moveTo>
                      <a:pt x="170593" y="341207"/>
                    </a:moveTo>
                    <a:cubicBezTo>
                      <a:pt x="76359" y="341207"/>
                      <a:pt x="-22" y="264826"/>
                      <a:pt x="-22" y="170592"/>
                    </a:cubicBezTo>
                    <a:cubicBezTo>
                      <a:pt x="-22" y="76358"/>
                      <a:pt x="76359" y="-23"/>
                      <a:pt x="170593" y="-23"/>
                    </a:cubicBezTo>
                    <a:cubicBezTo>
                      <a:pt x="264827" y="-23"/>
                      <a:pt x="341208" y="76358"/>
                      <a:pt x="341208" y="170592"/>
                    </a:cubicBezTo>
                    <a:cubicBezTo>
                      <a:pt x="341065" y="264761"/>
                      <a:pt x="264762" y="341064"/>
                      <a:pt x="170593" y="3412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7"/>
              <p:cNvSpPr txBox="1"/>
              <p:nvPr/>
            </p:nvSpPr>
            <p:spPr>
              <a:xfrm>
                <a:off x="3990510" y="4168567"/>
                <a:ext cx="351379" cy="238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2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04</a:t>
                </a:r>
                <a:endParaRPr/>
              </a:p>
            </p:txBody>
          </p:sp>
          <p:sp>
            <p:nvSpPr>
              <p:cNvPr id="262" name="Google Shape;262;p27"/>
              <p:cNvSpPr/>
              <p:nvPr/>
            </p:nvSpPr>
            <p:spPr>
              <a:xfrm>
                <a:off x="3926481" y="4489575"/>
                <a:ext cx="1671925" cy="1845374"/>
              </a:xfrm>
              <a:custGeom>
                <a:rect b="b" l="l" r="r" t="t"/>
                <a:pathLst>
                  <a:path extrusionOk="0" h="1845374" w="1671925">
                    <a:moveTo>
                      <a:pt x="84425" y="1375240"/>
                    </a:moveTo>
                    <a:cubicBezTo>
                      <a:pt x="286503" y="1790269"/>
                      <a:pt x="786775" y="1962895"/>
                      <a:pt x="1201791" y="1760817"/>
                    </a:cubicBezTo>
                    <a:cubicBezTo>
                      <a:pt x="1616821" y="1558738"/>
                      <a:pt x="1789447" y="1058467"/>
                      <a:pt x="1587369" y="643437"/>
                    </a:cubicBezTo>
                    <a:cubicBezTo>
                      <a:pt x="1415975" y="291438"/>
                      <a:pt x="1023197" y="105579"/>
                      <a:pt x="642330" y="196244"/>
                    </a:cubicBezTo>
                    <a:lnTo>
                      <a:pt x="355074" y="1626"/>
                    </a:lnTo>
                    <a:cubicBezTo>
                      <a:pt x="350753" y="-1319"/>
                      <a:pt x="344863" y="-216"/>
                      <a:pt x="341904" y="4105"/>
                    </a:cubicBezTo>
                    <a:cubicBezTo>
                      <a:pt x="340970" y="5480"/>
                      <a:pt x="340399" y="7089"/>
                      <a:pt x="340283" y="8762"/>
                    </a:cubicBezTo>
                    <a:lnTo>
                      <a:pt x="315890" y="354663"/>
                    </a:lnTo>
                    <a:cubicBezTo>
                      <a:pt x="9043" y="598546"/>
                      <a:pt x="-87176" y="1022852"/>
                      <a:pt x="84425" y="13752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7"/>
              <p:cNvSpPr/>
              <p:nvPr/>
            </p:nvSpPr>
            <p:spPr>
              <a:xfrm>
                <a:off x="3926735" y="4524217"/>
                <a:ext cx="1671731" cy="1845356"/>
              </a:xfrm>
              <a:custGeom>
                <a:rect b="b" l="l" r="r" t="t"/>
                <a:pathLst>
                  <a:path extrusionOk="0" h="1845356" w="1671731">
                    <a:moveTo>
                      <a:pt x="84171" y="1375110"/>
                    </a:moveTo>
                    <a:cubicBezTo>
                      <a:pt x="286185" y="1790165"/>
                      <a:pt x="786431" y="1962869"/>
                      <a:pt x="1201486" y="1760856"/>
                    </a:cubicBezTo>
                    <a:cubicBezTo>
                      <a:pt x="1616541" y="1558842"/>
                      <a:pt x="1789245" y="1058596"/>
                      <a:pt x="1587232" y="643541"/>
                    </a:cubicBezTo>
                    <a:cubicBezTo>
                      <a:pt x="1415864" y="291451"/>
                      <a:pt x="1023009" y="105526"/>
                      <a:pt x="642076" y="196244"/>
                    </a:cubicBezTo>
                    <a:lnTo>
                      <a:pt x="354820" y="1626"/>
                    </a:lnTo>
                    <a:cubicBezTo>
                      <a:pt x="350500" y="-1319"/>
                      <a:pt x="344609" y="-216"/>
                      <a:pt x="341651" y="4105"/>
                    </a:cubicBezTo>
                    <a:cubicBezTo>
                      <a:pt x="340717" y="5480"/>
                      <a:pt x="340146" y="7088"/>
                      <a:pt x="340029" y="8762"/>
                    </a:cubicBezTo>
                    <a:lnTo>
                      <a:pt x="315248" y="355571"/>
                    </a:lnTo>
                    <a:cubicBezTo>
                      <a:pt x="9062" y="599428"/>
                      <a:pt x="-86963" y="1023072"/>
                      <a:pt x="84171" y="13751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7"/>
              <p:cNvSpPr/>
              <p:nvPr/>
            </p:nvSpPr>
            <p:spPr>
              <a:xfrm>
                <a:off x="4083531" y="4800147"/>
                <a:ext cx="1357266" cy="1412018"/>
              </a:xfrm>
              <a:custGeom>
                <a:rect b="b" l="l" r="r" t="t"/>
                <a:pathLst>
                  <a:path extrusionOk="0" h="1412018" w="1357266">
                    <a:moveTo>
                      <a:pt x="679379" y="1411995"/>
                    </a:moveTo>
                    <a:cubicBezTo>
                      <a:pt x="419564" y="1412151"/>
                      <a:pt x="182468" y="1263917"/>
                      <a:pt x="68798" y="1030284"/>
                    </a:cubicBezTo>
                    <a:cubicBezTo>
                      <a:pt x="72" y="890536"/>
                      <a:pt x="-17859" y="731208"/>
                      <a:pt x="18067" y="579679"/>
                    </a:cubicBezTo>
                    <a:cubicBezTo>
                      <a:pt x="52852" y="430731"/>
                      <a:pt x="136758" y="297820"/>
                      <a:pt x="256280" y="202380"/>
                    </a:cubicBezTo>
                    <a:lnTo>
                      <a:pt x="310513" y="159304"/>
                    </a:lnTo>
                    <a:lnTo>
                      <a:pt x="321801" y="-23"/>
                    </a:lnTo>
                    <a:lnTo>
                      <a:pt x="454141" y="89501"/>
                    </a:lnTo>
                    <a:lnTo>
                      <a:pt x="521479" y="73283"/>
                    </a:lnTo>
                    <a:cubicBezTo>
                      <a:pt x="886063" y="-13451"/>
                      <a:pt x="1251932" y="211799"/>
                      <a:pt x="1338667" y="576384"/>
                    </a:cubicBezTo>
                    <a:cubicBezTo>
                      <a:pt x="1425402" y="940968"/>
                      <a:pt x="1200164" y="1306836"/>
                      <a:pt x="835567" y="1393571"/>
                    </a:cubicBezTo>
                    <a:cubicBezTo>
                      <a:pt x="784434" y="1405741"/>
                      <a:pt x="732069" y="1411917"/>
                      <a:pt x="679509" y="14119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Consumer Demand</a:t>
                </a:r>
                <a:endParaRPr/>
              </a:p>
            </p:txBody>
          </p:sp>
          <p:sp>
            <p:nvSpPr>
              <p:cNvPr id="265" name="Google Shape;265;p27"/>
              <p:cNvSpPr/>
              <p:nvPr/>
            </p:nvSpPr>
            <p:spPr>
              <a:xfrm>
                <a:off x="2905758" y="3619076"/>
                <a:ext cx="341489" cy="341489"/>
              </a:xfrm>
              <a:custGeom>
                <a:rect b="b" l="l" r="r" t="t"/>
                <a:pathLst>
                  <a:path extrusionOk="0" h="341489" w="341489">
                    <a:moveTo>
                      <a:pt x="170853" y="341467"/>
                    </a:moveTo>
                    <a:cubicBezTo>
                      <a:pt x="76554" y="341545"/>
                      <a:pt x="56" y="265151"/>
                      <a:pt x="-22" y="170852"/>
                    </a:cubicBezTo>
                    <a:cubicBezTo>
                      <a:pt x="-100" y="76553"/>
                      <a:pt x="76294" y="55"/>
                      <a:pt x="170593" y="-23"/>
                    </a:cubicBezTo>
                    <a:cubicBezTo>
                      <a:pt x="264892" y="-101"/>
                      <a:pt x="341390" y="76293"/>
                      <a:pt x="341468" y="170592"/>
                    </a:cubicBezTo>
                    <a:cubicBezTo>
                      <a:pt x="341468" y="170683"/>
                      <a:pt x="341468" y="170761"/>
                      <a:pt x="341468" y="170852"/>
                    </a:cubicBezTo>
                    <a:cubicBezTo>
                      <a:pt x="341325" y="265021"/>
                      <a:pt x="265022" y="341324"/>
                      <a:pt x="170853" y="34146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7"/>
              <p:cNvSpPr txBox="1"/>
              <p:nvPr/>
            </p:nvSpPr>
            <p:spPr>
              <a:xfrm>
                <a:off x="2893323" y="3675535"/>
                <a:ext cx="346570" cy="238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2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06</a:t>
                </a:r>
                <a:endParaRPr/>
              </a:p>
            </p:txBody>
          </p:sp>
          <p:sp>
            <p:nvSpPr>
              <p:cNvPr id="267" name="Google Shape;267;p27"/>
              <p:cNvSpPr/>
              <p:nvPr/>
            </p:nvSpPr>
            <p:spPr>
              <a:xfrm>
                <a:off x="891141" y="3152694"/>
                <a:ext cx="1946250" cy="1671491"/>
              </a:xfrm>
              <a:custGeom>
                <a:rect b="b" l="l" r="r" t="t"/>
                <a:pathLst>
                  <a:path extrusionOk="0" h="1671491" w="1946250">
                    <a:moveTo>
                      <a:pt x="722462" y="7710"/>
                    </a:moveTo>
                    <a:cubicBezTo>
                      <a:pt x="265185" y="70286"/>
                      <a:pt x="-54781" y="491711"/>
                      <a:pt x="7795" y="948986"/>
                    </a:cubicBezTo>
                    <a:cubicBezTo>
                      <a:pt x="70372" y="1406260"/>
                      <a:pt x="491798" y="1726238"/>
                      <a:pt x="949074" y="1663649"/>
                    </a:cubicBezTo>
                    <a:cubicBezTo>
                      <a:pt x="1336974" y="1610570"/>
                      <a:pt x="1636011" y="1295315"/>
                      <a:pt x="1668564" y="905158"/>
                    </a:cubicBezTo>
                    <a:lnTo>
                      <a:pt x="1942586" y="692765"/>
                    </a:lnTo>
                    <a:cubicBezTo>
                      <a:pt x="1946712" y="689547"/>
                      <a:pt x="1947439" y="683592"/>
                      <a:pt x="1944221" y="679466"/>
                    </a:cubicBezTo>
                    <a:cubicBezTo>
                      <a:pt x="1943222" y="678181"/>
                      <a:pt x="1941899" y="677169"/>
                      <a:pt x="1940381" y="676547"/>
                    </a:cubicBezTo>
                    <a:lnTo>
                      <a:pt x="1619391" y="545504"/>
                    </a:lnTo>
                    <a:cubicBezTo>
                      <a:pt x="1483301" y="178273"/>
                      <a:pt x="1110504" y="-45265"/>
                      <a:pt x="722462" y="77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7"/>
              <p:cNvSpPr/>
              <p:nvPr/>
            </p:nvSpPr>
            <p:spPr>
              <a:xfrm>
                <a:off x="890868" y="3187308"/>
                <a:ext cx="1960092" cy="1671677"/>
              </a:xfrm>
              <a:custGeom>
                <a:rect b="b" l="l" r="r" t="t"/>
                <a:pathLst>
                  <a:path extrusionOk="0" h="1671677" w="1960092">
                    <a:moveTo>
                      <a:pt x="722734" y="7608"/>
                    </a:moveTo>
                    <a:cubicBezTo>
                      <a:pt x="265374" y="70106"/>
                      <a:pt x="-54724" y="491532"/>
                      <a:pt x="7774" y="948897"/>
                    </a:cubicBezTo>
                    <a:cubicBezTo>
                      <a:pt x="70274" y="1406249"/>
                      <a:pt x="491702" y="1726357"/>
                      <a:pt x="949061" y="1663859"/>
                    </a:cubicBezTo>
                    <a:cubicBezTo>
                      <a:pt x="1337143" y="1610819"/>
                      <a:pt x="1636349" y="1295395"/>
                      <a:pt x="1668837" y="905056"/>
                    </a:cubicBezTo>
                    <a:lnTo>
                      <a:pt x="1942859" y="693442"/>
                    </a:lnTo>
                    <a:cubicBezTo>
                      <a:pt x="1971533" y="672812"/>
                      <a:pt x="1959077" y="650496"/>
                      <a:pt x="1943637" y="648031"/>
                    </a:cubicBezTo>
                    <a:lnTo>
                      <a:pt x="1619274" y="546181"/>
                    </a:lnTo>
                    <a:cubicBezTo>
                      <a:pt x="1483457" y="178833"/>
                      <a:pt x="1110841" y="-45017"/>
                      <a:pt x="722734" y="76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7"/>
              <p:cNvSpPr/>
              <p:nvPr/>
            </p:nvSpPr>
            <p:spPr>
              <a:xfrm>
                <a:off x="1047599" y="3344405"/>
                <a:ext cx="1486698" cy="1357136"/>
              </a:xfrm>
              <a:custGeom>
                <a:rect b="b" l="l" r="r" t="t"/>
                <a:pathLst>
                  <a:path extrusionOk="0" h="1357136" w="1486698">
                    <a:moveTo>
                      <a:pt x="679142" y="1357113"/>
                    </a:moveTo>
                    <a:cubicBezTo>
                      <a:pt x="304379" y="1357437"/>
                      <a:pt x="308" y="1053898"/>
                      <a:pt x="-22" y="679142"/>
                    </a:cubicBezTo>
                    <a:cubicBezTo>
                      <a:pt x="-351" y="304372"/>
                      <a:pt x="303188" y="301"/>
                      <a:pt x="677949" y="-23"/>
                    </a:cubicBezTo>
                    <a:cubicBezTo>
                      <a:pt x="962051" y="-269"/>
                      <a:pt x="1216248" y="176496"/>
                      <a:pt x="1314893" y="442927"/>
                    </a:cubicBezTo>
                    <a:lnTo>
                      <a:pt x="1338767" y="507800"/>
                    </a:lnTo>
                    <a:lnTo>
                      <a:pt x="1486676" y="568132"/>
                    </a:lnTo>
                    <a:lnTo>
                      <a:pt x="1360564" y="666089"/>
                    </a:lnTo>
                    <a:lnTo>
                      <a:pt x="1354855" y="735114"/>
                    </a:lnTo>
                    <a:cubicBezTo>
                      <a:pt x="1341751" y="887370"/>
                      <a:pt x="1277760" y="1030791"/>
                      <a:pt x="1173212" y="1142255"/>
                    </a:cubicBezTo>
                    <a:cubicBezTo>
                      <a:pt x="1067391" y="1256288"/>
                      <a:pt x="925191" y="1329944"/>
                      <a:pt x="771001" y="1350626"/>
                    </a:cubicBezTo>
                    <a:cubicBezTo>
                      <a:pt x="740091" y="1354920"/>
                      <a:pt x="708922" y="1357087"/>
                      <a:pt x="677714" y="135711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Evolving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global &amp; industrial standards</a:t>
                </a:r>
                <a:endParaRPr/>
              </a:p>
            </p:txBody>
          </p:sp>
          <p:sp>
            <p:nvSpPr>
              <p:cNvPr id="270" name="Google Shape;270;p27"/>
              <p:cNvSpPr/>
              <p:nvPr/>
            </p:nvSpPr>
            <p:spPr>
              <a:xfrm>
                <a:off x="3019155" y="2881474"/>
                <a:ext cx="341489" cy="341489"/>
              </a:xfrm>
              <a:custGeom>
                <a:rect b="b" l="l" r="r" t="t"/>
                <a:pathLst>
                  <a:path extrusionOk="0" h="341489" w="341489">
                    <a:moveTo>
                      <a:pt x="170853" y="341467"/>
                    </a:moveTo>
                    <a:cubicBezTo>
                      <a:pt x="76554" y="341544"/>
                      <a:pt x="56" y="265150"/>
                      <a:pt x="-22" y="170851"/>
                    </a:cubicBezTo>
                    <a:cubicBezTo>
                      <a:pt x="-100" y="76553"/>
                      <a:pt x="76294" y="55"/>
                      <a:pt x="170593" y="-23"/>
                    </a:cubicBezTo>
                    <a:cubicBezTo>
                      <a:pt x="264892" y="-101"/>
                      <a:pt x="341390" y="76293"/>
                      <a:pt x="341468" y="170592"/>
                    </a:cubicBezTo>
                    <a:cubicBezTo>
                      <a:pt x="341468" y="170683"/>
                      <a:pt x="341468" y="170761"/>
                      <a:pt x="341468" y="170851"/>
                    </a:cubicBezTo>
                    <a:cubicBezTo>
                      <a:pt x="341325" y="265021"/>
                      <a:pt x="265022" y="341324"/>
                      <a:pt x="170853" y="3414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27"/>
              <p:cNvSpPr txBox="1"/>
              <p:nvPr/>
            </p:nvSpPr>
            <p:spPr>
              <a:xfrm>
                <a:off x="3014940" y="2935987"/>
                <a:ext cx="343364" cy="238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2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07</a:t>
                </a:r>
                <a:endParaRPr/>
              </a:p>
            </p:txBody>
          </p:sp>
          <p:sp>
            <p:nvSpPr>
              <p:cNvPr id="272" name="Google Shape;272;p27"/>
              <p:cNvSpPr/>
              <p:nvPr/>
            </p:nvSpPr>
            <p:spPr>
              <a:xfrm>
                <a:off x="1301803" y="1297985"/>
                <a:ext cx="1672965" cy="1671648"/>
              </a:xfrm>
              <a:custGeom>
                <a:rect b="b" l="l" r="r" t="t"/>
                <a:pathLst>
                  <a:path extrusionOk="0" h="1671648" w="1672965">
                    <a:moveTo>
                      <a:pt x="1393616" y="213356"/>
                    </a:moveTo>
                    <a:cubicBezTo>
                      <a:pt x="1049842" y="-94714"/>
                      <a:pt x="521428" y="-65776"/>
                      <a:pt x="213358" y="277995"/>
                    </a:cubicBezTo>
                    <a:cubicBezTo>
                      <a:pt x="-94713" y="621755"/>
                      <a:pt x="-65774" y="1150182"/>
                      <a:pt x="277994" y="1458249"/>
                    </a:cubicBezTo>
                    <a:cubicBezTo>
                      <a:pt x="569677" y="1719647"/>
                      <a:pt x="1003757" y="1743429"/>
                      <a:pt x="1322256" y="1515480"/>
                    </a:cubicBezTo>
                    <a:lnTo>
                      <a:pt x="1661540" y="1586969"/>
                    </a:lnTo>
                    <a:cubicBezTo>
                      <a:pt x="1666665" y="1588033"/>
                      <a:pt x="1671673" y="1584750"/>
                      <a:pt x="1672750" y="1579626"/>
                    </a:cubicBezTo>
                    <a:cubicBezTo>
                      <a:pt x="1673087" y="1577965"/>
                      <a:pt x="1672983" y="1576252"/>
                      <a:pt x="1672438" y="1574643"/>
                    </a:cubicBezTo>
                    <a:lnTo>
                      <a:pt x="1564490" y="1245220"/>
                    </a:lnTo>
                    <a:cubicBezTo>
                      <a:pt x="1756319" y="903704"/>
                      <a:pt x="1685283" y="474805"/>
                      <a:pt x="1393616" y="2133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7"/>
              <p:cNvSpPr/>
              <p:nvPr/>
            </p:nvSpPr>
            <p:spPr>
              <a:xfrm>
                <a:off x="1460264" y="1490864"/>
                <a:ext cx="1355840" cy="1355845"/>
              </a:xfrm>
              <a:custGeom>
                <a:rect b="b" l="l" r="r" t="t"/>
                <a:pathLst>
                  <a:path extrusionOk="0" h="1355845" w="1355840">
                    <a:moveTo>
                      <a:pt x="676991" y="1355816"/>
                    </a:moveTo>
                    <a:cubicBezTo>
                      <a:pt x="302587" y="1355310"/>
                      <a:pt x="-522" y="1051394"/>
                      <a:pt x="-21" y="676988"/>
                    </a:cubicBezTo>
                    <a:cubicBezTo>
                      <a:pt x="479" y="302582"/>
                      <a:pt x="304399" y="-516"/>
                      <a:pt x="678807" y="-23"/>
                    </a:cubicBezTo>
                    <a:cubicBezTo>
                      <a:pt x="1053213" y="483"/>
                      <a:pt x="1356311" y="304399"/>
                      <a:pt x="1355818" y="678805"/>
                    </a:cubicBezTo>
                    <a:cubicBezTo>
                      <a:pt x="1355662" y="794732"/>
                      <a:pt x="1325782" y="908700"/>
                      <a:pt x="1269019" y="1009785"/>
                    </a:cubicBezTo>
                    <a:lnTo>
                      <a:pt x="1235025" y="1070117"/>
                    </a:lnTo>
                    <a:lnTo>
                      <a:pt x="1285237" y="1222178"/>
                    </a:lnTo>
                    <a:lnTo>
                      <a:pt x="1128894" y="1189223"/>
                    </a:lnTo>
                    <a:lnTo>
                      <a:pt x="1072584" y="1229574"/>
                    </a:lnTo>
                    <a:cubicBezTo>
                      <a:pt x="957306" y="1312273"/>
                      <a:pt x="818867" y="1356464"/>
                      <a:pt x="676991" y="135581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Regulations</a:t>
                </a:r>
                <a:endParaRPr/>
              </a:p>
            </p:txBody>
          </p:sp>
          <p:sp>
            <p:nvSpPr>
              <p:cNvPr id="274" name="Google Shape;274;p27"/>
              <p:cNvSpPr/>
              <p:nvPr/>
            </p:nvSpPr>
            <p:spPr>
              <a:xfrm rot="-4849199">
                <a:off x="4352558" y="2880055"/>
                <a:ext cx="341230" cy="341230"/>
              </a:xfrm>
              <a:custGeom>
                <a:rect b="b" l="l" r="r" t="t"/>
                <a:pathLst>
                  <a:path extrusionOk="0" h="341230" w="341230">
                    <a:moveTo>
                      <a:pt x="341208" y="170592"/>
                    </a:moveTo>
                    <a:cubicBezTo>
                      <a:pt x="341208" y="264820"/>
                      <a:pt x="264821" y="341207"/>
                      <a:pt x="170593" y="341207"/>
                    </a:cubicBezTo>
                    <a:cubicBezTo>
                      <a:pt x="76365" y="341207"/>
                      <a:pt x="-22" y="264820"/>
                      <a:pt x="-22" y="170592"/>
                    </a:cubicBezTo>
                    <a:cubicBezTo>
                      <a:pt x="-22" y="76364"/>
                      <a:pt x="76365" y="-23"/>
                      <a:pt x="170593" y="-23"/>
                    </a:cubicBezTo>
                    <a:cubicBezTo>
                      <a:pt x="264821" y="-23"/>
                      <a:pt x="341208" y="76364"/>
                      <a:pt x="341208" y="1705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7"/>
              <p:cNvSpPr txBox="1"/>
              <p:nvPr/>
            </p:nvSpPr>
            <p:spPr>
              <a:xfrm>
                <a:off x="4352920" y="2929500"/>
                <a:ext cx="340158" cy="238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2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02</a:t>
                </a:r>
                <a:endParaRPr/>
              </a:p>
            </p:txBody>
          </p:sp>
          <p:sp>
            <p:nvSpPr>
              <p:cNvPr id="276" name="Google Shape;276;p27"/>
              <p:cNvSpPr/>
              <p:nvPr/>
            </p:nvSpPr>
            <p:spPr>
              <a:xfrm>
                <a:off x="4734397" y="1317972"/>
                <a:ext cx="1688509" cy="1671818"/>
              </a:xfrm>
              <a:custGeom>
                <a:rect b="b" l="l" r="r" t="t"/>
                <a:pathLst>
                  <a:path extrusionOk="0" h="1671818" w="1688509">
                    <a:moveTo>
                      <a:pt x="1397455" y="1469674"/>
                    </a:moveTo>
                    <a:cubicBezTo>
                      <a:pt x="1747534" y="1168781"/>
                      <a:pt x="1787404" y="641081"/>
                      <a:pt x="1486512" y="291003"/>
                    </a:cubicBezTo>
                    <a:cubicBezTo>
                      <a:pt x="1185620" y="-59066"/>
                      <a:pt x="657920" y="-98938"/>
                      <a:pt x="307841" y="201945"/>
                    </a:cubicBezTo>
                    <a:cubicBezTo>
                      <a:pt x="10828" y="457232"/>
                      <a:pt x="-69095" y="884522"/>
                      <a:pt x="115572" y="1229904"/>
                    </a:cubicBezTo>
                    <a:lnTo>
                      <a:pt x="747" y="1556992"/>
                    </a:lnTo>
                    <a:cubicBezTo>
                      <a:pt x="-1316" y="1561806"/>
                      <a:pt x="916" y="1567372"/>
                      <a:pt x="5716" y="1569435"/>
                    </a:cubicBezTo>
                    <a:cubicBezTo>
                      <a:pt x="7545" y="1570213"/>
                      <a:pt x="9570" y="1570395"/>
                      <a:pt x="11516" y="1569967"/>
                    </a:cubicBezTo>
                    <a:lnTo>
                      <a:pt x="352097" y="1505743"/>
                    </a:lnTo>
                    <a:cubicBezTo>
                      <a:pt x="666003" y="1739985"/>
                      <a:pt x="1100442" y="1724999"/>
                      <a:pt x="1397455" y="14696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7"/>
              <p:cNvSpPr/>
              <p:nvPr/>
            </p:nvSpPr>
            <p:spPr>
              <a:xfrm>
                <a:off x="4909154" y="1510642"/>
                <a:ext cx="1365721" cy="1356098"/>
              </a:xfrm>
              <a:custGeom>
                <a:rect b="b" l="l" r="r" t="t"/>
                <a:pathLst>
                  <a:path extrusionOk="0" h="1356098" w="1365721">
                    <a:moveTo>
                      <a:pt x="678806" y="1356018"/>
                    </a:moveTo>
                    <a:cubicBezTo>
                      <a:pt x="532272" y="1355876"/>
                      <a:pt x="389669" y="1308622"/>
                      <a:pt x="272055" y="1221213"/>
                    </a:cubicBezTo>
                    <a:lnTo>
                      <a:pt x="216654" y="1179565"/>
                    </a:lnTo>
                    <a:lnTo>
                      <a:pt x="59662" y="1209277"/>
                    </a:lnTo>
                    <a:lnTo>
                      <a:pt x="112598" y="1058513"/>
                    </a:lnTo>
                    <a:lnTo>
                      <a:pt x="79902" y="997532"/>
                    </a:lnTo>
                    <a:cubicBezTo>
                      <a:pt x="8140" y="862701"/>
                      <a:pt x="-16265" y="707668"/>
                      <a:pt x="10618" y="557306"/>
                    </a:cubicBezTo>
                    <a:cubicBezTo>
                      <a:pt x="68588" y="234435"/>
                      <a:pt x="349734" y="-391"/>
                      <a:pt x="677768" y="50"/>
                    </a:cubicBezTo>
                    <a:cubicBezTo>
                      <a:pt x="1052201" y="-5412"/>
                      <a:pt x="1360177" y="293703"/>
                      <a:pt x="1365626" y="668148"/>
                    </a:cubicBezTo>
                    <a:cubicBezTo>
                      <a:pt x="1371089" y="1042580"/>
                      <a:pt x="1071974" y="1350543"/>
                      <a:pt x="697541" y="1356006"/>
                    </a:cubicBezTo>
                    <a:cubicBezTo>
                      <a:pt x="691288" y="1356096"/>
                      <a:pt x="685047" y="1356096"/>
                      <a:pt x="678806" y="13560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Market Opportunities</a:t>
                </a:r>
                <a:endParaRPr/>
              </a:p>
            </p:txBody>
          </p:sp>
          <p:sp>
            <p:nvSpPr>
              <p:cNvPr id="278" name="Google Shape;278;p27"/>
              <p:cNvSpPr/>
              <p:nvPr/>
            </p:nvSpPr>
            <p:spPr>
              <a:xfrm>
                <a:off x="3344816" y="4110422"/>
                <a:ext cx="341230" cy="341230"/>
              </a:xfrm>
              <a:custGeom>
                <a:rect b="b" l="l" r="r" t="t"/>
                <a:pathLst>
                  <a:path extrusionOk="0" h="341230" w="341230">
                    <a:moveTo>
                      <a:pt x="170463" y="341207"/>
                    </a:moveTo>
                    <a:cubicBezTo>
                      <a:pt x="76229" y="341129"/>
                      <a:pt x="-100" y="264696"/>
                      <a:pt x="-22" y="170462"/>
                    </a:cubicBezTo>
                    <a:cubicBezTo>
                      <a:pt x="56" y="76228"/>
                      <a:pt x="76489" y="-101"/>
                      <a:pt x="170723" y="-23"/>
                    </a:cubicBezTo>
                    <a:cubicBezTo>
                      <a:pt x="264905" y="54"/>
                      <a:pt x="341208" y="76410"/>
                      <a:pt x="341208" y="170592"/>
                    </a:cubicBezTo>
                    <a:cubicBezTo>
                      <a:pt x="341065" y="264813"/>
                      <a:pt x="264684" y="341142"/>
                      <a:pt x="170463" y="3412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27"/>
              <p:cNvSpPr txBox="1"/>
              <p:nvPr/>
            </p:nvSpPr>
            <p:spPr>
              <a:xfrm>
                <a:off x="3334419" y="4162080"/>
                <a:ext cx="340158" cy="238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IN" sz="952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05</a:t>
                </a:r>
                <a:endParaRPr/>
              </a:p>
            </p:txBody>
          </p:sp>
          <p:sp>
            <p:nvSpPr>
              <p:cNvPr id="280" name="Google Shape;280;p27"/>
              <p:cNvSpPr/>
              <p:nvPr/>
            </p:nvSpPr>
            <p:spPr>
              <a:xfrm>
                <a:off x="2054370" y="4486771"/>
                <a:ext cx="1671589" cy="1827697"/>
              </a:xfrm>
              <a:custGeom>
                <a:rect b="b" l="l" r="r" t="t"/>
                <a:pathLst>
                  <a:path extrusionOk="0" h="1827697" w="1671589">
                    <a:moveTo>
                      <a:pt x="97026" y="601258"/>
                    </a:moveTo>
                    <a:cubicBezTo>
                      <a:pt x="-118675" y="1009294"/>
                      <a:pt x="37240" y="1514924"/>
                      <a:pt x="445276" y="1730626"/>
                    </a:cubicBezTo>
                    <a:cubicBezTo>
                      <a:pt x="853299" y="1946327"/>
                      <a:pt x="1358942" y="1790412"/>
                      <a:pt x="1574644" y="1382389"/>
                    </a:cubicBezTo>
                    <a:cubicBezTo>
                      <a:pt x="1757610" y="1036268"/>
                      <a:pt x="1675780" y="609523"/>
                      <a:pt x="1377742" y="355650"/>
                    </a:cubicBezTo>
                    <a:lnTo>
                      <a:pt x="1364768" y="9230"/>
                    </a:lnTo>
                    <a:cubicBezTo>
                      <a:pt x="1364651" y="4001"/>
                      <a:pt x="1360305" y="-138"/>
                      <a:pt x="1355076" y="-21"/>
                    </a:cubicBezTo>
                    <a:cubicBezTo>
                      <a:pt x="1353363" y="18"/>
                      <a:pt x="1351689" y="524"/>
                      <a:pt x="1350236" y="1445"/>
                    </a:cubicBezTo>
                    <a:lnTo>
                      <a:pt x="1056882" y="185424"/>
                    </a:lnTo>
                    <a:cubicBezTo>
                      <a:pt x="679012" y="81991"/>
                      <a:pt x="280006" y="254851"/>
                      <a:pt x="97026" y="60125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7"/>
              <p:cNvSpPr/>
              <p:nvPr/>
            </p:nvSpPr>
            <p:spPr>
              <a:xfrm>
                <a:off x="2054278" y="4521409"/>
                <a:ext cx="1671850" cy="1827909"/>
              </a:xfrm>
              <a:custGeom>
                <a:rect b="b" l="l" r="r" t="t"/>
                <a:pathLst>
                  <a:path extrusionOk="0" h="1827909" w="1671850">
                    <a:moveTo>
                      <a:pt x="97118" y="601132"/>
                    </a:moveTo>
                    <a:cubicBezTo>
                      <a:pt x="-118700" y="1009181"/>
                      <a:pt x="37150" y="1514928"/>
                      <a:pt x="445199" y="1730746"/>
                    </a:cubicBezTo>
                    <a:cubicBezTo>
                      <a:pt x="853248" y="1946565"/>
                      <a:pt x="1358995" y="1790715"/>
                      <a:pt x="1574813" y="1382666"/>
                    </a:cubicBezTo>
                    <a:cubicBezTo>
                      <a:pt x="1757936" y="1036428"/>
                      <a:pt x="1676053" y="609462"/>
                      <a:pt x="1377834" y="355524"/>
                    </a:cubicBezTo>
                    <a:lnTo>
                      <a:pt x="1364859" y="9104"/>
                    </a:lnTo>
                    <a:cubicBezTo>
                      <a:pt x="1364665" y="3876"/>
                      <a:pt x="1360279" y="-211"/>
                      <a:pt x="1355051" y="-16"/>
                    </a:cubicBezTo>
                    <a:cubicBezTo>
                      <a:pt x="1353377" y="48"/>
                      <a:pt x="1351742" y="554"/>
                      <a:pt x="1350328" y="1449"/>
                    </a:cubicBezTo>
                    <a:lnTo>
                      <a:pt x="1056974" y="185818"/>
                    </a:lnTo>
                    <a:cubicBezTo>
                      <a:pt x="679233" y="82359"/>
                      <a:pt x="280305" y="254972"/>
                      <a:pt x="97118" y="6011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9803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7"/>
              <p:cNvSpPr/>
              <p:nvPr/>
            </p:nvSpPr>
            <p:spPr>
              <a:xfrm>
                <a:off x="2211566" y="4792363"/>
                <a:ext cx="1357874" cy="1399178"/>
              </a:xfrm>
              <a:custGeom>
                <a:rect b="b" l="l" r="r" t="t"/>
                <a:pathLst>
                  <a:path extrusionOk="0" h="1399178" w="1357874">
                    <a:moveTo>
                      <a:pt x="676654" y="1399150"/>
                    </a:moveTo>
                    <a:cubicBezTo>
                      <a:pt x="571535" y="1399319"/>
                      <a:pt x="467868" y="1374641"/>
                      <a:pt x="374088" y="1327141"/>
                    </a:cubicBezTo>
                    <a:cubicBezTo>
                      <a:pt x="39255" y="1158991"/>
                      <a:pt x="-95875" y="751228"/>
                      <a:pt x="72288" y="416394"/>
                    </a:cubicBezTo>
                    <a:cubicBezTo>
                      <a:pt x="217434" y="127361"/>
                      <a:pt x="546429" y="-19018"/>
                      <a:pt x="858298" y="66666"/>
                    </a:cubicBezTo>
                    <a:lnTo>
                      <a:pt x="925117" y="84960"/>
                    </a:lnTo>
                    <a:lnTo>
                      <a:pt x="1060311" y="-23"/>
                    </a:lnTo>
                    <a:lnTo>
                      <a:pt x="1066280" y="159693"/>
                    </a:lnTo>
                    <a:lnTo>
                      <a:pt x="1118956" y="204455"/>
                    </a:lnTo>
                    <a:cubicBezTo>
                      <a:pt x="1235130" y="303658"/>
                      <a:pt x="1314560" y="439074"/>
                      <a:pt x="1344453" y="588891"/>
                    </a:cubicBezTo>
                    <a:cubicBezTo>
                      <a:pt x="1375359" y="741186"/>
                      <a:pt x="1352420" y="899501"/>
                      <a:pt x="1279581" y="1036771"/>
                    </a:cubicBezTo>
                    <a:cubicBezTo>
                      <a:pt x="1161837" y="1260478"/>
                      <a:pt x="929450" y="1400149"/>
                      <a:pt x="676654" y="139915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Consumer Requirement</a:t>
                </a:r>
                <a:endParaRPr/>
              </a:p>
            </p:txBody>
          </p:sp>
        </p:grpSp>
        <p:pic>
          <p:nvPicPr>
            <p:cNvPr id="283" name="Google Shape;28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99928" y="3165507"/>
              <a:ext cx="703064" cy="70306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/>
        </p:nvSpPr>
        <p:spPr>
          <a:xfrm>
            <a:off x="0" y="57608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Green Productivity</a:t>
            </a:r>
            <a:endParaRPr/>
          </a:p>
        </p:txBody>
      </p:sp>
      <p:grpSp>
        <p:nvGrpSpPr>
          <p:cNvPr id="289" name="Google Shape;289;p28"/>
          <p:cNvGrpSpPr/>
          <p:nvPr/>
        </p:nvGrpSpPr>
        <p:grpSpPr>
          <a:xfrm>
            <a:off x="1401895" y="1874950"/>
            <a:ext cx="9388211" cy="4406970"/>
            <a:chOff x="1401895" y="1987713"/>
            <a:chExt cx="9388211" cy="4406970"/>
          </a:xfrm>
        </p:grpSpPr>
        <p:sp>
          <p:nvSpPr>
            <p:cNvPr id="290" name="Google Shape;290;p28"/>
            <p:cNvSpPr/>
            <p:nvPr/>
          </p:nvSpPr>
          <p:spPr>
            <a:xfrm>
              <a:off x="1748802" y="2338640"/>
              <a:ext cx="3115214" cy="3115177"/>
            </a:xfrm>
            <a:custGeom>
              <a:rect b="b" l="l" r="r" t="t"/>
              <a:pathLst>
                <a:path extrusionOk="0" h="3115177" w="3115214">
                  <a:moveTo>
                    <a:pt x="3114816" y="1556980"/>
                  </a:moveTo>
                  <a:cubicBezTo>
                    <a:pt x="3114816" y="1973011"/>
                    <a:pt x="2952756" y="2363992"/>
                    <a:pt x="2658617" y="2658387"/>
                  </a:cubicBezTo>
                  <a:cubicBezTo>
                    <a:pt x="2364477" y="2952783"/>
                    <a:pt x="1973240" y="3114587"/>
                    <a:pt x="1557208" y="3114587"/>
                  </a:cubicBezTo>
                  <a:cubicBezTo>
                    <a:pt x="1184266" y="3114587"/>
                    <a:pt x="831299" y="2984369"/>
                    <a:pt x="550232" y="2745442"/>
                  </a:cubicBezTo>
                  <a:cubicBezTo>
                    <a:pt x="517780" y="2717872"/>
                    <a:pt x="486302" y="2688879"/>
                    <a:pt x="455800" y="2658387"/>
                  </a:cubicBezTo>
                  <a:cubicBezTo>
                    <a:pt x="161624" y="2364175"/>
                    <a:pt x="-399" y="1973011"/>
                    <a:pt x="-399" y="1556980"/>
                  </a:cubicBezTo>
                  <a:cubicBezTo>
                    <a:pt x="-399" y="1140948"/>
                    <a:pt x="161624" y="749967"/>
                    <a:pt x="455800" y="455571"/>
                  </a:cubicBezTo>
                  <a:cubicBezTo>
                    <a:pt x="486255" y="425117"/>
                    <a:pt x="517732" y="396097"/>
                    <a:pt x="550232" y="368516"/>
                  </a:cubicBezTo>
                  <a:cubicBezTo>
                    <a:pt x="831299" y="129590"/>
                    <a:pt x="1184230" y="-591"/>
                    <a:pt x="1557208" y="-591"/>
                  </a:cubicBezTo>
                  <a:cubicBezTo>
                    <a:pt x="1973240" y="-591"/>
                    <a:pt x="2364404" y="161432"/>
                    <a:pt x="2658617" y="455608"/>
                  </a:cubicBezTo>
                  <a:cubicBezTo>
                    <a:pt x="2952829" y="749784"/>
                    <a:pt x="3114816" y="1140948"/>
                    <a:pt x="3114816" y="15569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8"/>
            <p:cNvSpPr/>
            <p:nvPr/>
          </p:nvSpPr>
          <p:spPr>
            <a:xfrm>
              <a:off x="7363806" y="2338640"/>
              <a:ext cx="3115069" cy="3115251"/>
            </a:xfrm>
            <a:custGeom>
              <a:rect b="b" l="l" r="r" t="t"/>
              <a:pathLst>
                <a:path extrusionOk="0" h="3115251" w="3115069">
                  <a:moveTo>
                    <a:pt x="3114670" y="1557052"/>
                  </a:moveTo>
                  <a:cubicBezTo>
                    <a:pt x="3114670" y="1973120"/>
                    <a:pt x="2952611" y="2364065"/>
                    <a:pt x="2658434" y="2658460"/>
                  </a:cubicBezTo>
                  <a:cubicBezTo>
                    <a:pt x="2364258" y="2952855"/>
                    <a:pt x="1973094" y="3114660"/>
                    <a:pt x="1557245" y="3114660"/>
                  </a:cubicBezTo>
                  <a:cubicBezTo>
                    <a:pt x="1184303" y="3114660"/>
                    <a:pt x="831335" y="2984442"/>
                    <a:pt x="550269" y="2745516"/>
                  </a:cubicBezTo>
                  <a:cubicBezTo>
                    <a:pt x="517769" y="2717945"/>
                    <a:pt x="486292" y="2688915"/>
                    <a:pt x="455837" y="2658424"/>
                  </a:cubicBezTo>
                  <a:cubicBezTo>
                    <a:pt x="161661" y="2364211"/>
                    <a:pt x="-399" y="1973084"/>
                    <a:pt x="-399" y="1557016"/>
                  </a:cubicBezTo>
                  <a:cubicBezTo>
                    <a:pt x="-399" y="1140948"/>
                    <a:pt x="161661" y="750003"/>
                    <a:pt x="455837" y="455645"/>
                  </a:cubicBezTo>
                  <a:cubicBezTo>
                    <a:pt x="486292" y="425190"/>
                    <a:pt x="517769" y="396159"/>
                    <a:pt x="550269" y="368553"/>
                  </a:cubicBezTo>
                  <a:cubicBezTo>
                    <a:pt x="831445" y="129626"/>
                    <a:pt x="1184303" y="-591"/>
                    <a:pt x="1557245" y="-591"/>
                  </a:cubicBezTo>
                  <a:cubicBezTo>
                    <a:pt x="1973276" y="-591"/>
                    <a:pt x="2364258" y="161468"/>
                    <a:pt x="2658617" y="455645"/>
                  </a:cubicBezTo>
                  <a:cubicBezTo>
                    <a:pt x="2952975" y="749821"/>
                    <a:pt x="3114670" y="1141021"/>
                    <a:pt x="3114670" y="15570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63500" sx="102000" rotWithShape="0" algn="ctr" sy="102000">
                <a:srgbClr val="000000">
                  <a:alpha val="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8"/>
            <p:cNvSpPr/>
            <p:nvPr/>
          </p:nvSpPr>
          <p:spPr>
            <a:xfrm>
              <a:off x="6980895" y="2397927"/>
              <a:ext cx="3809211" cy="3402874"/>
            </a:xfrm>
            <a:custGeom>
              <a:rect b="b" l="l" r="r" t="t"/>
              <a:pathLst>
                <a:path extrusionOk="0" h="3402874" w="3809211">
                  <a:moveTo>
                    <a:pt x="3716059" y="907806"/>
                  </a:moveTo>
                  <a:lnTo>
                    <a:pt x="3709377" y="887248"/>
                  </a:lnTo>
                  <a:lnTo>
                    <a:pt x="2150308" y="888051"/>
                  </a:lnTo>
                  <a:cubicBezTo>
                    <a:pt x="2379486" y="761938"/>
                    <a:pt x="2462998" y="473933"/>
                    <a:pt x="2336907" y="244771"/>
                  </a:cubicBezTo>
                  <a:cubicBezTo>
                    <a:pt x="2210780" y="15605"/>
                    <a:pt x="1922774" y="-67934"/>
                    <a:pt x="1693597" y="58179"/>
                  </a:cubicBezTo>
                  <a:cubicBezTo>
                    <a:pt x="1464457" y="184292"/>
                    <a:pt x="1380907" y="472297"/>
                    <a:pt x="1507035" y="701463"/>
                  </a:cubicBezTo>
                  <a:cubicBezTo>
                    <a:pt x="1590292" y="852798"/>
                    <a:pt x="1749395" y="946806"/>
                    <a:pt x="1922117" y="946733"/>
                  </a:cubicBezTo>
                  <a:lnTo>
                    <a:pt x="1924126" y="946733"/>
                  </a:lnTo>
                  <a:lnTo>
                    <a:pt x="1924126" y="947646"/>
                  </a:lnTo>
                  <a:lnTo>
                    <a:pt x="3665959" y="946769"/>
                  </a:lnTo>
                  <a:cubicBezTo>
                    <a:pt x="3721391" y="1125189"/>
                    <a:pt x="3749471" y="1310984"/>
                    <a:pt x="3749252" y="1497802"/>
                  </a:cubicBezTo>
                  <a:cubicBezTo>
                    <a:pt x="3749252" y="1990773"/>
                    <a:pt x="3557323" y="2453948"/>
                    <a:pt x="3208809" y="2802424"/>
                  </a:cubicBezTo>
                  <a:cubicBezTo>
                    <a:pt x="2860297" y="3150900"/>
                    <a:pt x="2396977" y="3342866"/>
                    <a:pt x="1904188" y="3342866"/>
                  </a:cubicBezTo>
                  <a:cubicBezTo>
                    <a:pt x="1467013" y="3343962"/>
                    <a:pt x="1043861" y="3188767"/>
                    <a:pt x="711050" y="2905290"/>
                  </a:cubicBezTo>
                  <a:cubicBezTo>
                    <a:pt x="673037" y="2873010"/>
                    <a:pt x="635534" y="2838429"/>
                    <a:pt x="599529" y="2802460"/>
                  </a:cubicBezTo>
                  <a:cubicBezTo>
                    <a:pt x="251053" y="2453948"/>
                    <a:pt x="59086" y="1990591"/>
                    <a:pt x="59086" y="1497802"/>
                  </a:cubicBezTo>
                  <a:lnTo>
                    <a:pt x="-399" y="1497802"/>
                  </a:lnTo>
                  <a:cubicBezTo>
                    <a:pt x="-399" y="2006476"/>
                    <a:pt x="197702" y="2484767"/>
                    <a:pt x="557462" y="2844527"/>
                  </a:cubicBezTo>
                  <a:cubicBezTo>
                    <a:pt x="594600" y="2881628"/>
                    <a:pt x="633307" y="2917304"/>
                    <a:pt x="672525" y="2950425"/>
                  </a:cubicBezTo>
                  <a:cubicBezTo>
                    <a:pt x="1016108" y="3243067"/>
                    <a:pt x="1452954" y="3403301"/>
                    <a:pt x="1904297" y="3402279"/>
                  </a:cubicBezTo>
                  <a:cubicBezTo>
                    <a:pt x="2412971" y="3402279"/>
                    <a:pt x="2891226" y="3204141"/>
                    <a:pt x="3250986" y="2844417"/>
                  </a:cubicBezTo>
                  <a:cubicBezTo>
                    <a:pt x="3610746" y="2484694"/>
                    <a:pt x="3808811" y="2006439"/>
                    <a:pt x="3808811" y="1497729"/>
                  </a:cubicBezTo>
                  <a:cubicBezTo>
                    <a:pt x="3809066" y="1297436"/>
                    <a:pt x="3777735" y="1098349"/>
                    <a:pt x="3716059" y="907806"/>
                  </a:cubicBezTo>
                  <a:close/>
                  <a:moveTo>
                    <a:pt x="1507838" y="472969"/>
                  </a:moveTo>
                  <a:cubicBezTo>
                    <a:pt x="1507838" y="244168"/>
                    <a:pt x="1693305" y="58690"/>
                    <a:pt x="1922117" y="58690"/>
                  </a:cubicBezTo>
                  <a:cubicBezTo>
                    <a:pt x="2150929" y="58690"/>
                    <a:pt x="2336396" y="244168"/>
                    <a:pt x="2336396" y="472969"/>
                  </a:cubicBezTo>
                  <a:cubicBezTo>
                    <a:pt x="2336396" y="701770"/>
                    <a:pt x="2150929" y="887248"/>
                    <a:pt x="1922117" y="887248"/>
                  </a:cubicBezTo>
                  <a:cubicBezTo>
                    <a:pt x="1693415" y="886992"/>
                    <a:pt x="1508094" y="701668"/>
                    <a:pt x="1507838" y="4729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8"/>
            <p:cNvSpPr/>
            <p:nvPr/>
          </p:nvSpPr>
          <p:spPr>
            <a:xfrm>
              <a:off x="1401895" y="1987713"/>
              <a:ext cx="3809027" cy="3335705"/>
            </a:xfrm>
            <a:custGeom>
              <a:rect b="b" l="l" r="r" t="t"/>
              <a:pathLst>
                <a:path extrusionOk="0" h="3335705" w="3809027">
                  <a:moveTo>
                    <a:pt x="3250768" y="557238"/>
                  </a:moveTo>
                  <a:cubicBezTo>
                    <a:pt x="2891045" y="197515"/>
                    <a:pt x="2412789" y="-586"/>
                    <a:pt x="1904115" y="-586"/>
                  </a:cubicBezTo>
                  <a:cubicBezTo>
                    <a:pt x="1452937" y="-1642"/>
                    <a:pt x="1016215" y="158501"/>
                    <a:pt x="672672" y="450976"/>
                  </a:cubicBezTo>
                  <a:cubicBezTo>
                    <a:pt x="633417" y="484278"/>
                    <a:pt x="594637" y="520065"/>
                    <a:pt x="557426" y="557275"/>
                  </a:cubicBezTo>
                  <a:cubicBezTo>
                    <a:pt x="197703" y="916998"/>
                    <a:pt x="-398" y="1395253"/>
                    <a:pt x="-398" y="1903927"/>
                  </a:cubicBezTo>
                  <a:cubicBezTo>
                    <a:pt x="-570" y="2080265"/>
                    <a:pt x="23651" y="2255763"/>
                    <a:pt x="71576" y="2425454"/>
                  </a:cubicBezTo>
                  <a:lnTo>
                    <a:pt x="77820" y="2447072"/>
                  </a:lnTo>
                  <a:lnTo>
                    <a:pt x="1642220" y="2446305"/>
                  </a:lnTo>
                  <a:cubicBezTo>
                    <a:pt x="1490870" y="2529599"/>
                    <a:pt x="1396800" y="2688591"/>
                    <a:pt x="1396683" y="2861351"/>
                  </a:cubicBezTo>
                  <a:cubicBezTo>
                    <a:pt x="1396683" y="3122589"/>
                    <a:pt x="1609172" y="3335114"/>
                    <a:pt x="1870411" y="3335114"/>
                  </a:cubicBezTo>
                  <a:cubicBezTo>
                    <a:pt x="2131941" y="3334823"/>
                    <a:pt x="2343882" y="3122881"/>
                    <a:pt x="2344175" y="2861351"/>
                  </a:cubicBezTo>
                  <a:cubicBezTo>
                    <a:pt x="2344175" y="2600112"/>
                    <a:pt x="2131649" y="2387623"/>
                    <a:pt x="1870411" y="2387623"/>
                  </a:cubicBezTo>
                  <a:lnTo>
                    <a:pt x="1868402" y="2387623"/>
                  </a:lnTo>
                  <a:lnTo>
                    <a:pt x="1868402" y="2386710"/>
                  </a:lnTo>
                  <a:lnTo>
                    <a:pt x="122918" y="2387587"/>
                  </a:lnTo>
                  <a:cubicBezTo>
                    <a:pt x="80445" y="2229872"/>
                    <a:pt x="59010" y="2067265"/>
                    <a:pt x="59160" y="1903927"/>
                  </a:cubicBezTo>
                  <a:cubicBezTo>
                    <a:pt x="59160" y="1410955"/>
                    <a:pt x="251090" y="947818"/>
                    <a:pt x="599603" y="599342"/>
                  </a:cubicBezTo>
                  <a:cubicBezTo>
                    <a:pt x="635718" y="563227"/>
                    <a:pt x="673293" y="528573"/>
                    <a:pt x="711307" y="496292"/>
                  </a:cubicBezTo>
                  <a:cubicBezTo>
                    <a:pt x="1044070" y="212991"/>
                    <a:pt x="1467091" y="57873"/>
                    <a:pt x="1904115" y="58899"/>
                  </a:cubicBezTo>
                  <a:cubicBezTo>
                    <a:pt x="2396904" y="58899"/>
                    <a:pt x="2860225" y="250793"/>
                    <a:pt x="3208737" y="599342"/>
                  </a:cubicBezTo>
                  <a:cubicBezTo>
                    <a:pt x="3557250" y="947891"/>
                    <a:pt x="3749180" y="1411175"/>
                    <a:pt x="3749180" y="1903963"/>
                  </a:cubicBezTo>
                  <a:lnTo>
                    <a:pt x="3808629" y="1903963"/>
                  </a:lnTo>
                  <a:cubicBezTo>
                    <a:pt x="3808629" y="1395253"/>
                    <a:pt x="3610527" y="916998"/>
                    <a:pt x="3250768" y="557238"/>
                  </a:cubicBezTo>
                  <a:close/>
                  <a:moveTo>
                    <a:pt x="2284689" y="2861424"/>
                  </a:moveTo>
                  <a:cubicBezTo>
                    <a:pt x="2284689" y="3090235"/>
                    <a:pt x="2099222" y="3275702"/>
                    <a:pt x="1870411" y="3275702"/>
                  </a:cubicBezTo>
                  <a:cubicBezTo>
                    <a:pt x="1641610" y="3275702"/>
                    <a:pt x="1456132" y="3090235"/>
                    <a:pt x="1456132" y="2861424"/>
                  </a:cubicBezTo>
                  <a:cubicBezTo>
                    <a:pt x="1456132" y="2632612"/>
                    <a:pt x="1641610" y="2447145"/>
                    <a:pt x="1870411" y="2447145"/>
                  </a:cubicBezTo>
                  <a:cubicBezTo>
                    <a:pt x="2099077" y="2447401"/>
                    <a:pt x="2284397" y="2632685"/>
                    <a:pt x="2284689" y="28613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8"/>
            <p:cNvSpPr/>
            <p:nvPr/>
          </p:nvSpPr>
          <p:spPr>
            <a:xfrm>
              <a:off x="2921088" y="4492451"/>
              <a:ext cx="703963" cy="703963"/>
            </a:xfrm>
            <a:custGeom>
              <a:rect b="b" l="l" r="r" t="t"/>
              <a:pathLst>
                <a:path extrusionOk="0" h="703963" w="703963">
                  <a:moveTo>
                    <a:pt x="703963" y="351982"/>
                  </a:moveTo>
                  <a:cubicBezTo>
                    <a:pt x="703963" y="546376"/>
                    <a:pt x="546376" y="703963"/>
                    <a:pt x="351982" y="703963"/>
                  </a:cubicBezTo>
                  <a:cubicBezTo>
                    <a:pt x="157588" y="703963"/>
                    <a:pt x="0" y="546376"/>
                    <a:pt x="0" y="351982"/>
                  </a:cubicBezTo>
                  <a:cubicBezTo>
                    <a:pt x="0" y="157588"/>
                    <a:pt x="157588" y="0"/>
                    <a:pt x="351982" y="0"/>
                  </a:cubicBezTo>
                  <a:cubicBezTo>
                    <a:pt x="546376" y="0"/>
                    <a:pt x="703963" y="157588"/>
                    <a:pt x="703963" y="351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8"/>
            <p:cNvSpPr/>
            <p:nvPr/>
          </p:nvSpPr>
          <p:spPr>
            <a:xfrm>
              <a:off x="8551794" y="2518264"/>
              <a:ext cx="703963" cy="703963"/>
            </a:xfrm>
            <a:custGeom>
              <a:rect b="b" l="l" r="r" t="t"/>
              <a:pathLst>
                <a:path extrusionOk="0" h="703963" w="703963">
                  <a:moveTo>
                    <a:pt x="703964" y="351982"/>
                  </a:moveTo>
                  <a:cubicBezTo>
                    <a:pt x="703964" y="546376"/>
                    <a:pt x="546376" y="703963"/>
                    <a:pt x="351982" y="703963"/>
                  </a:cubicBezTo>
                  <a:cubicBezTo>
                    <a:pt x="157588" y="703963"/>
                    <a:pt x="0" y="546376"/>
                    <a:pt x="0" y="351982"/>
                  </a:cubicBezTo>
                  <a:cubicBezTo>
                    <a:pt x="0" y="157588"/>
                    <a:pt x="157588" y="0"/>
                    <a:pt x="351982" y="0"/>
                  </a:cubicBezTo>
                  <a:cubicBezTo>
                    <a:pt x="546376" y="0"/>
                    <a:pt x="703964" y="157588"/>
                    <a:pt x="703964" y="35198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8"/>
            <p:cNvSpPr/>
            <p:nvPr/>
          </p:nvSpPr>
          <p:spPr>
            <a:xfrm>
              <a:off x="5441940" y="2956817"/>
              <a:ext cx="1397495" cy="1397495"/>
            </a:xfrm>
            <a:custGeom>
              <a:rect b="b" l="l" r="r" t="t"/>
              <a:pathLst>
                <a:path extrusionOk="0" h="703963" w="703963">
                  <a:moveTo>
                    <a:pt x="703963" y="351982"/>
                  </a:moveTo>
                  <a:cubicBezTo>
                    <a:pt x="703963" y="546376"/>
                    <a:pt x="546376" y="703963"/>
                    <a:pt x="351982" y="703963"/>
                  </a:cubicBezTo>
                  <a:cubicBezTo>
                    <a:pt x="157588" y="703963"/>
                    <a:pt x="0" y="546376"/>
                    <a:pt x="0" y="351982"/>
                  </a:cubicBezTo>
                  <a:cubicBezTo>
                    <a:pt x="0" y="157588"/>
                    <a:pt x="157588" y="0"/>
                    <a:pt x="351982" y="0"/>
                  </a:cubicBezTo>
                  <a:cubicBezTo>
                    <a:pt x="546376" y="0"/>
                    <a:pt x="703963" y="157588"/>
                    <a:pt x="703963" y="351982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26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GP</a:t>
              </a:r>
              <a:endParaRPr/>
            </a:p>
          </p:txBody>
        </p:sp>
        <p:sp>
          <p:nvSpPr>
            <p:cNvPr id="297" name="Google Shape;297;p28"/>
            <p:cNvSpPr txBox="1"/>
            <p:nvPr/>
          </p:nvSpPr>
          <p:spPr>
            <a:xfrm>
              <a:off x="2110736" y="3222227"/>
              <a:ext cx="239134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26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Environmental Protection</a:t>
              </a:r>
              <a:endParaRPr/>
            </a:p>
          </p:txBody>
        </p:sp>
        <p:sp>
          <p:nvSpPr>
            <p:cNvPr id="298" name="Google Shape;298;p28"/>
            <p:cNvSpPr txBox="1"/>
            <p:nvPr/>
          </p:nvSpPr>
          <p:spPr>
            <a:xfrm>
              <a:off x="7725667" y="3969231"/>
              <a:ext cx="2391346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rgbClr val="26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Productivity Enhancement</a:t>
              </a:r>
              <a:endParaRPr/>
            </a:p>
          </p:txBody>
        </p:sp>
        <p:sp>
          <p:nvSpPr>
            <p:cNvPr id="299" name="Google Shape;299;p28"/>
            <p:cNvSpPr txBox="1"/>
            <p:nvPr/>
          </p:nvSpPr>
          <p:spPr>
            <a:xfrm>
              <a:off x="2077396" y="5574172"/>
              <a:ext cx="23913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26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Sustainable Development</a:t>
              </a:r>
              <a:endParaRPr/>
            </a:p>
          </p:txBody>
        </p:sp>
        <p:sp>
          <p:nvSpPr>
            <p:cNvPr id="300" name="Google Shape;300;p28"/>
            <p:cNvSpPr txBox="1"/>
            <p:nvPr/>
          </p:nvSpPr>
          <p:spPr>
            <a:xfrm>
              <a:off x="7725667" y="5871463"/>
              <a:ext cx="239134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26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Continuous Improvement</a:t>
              </a:r>
              <a:endParaRPr sz="14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301" name="Google Shape;301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11069" y="4682432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41775" y="2708245"/>
              <a:ext cx="324000" cy="32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29"/>
          <p:cNvGrpSpPr/>
          <p:nvPr/>
        </p:nvGrpSpPr>
        <p:grpSpPr>
          <a:xfrm>
            <a:off x="1957251" y="1541417"/>
            <a:ext cx="8277498" cy="4720590"/>
            <a:chOff x="1957251" y="1541417"/>
            <a:chExt cx="8277498" cy="4720590"/>
          </a:xfrm>
        </p:grpSpPr>
        <p:sp>
          <p:nvSpPr>
            <p:cNvPr id="308" name="Google Shape;308;p29"/>
            <p:cNvSpPr/>
            <p:nvPr/>
          </p:nvSpPr>
          <p:spPr>
            <a:xfrm flipH="1">
              <a:off x="1957251" y="1541417"/>
              <a:ext cx="4116647" cy="2346808"/>
            </a:xfrm>
            <a:prstGeom prst="round1Rect">
              <a:avLst>
                <a:gd fmla="val 1206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6118102" y="1541417"/>
              <a:ext cx="4116647" cy="2346808"/>
            </a:xfrm>
            <a:prstGeom prst="round1Rect">
              <a:avLst>
                <a:gd fmla="val 12069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9"/>
            <p:cNvSpPr/>
            <p:nvPr/>
          </p:nvSpPr>
          <p:spPr>
            <a:xfrm flipH="1" rot="10800000">
              <a:off x="6118102" y="3915199"/>
              <a:ext cx="4116647" cy="2346808"/>
            </a:xfrm>
            <a:prstGeom prst="round1Rect">
              <a:avLst>
                <a:gd fmla="val 1206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9"/>
            <p:cNvSpPr/>
            <p:nvPr/>
          </p:nvSpPr>
          <p:spPr>
            <a:xfrm rot="10800000">
              <a:off x="1957251" y="3915199"/>
              <a:ext cx="4116647" cy="2346808"/>
            </a:xfrm>
            <a:prstGeom prst="round1Rect">
              <a:avLst>
                <a:gd fmla="val 12069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1957251" y="2890157"/>
              <a:ext cx="8277498" cy="2077060"/>
            </a:xfrm>
            <a:prstGeom prst="rect">
              <a:avLst/>
            </a:prstGeom>
            <a:solidFill>
              <a:schemeClr val="dk1">
                <a:alpha val="16862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9"/>
            <p:cNvSpPr txBox="1"/>
            <p:nvPr/>
          </p:nvSpPr>
          <p:spPr>
            <a:xfrm>
              <a:off x="2328454" y="1779714"/>
              <a:ext cx="3745443" cy="89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Pollution Prevention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 reduction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End-of-pipe controls</a:t>
              </a:r>
              <a:endParaRPr/>
            </a:p>
          </p:txBody>
        </p:sp>
        <p:sp>
          <p:nvSpPr>
            <p:cNvPr id="314" name="Google Shape;314;p29"/>
            <p:cNvSpPr txBox="1"/>
            <p:nvPr/>
          </p:nvSpPr>
          <p:spPr>
            <a:xfrm>
              <a:off x="6303703" y="1779714"/>
              <a:ext cx="3745443" cy="89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Measurement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Reporting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Disclosure</a:t>
              </a:r>
              <a:endParaRPr/>
            </a:p>
          </p:txBody>
        </p:sp>
        <p:sp>
          <p:nvSpPr>
            <p:cNvPr id="315" name="Google Shape;315;p29"/>
            <p:cNvSpPr txBox="1"/>
            <p:nvPr/>
          </p:nvSpPr>
          <p:spPr>
            <a:xfrm>
              <a:off x="2328455" y="5177073"/>
              <a:ext cx="3432266" cy="89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Measurement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Reporting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Disclosure</a:t>
              </a:r>
              <a:endParaRPr/>
            </a:p>
          </p:txBody>
        </p:sp>
        <p:sp>
          <p:nvSpPr>
            <p:cNvPr id="316" name="Google Shape;316;p29"/>
            <p:cNvSpPr txBox="1"/>
            <p:nvPr/>
          </p:nvSpPr>
          <p:spPr>
            <a:xfrm>
              <a:off x="6303704" y="5177073"/>
              <a:ext cx="3062366" cy="8925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Continuous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improvement</a:t>
              </a:r>
              <a:endParaRPr/>
            </a:p>
            <a:p>
              <a:pPr indent="-285750" lvl="0" marL="285750" marR="0" rtl="0" algn="l">
                <a:spcBef>
                  <a:spcPts val="6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Char char="•"/>
              </a:pPr>
              <a:r>
                <a:rPr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cycle</a:t>
              </a:r>
              <a:endParaRPr/>
            </a:p>
          </p:txBody>
        </p:sp>
        <p:sp>
          <p:nvSpPr>
            <p:cNvPr id="317" name="Google Shape;317;p29"/>
            <p:cNvSpPr txBox="1"/>
            <p:nvPr/>
          </p:nvSpPr>
          <p:spPr>
            <a:xfrm>
              <a:off x="2647254" y="3142136"/>
              <a:ext cx="229916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Environmental Compliance</a:t>
              </a:r>
              <a:endParaRPr/>
            </a:p>
          </p:txBody>
        </p:sp>
        <p:sp>
          <p:nvSpPr>
            <p:cNvPr id="318" name="Google Shape;318;p29"/>
            <p:cNvSpPr txBox="1"/>
            <p:nvPr/>
          </p:nvSpPr>
          <p:spPr>
            <a:xfrm>
              <a:off x="2647254" y="4135568"/>
              <a:ext cx="229916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Information-Driven Improvement</a:t>
              </a:r>
              <a:endParaRPr/>
            </a:p>
          </p:txBody>
        </p:sp>
        <p:sp>
          <p:nvSpPr>
            <p:cNvPr id="319" name="Google Shape;319;p29"/>
            <p:cNvSpPr txBox="1"/>
            <p:nvPr/>
          </p:nvSpPr>
          <p:spPr>
            <a:xfrm>
              <a:off x="6763901" y="3142136"/>
              <a:ext cx="229916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Integrated People-Based Approach</a:t>
              </a:r>
              <a:endParaRPr/>
            </a:p>
          </p:txBody>
        </p:sp>
        <p:sp>
          <p:nvSpPr>
            <p:cNvPr id="320" name="Google Shape;320;p29"/>
            <p:cNvSpPr txBox="1"/>
            <p:nvPr/>
          </p:nvSpPr>
          <p:spPr>
            <a:xfrm>
              <a:off x="6763901" y="4135568"/>
              <a:ext cx="2299164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4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Productivity Improvement</a:t>
              </a:r>
              <a:endParaRPr/>
            </a:p>
          </p:txBody>
        </p:sp>
      </p:grpSp>
      <p:sp>
        <p:nvSpPr>
          <p:cNvPr id="321" name="Google Shape;321;p29"/>
          <p:cNvSpPr txBox="1"/>
          <p:nvPr/>
        </p:nvSpPr>
        <p:spPr>
          <a:xfrm>
            <a:off x="0" y="57608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Green Productivity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/>
        </p:nvSpPr>
        <p:spPr>
          <a:xfrm>
            <a:off x="0" y="57608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Green Productivity</a:t>
            </a:r>
            <a:endParaRPr/>
          </a:p>
        </p:txBody>
      </p:sp>
      <p:grpSp>
        <p:nvGrpSpPr>
          <p:cNvPr id="327" name="Google Shape;327;p30"/>
          <p:cNvGrpSpPr/>
          <p:nvPr/>
        </p:nvGrpSpPr>
        <p:grpSpPr>
          <a:xfrm>
            <a:off x="1321354" y="1464869"/>
            <a:ext cx="9549293" cy="4855151"/>
            <a:chOff x="1321354" y="1464869"/>
            <a:chExt cx="9549293" cy="4855151"/>
          </a:xfrm>
        </p:grpSpPr>
        <p:sp>
          <p:nvSpPr>
            <p:cNvPr id="328" name="Google Shape;328;p30"/>
            <p:cNvSpPr/>
            <p:nvPr/>
          </p:nvSpPr>
          <p:spPr>
            <a:xfrm>
              <a:off x="2886556" y="2452955"/>
              <a:ext cx="2795904" cy="1470366"/>
            </a:xfrm>
            <a:custGeom>
              <a:rect b="b" l="l" r="r" t="t"/>
              <a:pathLst>
                <a:path extrusionOk="0" h="952500" w="1811180">
                  <a:moveTo>
                    <a:pt x="1811180" y="0"/>
                  </a:moveTo>
                  <a:lnTo>
                    <a:pt x="1811180" y="533400"/>
                  </a:lnTo>
                  <a:lnTo>
                    <a:pt x="855" y="555816"/>
                  </a:lnTo>
                  <a:cubicBezTo>
                    <a:pt x="-2320" y="689166"/>
                    <a:pt x="4605" y="819150"/>
                    <a:pt x="1430" y="952500"/>
                  </a:cubicBez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 flipH="1">
              <a:off x="6504761" y="2452955"/>
              <a:ext cx="2793696" cy="1496668"/>
            </a:xfrm>
            <a:custGeom>
              <a:rect b="b" l="l" r="r" t="t"/>
              <a:pathLst>
                <a:path extrusionOk="0" h="952500" w="1809750">
                  <a:moveTo>
                    <a:pt x="1809750" y="0"/>
                  </a:moveTo>
                  <a:lnTo>
                    <a:pt x="1809750" y="533400"/>
                  </a:lnTo>
                  <a:lnTo>
                    <a:pt x="9525" y="552450"/>
                  </a:lnTo>
                  <a:lnTo>
                    <a:pt x="0" y="952500"/>
                  </a:lnTo>
                </a:path>
              </a:pathLst>
            </a:custGeom>
            <a:noFill/>
            <a:ln cap="flat" cmpd="sng" w="1905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4788477" y="1464869"/>
              <a:ext cx="2599608" cy="988086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800">
                  <a:solidFill>
                    <a:srgbClr val="26262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Green Productivity</a:t>
              </a:r>
              <a:endParaRPr/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4932572" y="3636601"/>
              <a:ext cx="2470216" cy="2676067"/>
            </a:xfrm>
            <a:custGeom>
              <a:rect b="b" l="l" r="r" t="t"/>
              <a:pathLst>
                <a:path extrusionOk="0" h="1733550" w="1600200">
                  <a:moveTo>
                    <a:pt x="290513" y="276225"/>
                  </a:moveTo>
                  <a:lnTo>
                    <a:pt x="1600200" y="0"/>
                  </a:lnTo>
                  <a:lnTo>
                    <a:pt x="1381125" y="1724025"/>
                  </a:lnTo>
                  <a:lnTo>
                    <a:pt x="0" y="1733550"/>
                  </a:lnTo>
                  <a:lnTo>
                    <a:pt x="290513" y="276225"/>
                  </a:lnTo>
                  <a:close/>
                </a:path>
              </a:pathLst>
            </a:custGeom>
            <a:solidFill>
              <a:srgbClr val="0830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4792888" y="3790988"/>
              <a:ext cx="2271715" cy="2514326"/>
            </a:xfrm>
            <a:custGeom>
              <a:rect b="b" l="l" r="r" t="t"/>
              <a:pathLst>
                <a:path extrusionOk="0" h="1628775" w="1471612">
                  <a:moveTo>
                    <a:pt x="0" y="0"/>
                  </a:moveTo>
                  <a:lnTo>
                    <a:pt x="9525" y="1628775"/>
                  </a:lnTo>
                  <a:lnTo>
                    <a:pt x="1471612" y="1628775"/>
                  </a:lnTo>
                  <a:lnTo>
                    <a:pt x="1452562" y="733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0"/>
            <p:cNvSpPr/>
            <p:nvPr/>
          </p:nvSpPr>
          <p:spPr>
            <a:xfrm>
              <a:off x="1461038" y="3629248"/>
              <a:ext cx="2470216" cy="2676067"/>
            </a:xfrm>
            <a:custGeom>
              <a:rect b="b" l="l" r="r" t="t"/>
              <a:pathLst>
                <a:path extrusionOk="0" h="1733550" w="1600200">
                  <a:moveTo>
                    <a:pt x="290513" y="276225"/>
                  </a:moveTo>
                  <a:lnTo>
                    <a:pt x="1600200" y="0"/>
                  </a:lnTo>
                  <a:lnTo>
                    <a:pt x="1381125" y="1724025"/>
                  </a:lnTo>
                  <a:lnTo>
                    <a:pt x="0" y="1733550"/>
                  </a:lnTo>
                  <a:lnTo>
                    <a:pt x="290513" y="276225"/>
                  </a:lnTo>
                  <a:close/>
                </a:path>
              </a:pathLst>
            </a:custGeom>
            <a:solidFill>
              <a:srgbClr val="1592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0"/>
            <p:cNvSpPr/>
            <p:nvPr/>
          </p:nvSpPr>
          <p:spPr>
            <a:xfrm>
              <a:off x="1321354" y="3783636"/>
              <a:ext cx="2271715" cy="2514326"/>
            </a:xfrm>
            <a:custGeom>
              <a:rect b="b" l="l" r="r" t="t"/>
              <a:pathLst>
                <a:path extrusionOk="0" h="1628775" w="1471612">
                  <a:moveTo>
                    <a:pt x="0" y="0"/>
                  </a:moveTo>
                  <a:lnTo>
                    <a:pt x="9525" y="1628775"/>
                  </a:lnTo>
                  <a:lnTo>
                    <a:pt x="1471612" y="1628775"/>
                  </a:lnTo>
                  <a:lnTo>
                    <a:pt x="1452562" y="733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8400431" y="3643953"/>
              <a:ext cx="2470216" cy="2676067"/>
            </a:xfrm>
            <a:custGeom>
              <a:rect b="b" l="l" r="r" t="t"/>
              <a:pathLst>
                <a:path extrusionOk="0" h="1733550" w="1600200">
                  <a:moveTo>
                    <a:pt x="290513" y="276225"/>
                  </a:moveTo>
                  <a:lnTo>
                    <a:pt x="1600200" y="0"/>
                  </a:lnTo>
                  <a:lnTo>
                    <a:pt x="1381125" y="1724025"/>
                  </a:lnTo>
                  <a:lnTo>
                    <a:pt x="0" y="1733550"/>
                  </a:lnTo>
                  <a:lnTo>
                    <a:pt x="290513" y="276225"/>
                  </a:lnTo>
                  <a:close/>
                </a:path>
              </a:pathLst>
            </a:custGeom>
            <a:solidFill>
              <a:srgbClr val="931A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8260747" y="3798341"/>
              <a:ext cx="2271715" cy="2514326"/>
            </a:xfrm>
            <a:custGeom>
              <a:rect b="b" l="l" r="r" t="t"/>
              <a:pathLst>
                <a:path extrusionOk="0" h="1628775" w="1471612">
                  <a:moveTo>
                    <a:pt x="0" y="0"/>
                  </a:moveTo>
                  <a:lnTo>
                    <a:pt x="9525" y="1628775"/>
                  </a:lnTo>
                  <a:lnTo>
                    <a:pt x="1471612" y="1628775"/>
                  </a:lnTo>
                  <a:lnTo>
                    <a:pt x="1452562" y="7334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7" name="Google Shape;337;p30"/>
            <p:cNvCxnSpPr>
              <a:stCxn id="330" idx="1"/>
            </p:cNvCxnSpPr>
            <p:nvPr/>
          </p:nvCxnSpPr>
          <p:spPr>
            <a:xfrm>
              <a:off x="6088281" y="2452955"/>
              <a:ext cx="36600" cy="1451400"/>
            </a:xfrm>
            <a:prstGeom prst="straightConnector1">
              <a:avLst/>
            </a:prstGeom>
            <a:noFill/>
            <a:ln cap="flat" cmpd="sng" w="19050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8" name="Google Shape;338;p30"/>
            <p:cNvSpPr txBox="1"/>
            <p:nvPr/>
          </p:nvSpPr>
          <p:spPr>
            <a:xfrm>
              <a:off x="1364928" y="5239482"/>
              <a:ext cx="2190041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Environment</a:t>
              </a: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(Sustainable Development)</a:t>
              </a:r>
              <a:endParaRPr/>
            </a:p>
          </p:txBody>
        </p:sp>
        <p:sp>
          <p:nvSpPr>
            <p:cNvPr id="339" name="Google Shape;339;p30"/>
            <p:cNvSpPr txBox="1"/>
            <p:nvPr/>
          </p:nvSpPr>
          <p:spPr>
            <a:xfrm>
              <a:off x="4864677" y="5239482"/>
              <a:ext cx="2190041" cy="661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Quality</a:t>
              </a: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/>
            </a:p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(Consumer Voice)</a:t>
              </a:r>
              <a:endParaRPr/>
            </a:p>
          </p:txBody>
        </p:sp>
        <p:sp>
          <p:nvSpPr>
            <p:cNvPr id="340" name="Google Shape;340;p30"/>
            <p:cNvSpPr txBox="1"/>
            <p:nvPr/>
          </p:nvSpPr>
          <p:spPr>
            <a:xfrm>
              <a:off x="8203436" y="5239482"/>
              <a:ext cx="2190041" cy="661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Rentability</a:t>
              </a: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/>
            </a:p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(Input Factors)</a:t>
              </a:r>
              <a:endParaRPr/>
            </a:p>
          </p:txBody>
        </p:sp>
        <p:pic>
          <p:nvPicPr>
            <p:cNvPr id="341" name="Google Shape;341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1038" y="4258513"/>
              <a:ext cx="432000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64452" y="4258513"/>
              <a:ext cx="432000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3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00431" y="4258513"/>
              <a:ext cx="432000" cy="43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p30"/>
            <p:cNvSpPr txBox="1"/>
            <p:nvPr/>
          </p:nvSpPr>
          <p:spPr>
            <a:xfrm>
              <a:off x="2886556" y="3912866"/>
              <a:ext cx="7383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</a:t>
              </a:r>
              <a:endPara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5" name="Google Shape;345;p30"/>
            <p:cNvSpPr txBox="1"/>
            <p:nvPr/>
          </p:nvSpPr>
          <p:spPr>
            <a:xfrm>
              <a:off x="6455835" y="3912866"/>
              <a:ext cx="7383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6" name="Google Shape;346;p30"/>
            <p:cNvSpPr txBox="1"/>
            <p:nvPr/>
          </p:nvSpPr>
          <p:spPr>
            <a:xfrm>
              <a:off x="9926903" y="3912866"/>
              <a:ext cx="73839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 txBox="1"/>
          <p:nvPr/>
        </p:nvSpPr>
        <p:spPr>
          <a:xfrm>
            <a:off x="0" y="576080"/>
            <a:ext cx="12192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20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Green Productivity</a:t>
            </a:r>
            <a:endParaRPr/>
          </a:p>
        </p:txBody>
      </p:sp>
      <p:grpSp>
        <p:nvGrpSpPr>
          <p:cNvPr id="352" name="Google Shape;352;p31"/>
          <p:cNvGrpSpPr/>
          <p:nvPr/>
        </p:nvGrpSpPr>
        <p:grpSpPr>
          <a:xfrm>
            <a:off x="1696943" y="1740094"/>
            <a:ext cx="8819414" cy="3846625"/>
            <a:chOff x="1696943" y="1740094"/>
            <a:chExt cx="8819414" cy="3846625"/>
          </a:xfrm>
        </p:grpSpPr>
        <p:sp>
          <p:nvSpPr>
            <p:cNvPr id="353" name="Google Shape;353;p31"/>
            <p:cNvSpPr/>
            <p:nvPr/>
          </p:nvSpPr>
          <p:spPr>
            <a:xfrm>
              <a:off x="1816218" y="1740094"/>
              <a:ext cx="1541161" cy="2310172"/>
            </a:xfrm>
            <a:custGeom>
              <a:rect b="b" l="l" r="r" t="t"/>
              <a:pathLst>
                <a:path extrusionOk="0" h="6489" w="4330">
                  <a:moveTo>
                    <a:pt x="4186" y="1204"/>
                  </a:moveTo>
                  <a:lnTo>
                    <a:pt x="4186" y="1204"/>
                  </a:lnTo>
                  <a:cubicBezTo>
                    <a:pt x="4174" y="1204"/>
                    <a:pt x="4161" y="1205"/>
                    <a:pt x="4148" y="1209"/>
                  </a:cubicBezTo>
                  <a:lnTo>
                    <a:pt x="4148" y="1209"/>
                  </a:lnTo>
                  <a:cubicBezTo>
                    <a:pt x="3779" y="470"/>
                    <a:pt x="3024" y="0"/>
                    <a:pt x="2189" y="0"/>
                  </a:cubicBezTo>
                  <a:lnTo>
                    <a:pt x="2189" y="0"/>
                  </a:lnTo>
                  <a:cubicBezTo>
                    <a:pt x="982" y="0"/>
                    <a:pt x="0" y="982"/>
                    <a:pt x="0" y="2189"/>
                  </a:cubicBezTo>
                  <a:lnTo>
                    <a:pt x="0" y="2189"/>
                  </a:lnTo>
                  <a:cubicBezTo>
                    <a:pt x="0" y="3390"/>
                    <a:pt x="970" y="4366"/>
                    <a:pt x="2167" y="4378"/>
                  </a:cubicBezTo>
                  <a:lnTo>
                    <a:pt x="2167" y="6386"/>
                  </a:lnTo>
                  <a:lnTo>
                    <a:pt x="2001" y="6127"/>
                  </a:lnTo>
                  <a:lnTo>
                    <a:pt x="2001" y="6127"/>
                  </a:lnTo>
                  <a:cubicBezTo>
                    <a:pt x="1995" y="6116"/>
                    <a:pt x="1981" y="6113"/>
                    <a:pt x="1971" y="6120"/>
                  </a:cubicBezTo>
                  <a:lnTo>
                    <a:pt x="1971" y="6120"/>
                  </a:lnTo>
                  <a:cubicBezTo>
                    <a:pt x="1964" y="6124"/>
                    <a:pt x="1959" y="6132"/>
                    <a:pt x="1959" y="6139"/>
                  </a:cubicBezTo>
                  <a:lnTo>
                    <a:pt x="1959" y="6139"/>
                  </a:lnTo>
                  <a:cubicBezTo>
                    <a:pt x="1959" y="6143"/>
                    <a:pt x="1960" y="6147"/>
                    <a:pt x="1963" y="6151"/>
                  </a:cubicBezTo>
                  <a:lnTo>
                    <a:pt x="2171" y="6478"/>
                  </a:lnTo>
                  <a:lnTo>
                    <a:pt x="2171" y="6478"/>
                  </a:lnTo>
                  <a:cubicBezTo>
                    <a:pt x="2175" y="6484"/>
                    <a:pt x="2182" y="6488"/>
                    <a:pt x="2189" y="6488"/>
                  </a:cubicBezTo>
                  <a:lnTo>
                    <a:pt x="2189" y="6488"/>
                  </a:lnTo>
                  <a:cubicBezTo>
                    <a:pt x="2198" y="6488"/>
                    <a:pt x="2205" y="6484"/>
                    <a:pt x="2209" y="6478"/>
                  </a:cubicBezTo>
                  <a:lnTo>
                    <a:pt x="2417" y="6151"/>
                  </a:lnTo>
                  <a:lnTo>
                    <a:pt x="2417" y="6151"/>
                  </a:lnTo>
                  <a:cubicBezTo>
                    <a:pt x="2423" y="6140"/>
                    <a:pt x="2421" y="6127"/>
                    <a:pt x="2409" y="6120"/>
                  </a:cubicBezTo>
                  <a:lnTo>
                    <a:pt x="2409" y="6120"/>
                  </a:lnTo>
                  <a:cubicBezTo>
                    <a:pt x="2399" y="6113"/>
                    <a:pt x="2385" y="6116"/>
                    <a:pt x="2378" y="6127"/>
                  </a:cubicBezTo>
                  <a:lnTo>
                    <a:pt x="2213" y="6386"/>
                  </a:lnTo>
                  <a:lnTo>
                    <a:pt x="2213" y="4332"/>
                  </a:lnTo>
                  <a:lnTo>
                    <a:pt x="2189" y="4332"/>
                  </a:lnTo>
                  <a:lnTo>
                    <a:pt x="2189" y="4332"/>
                  </a:lnTo>
                  <a:cubicBezTo>
                    <a:pt x="1008" y="4332"/>
                    <a:pt x="47" y="3371"/>
                    <a:pt x="47" y="2189"/>
                  </a:cubicBezTo>
                  <a:lnTo>
                    <a:pt x="47" y="2189"/>
                  </a:lnTo>
                  <a:cubicBezTo>
                    <a:pt x="47" y="1008"/>
                    <a:pt x="1008" y="46"/>
                    <a:pt x="2189" y="46"/>
                  </a:cubicBezTo>
                  <a:lnTo>
                    <a:pt x="2189" y="46"/>
                  </a:lnTo>
                  <a:cubicBezTo>
                    <a:pt x="3007" y="46"/>
                    <a:pt x="3744" y="506"/>
                    <a:pt x="4107" y="1229"/>
                  </a:cubicBezTo>
                  <a:lnTo>
                    <a:pt x="4107" y="1229"/>
                  </a:lnTo>
                  <a:cubicBezTo>
                    <a:pt x="4069" y="1254"/>
                    <a:pt x="4044" y="1297"/>
                    <a:pt x="4044" y="1346"/>
                  </a:cubicBezTo>
                  <a:lnTo>
                    <a:pt x="4044" y="1346"/>
                  </a:lnTo>
                  <a:cubicBezTo>
                    <a:pt x="4044" y="1425"/>
                    <a:pt x="4108" y="1489"/>
                    <a:pt x="4186" y="1489"/>
                  </a:cubicBezTo>
                  <a:lnTo>
                    <a:pt x="4186" y="1489"/>
                  </a:lnTo>
                  <a:cubicBezTo>
                    <a:pt x="4265" y="1489"/>
                    <a:pt x="4329" y="1425"/>
                    <a:pt x="4329" y="1346"/>
                  </a:cubicBezTo>
                  <a:lnTo>
                    <a:pt x="4329" y="1346"/>
                  </a:lnTo>
                  <a:cubicBezTo>
                    <a:pt x="4329" y="1268"/>
                    <a:pt x="4265" y="1204"/>
                    <a:pt x="4186" y="120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4" name="Google Shape;354;p31"/>
            <p:cNvSpPr/>
            <p:nvPr/>
          </p:nvSpPr>
          <p:spPr>
            <a:xfrm>
              <a:off x="2046921" y="1970798"/>
              <a:ext cx="1097018" cy="1097017"/>
            </a:xfrm>
            <a:custGeom>
              <a:rect b="b" l="l" r="r" t="t"/>
              <a:pathLst>
                <a:path extrusionOk="0" h="3082" w="3083">
                  <a:moveTo>
                    <a:pt x="1540" y="3081"/>
                  </a:moveTo>
                  <a:lnTo>
                    <a:pt x="1540" y="3081"/>
                  </a:lnTo>
                  <a:cubicBezTo>
                    <a:pt x="2392" y="3081"/>
                    <a:pt x="3082" y="2391"/>
                    <a:pt x="3082" y="1540"/>
                  </a:cubicBezTo>
                  <a:lnTo>
                    <a:pt x="3082" y="1540"/>
                  </a:lnTo>
                  <a:cubicBezTo>
                    <a:pt x="3082" y="690"/>
                    <a:pt x="2392" y="0"/>
                    <a:pt x="1540" y="0"/>
                  </a:cubicBezTo>
                  <a:lnTo>
                    <a:pt x="1540" y="0"/>
                  </a:lnTo>
                  <a:cubicBezTo>
                    <a:pt x="691" y="0"/>
                    <a:pt x="0" y="690"/>
                    <a:pt x="0" y="1540"/>
                  </a:cubicBezTo>
                  <a:lnTo>
                    <a:pt x="0" y="1540"/>
                  </a:lnTo>
                  <a:cubicBezTo>
                    <a:pt x="0" y="2391"/>
                    <a:pt x="691" y="3081"/>
                    <a:pt x="1540" y="30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1918229" y="1853091"/>
              <a:ext cx="1344985" cy="1333999"/>
            </a:xfrm>
            <a:custGeom>
              <a:rect b="b" l="l" r="r" t="t"/>
              <a:pathLst>
                <a:path extrusionOk="0" h="3748" w="3777">
                  <a:moveTo>
                    <a:pt x="1901" y="0"/>
                  </a:moveTo>
                  <a:lnTo>
                    <a:pt x="1901" y="0"/>
                  </a:lnTo>
                  <a:cubicBezTo>
                    <a:pt x="1139" y="0"/>
                    <a:pt x="461" y="457"/>
                    <a:pt x="172" y="1152"/>
                  </a:cubicBezTo>
                  <a:lnTo>
                    <a:pt x="172" y="1152"/>
                  </a:lnTo>
                  <a:cubicBezTo>
                    <a:pt x="163" y="1149"/>
                    <a:pt x="153" y="1148"/>
                    <a:pt x="143" y="1148"/>
                  </a:cubicBezTo>
                  <a:lnTo>
                    <a:pt x="143" y="1148"/>
                  </a:lnTo>
                  <a:cubicBezTo>
                    <a:pt x="64" y="1148"/>
                    <a:pt x="0" y="1212"/>
                    <a:pt x="0" y="1291"/>
                  </a:cubicBezTo>
                  <a:lnTo>
                    <a:pt x="0" y="1291"/>
                  </a:lnTo>
                  <a:cubicBezTo>
                    <a:pt x="0" y="1369"/>
                    <a:pt x="64" y="1433"/>
                    <a:pt x="143" y="1433"/>
                  </a:cubicBezTo>
                  <a:lnTo>
                    <a:pt x="143" y="1433"/>
                  </a:lnTo>
                  <a:cubicBezTo>
                    <a:pt x="222" y="1433"/>
                    <a:pt x="285" y="1369"/>
                    <a:pt x="285" y="1291"/>
                  </a:cubicBezTo>
                  <a:lnTo>
                    <a:pt x="285" y="1291"/>
                  </a:lnTo>
                  <a:cubicBezTo>
                    <a:pt x="285" y="1238"/>
                    <a:pt x="257" y="1193"/>
                    <a:pt x="215" y="1168"/>
                  </a:cubicBezTo>
                  <a:lnTo>
                    <a:pt x="215" y="1168"/>
                  </a:lnTo>
                  <a:cubicBezTo>
                    <a:pt x="497" y="491"/>
                    <a:pt x="1158" y="45"/>
                    <a:pt x="1901" y="45"/>
                  </a:cubicBezTo>
                  <a:lnTo>
                    <a:pt x="1901" y="45"/>
                  </a:lnTo>
                  <a:cubicBezTo>
                    <a:pt x="2910" y="45"/>
                    <a:pt x="3729" y="866"/>
                    <a:pt x="3729" y="1873"/>
                  </a:cubicBezTo>
                  <a:lnTo>
                    <a:pt x="3729" y="1873"/>
                  </a:lnTo>
                  <a:cubicBezTo>
                    <a:pt x="3729" y="2882"/>
                    <a:pt x="2910" y="3700"/>
                    <a:pt x="1901" y="3700"/>
                  </a:cubicBezTo>
                  <a:lnTo>
                    <a:pt x="1901" y="3700"/>
                  </a:lnTo>
                  <a:cubicBezTo>
                    <a:pt x="1277" y="3700"/>
                    <a:pt x="700" y="3384"/>
                    <a:pt x="365" y="2864"/>
                  </a:cubicBezTo>
                  <a:lnTo>
                    <a:pt x="365" y="2864"/>
                  </a:lnTo>
                  <a:cubicBezTo>
                    <a:pt x="403" y="2838"/>
                    <a:pt x="428" y="2795"/>
                    <a:pt x="428" y="2746"/>
                  </a:cubicBezTo>
                  <a:lnTo>
                    <a:pt x="428" y="2746"/>
                  </a:lnTo>
                  <a:cubicBezTo>
                    <a:pt x="428" y="2668"/>
                    <a:pt x="364" y="2604"/>
                    <a:pt x="285" y="2604"/>
                  </a:cubicBezTo>
                  <a:lnTo>
                    <a:pt x="285" y="2604"/>
                  </a:lnTo>
                  <a:cubicBezTo>
                    <a:pt x="206" y="2604"/>
                    <a:pt x="143" y="2668"/>
                    <a:pt x="143" y="2746"/>
                  </a:cubicBezTo>
                  <a:lnTo>
                    <a:pt x="143" y="2746"/>
                  </a:lnTo>
                  <a:cubicBezTo>
                    <a:pt x="143" y="2825"/>
                    <a:pt x="206" y="2889"/>
                    <a:pt x="285" y="2889"/>
                  </a:cubicBezTo>
                  <a:lnTo>
                    <a:pt x="285" y="2889"/>
                  </a:lnTo>
                  <a:cubicBezTo>
                    <a:pt x="299" y="2889"/>
                    <a:pt x="311" y="2887"/>
                    <a:pt x="324" y="2884"/>
                  </a:cubicBezTo>
                  <a:lnTo>
                    <a:pt x="324" y="2884"/>
                  </a:lnTo>
                  <a:cubicBezTo>
                    <a:pt x="666" y="3420"/>
                    <a:pt x="1259" y="3747"/>
                    <a:pt x="1901" y="3747"/>
                  </a:cubicBezTo>
                  <a:lnTo>
                    <a:pt x="1901" y="3747"/>
                  </a:lnTo>
                  <a:cubicBezTo>
                    <a:pt x="2935" y="3747"/>
                    <a:pt x="3776" y="2907"/>
                    <a:pt x="3776" y="1873"/>
                  </a:cubicBezTo>
                  <a:lnTo>
                    <a:pt x="3776" y="1873"/>
                  </a:lnTo>
                  <a:cubicBezTo>
                    <a:pt x="3776" y="841"/>
                    <a:pt x="2935" y="0"/>
                    <a:pt x="1901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3570819" y="3276547"/>
              <a:ext cx="1541161" cy="2310172"/>
            </a:xfrm>
            <a:custGeom>
              <a:rect b="b" l="l" r="r" t="t"/>
              <a:pathLst>
                <a:path extrusionOk="0" h="6490" w="4330">
                  <a:moveTo>
                    <a:pt x="142" y="5285"/>
                  </a:moveTo>
                  <a:lnTo>
                    <a:pt x="142" y="5285"/>
                  </a:lnTo>
                  <a:cubicBezTo>
                    <a:pt x="156" y="5285"/>
                    <a:pt x="169" y="5283"/>
                    <a:pt x="181" y="5280"/>
                  </a:cubicBezTo>
                  <a:lnTo>
                    <a:pt x="181" y="5280"/>
                  </a:lnTo>
                  <a:cubicBezTo>
                    <a:pt x="551" y="6019"/>
                    <a:pt x="1304" y="6489"/>
                    <a:pt x="2139" y="6489"/>
                  </a:cubicBezTo>
                  <a:lnTo>
                    <a:pt x="2139" y="6489"/>
                  </a:lnTo>
                  <a:cubicBezTo>
                    <a:pt x="3346" y="6489"/>
                    <a:pt x="4329" y="5507"/>
                    <a:pt x="4329" y="4300"/>
                  </a:cubicBezTo>
                  <a:lnTo>
                    <a:pt x="4329" y="4300"/>
                  </a:lnTo>
                  <a:cubicBezTo>
                    <a:pt x="4329" y="3099"/>
                    <a:pt x="3359" y="2122"/>
                    <a:pt x="2162" y="2109"/>
                  </a:cubicBezTo>
                  <a:lnTo>
                    <a:pt x="2162" y="101"/>
                  </a:lnTo>
                  <a:lnTo>
                    <a:pt x="2328" y="361"/>
                  </a:lnTo>
                  <a:lnTo>
                    <a:pt x="2328" y="361"/>
                  </a:lnTo>
                  <a:cubicBezTo>
                    <a:pt x="2334" y="372"/>
                    <a:pt x="2349" y="375"/>
                    <a:pt x="2359" y="368"/>
                  </a:cubicBezTo>
                  <a:lnTo>
                    <a:pt x="2359" y="368"/>
                  </a:lnTo>
                  <a:cubicBezTo>
                    <a:pt x="2366" y="363"/>
                    <a:pt x="2369" y="357"/>
                    <a:pt x="2369" y="349"/>
                  </a:cubicBezTo>
                  <a:lnTo>
                    <a:pt x="2369" y="349"/>
                  </a:lnTo>
                  <a:cubicBezTo>
                    <a:pt x="2369" y="345"/>
                    <a:pt x="2368" y="340"/>
                    <a:pt x="2366" y="336"/>
                  </a:cubicBezTo>
                  <a:lnTo>
                    <a:pt x="2159" y="11"/>
                  </a:lnTo>
                  <a:lnTo>
                    <a:pt x="2159" y="11"/>
                  </a:lnTo>
                  <a:cubicBezTo>
                    <a:pt x="2154" y="4"/>
                    <a:pt x="2147" y="0"/>
                    <a:pt x="2139" y="0"/>
                  </a:cubicBezTo>
                  <a:lnTo>
                    <a:pt x="2139" y="0"/>
                  </a:lnTo>
                  <a:cubicBezTo>
                    <a:pt x="2131" y="0"/>
                    <a:pt x="2124" y="4"/>
                    <a:pt x="2120" y="11"/>
                  </a:cubicBezTo>
                  <a:lnTo>
                    <a:pt x="1912" y="336"/>
                  </a:lnTo>
                  <a:lnTo>
                    <a:pt x="1912" y="336"/>
                  </a:lnTo>
                  <a:cubicBezTo>
                    <a:pt x="1905" y="347"/>
                    <a:pt x="1909" y="361"/>
                    <a:pt x="1919" y="368"/>
                  </a:cubicBezTo>
                  <a:lnTo>
                    <a:pt x="1919" y="368"/>
                  </a:lnTo>
                  <a:cubicBezTo>
                    <a:pt x="1930" y="375"/>
                    <a:pt x="1944" y="372"/>
                    <a:pt x="1951" y="361"/>
                  </a:cubicBezTo>
                  <a:lnTo>
                    <a:pt x="2116" y="101"/>
                  </a:lnTo>
                  <a:lnTo>
                    <a:pt x="2116" y="2155"/>
                  </a:lnTo>
                  <a:lnTo>
                    <a:pt x="2139" y="2155"/>
                  </a:lnTo>
                  <a:lnTo>
                    <a:pt x="2139" y="2155"/>
                  </a:lnTo>
                  <a:cubicBezTo>
                    <a:pt x="3321" y="2155"/>
                    <a:pt x="4283" y="3117"/>
                    <a:pt x="4283" y="4300"/>
                  </a:cubicBezTo>
                  <a:lnTo>
                    <a:pt x="4283" y="4300"/>
                  </a:lnTo>
                  <a:cubicBezTo>
                    <a:pt x="4283" y="5481"/>
                    <a:pt x="3321" y="6442"/>
                    <a:pt x="2139" y="6442"/>
                  </a:cubicBezTo>
                  <a:lnTo>
                    <a:pt x="2139" y="6442"/>
                  </a:lnTo>
                  <a:cubicBezTo>
                    <a:pt x="1322" y="6442"/>
                    <a:pt x="585" y="5983"/>
                    <a:pt x="223" y="5260"/>
                  </a:cubicBezTo>
                  <a:lnTo>
                    <a:pt x="223" y="5260"/>
                  </a:lnTo>
                  <a:cubicBezTo>
                    <a:pt x="260" y="5234"/>
                    <a:pt x="286" y="5191"/>
                    <a:pt x="286" y="5142"/>
                  </a:cubicBezTo>
                  <a:lnTo>
                    <a:pt x="286" y="5142"/>
                  </a:lnTo>
                  <a:cubicBezTo>
                    <a:pt x="286" y="5064"/>
                    <a:pt x="221" y="5000"/>
                    <a:pt x="142" y="5000"/>
                  </a:cubicBezTo>
                  <a:lnTo>
                    <a:pt x="142" y="5000"/>
                  </a:lnTo>
                  <a:cubicBezTo>
                    <a:pt x="63" y="5000"/>
                    <a:pt x="0" y="5064"/>
                    <a:pt x="0" y="5142"/>
                  </a:cubicBezTo>
                  <a:lnTo>
                    <a:pt x="0" y="5142"/>
                  </a:lnTo>
                  <a:cubicBezTo>
                    <a:pt x="0" y="5221"/>
                    <a:pt x="63" y="5285"/>
                    <a:pt x="142" y="528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7" name="Google Shape;357;p31"/>
            <p:cNvSpPr/>
            <p:nvPr/>
          </p:nvSpPr>
          <p:spPr>
            <a:xfrm>
              <a:off x="3784259" y="4258998"/>
              <a:ext cx="1097018" cy="1097017"/>
            </a:xfrm>
            <a:custGeom>
              <a:rect b="b" l="l" r="r" t="t"/>
              <a:pathLst>
                <a:path extrusionOk="0" h="3082" w="3082">
                  <a:moveTo>
                    <a:pt x="1540" y="0"/>
                  </a:moveTo>
                  <a:lnTo>
                    <a:pt x="1540" y="0"/>
                  </a:lnTo>
                  <a:cubicBezTo>
                    <a:pt x="689" y="0"/>
                    <a:pt x="0" y="690"/>
                    <a:pt x="0" y="1542"/>
                  </a:cubicBezTo>
                  <a:lnTo>
                    <a:pt x="0" y="1542"/>
                  </a:lnTo>
                  <a:cubicBezTo>
                    <a:pt x="0" y="2391"/>
                    <a:pt x="689" y="3081"/>
                    <a:pt x="1540" y="3081"/>
                  </a:cubicBezTo>
                  <a:lnTo>
                    <a:pt x="1540" y="3081"/>
                  </a:lnTo>
                  <a:cubicBezTo>
                    <a:pt x="2391" y="3081"/>
                    <a:pt x="3081" y="2391"/>
                    <a:pt x="3081" y="1542"/>
                  </a:cubicBezTo>
                  <a:lnTo>
                    <a:pt x="3081" y="1542"/>
                  </a:lnTo>
                  <a:cubicBezTo>
                    <a:pt x="3081" y="690"/>
                    <a:pt x="2391" y="0"/>
                    <a:pt x="1540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3664983" y="4139723"/>
              <a:ext cx="1343415" cy="1333999"/>
            </a:xfrm>
            <a:custGeom>
              <a:rect b="b" l="l" r="r" t="t"/>
              <a:pathLst>
                <a:path extrusionOk="0" h="3749" w="3776">
                  <a:moveTo>
                    <a:pt x="1873" y="3748"/>
                  </a:moveTo>
                  <a:lnTo>
                    <a:pt x="1873" y="3748"/>
                  </a:lnTo>
                  <a:cubicBezTo>
                    <a:pt x="2636" y="3748"/>
                    <a:pt x="3313" y="3291"/>
                    <a:pt x="3603" y="2596"/>
                  </a:cubicBezTo>
                  <a:lnTo>
                    <a:pt x="3603" y="2596"/>
                  </a:lnTo>
                  <a:cubicBezTo>
                    <a:pt x="3612" y="2599"/>
                    <a:pt x="3622" y="2599"/>
                    <a:pt x="3633" y="2599"/>
                  </a:cubicBezTo>
                  <a:lnTo>
                    <a:pt x="3633" y="2599"/>
                  </a:lnTo>
                  <a:cubicBezTo>
                    <a:pt x="3711" y="2599"/>
                    <a:pt x="3775" y="2535"/>
                    <a:pt x="3775" y="2457"/>
                  </a:cubicBezTo>
                  <a:lnTo>
                    <a:pt x="3775" y="2457"/>
                  </a:lnTo>
                  <a:cubicBezTo>
                    <a:pt x="3775" y="2379"/>
                    <a:pt x="3711" y="2314"/>
                    <a:pt x="3633" y="2314"/>
                  </a:cubicBezTo>
                  <a:lnTo>
                    <a:pt x="3633" y="2314"/>
                  </a:lnTo>
                  <a:cubicBezTo>
                    <a:pt x="3554" y="2314"/>
                    <a:pt x="3489" y="2379"/>
                    <a:pt x="3489" y="2457"/>
                  </a:cubicBezTo>
                  <a:lnTo>
                    <a:pt x="3489" y="2457"/>
                  </a:lnTo>
                  <a:cubicBezTo>
                    <a:pt x="3489" y="2510"/>
                    <a:pt x="3518" y="2555"/>
                    <a:pt x="3560" y="2580"/>
                  </a:cubicBezTo>
                  <a:lnTo>
                    <a:pt x="3560" y="2580"/>
                  </a:lnTo>
                  <a:cubicBezTo>
                    <a:pt x="3278" y="3256"/>
                    <a:pt x="2617" y="3702"/>
                    <a:pt x="1873" y="3702"/>
                  </a:cubicBezTo>
                  <a:lnTo>
                    <a:pt x="1873" y="3702"/>
                  </a:lnTo>
                  <a:cubicBezTo>
                    <a:pt x="865" y="3702"/>
                    <a:pt x="45" y="2882"/>
                    <a:pt x="45" y="1875"/>
                  </a:cubicBezTo>
                  <a:lnTo>
                    <a:pt x="45" y="1875"/>
                  </a:lnTo>
                  <a:cubicBezTo>
                    <a:pt x="45" y="866"/>
                    <a:pt x="865" y="46"/>
                    <a:pt x="1873" y="46"/>
                  </a:cubicBezTo>
                  <a:lnTo>
                    <a:pt x="1873" y="46"/>
                  </a:lnTo>
                  <a:cubicBezTo>
                    <a:pt x="2498" y="46"/>
                    <a:pt x="3074" y="364"/>
                    <a:pt x="3410" y="884"/>
                  </a:cubicBezTo>
                  <a:lnTo>
                    <a:pt x="3410" y="884"/>
                  </a:lnTo>
                  <a:cubicBezTo>
                    <a:pt x="3372" y="909"/>
                    <a:pt x="3348" y="952"/>
                    <a:pt x="3348" y="1002"/>
                  </a:cubicBezTo>
                  <a:lnTo>
                    <a:pt x="3348" y="1002"/>
                  </a:lnTo>
                  <a:cubicBezTo>
                    <a:pt x="3348" y="1080"/>
                    <a:pt x="3411" y="1144"/>
                    <a:pt x="3489" y="1144"/>
                  </a:cubicBezTo>
                  <a:lnTo>
                    <a:pt x="3489" y="1144"/>
                  </a:lnTo>
                  <a:cubicBezTo>
                    <a:pt x="3568" y="1144"/>
                    <a:pt x="3633" y="1080"/>
                    <a:pt x="3633" y="1002"/>
                  </a:cubicBezTo>
                  <a:lnTo>
                    <a:pt x="3633" y="1002"/>
                  </a:lnTo>
                  <a:cubicBezTo>
                    <a:pt x="3633" y="923"/>
                    <a:pt x="3568" y="859"/>
                    <a:pt x="3489" y="859"/>
                  </a:cubicBezTo>
                  <a:lnTo>
                    <a:pt x="3489" y="859"/>
                  </a:lnTo>
                  <a:cubicBezTo>
                    <a:pt x="3477" y="859"/>
                    <a:pt x="3464" y="860"/>
                    <a:pt x="3452" y="864"/>
                  </a:cubicBezTo>
                  <a:lnTo>
                    <a:pt x="3452" y="864"/>
                  </a:lnTo>
                  <a:cubicBezTo>
                    <a:pt x="3108" y="328"/>
                    <a:pt x="2516" y="0"/>
                    <a:pt x="1873" y="0"/>
                  </a:cubicBezTo>
                  <a:lnTo>
                    <a:pt x="1873" y="0"/>
                  </a:lnTo>
                  <a:cubicBezTo>
                    <a:pt x="840" y="0"/>
                    <a:pt x="0" y="841"/>
                    <a:pt x="0" y="1875"/>
                  </a:cubicBezTo>
                  <a:lnTo>
                    <a:pt x="0" y="1875"/>
                  </a:lnTo>
                  <a:cubicBezTo>
                    <a:pt x="0" y="2907"/>
                    <a:pt x="840" y="3748"/>
                    <a:pt x="1873" y="374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5325420" y="1740094"/>
              <a:ext cx="1539591" cy="2310172"/>
            </a:xfrm>
            <a:custGeom>
              <a:rect b="b" l="l" r="r" t="t"/>
              <a:pathLst>
                <a:path extrusionOk="0" h="6489" w="4328">
                  <a:moveTo>
                    <a:pt x="4185" y="1204"/>
                  </a:moveTo>
                  <a:lnTo>
                    <a:pt x="4185" y="1204"/>
                  </a:lnTo>
                  <a:cubicBezTo>
                    <a:pt x="4171" y="1204"/>
                    <a:pt x="4159" y="1205"/>
                    <a:pt x="4147" y="1209"/>
                  </a:cubicBezTo>
                  <a:lnTo>
                    <a:pt x="4147" y="1209"/>
                  </a:lnTo>
                  <a:cubicBezTo>
                    <a:pt x="3777" y="470"/>
                    <a:pt x="3023" y="0"/>
                    <a:pt x="2188" y="0"/>
                  </a:cubicBezTo>
                  <a:lnTo>
                    <a:pt x="2188" y="0"/>
                  </a:lnTo>
                  <a:cubicBezTo>
                    <a:pt x="982" y="0"/>
                    <a:pt x="0" y="982"/>
                    <a:pt x="0" y="2189"/>
                  </a:cubicBezTo>
                  <a:lnTo>
                    <a:pt x="0" y="2189"/>
                  </a:lnTo>
                  <a:cubicBezTo>
                    <a:pt x="0" y="3390"/>
                    <a:pt x="970" y="4366"/>
                    <a:pt x="2166" y="4378"/>
                  </a:cubicBezTo>
                  <a:lnTo>
                    <a:pt x="2166" y="6386"/>
                  </a:lnTo>
                  <a:lnTo>
                    <a:pt x="2001" y="6127"/>
                  </a:lnTo>
                  <a:lnTo>
                    <a:pt x="2001" y="6127"/>
                  </a:lnTo>
                  <a:cubicBezTo>
                    <a:pt x="1994" y="6116"/>
                    <a:pt x="1981" y="6113"/>
                    <a:pt x="1969" y="6120"/>
                  </a:cubicBezTo>
                  <a:lnTo>
                    <a:pt x="1969" y="6120"/>
                  </a:lnTo>
                  <a:cubicBezTo>
                    <a:pt x="1962" y="6124"/>
                    <a:pt x="1959" y="6132"/>
                    <a:pt x="1959" y="6139"/>
                  </a:cubicBezTo>
                  <a:lnTo>
                    <a:pt x="1959" y="6139"/>
                  </a:lnTo>
                  <a:cubicBezTo>
                    <a:pt x="1959" y="6143"/>
                    <a:pt x="1960" y="6147"/>
                    <a:pt x="1962" y="6151"/>
                  </a:cubicBezTo>
                  <a:lnTo>
                    <a:pt x="2170" y="6478"/>
                  </a:lnTo>
                  <a:lnTo>
                    <a:pt x="2170" y="6478"/>
                  </a:lnTo>
                  <a:cubicBezTo>
                    <a:pt x="2174" y="6484"/>
                    <a:pt x="2181" y="6488"/>
                    <a:pt x="2188" y="6488"/>
                  </a:cubicBezTo>
                  <a:lnTo>
                    <a:pt x="2188" y="6488"/>
                  </a:lnTo>
                  <a:cubicBezTo>
                    <a:pt x="2196" y="6488"/>
                    <a:pt x="2204" y="6484"/>
                    <a:pt x="2208" y="6478"/>
                  </a:cubicBezTo>
                  <a:lnTo>
                    <a:pt x="2415" y="6151"/>
                  </a:lnTo>
                  <a:lnTo>
                    <a:pt x="2415" y="6151"/>
                  </a:lnTo>
                  <a:cubicBezTo>
                    <a:pt x="2422" y="6140"/>
                    <a:pt x="2420" y="6127"/>
                    <a:pt x="2408" y="6120"/>
                  </a:cubicBezTo>
                  <a:lnTo>
                    <a:pt x="2408" y="6120"/>
                  </a:lnTo>
                  <a:cubicBezTo>
                    <a:pt x="2398" y="6113"/>
                    <a:pt x="2384" y="6116"/>
                    <a:pt x="2377" y="6127"/>
                  </a:cubicBezTo>
                  <a:lnTo>
                    <a:pt x="2211" y="6386"/>
                  </a:lnTo>
                  <a:lnTo>
                    <a:pt x="2211" y="4332"/>
                  </a:lnTo>
                  <a:lnTo>
                    <a:pt x="2188" y="4332"/>
                  </a:lnTo>
                  <a:lnTo>
                    <a:pt x="2188" y="4332"/>
                  </a:lnTo>
                  <a:cubicBezTo>
                    <a:pt x="1008" y="4332"/>
                    <a:pt x="45" y="3371"/>
                    <a:pt x="45" y="2189"/>
                  </a:cubicBezTo>
                  <a:lnTo>
                    <a:pt x="45" y="2189"/>
                  </a:lnTo>
                  <a:cubicBezTo>
                    <a:pt x="45" y="1008"/>
                    <a:pt x="1008" y="46"/>
                    <a:pt x="2188" y="46"/>
                  </a:cubicBezTo>
                  <a:lnTo>
                    <a:pt x="2188" y="46"/>
                  </a:lnTo>
                  <a:cubicBezTo>
                    <a:pt x="3006" y="46"/>
                    <a:pt x="3743" y="506"/>
                    <a:pt x="4105" y="1229"/>
                  </a:cubicBezTo>
                  <a:lnTo>
                    <a:pt x="4105" y="1229"/>
                  </a:lnTo>
                  <a:cubicBezTo>
                    <a:pt x="4067" y="1254"/>
                    <a:pt x="4042" y="1297"/>
                    <a:pt x="4042" y="1346"/>
                  </a:cubicBezTo>
                  <a:lnTo>
                    <a:pt x="4042" y="1346"/>
                  </a:lnTo>
                  <a:cubicBezTo>
                    <a:pt x="4042" y="1425"/>
                    <a:pt x="4107" y="1489"/>
                    <a:pt x="4185" y="1489"/>
                  </a:cubicBezTo>
                  <a:lnTo>
                    <a:pt x="4185" y="1489"/>
                  </a:lnTo>
                  <a:cubicBezTo>
                    <a:pt x="4264" y="1489"/>
                    <a:pt x="4327" y="1425"/>
                    <a:pt x="4327" y="1346"/>
                  </a:cubicBezTo>
                  <a:lnTo>
                    <a:pt x="4327" y="1346"/>
                  </a:lnTo>
                  <a:cubicBezTo>
                    <a:pt x="4327" y="1268"/>
                    <a:pt x="4264" y="1204"/>
                    <a:pt x="4185" y="120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5556123" y="1970798"/>
              <a:ext cx="1097018" cy="1097017"/>
            </a:xfrm>
            <a:custGeom>
              <a:rect b="b" l="l" r="r" t="t"/>
              <a:pathLst>
                <a:path extrusionOk="0" h="3082" w="3082">
                  <a:moveTo>
                    <a:pt x="1539" y="3081"/>
                  </a:moveTo>
                  <a:lnTo>
                    <a:pt x="1539" y="3081"/>
                  </a:lnTo>
                  <a:cubicBezTo>
                    <a:pt x="2391" y="3081"/>
                    <a:pt x="3081" y="2391"/>
                    <a:pt x="3081" y="1540"/>
                  </a:cubicBezTo>
                  <a:lnTo>
                    <a:pt x="3081" y="1540"/>
                  </a:lnTo>
                  <a:cubicBezTo>
                    <a:pt x="3081" y="690"/>
                    <a:pt x="2391" y="0"/>
                    <a:pt x="1539" y="0"/>
                  </a:cubicBezTo>
                  <a:lnTo>
                    <a:pt x="1539" y="0"/>
                  </a:lnTo>
                  <a:cubicBezTo>
                    <a:pt x="689" y="0"/>
                    <a:pt x="0" y="690"/>
                    <a:pt x="0" y="1540"/>
                  </a:cubicBezTo>
                  <a:lnTo>
                    <a:pt x="0" y="1540"/>
                  </a:lnTo>
                  <a:cubicBezTo>
                    <a:pt x="0" y="2391"/>
                    <a:pt x="689" y="3081"/>
                    <a:pt x="1539" y="30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5427431" y="1853091"/>
              <a:ext cx="1343415" cy="1333999"/>
            </a:xfrm>
            <a:custGeom>
              <a:rect b="b" l="l" r="r" t="t"/>
              <a:pathLst>
                <a:path extrusionOk="0" h="3748" w="3776">
                  <a:moveTo>
                    <a:pt x="1900" y="0"/>
                  </a:moveTo>
                  <a:lnTo>
                    <a:pt x="1900" y="0"/>
                  </a:lnTo>
                  <a:cubicBezTo>
                    <a:pt x="1139" y="0"/>
                    <a:pt x="461" y="457"/>
                    <a:pt x="172" y="1152"/>
                  </a:cubicBezTo>
                  <a:lnTo>
                    <a:pt x="172" y="1152"/>
                  </a:lnTo>
                  <a:cubicBezTo>
                    <a:pt x="162" y="1149"/>
                    <a:pt x="152" y="1148"/>
                    <a:pt x="142" y="1148"/>
                  </a:cubicBezTo>
                  <a:lnTo>
                    <a:pt x="142" y="1148"/>
                  </a:lnTo>
                  <a:cubicBezTo>
                    <a:pt x="64" y="1148"/>
                    <a:pt x="0" y="1212"/>
                    <a:pt x="0" y="1291"/>
                  </a:cubicBezTo>
                  <a:lnTo>
                    <a:pt x="0" y="1291"/>
                  </a:lnTo>
                  <a:cubicBezTo>
                    <a:pt x="0" y="1369"/>
                    <a:pt x="64" y="1433"/>
                    <a:pt x="142" y="1433"/>
                  </a:cubicBezTo>
                  <a:lnTo>
                    <a:pt x="142" y="1433"/>
                  </a:lnTo>
                  <a:cubicBezTo>
                    <a:pt x="221" y="1433"/>
                    <a:pt x="285" y="1369"/>
                    <a:pt x="285" y="1291"/>
                  </a:cubicBezTo>
                  <a:lnTo>
                    <a:pt x="285" y="1291"/>
                  </a:lnTo>
                  <a:cubicBezTo>
                    <a:pt x="285" y="1238"/>
                    <a:pt x="257" y="1193"/>
                    <a:pt x="215" y="1168"/>
                  </a:cubicBezTo>
                  <a:lnTo>
                    <a:pt x="215" y="1168"/>
                  </a:lnTo>
                  <a:cubicBezTo>
                    <a:pt x="497" y="491"/>
                    <a:pt x="1158" y="45"/>
                    <a:pt x="1900" y="45"/>
                  </a:cubicBezTo>
                  <a:lnTo>
                    <a:pt x="1900" y="45"/>
                  </a:lnTo>
                  <a:cubicBezTo>
                    <a:pt x="2908" y="45"/>
                    <a:pt x="3728" y="866"/>
                    <a:pt x="3728" y="1873"/>
                  </a:cubicBezTo>
                  <a:lnTo>
                    <a:pt x="3728" y="1873"/>
                  </a:lnTo>
                  <a:cubicBezTo>
                    <a:pt x="3728" y="2882"/>
                    <a:pt x="2908" y="3700"/>
                    <a:pt x="1900" y="3700"/>
                  </a:cubicBezTo>
                  <a:lnTo>
                    <a:pt x="1900" y="3700"/>
                  </a:lnTo>
                  <a:cubicBezTo>
                    <a:pt x="1277" y="3700"/>
                    <a:pt x="700" y="3384"/>
                    <a:pt x="365" y="2864"/>
                  </a:cubicBezTo>
                  <a:lnTo>
                    <a:pt x="365" y="2864"/>
                  </a:lnTo>
                  <a:cubicBezTo>
                    <a:pt x="402" y="2838"/>
                    <a:pt x="427" y="2795"/>
                    <a:pt x="427" y="2746"/>
                  </a:cubicBezTo>
                  <a:lnTo>
                    <a:pt x="427" y="2746"/>
                  </a:lnTo>
                  <a:cubicBezTo>
                    <a:pt x="427" y="2668"/>
                    <a:pt x="364" y="2604"/>
                    <a:pt x="285" y="2604"/>
                  </a:cubicBezTo>
                  <a:lnTo>
                    <a:pt x="285" y="2604"/>
                  </a:lnTo>
                  <a:cubicBezTo>
                    <a:pt x="206" y="2604"/>
                    <a:pt x="142" y="2668"/>
                    <a:pt x="142" y="2746"/>
                  </a:cubicBezTo>
                  <a:lnTo>
                    <a:pt x="142" y="2746"/>
                  </a:lnTo>
                  <a:cubicBezTo>
                    <a:pt x="142" y="2825"/>
                    <a:pt x="206" y="2889"/>
                    <a:pt x="285" y="2889"/>
                  </a:cubicBezTo>
                  <a:lnTo>
                    <a:pt x="285" y="2889"/>
                  </a:lnTo>
                  <a:cubicBezTo>
                    <a:pt x="298" y="2889"/>
                    <a:pt x="311" y="2887"/>
                    <a:pt x="323" y="2884"/>
                  </a:cubicBezTo>
                  <a:lnTo>
                    <a:pt x="323" y="2884"/>
                  </a:lnTo>
                  <a:cubicBezTo>
                    <a:pt x="666" y="3420"/>
                    <a:pt x="1259" y="3747"/>
                    <a:pt x="1900" y="3747"/>
                  </a:cubicBezTo>
                  <a:lnTo>
                    <a:pt x="1900" y="3747"/>
                  </a:lnTo>
                  <a:cubicBezTo>
                    <a:pt x="2934" y="3747"/>
                    <a:pt x="3775" y="2907"/>
                    <a:pt x="3775" y="1873"/>
                  </a:cubicBezTo>
                  <a:lnTo>
                    <a:pt x="3775" y="1873"/>
                  </a:lnTo>
                  <a:cubicBezTo>
                    <a:pt x="3775" y="841"/>
                    <a:pt x="2934" y="0"/>
                    <a:pt x="1900" y="0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7080021" y="3276547"/>
              <a:ext cx="1541161" cy="2310172"/>
            </a:xfrm>
            <a:custGeom>
              <a:rect b="b" l="l" r="r" t="t"/>
              <a:pathLst>
                <a:path extrusionOk="0" h="6490" w="4329">
                  <a:moveTo>
                    <a:pt x="142" y="5285"/>
                  </a:moveTo>
                  <a:lnTo>
                    <a:pt x="142" y="5285"/>
                  </a:lnTo>
                  <a:cubicBezTo>
                    <a:pt x="156" y="5285"/>
                    <a:pt x="169" y="5283"/>
                    <a:pt x="181" y="5280"/>
                  </a:cubicBezTo>
                  <a:lnTo>
                    <a:pt x="181" y="5280"/>
                  </a:lnTo>
                  <a:cubicBezTo>
                    <a:pt x="551" y="6019"/>
                    <a:pt x="1304" y="6489"/>
                    <a:pt x="2139" y="6489"/>
                  </a:cubicBezTo>
                  <a:lnTo>
                    <a:pt x="2139" y="6489"/>
                  </a:lnTo>
                  <a:cubicBezTo>
                    <a:pt x="3346" y="6489"/>
                    <a:pt x="4328" y="5507"/>
                    <a:pt x="4328" y="4300"/>
                  </a:cubicBezTo>
                  <a:lnTo>
                    <a:pt x="4328" y="4300"/>
                  </a:lnTo>
                  <a:cubicBezTo>
                    <a:pt x="4328" y="3099"/>
                    <a:pt x="3358" y="2122"/>
                    <a:pt x="2162" y="2109"/>
                  </a:cubicBezTo>
                  <a:lnTo>
                    <a:pt x="2162" y="101"/>
                  </a:lnTo>
                  <a:lnTo>
                    <a:pt x="2328" y="361"/>
                  </a:lnTo>
                  <a:lnTo>
                    <a:pt x="2328" y="361"/>
                  </a:lnTo>
                  <a:cubicBezTo>
                    <a:pt x="2334" y="372"/>
                    <a:pt x="2348" y="375"/>
                    <a:pt x="2359" y="368"/>
                  </a:cubicBezTo>
                  <a:lnTo>
                    <a:pt x="2359" y="368"/>
                  </a:lnTo>
                  <a:cubicBezTo>
                    <a:pt x="2366" y="363"/>
                    <a:pt x="2369" y="357"/>
                    <a:pt x="2369" y="349"/>
                  </a:cubicBezTo>
                  <a:lnTo>
                    <a:pt x="2369" y="349"/>
                  </a:lnTo>
                  <a:cubicBezTo>
                    <a:pt x="2369" y="345"/>
                    <a:pt x="2368" y="340"/>
                    <a:pt x="2366" y="336"/>
                  </a:cubicBezTo>
                  <a:lnTo>
                    <a:pt x="2158" y="11"/>
                  </a:lnTo>
                  <a:lnTo>
                    <a:pt x="2158" y="11"/>
                  </a:lnTo>
                  <a:cubicBezTo>
                    <a:pt x="2154" y="4"/>
                    <a:pt x="2147" y="0"/>
                    <a:pt x="2139" y="0"/>
                  </a:cubicBezTo>
                  <a:lnTo>
                    <a:pt x="2139" y="0"/>
                  </a:lnTo>
                  <a:cubicBezTo>
                    <a:pt x="2131" y="0"/>
                    <a:pt x="2124" y="4"/>
                    <a:pt x="2119" y="11"/>
                  </a:cubicBezTo>
                  <a:lnTo>
                    <a:pt x="1912" y="336"/>
                  </a:lnTo>
                  <a:lnTo>
                    <a:pt x="1912" y="336"/>
                  </a:lnTo>
                  <a:cubicBezTo>
                    <a:pt x="1905" y="347"/>
                    <a:pt x="1908" y="361"/>
                    <a:pt x="1919" y="368"/>
                  </a:cubicBezTo>
                  <a:lnTo>
                    <a:pt x="1919" y="368"/>
                  </a:lnTo>
                  <a:cubicBezTo>
                    <a:pt x="1929" y="375"/>
                    <a:pt x="1944" y="372"/>
                    <a:pt x="1951" y="361"/>
                  </a:cubicBezTo>
                  <a:lnTo>
                    <a:pt x="2116" y="101"/>
                  </a:lnTo>
                  <a:lnTo>
                    <a:pt x="2116" y="2155"/>
                  </a:lnTo>
                  <a:lnTo>
                    <a:pt x="2139" y="2155"/>
                  </a:lnTo>
                  <a:lnTo>
                    <a:pt x="2139" y="2155"/>
                  </a:lnTo>
                  <a:cubicBezTo>
                    <a:pt x="3321" y="2155"/>
                    <a:pt x="4283" y="3117"/>
                    <a:pt x="4283" y="4300"/>
                  </a:cubicBezTo>
                  <a:lnTo>
                    <a:pt x="4283" y="4300"/>
                  </a:lnTo>
                  <a:cubicBezTo>
                    <a:pt x="4283" y="5481"/>
                    <a:pt x="3321" y="6442"/>
                    <a:pt x="2139" y="6442"/>
                  </a:cubicBezTo>
                  <a:lnTo>
                    <a:pt x="2139" y="6442"/>
                  </a:lnTo>
                  <a:cubicBezTo>
                    <a:pt x="1322" y="6442"/>
                    <a:pt x="585" y="5983"/>
                    <a:pt x="223" y="5260"/>
                  </a:cubicBezTo>
                  <a:lnTo>
                    <a:pt x="223" y="5260"/>
                  </a:lnTo>
                  <a:cubicBezTo>
                    <a:pt x="261" y="5234"/>
                    <a:pt x="285" y="5191"/>
                    <a:pt x="285" y="5142"/>
                  </a:cubicBezTo>
                  <a:lnTo>
                    <a:pt x="285" y="5142"/>
                  </a:lnTo>
                  <a:cubicBezTo>
                    <a:pt x="285" y="5064"/>
                    <a:pt x="221" y="5000"/>
                    <a:pt x="142" y="5000"/>
                  </a:cubicBezTo>
                  <a:lnTo>
                    <a:pt x="142" y="5000"/>
                  </a:lnTo>
                  <a:cubicBezTo>
                    <a:pt x="64" y="5000"/>
                    <a:pt x="0" y="5064"/>
                    <a:pt x="0" y="5142"/>
                  </a:cubicBezTo>
                  <a:lnTo>
                    <a:pt x="0" y="5142"/>
                  </a:lnTo>
                  <a:cubicBezTo>
                    <a:pt x="0" y="5221"/>
                    <a:pt x="64" y="5285"/>
                    <a:pt x="142" y="528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7291891" y="4258998"/>
              <a:ext cx="1097018" cy="1097017"/>
            </a:xfrm>
            <a:custGeom>
              <a:rect b="b" l="l" r="r" t="t"/>
              <a:pathLst>
                <a:path extrusionOk="0" h="3082" w="3082">
                  <a:moveTo>
                    <a:pt x="1541" y="0"/>
                  </a:moveTo>
                  <a:lnTo>
                    <a:pt x="1541" y="0"/>
                  </a:lnTo>
                  <a:cubicBezTo>
                    <a:pt x="690" y="0"/>
                    <a:pt x="0" y="690"/>
                    <a:pt x="0" y="1542"/>
                  </a:cubicBezTo>
                  <a:lnTo>
                    <a:pt x="0" y="1542"/>
                  </a:lnTo>
                  <a:cubicBezTo>
                    <a:pt x="0" y="2391"/>
                    <a:pt x="690" y="3081"/>
                    <a:pt x="1541" y="3081"/>
                  </a:cubicBezTo>
                  <a:lnTo>
                    <a:pt x="1541" y="3081"/>
                  </a:lnTo>
                  <a:cubicBezTo>
                    <a:pt x="2392" y="3081"/>
                    <a:pt x="3081" y="2391"/>
                    <a:pt x="3081" y="1542"/>
                  </a:cubicBezTo>
                  <a:lnTo>
                    <a:pt x="3081" y="1542"/>
                  </a:lnTo>
                  <a:cubicBezTo>
                    <a:pt x="3081" y="690"/>
                    <a:pt x="2392" y="0"/>
                    <a:pt x="1541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7174186" y="4139723"/>
              <a:ext cx="1344984" cy="1333999"/>
            </a:xfrm>
            <a:custGeom>
              <a:rect b="b" l="l" r="r" t="t"/>
              <a:pathLst>
                <a:path extrusionOk="0" h="3749" w="3777">
                  <a:moveTo>
                    <a:pt x="1874" y="3748"/>
                  </a:moveTo>
                  <a:lnTo>
                    <a:pt x="1874" y="3748"/>
                  </a:lnTo>
                  <a:cubicBezTo>
                    <a:pt x="2637" y="3748"/>
                    <a:pt x="3314" y="3291"/>
                    <a:pt x="3603" y="2596"/>
                  </a:cubicBezTo>
                  <a:lnTo>
                    <a:pt x="3603" y="2596"/>
                  </a:lnTo>
                  <a:cubicBezTo>
                    <a:pt x="3613" y="2599"/>
                    <a:pt x="3623" y="2599"/>
                    <a:pt x="3633" y="2599"/>
                  </a:cubicBezTo>
                  <a:lnTo>
                    <a:pt x="3633" y="2599"/>
                  </a:lnTo>
                  <a:cubicBezTo>
                    <a:pt x="3712" y="2599"/>
                    <a:pt x="3776" y="2535"/>
                    <a:pt x="3776" y="2457"/>
                  </a:cubicBezTo>
                  <a:lnTo>
                    <a:pt x="3776" y="2457"/>
                  </a:lnTo>
                  <a:cubicBezTo>
                    <a:pt x="3776" y="2379"/>
                    <a:pt x="3712" y="2314"/>
                    <a:pt x="3633" y="2314"/>
                  </a:cubicBezTo>
                  <a:lnTo>
                    <a:pt x="3633" y="2314"/>
                  </a:lnTo>
                  <a:cubicBezTo>
                    <a:pt x="3555" y="2314"/>
                    <a:pt x="3490" y="2379"/>
                    <a:pt x="3490" y="2457"/>
                  </a:cubicBezTo>
                  <a:lnTo>
                    <a:pt x="3490" y="2457"/>
                  </a:lnTo>
                  <a:cubicBezTo>
                    <a:pt x="3490" y="2510"/>
                    <a:pt x="3519" y="2555"/>
                    <a:pt x="3561" y="2580"/>
                  </a:cubicBezTo>
                  <a:lnTo>
                    <a:pt x="3561" y="2580"/>
                  </a:lnTo>
                  <a:cubicBezTo>
                    <a:pt x="3278" y="3256"/>
                    <a:pt x="2618" y="3702"/>
                    <a:pt x="1874" y="3702"/>
                  </a:cubicBezTo>
                  <a:lnTo>
                    <a:pt x="1874" y="3702"/>
                  </a:lnTo>
                  <a:cubicBezTo>
                    <a:pt x="866" y="3702"/>
                    <a:pt x="46" y="2882"/>
                    <a:pt x="46" y="1875"/>
                  </a:cubicBezTo>
                  <a:lnTo>
                    <a:pt x="46" y="1875"/>
                  </a:lnTo>
                  <a:cubicBezTo>
                    <a:pt x="46" y="866"/>
                    <a:pt x="866" y="46"/>
                    <a:pt x="1874" y="46"/>
                  </a:cubicBezTo>
                  <a:lnTo>
                    <a:pt x="1874" y="46"/>
                  </a:lnTo>
                  <a:cubicBezTo>
                    <a:pt x="2499" y="46"/>
                    <a:pt x="3075" y="364"/>
                    <a:pt x="3411" y="884"/>
                  </a:cubicBezTo>
                  <a:lnTo>
                    <a:pt x="3411" y="884"/>
                  </a:lnTo>
                  <a:cubicBezTo>
                    <a:pt x="3373" y="909"/>
                    <a:pt x="3349" y="952"/>
                    <a:pt x="3349" y="1002"/>
                  </a:cubicBezTo>
                  <a:lnTo>
                    <a:pt x="3349" y="1002"/>
                  </a:lnTo>
                  <a:cubicBezTo>
                    <a:pt x="3349" y="1080"/>
                    <a:pt x="3412" y="1144"/>
                    <a:pt x="3490" y="1144"/>
                  </a:cubicBezTo>
                  <a:lnTo>
                    <a:pt x="3490" y="1144"/>
                  </a:lnTo>
                  <a:cubicBezTo>
                    <a:pt x="3569" y="1144"/>
                    <a:pt x="3633" y="1080"/>
                    <a:pt x="3633" y="1002"/>
                  </a:cubicBezTo>
                  <a:lnTo>
                    <a:pt x="3633" y="1002"/>
                  </a:lnTo>
                  <a:cubicBezTo>
                    <a:pt x="3633" y="923"/>
                    <a:pt x="3569" y="859"/>
                    <a:pt x="3490" y="859"/>
                  </a:cubicBezTo>
                  <a:lnTo>
                    <a:pt x="3490" y="859"/>
                  </a:lnTo>
                  <a:cubicBezTo>
                    <a:pt x="3478" y="859"/>
                    <a:pt x="3465" y="860"/>
                    <a:pt x="3453" y="864"/>
                  </a:cubicBezTo>
                  <a:lnTo>
                    <a:pt x="3453" y="864"/>
                  </a:lnTo>
                  <a:cubicBezTo>
                    <a:pt x="3109" y="328"/>
                    <a:pt x="2516" y="0"/>
                    <a:pt x="1874" y="0"/>
                  </a:cubicBezTo>
                  <a:lnTo>
                    <a:pt x="1874" y="0"/>
                  </a:lnTo>
                  <a:cubicBezTo>
                    <a:pt x="841" y="0"/>
                    <a:pt x="0" y="841"/>
                    <a:pt x="0" y="1875"/>
                  </a:cubicBezTo>
                  <a:lnTo>
                    <a:pt x="0" y="1875"/>
                  </a:lnTo>
                  <a:cubicBezTo>
                    <a:pt x="0" y="2907"/>
                    <a:pt x="841" y="3748"/>
                    <a:pt x="1874" y="374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8834622" y="1740094"/>
              <a:ext cx="1541161" cy="2310172"/>
            </a:xfrm>
            <a:custGeom>
              <a:rect b="b" l="l" r="r" t="t"/>
              <a:pathLst>
                <a:path extrusionOk="0" h="6489" w="4329">
                  <a:moveTo>
                    <a:pt x="4186" y="1204"/>
                  </a:moveTo>
                  <a:lnTo>
                    <a:pt x="4186" y="1204"/>
                  </a:lnTo>
                  <a:cubicBezTo>
                    <a:pt x="4172" y="1204"/>
                    <a:pt x="4159" y="1205"/>
                    <a:pt x="4148" y="1209"/>
                  </a:cubicBezTo>
                  <a:lnTo>
                    <a:pt x="4148" y="1209"/>
                  </a:lnTo>
                  <a:cubicBezTo>
                    <a:pt x="3778" y="470"/>
                    <a:pt x="3024" y="0"/>
                    <a:pt x="2189" y="0"/>
                  </a:cubicBezTo>
                  <a:lnTo>
                    <a:pt x="2189" y="0"/>
                  </a:lnTo>
                  <a:cubicBezTo>
                    <a:pt x="982" y="0"/>
                    <a:pt x="0" y="982"/>
                    <a:pt x="0" y="2189"/>
                  </a:cubicBezTo>
                  <a:lnTo>
                    <a:pt x="0" y="2189"/>
                  </a:lnTo>
                  <a:cubicBezTo>
                    <a:pt x="0" y="3390"/>
                    <a:pt x="969" y="4366"/>
                    <a:pt x="2166" y="4378"/>
                  </a:cubicBezTo>
                  <a:lnTo>
                    <a:pt x="2166" y="6386"/>
                  </a:lnTo>
                  <a:lnTo>
                    <a:pt x="2001" y="6127"/>
                  </a:lnTo>
                  <a:lnTo>
                    <a:pt x="2001" y="6127"/>
                  </a:lnTo>
                  <a:cubicBezTo>
                    <a:pt x="1994" y="6116"/>
                    <a:pt x="1980" y="6113"/>
                    <a:pt x="1969" y="6120"/>
                  </a:cubicBezTo>
                  <a:lnTo>
                    <a:pt x="1969" y="6120"/>
                  </a:lnTo>
                  <a:cubicBezTo>
                    <a:pt x="1962" y="6124"/>
                    <a:pt x="1959" y="6132"/>
                    <a:pt x="1959" y="6139"/>
                  </a:cubicBezTo>
                  <a:lnTo>
                    <a:pt x="1959" y="6139"/>
                  </a:lnTo>
                  <a:cubicBezTo>
                    <a:pt x="1959" y="6143"/>
                    <a:pt x="1960" y="6147"/>
                    <a:pt x="1962" y="6151"/>
                  </a:cubicBezTo>
                  <a:lnTo>
                    <a:pt x="2170" y="6478"/>
                  </a:lnTo>
                  <a:lnTo>
                    <a:pt x="2170" y="6478"/>
                  </a:lnTo>
                  <a:cubicBezTo>
                    <a:pt x="2174" y="6484"/>
                    <a:pt x="2182" y="6488"/>
                    <a:pt x="2189" y="6488"/>
                  </a:cubicBezTo>
                  <a:lnTo>
                    <a:pt x="2189" y="6488"/>
                  </a:lnTo>
                  <a:cubicBezTo>
                    <a:pt x="2197" y="6488"/>
                    <a:pt x="2205" y="6484"/>
                    <a:pt x="2209" y="6478"/>
                  </a:cubicBezTo>
                  <a:lnTo>
                    <a:pt x="2416" y="6151"/>
                  </a:lnTo>
                  <a:lnTo>
                    <a:pt x="2416" y="6151"/>
                  </a:lnTo>
                  <a:cubicBezTo>
                    <a:pt x="2423" y="6140"/>
                    <a:pt x="2420" y="6127"/>
                    <a:pt x="2409" y="6120"/>
                  </a:cubicBezTo>
                  <a:lnTo>
                    <a:pt x="2409" y="6120"/>
                  </a:lnTo>
                  <a:cubicBezTo>
                    <a:pt x="2399" y="6113"/>
                    <a:pt x="2385" y="6116"/>
                    <a:pt x="2378" y="6127"/>
                  </a:cubicBezTo>
                  <a:lnTo>
                    <a:pt x="2212" y="6386"/>
                  </a:lnTo>
                  <a:lnTo>
                    <a:pt x="2212" y="4332"/>
                  </a:lnTo>
                  <a:lnTo>
                    <a:pt x="2189" y="4332"/>
                  </a:lnTo>
                  <a:lnTo>
                    <a:pt x="2189" y="4332"/>
                  </a:lnTo>
                  <a:cubicBezTo>
                    <a:pt x="1007" y="4332"/>
                    <a:pt x="46" y="3371"/>
                    <a:pt x="46" y="2189"/>
                  </a:cubicBezTo>
                  <a:lnTo>
                    <a:pt x="46" y="2189"/>
                  </a:lnTo>
                  <a:cubicBezTo>
                    <a:pt x="46" y="1008"/>
                    <a:pt x="1007" y="46"/>
                    <a:pt x="2189" y="46"/>
                  </a:cubicBezTo>
                  <a:lnTo>
                    <a:pt x="2189" y="46"/>
                  </a:lnTo>
                  <a:cubicBezTo>
                    <a:pt x="3006" y="46"/>
                    <a:pt x="3744" y="506"/>
                    <a:pt x="4106" y="1229"/>
                  </a:cubicBezTo>
                  <a:lnTo>
                    <a:pt x="4106" y="1229"/>
                  </a:lnTo>
                  <a:cubicBezTo>
                    <a:pt x="4068" y="1254"/>
                    <a:pt x="4043" y="1297"/>
                    <a:pt x="4043" y="1346"/>
                  </a:cubicBezTo>
                  <a:lnTo>
                    <a:pt x="4043" y="1346"/>
                  </a:lnTo>
                  <a:cubicBezTo>
                    <a:pt x="4043" y="1425"/>
                    <a:pt x="4107" y="1489"/>
                    <a:pt x="4186" y="1489"/>
                  </a:cubicBezTo>
                  <a:lnTo>
                    <a:pt x="4186" y="1489"/>
                  </a:lnTo>
                  <a:cubicBezTo>
                    <a:pt x="4265" y="1489"/>
                    <a:pt x="4328" y="1425"/>
                    <a:pt x="4328" y="1346"/>
                  </a:cubicBezTo>
                  <a:lnTo>
                    <a:pt x="4328" y="1346"/>
                  </a:lnTo>
                  <a:cubicBezTo>
                    <a:pt x="4328" y="1268"/>
                    <a:pt x="4265" y="1204"/>
                    <a:pt x="4186" y="1204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9065325" y="1970798"/>
              <a:ext cx="1097018" cy="1097017"/>
            </a:xfrm>
            <a:custGeom>
              <a:rect b="b" l="l" r="r" t="t"/>
              <a:pathLst>
                <a:path extrusionOk="0" h="3082" w="3083">
                  <a:moveTo>
                    <a:pt x="1541" y="3081"/>
                  </a:moveTo>
                  <a:lnTo>
                    <a:pt x="1541" y="3081"/>
                  </a:lnTo>
                  <a:cubicBezTo>
                    <a:pt x="2393" y="3081"/>
                    <a:pt x="3082" y="2391"/>
                    <a:pt x="3082" y="1540"/>
                  </a:cubicBezTo>
                  <a:lnTo>
                    <a:pt x="3082" y="1540"/>
                  </a:lnTo>
                  <a:cubicBezTo>
                    <a:pt x="3082" y="690"/>
                    <a:pt x="2393" y="0"/>
                    <a:pt x="1541" y="0"/>
                  </a:cubicBezTo>
                  <a:lnTo>
                    <a:pt x="1541" y="0"/>
                  </a:lnTo>
                  <a:cubicBezTo>
                    <a:pt x="690" y="0"/>
                    <a:pt x="0" y="690"/>
                    <a:pt x="0" y="1540"/>
                  </a:cubicBezTo>
                  <a:lnTo>
                    <a:pt x="0" y="1540"/>
                  </a:lnTo>
                  <a:cubicBezTo>
                    <a:pt x="0" y="2391"/>
                    <a:pt x="690" y="3081"/>
                    <a:pt x="1541" y="30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8936633" y="1853091"/>
              <a:ext cx="1343415" cy="1333999"/>
            </a:xfrm>
            <a:custGeom>
              <a:rect b="b" l="l" r="r" t="t"/>
              <a:pathLst>
                <a:path extrusionOk="0" h="3748" w="3776">
                  <a:moveTo>
                    <a:pt x="1901" y="0"/>
                  </a:moveTo>
                  <a:lnTo>
                    <a:pt x="1901" y="0"/>
                  </a:lnTo>
                  <a:cubicBezTo>
                    <a:pt x="1139" y="0"/>
                    <a:pt x="461" y="457"/>
                    <a:pt x="172" y="1152"/>
                  </a:cubicBezTo>
                  <a:lnTo>
                    <a:pt x="172" y="1152"/>
                  </a:lnTo>
                  <a:cubicBezTo>
                    <a:pt x="162" y="1149"/>
                    <a:pt x="152" y="1148"/>
                    <a:pt x="142" y="1148"/>
                  </a:cubicBezTo>
                  <a:lnTo>
                    <a:pt x="142" y="1148"/>
                  </a:lnTo>
                  <a:cubicBezTo>
                    <a:pt x="63" y="1148"/>
                    <a:pt x="0" y="1212"/>
                    <a:pt x="0" y="1291"/>
                  </a:cubicBezTo>
                  <a:lnTo>
                    <a:pt x="0" y="1291"/>
                  </a:lnTo>
                  <a:cubicBezTo>
                    <a:pt x="0" y="1369"/>
                    <a:pt x="63" y="1433"/>
                    <a:pt x="142" y="1433"/>
                  </a:cubicBezTo>
                  <a:lnTo>
                    <a:pt x="142" y="1433"/>
                  </a:lnTo>
                  <a:cubicBezTo>
                    <a:pt x="221" y="1433"/>
                    <a:pt x="285" y="1369"/>
                    <a:pt x="285" y="1291"/>
                  </a:cubicBezTo>
                  <a:lnTo>
                    <a:pt x="285" y="1291"/>
                  </a:lnTo>
                  <a:cubicBezTo>
                    <a:pt x="285" y="1238"/>
                    <a:pt x="257" y="1193"/>
                    <a:pt x="215" y="1168"/>
                  </a:cubicBezTo>
                  <a:lnTo>
                    <a:pt x="215" y="1168"/>
                  </a:lnTo>
                  <a:cubicBezTo>
                    <a:pt x="497" y="491"/>
                    <a:pt x="1158" y="45"/>
                    <a:pt x="1901" y="45"/>
                  </a:cubicBezTo>
                  <a:lnTo>
                    <a:pt x="1901" y="45"/>
                  </a:lnTo>
                  <a:cubicBezTo>
                    <a:pt x="2909" y="45"/>
                    <a:pt x="3729" y="866"/>
                    <a:pt x="3729" y="1873"/>
                  </a:cubicBezTo>
                  <a:lnTo>
                    <a:pt x="3729" y="1873"/>
                  </a:lnTo>
                  <a:cubicBezTo>
                    <a:pt x="3729" y="2882"/>
                    <a:pt x="2909" y="3700"/>
                    <a:pt x="1901" y="3700"/>
                  </a:cubicBezTo>
                  <a:lnTo>
                    <a:pt x="1901" y="3700"/>
                  </a:lnTo>
                  <a:cubicBezTo>
                    <a:pt x="1276" y="3700"/>
                    <a:pt x="700" y="3384"/>
                    <a:pt x="365" y="2864"/>
                  </a:cubicBezTo>
                  <a:lnTo>
                    <a:pt x="365" y="2864"/>
                  </a:lnTo>
                  <a:cubicBezTo>
                    <a:pt x="402" y="2838"/>
                    <a:pt x="427" y="2795"/>
                    <a:pt x="427" y="2746"/>
                  </a:cubicBezTo>
                  <a:lnTo>
                    <a:pt x="427" y="2746"/>
                  </a:lnTo>
                  <a:cubicBezTo>
                    <a:pt x="427" y="2668"/>
                    <a:pt x="364" y="2604"/>
                    <a:pt x="285" y="2604"/>
                  </a:cubicBezTo>
                  <a:lnTo>
                    <a:pt x="285" y="2604"/>
                  </a:lnTo>
                  <a:cubicBezTo>
                    <a:pt x="206" y="2604"/>
                    <a:pt x="142" y="2668"/>
                    <a:pt x="142" y="2746"/>
                  </a:cubicBezTo>
                  <a:lnTo>
                    <a:pt x="142" y="2746"/>
                  </a:lnTo>
                  <a:cubicBezTo>
                    <a:pt x="142" y="2825"/>
                    <a:pt x="206" y="2889"/>
                    <a:pt x="285" y="2889"/>
                  </a:cubicBezTo>
                  <a:lnTo>
                    <a:pt x="285" y="2889"/>
                  </a:lnTo>
                  <a:cubicBezTo>
                    <a:pt x="298" y="2889"/>
                    <a:pt x="311" y="2887"/>
                    <a:pt x="323" y="2884"/>
                  </a:cubicBezTo>
                  <a:lnTo>
                    <a:pt x="323" y="2884"/>
                  </a:lnTo>
                  <a:cubicBezTo>
                    <a:pt x="666" y="3420"/>
                    <a:pt x="1259" y="3747"/>
                    <a:pt x="1901" y="3747"/>
                  </a:cubicBezTo>
                  <a:lnTo>
                    <a:pt x="1901" y="3747"/>
                  </a:lnTo>
                  <a:cubicBezTo>
                    <a:pt x="2935" y="3747"/>
                    <a:pt x="3775" y="2907"/>
                    <a:pt x="3775" y="1873"/>
                  </a:cubicBezTo>
                  <a:lnTo>
                    <a:pt x="3775" y="1873"/>
                  </a:lnTo>
                  <a:cubicBezTo>
                    <a:pt x="3775" y="841"/>
                    <a:pt x="2935" y="0"/>
                    <a:pt x="1901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53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68" name="Google Shape;368;p31"/>
            <p:cNvSpPr txBox="1"/>
            <p:nvPr/>
          </p:nvSpPr>
          <p:spPr>
            <a:xfrm>
              <a:off x="1696943" y="4139723"/>
              <a:ext cx="17546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Continues Improvement</a:t>
              </a:r>
              <a:endParaRPr/>
            </a:p>
          </p:txBody>
        </p:sp>
        <p:sp>
          <p:nvSpPr>
            <p:cNvPr id="369" name="Google Shape;369;p31"/>
            <p:cNvSpPr txBox="1"/>
            <p:nvPr/>
          </p:nvSpPr>
          <p:spPr>
            <a:xfrm>
              <a:off x="3601583" y="2845887"/>
              <a:ext cx="14500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Compliance</a:t>
              </a:r>
              <a:endParaRPr/>
            </a:p>
          </p:txBody>
        </p:sp>
        <p:sp>
          <p:nvSpPr>
            <p:cNvPr id="370" name="Google Shape;370;p31"/>
            <p:cNvSpPr txBox="1"/>
            <p:nvPr/>
          </p:nvSpPr>
          <p:spPr>
            <a:xfrm>
              <a:off x="5381944" y="4088313"/>
              <a:ext cx="145008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People Intensive</a:t>
              </a:r>
              <a:endParaRPr/>
            </a:p>
          </p:txBody>
        </p:sp>
        <p:sp>
          <p:nvSpPr>
            <p:cNvPr id="371" name="Google Shape;371;p31"/>
            <p:cNvSpPr txBox="1"/>
            <p:nvPr/>
          </p:nvSpPr>
          <p:spPr>
            <a:xfrm>
              <a:off x="6977576" y="2674640"/>
              <a:ext cx="17546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Information Driven</a:t>
              </a:r>
              <a:endParaRPr/>
            </a:p>
          </p:txBody>
        </p:sp>
        <p:sp>
          <p:nvSpPr>
            <p:cNvPr id="372" name="Google Shape;372;p31"/>
            <p:cNvSpPr txBox="1"/>
            <p:nvPr/>
          </p:nvSpPr>
          <p:spPr>
            <a:xfrm>
              <a:off x="8761757" y="4139723"/>
              <a:ext cx="17546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Preventive Approach</a:t>
              </a:r>
              <a:endParaRPr/>
            </a:p>
          </p:txBody>
        </p:sp>
        <p:pic>
          <p:nvPicPr>
            <p:cNvPr id="373" name="Google Shape;37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97430" y="2321306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4" name="Google Shape;374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34768" y="4609506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5" name="Google Shape;375;p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06632" y="2321306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6" name="Google Shape;376;p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42400" y="4609506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7" name="Google Shape;377;p3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415834" y="2321306"/>
              <a:ext cx="396000" cy="39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2" name="Google Shape;382;p32"/>
          <p:cNvGrpSpPr/>
          <p:nvPr/>
        </p:nvGrpSpPr>
        <p:grpSpPr>
          <a:xfrm>
            <a:off x="1118128" y="1471394"/>
            <a:ext cx="9955703" cy="4766882"/>
            <a:chOff x="720500" y="1053275"/>
            <a:chExt cx="7654700" cy="3665141"/>
          </a:xfrm>
        </p:grpSpPr>
        <p:grpSp>
          <p:nvGrpSpPr>
            <p:cNvPr id="383" name="Google Shape;383;p32"/>
            <p:cNvGrpSpPr/>
            <p:nvPr/>
          </p:nvGrpSpPr>
          <p:grpSpPr>
            <a:xfrm>
              <a:off x="6209200" y="1053275"/>
              <a:ext cx="2166000" cy="3665141"/>
              <a:chOff x="6209200" y="1053275"/>
              <a:chExt cx="2166000" cy="3665141"/>
            </a:xfrm>
          </p:grpSpPr>
          <p:grpSp>
            <p:nvGrpSpPr>
              <p:cNvPr id="384" name="Google Shape;384;p32"/>
              <p:cNvGrpSpPr/>
              <p:nvPr/>
            </p:nvGrpSpPr>
            <p:grpSpPr>
              <a:xfrm>
                <a:off x="6535744" y="1618766"/>
                <a:ext cx="1512912" cy="3099650"/>
                <a:chOff x="6383342" y="1599716"/>
                <a:chExt cx="1512912" cy="3099650"/>
              </a:xfrm>
            </p:grpSpPr>
            <p:sp>
              <p:nvSpPr>
                <p:cNvPr id="385" name="Google Shape;385;p32"/>
                <p:cNvSpPr/>
                <p:nvPr/>
              </p:nvSpPr>
              <p:spPr>
                <a:xfrm>
                  <a:off x="6771613" y="3985066"/>
                  <a:ext cx="714300" cy="7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386" name="Google Shape;386;p32"/>
                <p:cNvSpPr/>
                <p:nvPr/>
              </p:nvSpPr>
              <p:spPr>
                <a:xfrm>
                  <a:off x="6383342" y="1599716"/>
                  <a:ext cx="1512900" cy="1512900"/>
                </a:xfrm>
                <a:prstGeom prst="roundRect">
                  <a:avLst>
                    <a:gd fmla="val 11088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387" name="Google Shape;387;p32"/>
                <p:cNvSpPr txBox="1"/>
                <p:nvPr/>
              </p:nvSpPr>
              <p:spPr>
                <a:xfrm>
                  <a:off x="6383354" y="2165455"/>
                  <a:ext cx="1512900" cy="83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388" name="Google Shape;388;p32"/>
                <p:cNvSpPr txBox="1"/>
                <p:nvPr/>
              </p:nvSpPr>
              <p:spPr>
                <a:xfrm>
                  <a:off x="6586406" y="1717360"/>
                  <a:ext cx="1106700" cy="66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3500"/>
                    <a:buFont typeface="Lora"/>
                    <a:buNone/>
                  </a:pPr>
                  <a:r>
                    <a:rPr b="1" lang="en-IN" sz="3500">
                      <a:solidFill>
                        <a:srgbClr val="FFFFF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03</a:t>
                  </a:r>
                  <a:endParaRPr b="1" sz="35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cxnSp>
              <p:nvCxnSpPr>
                <p:cNvPr id="389" name="Google Shape;389;p32"/>
                <p:cNvCxnSpPr>
                  <a:endCxn id="385" idx="0"/>
                </p:cNvCxnSpPr>
                <p:nvPr/>
              </p:nvCxnSpPr>
              <p:spPr>
                <a:xfrm>
                  <a:off x="7128763" y="3098866"/>
                  <a:ext cx="0" cy="886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90" name="Google Shape;390;p32"/>
              <p:cNvSpPr txBox="1"/>
              <p:nvPr/>
            </p:nvSpPr>
            <p:spPr>
              <a:xfrm>
                <a:off x="6209200" y="1053275"/>
                <a:ext cx="2166000" cy="4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Jobs analysis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391" name="Google Shape;391;p32"/>
            <p:cNvGrpSpPr/>
            <p:nvPr/>
          </p:nvGrpSpPr>
          <p:grpSpPr>
            <a:xfrm>
              <a:off x="720500" y="1053275"/>
              <a:ext cx="2262600" cy="3665141"/>
              <a:chOff x="720500" y="1053275"/>
              <a:chExt cx="2262600" cy="3665141"/>
            </a:xfrm>
          </p:grpSpPr>
          <p:sp>
            <p:nvSpPr>
              <p:cNvPr id="392" name="Google Shape;392;p32"/>
              <p:cNvSpPr/>
              <p:nvPr/>
            </p:nvSpPr>
            <p:spPr>
              <a:xfrm>
                <a:off x="1494709" y="4004116"/>
                <a:ext cx="714300" cy="714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393" name="Google Shape;393;p32"/>
              <p:cNvCxnSpPr>
                <a:endCxn id="392" idx="0"/>
              </p:cNvCxnSpPr>
              <p:nvPr/>
            </p:nvCxnSpPr>
            <p:spPr>
              <a:xfrm>
                <a:off x="1851859" y="3131716"/>
                <a:ext cx="0" cy="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94" name="Google Shape;394;p32"/>
              <p:cNvSpPr/>
              <p:nvPr/>
            </p:nvSpPr>
            <p:spPr>
              <a:xfrm>
                <a:off x="1095344" y="1618766"/>
                <a:ext cx="1512900" cy="1512900"/>
              </a:xfrm>
              <a:prstGeom prst="roundRect">
                <a:avLst>
                  <a:gd fmla="val 1108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395" name="Google Shape;395;p32"/>
              <p:cNvSpPr txBox="1"/>
              <p:nvPr/>
            </p:nvSpPr>
            <p:spPr>
              <a:xfrm>
                <a:off x="1095356" y="2184505"/>
                <a:ext cx="1512900" cy="8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396" name="Google Shape;396;p32"/>
              <p:cNvSpPr txBox="1"/>
              <p:nvPr/>
            </p:nvSpPr>
            <p:spPr>
              <a:xfrm>
                <a:off x="1298409" y="1736410"/>
                <a:ext cx="1106700" cy="66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500"/>
                  <a:buFont typeface="Lora"/>
                  <a:buNone/>
                </a:pPr>
                <a:r>
                  <a:rPr b="1" lang="en-IN" sz="35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01</a:t>
                </a:r>
                <a:endParaRPr b="1" sz="35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397" name="Google Shape;397;p32"/>
              <p:cNvSpPr txBox="1"/>
              <p:nvPr/>
            </p:nvSpPr>
            <p:spPr>
              <a:xfrm flipH="1">
                <a:off x="720500" y="1053275"/>
                <a:ext cx="2262600" cy="4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Personal analysis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398" name="Google Shape;398;p32"/>
            <p:cNvGrpSpPr/>
            <p:nvPr/>
          </p:nvGrpSpPr>
          <p:grpSpPr>
            <a:xfrm>
              <a:off x="3440700" y="1053275"/>
              <a:ext cx="2262600" cy="3643190"/>
              <a:chOff x="3440700" y="1053275"/>
              <a:chExt cx="2262600" cy="3643190"/>
            </a:xfrm>
          </p:grpSpPr>
          <p:sp>
            <p:nvSpPr>
              <p:cNvPr id="399" name="Google Shape;399;p32"/>
              <p:cNvSpPr/>
              <p:nvPr/>
            </p:nvSpPr>
            <p:spPr>
              <a:xfrm>
                <a:off x="4220456" y="1640716"/>
                <a:ext cx="714300" cy="714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400" name="Google Shape;400;p32"/>
              <p:cNvCxnSpPr>
                <a:stCxn id="401" idx="0"/>
                <a:endCxn id="399" idx="4"/>
              </p:cNvCxnSpPr>
              <p:nvPr/>
            </p:nvCxnSpPr>
            <p:spPr>
              <a:xfrm flipH="1" rot="10800000">
                <a:off x="4571994" y="2354965"/>
                <a:ext cx="5700" cy="82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01" name="Google Shape;401;p32"/>
              <p:cNvSpPr/>
              <p:nvPr/>
            </p:nvSpPr>
            <p:spPr>
              <a:xfrm>
                <a:off x="3815544" y="3183565"/>
                <a:ext cx="1512900" cy="1512900"/>
              </a:xfrm>
              <a:prstGeom prst="roundRect">
                <a:avLst>
                  <a:gd fmla="val 11088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02" name="Google Shape;402;p32"/>
              <p:cNvSpPr txBox="1"/>
              <p:nvPr/>
            </p:nvSpPr>
            <p:spPr>
              <a:xfrm>
                <a:off x="3815556" y="3749305"/>
                <a:ext cx="1512900" cy="8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403" name="Google Shape;403;p32"/>
              <p:cNvSpPr txBox="1"/>
              <p:nvPr/>
            </p:nvSpPr>
            <p:spPr>
              <a:xfrm>
                <a:off x="4018609" y="3301210"/>
                <a:ext cx="1106700" cy="66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500"/>
                  <a:buFont typeface="Lora"/>
                  <a:buNone/>
                </a:pPr>
                <a:r>
                  <a:rPr b="1" lang="en-IN" sz="35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02</a:t>
                </a:r>
                <a:endParaRPr b="1" sz="35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04" name="Google Shape;404;p32"/>
              <p:cNvSpPr txBox="1"/>
              <p:nvPr/>
            </p:nvSpPr>
            <p:spPr>
              <a:xfrm flipH="1">
                <a:off x="3440700" y="1053275"/>
                <a:ext cx="2262600" cy="4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Studies analysis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405" name="Google Shape;405;p32"/>
            <p:cNvGrpSpPr/>
            <p:nvPr/>
          </p:nvGrpSpPr>
          <p:grpSpPr>
            <a:xfrm>
              <a:off x="1677991" y="4187015"/>
              <a:ext cx="347599" cy="348513"/>
              <a:chOff x="4321150" y="1946600"/>
              <a:chExt cx="294600" cy="295375"/>
            </a:xfrm>
          </p:grpSpPr>
          <p:sp>
            <p:nvSpPr>
              <p:cNvPr id="406" name="Google Shape;406;p32"/>
              <p:cNvSpPr/>
              <p:nvPr/>
            </p:nvSpPr>
            <p:spPr>
              <a:xfrm>
                <a:off x="4321150" y="1946600"/>
                <a:ext cx="294600" cy="295375"/>
              </a:xfrm>
              <a:custGeom>
                <a:rect b="b" l="l" r="r" t="t"/>
                <a:pathLst>
                  <a:path extrusionOk="0" h="11815" w="11784">
                    <a:moveTo>
                      <a:pt x="9043" y="662"/>
                    </a:moveTo>
                    <a:lnTo>
                      <a:pt x="9043" y="2080"/>
                    </a:lnTo>
                    <a:lnTo>
                      <a:pt x="2742" y="2080"/>
                    </a:lnTo>
                    <a:lnTo>
                      <a:pt x="2742" y="662"/>
                    </a:lnTo>
                    <a:close/>
                    <a:moveTo>
                      <a:pt x="10775" y="2742"/>
                    </a:moveTo>
                    <a:cubicBezTo>
                      <a:pt x="10996" y="2742"/>
                      <a:pt x="11153" y="2899"/>
                      <a:pt x="11153" y="3120"/>
                    </a:cubicBezTo>
                    <a:lnTo>
                      <a:pt x="11153" y="6554"/>
                    </a:lnTo>
                    <a:cubicBezTo>
                      <a:pt x="11153" y="6774"/>
                      <a:pt x="10996" y="6932"/>
                      <a:pt x="10775" y="6932"/>
                    </a:cubicBezTo>
                    <a:lnTo>
                      <a:pt x="9767" y="6932"/>
                    </a:lnTo>
                    <a:lnTo>
                      <a:pt x="9767" y="4474"/>
                    </a:lnTo>
                    <a:cubicBezTo>
                      <a:pt x="9767" y="4285"/>
                      <a:pt x="9610" y="4128"/>
                      <a:pt x="9421" y="4128"/>
                    </a:cubicBezTo>
                    <a:lnTo>
                      <a:pt x="2427" y="4128"/>
                    </a:lnTo>
                    <a:cubicBezTo>
                      <a:pt x="2238" y="4128"/>
                      <a:pt x="2080" y="4285"/>
                      <a:pt x="2080" y="4474"/>
                    </a:cubicBezTo>
                    <a:lnTo>
                      <a:pt x="2080" y="6932"/>
                    </a:lnTo>
                    <a:lnTo>
                      <a:pt x="1009" y="6932"/>
                    </a:lnTo>
                    <a:cubicBezTo>
                      <a:pt x="820" y="6932"/>
                      <a:pt x="662" y="6774"/>
                      <a:pt x="662" y="6554"/>
                    </a:cubicBezTo>
                    <a:lnTo>
                      <a:pt x="662" y="3120"/>
                    </a:lnTo>
                    <a:cubicBezTo>
                      <a:pt x="662" y="2899"/>
                      <a:pt x="820" y="2742"/>
                      <a:pt x="1009" y="2742"/>
                    </a:cubicBezTo>
                    <a:close/>
                    <a:moveTo>
                      <a:pt x="9011" y="4821"/>
                    </a:moveTo>
                    <a:lnTo>
                      <a:pt x="9011" y="11090"/>
                    </a:lnTo>
                    <a:lnTo>
                      <a:pt x="2710" y="11090"/>
                    </a:lnTo>
                    <a:lnTo>
                      <a:pt x="2710" y="4821"/>
                    </a:lnTo>
                    <a:close/>
                    <a:moveTo>
                      <a:pt x="2395" y="1"/>
                    </a:moveTo>
                    <a:cubicBezTo>
                      <a:pt x="2206" y="1"/>
                      <a:pt x="2049" y="158"/>
                      <a:pt x="2049" y="347"/>
                    </a:cubicBezTo>
                    <a:lnTo>
                      <a:pt x="2049" y="2112"/>
                    </a:lnTo>
                    <a:lnTo>
                      <a:pt x="1009" y="2112"/>
                    </a:lnTo>
                    <a:cubicBezTo>
                      <a:pt x="442" y="2112"/>
                      <a:pt x="1" y="2584"/>
                      <a:pt x="1" y="3151"/>
                    </a:cubicBezTo>
                    <a:lnTo>
                      <a:pt x="1" y="6617"/>
                    </a:lnTo>
                    <a:cubicBezTo>
                      <a:pt x="1" y="7215"/>
                      <a:pt x="473" y="7625"/>
                      <a:pt x="1009" y="7625"/>
                    </a:cubicBezTo>
                    <a:lnTo>
                      <a:pt x="2049" y="7625"/>
                    </a:lnTo>
                    <a:lnTo>
                      <a:pt x="2049" y="11468"/>
                    </a:lnTo>
                    <a:cubicBezTo>
                      <a:pt x="2049" y="11657"/>
                      <a:pt x="2206" y="11815"/>
                      <a:pt x="2395" y="11815"/>
                    </a:cubicBezTo>
                    <a:lnTo>
                      <a:pt x="9358" y="11815"/>
                    </a:lnTo>
                    <a:cubicBezTo>
                      <a:pt x="9578" y="11815"/>
                      <a:pt x="9736" y="11657"/>
                      <a:pt x="9736" y="11468"/>
                    </a:cubicBezTo>
                    <a:lnTo>
                      <a:pt x="9736" y="7625"/>
                    </a:lnTo>
                    <a:lnTo>
                      <a:pt x="10744" y="7625"/>
                    </a:lnTo>
                    <a:cubicBezTo>
                      <a:pt x="11343" y="7625"/>
                      <a:pt x="11784" y="7152"/>
                      <a:pt x="11784" y="6617"/>
                    </a:cubicBezTo>
                    <a:lnTo>
                      <a:pt x="11784" y="3151"/>
                    </a:lnTo>
                    <a:cubicBezTo>
                      <a:pt x="11784" y="2553"/>
                      <a:pt x="11311" y="2112"/>
                      <a:pt x="10744" y="2112"/>
                    </a:cubicBezTo>
                    <a:lnTo>
                      <a:pt x="9736" y="2112"/>
                    </a:lnTo>
                    <a:lnTo>
                      <a:pt x="9736" y="347"/>
                    </a:lnTo>
                    <a:cubicBezTo>
                      <a:pt x="9736" y="158"/>
                      <a:pt x="9578" y="1"/>
                      <a:pt x="93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07" name="Google Shape;407;p32"/>
              <p:cNvSpPr/>
              <p:nvPr/>
            </p:nvSpPr>
            <p:spPr>
              <a:xfrm>
                <a:off x="4564525" y="2031675"/>
                <a:ext cx="17350" cy="18125"/>
              </a:xfrm>
              <a:custGeom>
                <a:rect b="b" l="l" r="r" t="t"/>
                <a:pathLst>
                  <a:path extrusionOk="0" h="725" w="694">
                    <a:moveTo>
                      <a:pt x="347" y="0"/>
                    </a:moveTo>
                    <a:cubicBezTo>
                      <a:pt x="158" y="0"/>
                      <a:pt x="1" y="189"/>
                      <a:pt x="1" y="378"/>
                    </a:cubicBezTo>
                    <a:cubicBezTo>
                      <a:pt x="1" y="599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78"/>
                    </a:cubicBezTo>
                    <a:cubicBezTo>
                      <a:pt x="694" y="189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08" name="Google Shape;408;p32"/>
              <p:cNvSpPr/>
              <p:nvPr/>
            </p:nvSpPr>
            <p:spPr>
              <a:xfrm>
                <a:off x="4414100" y="2084450"/>
                <a:ext cx="106350" cy="122100"/>
              </a:xfrm>
              <a:custGeom>
                <a:rect b="b" l="l" r="r" t="t"/>
                <a:pathLst>
                  <a:path extrusionOk="0" h="4884" w="4254">
                    <a:moveTo>
                      <a:pt x="2174" y="693"/>
                    </a:moveTo>
                    <a:cubicBezTo>
                      <a:pt x="2584" y="693"/>
                      <a:pt x="2899" y="1008"/>
                      <a:pt x="2899" y="1418"/>
                    </a:cubicBezTo>
                    <a:cubicBezTo>
                      <a:pt x="2899" y="1796"/>
                      <a:pt x="2584" y="2111"/>
                      <a:pt x="2174" y="2111"/>
                    </a:cubicBezTo>
                    <a:cubicBezTo>
                      <a:pt x="1796" y="2111"/>
                      <a:pt x="1481" y="1796"/>
                      <a:pt x="1481" y="1418"/>
                    </a:cubicBezTo>
                    <a:cubicBezTo>
                      <a:pt x="1481" y="1008"/>
                      <a:pt x="1796" y="693"/>
                      <a:pt x="2174" y="693"/>
                    </a:cubicBezTo>
                    <a:close/>
                    <a:moveTo>
                      <a:pt x="2174" y="2804"/>
                    </a:moveTo>
                    <a:cubicBezTo>
                      <a:pt x="2930" y="2804"/>
                      <a:pt x="3592" y="3403"/>
                      <a:pt x="3592" y="4190"/>
                    </a:cubicBezTo>
                    <a:lnTo>
                      <a:pt x="756" y="4190"/>
                    </a:lnTo>
                    <a:cubicBezTo>
                      <a:pt x="756" y="3403"/>
                      <a:pt x="1387" y="2804"/>
                      <a:pt x="2174" y="2804"/>
                    </a:cubicBezTo>
                    <a:close/>
                    <a:moveTo>
                      <a:pt x="2143" y="0"/>
                    </a:moveTo>
                    <a:cubicBezTo>
                      <a:pt x="1387" y="0"/>
                      <a:pt x="725" y="630"/>
                      <a:pt x="725" y="1386"/>
                    </a:cubicBezTo>
                    <a:cubicBezTo>
                      <a:pt x="725" y="1733"/>
                      <a:pt x="882" y="2079"/>
                      <a:pt x="1103" y="2331"/>
                    </a:cubicBezTo>
                    <a:cubicBezTo>
                      <a:pt x="473" y="2678"/>
                      <a:pt x="0" y="3340"/>
                      <a:pt x="0" y="4159"/>
                    </a:cubicBezTo>
                    <a:lnTo>
                      <a:pt x="0" y="4537"/>
                    </a:lnTo>
                    <a:cubicBezTo>
                      <a:pt x="63" y="4726"/>
                      <a:pt x="221" y="4883"/>
                      <a:pt x="410" y="4883"/>
                    </a:cubicBezTo>
                    <a:lnTo>
                      <a:pt x="3907" y="4883"/>
                    </a:lnTo>
                    <a:cubicBezTo>
                      <a:pt x="4127" y="4883"/>
                      <a:pt x="4253" y="4726"/>
                      <a:pt x="4253" y="4537"/>
                    </a:cubicBezTo>
                    <a:lnTo>
                      <a:pt x="4253" y="4159"/>
                    </a:lnTo>
                    <a:cubicBezTo>
                      <a:pt x="4253" y="3371"/>
                      <a:pt x="3844" y="2709"/>
                      <a:pt x="3151" y="2331"/>
                    </a:cubicBezTo>
                    <a:cubicBezTo>
                      <a:pt x="3403" y="2048"/>
                      <a:pt x="3560" y="1733"/>
                      <a:pt x="3560" y="1386"/>
                    </a:cubicBezTo>
                    <a:cubicBezTo>
                      <a:pt x="3560" y="599"/>
                      <a:pt x="2930" y="0"/>
                      <a:pt x="2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409" name="Google Shape;409;p32"/>
            <p:cNvSpPr/>
            <p:nvPr/>
          </p:nvSpPr>
          <p:spPr>
            <a:xfrm>
              <a:off x="4387485" y="1838814"/>
              <a:ext cx="380241" cy="318104"/>
            </a:xfrm>
            <a:custGeom>
              <a:rect b="b" l="l" r="r" t="t"/>
              <a:pathLst>
                <a:path extrusionOk="0" h="10807" w="12918">
                  <a:moveTo>
                    <a:pt x="10807" y="851"/>
                  </a:moveTo>
                  <a:cubicBezTo>
                    <a:pt x="10366" y="1608"/>
                    <a:pt x="10366" y="2584"/>
                    <a:pt x="10807" y="3340"/>
                  </a:cubicBezTo>
                  <a:lnTo>
                    <a:pt x="2332" y="3340"/>
                  </a:lnTo>
                  <a:cubicBezTo>
                    <a:pt x="1765" y="3340"/>
                    <a:pt x="1293" y="2962"/>
                    <a:pt x="1135" y="2458"/>
                  </a:cubicBezTo>
                  <a:cubicBezTo>
                    <a:pt x="915" y="1671"/>
                    <a:pt x="1513" y="851"/>
                    <a:pt x="2332" y="851"/>
                  </a:cubicBezTo>
                  <a:close/>
                  <a:moveTo>
                    <a:pt x="8822" y="4159"/>
                  </a:moveTo>
                  <a:lnTo>
                    <a:pt x="8822" y="6648"/>
                  </a:lnTo>
                  <a:lnTo>
                    <a:pt x="1891" y="6648"/>
                  </a:lnTo>
                  <a:lnTo>
                    <a:pt x="1891" y="4159"/>
                  </a:lnTo>
                  <a:close/>
                  <a:moveTo>
                    <a:pt x="10524" y="4159"/>
                  </a:moveTo>
                  <a:lnTo>
                    <a:pt x="10524" y="6648"/>
                  </a:lnTo>
                  <a:lnTo>
                    <a:pt x="9704" y="6648"/>
                  </a:lnTo>
                  <a:lnTo>
                    <a:pt x="9704" y="4159"/>
                  </a:lnTo>
                  <a:close/>
                  <a:moveTo>
                    <a:pt x="12130" y="4159"/>
                  </a:moveTo>
                  <a:lnTo>
                    <a:pt x="12130" y="6648"/>
                  </a:lnTo>
                  <a:lnTo>
                    <a:pt x="11343" y="6648"/>
                  </a:lnTo>
                  <a:lnTo>
                    <a:pt x="11343" y="4159"/>
                  </a:lnTo>
                  <a:close/>
                  <a:moveTo>
                    <a:pt x="1986" y="7467"/>
                  </a:moveTo>
                  <a:lnTo>
                    <a:pt x="1986" y="9956"/>
                  </a:lnTo>
                  <a:lnTo>
                    <a:pt x="1104" y="9956"/>
                  </a:lnTo>
                  <a:lnTo>
                    <a:pt x="1104" y="7467"/>
                  </a:lnTo>
                  <a:close/>
                  <a:moveTo>
                    <a:pt x="3624" y="7467"/>
                  </a:moveTo>
                  <a:lnTo>
                    <a:pt x="3624" y="9956"/>
                  </a:lnTo>
                  <a:lnTo>
                    <a:pt x="2805" y="9956"/>
                  </a:lnTo>
                  <a:lnTo>
                    <a:pt x="2805" y="7467"/>
                  </a:lnTo>
                  <a:close/>
                  <a:moveTo>
                    <a:pt x="11311" y="7467"/>
                  </a:moveTo>
                  <a:lnTo>
                    <a:pt x="11311" y="9956"/>
                  </a:lnTo>
                  <a:lnTo>
                    <a:pt x="4443" y="9956"/>
                  </a:lnTo>
                  <a:lnTo>
                    <a:pt x="4443" y="7467"/>
                  </a:lnTo>
                  <a:close/>
                  <a:moveTo>
                    <a:pt x="2364" y="1"/>
                  </a:moveTo>
                  <a:cubicBezTo>
                    <a:pt x="1671" y="1"/>
                    <a:pt x="1041" y="379"/>
                    <a:pt x="631" y="914"/>
                  </a:cubicBezTo>
                  <a:cubicBezTo>
                    <a:pt x="1" y="1828"/>
                    <a:pt x="253" y="3088"/>
                    <a:pt x="1104" y="3718"/>
                  </a:cubicBezTo>
                  <a:lnTo>
                    <a:pt x="1104" y="6648"/>
                  </a:lnTo>
                  <a:lnTo>
                    <a:pt x="694" y="6648"/>
                  </a:lnTo>
                  <a:cubicBezTo>
                    <a:pt x="442" y="6648"/>
                    <a:pt x="284" y="6837"/>
                    <a:pt x="284" y="7058"/>
                  </a:cubicBezTo>
                  <a:lnTo>
                    <a:pt x="284" y="10366"/>
                  </a:lnTo>
                  <a:cubicBezTo>
                    <a:pt x="284" y="10618"/>
                    <a:pt x="473" y="10807"/>
                    <a:pt x="694" y="10807"/>
                  </a:cubicBezTo>
                  <a:lnTo>
                    <a:pt x="11721" y="10807"/>
                  </a:lnTo>
                  <a:cubicBezTo>
                    <a:pt x="11941" y="10807"/>
                    <a:pt x="12130" y="10618"/>
                    <a:pt x="12130" y="10366"/>
                  </a:cubicBezTo>
                  <a:lnTo>
                    <a:pt x="12130" y="7499"/>
                  </a:lnTo>
                  <a:lnTo>
                    <a:pt x="12540" y="7499"/>
                  </a:lnTo>
                  <a:cubicBezTo>
                    <a:pt x="12760" y="7499"/>
                    <a:pt x="12918" y="7310"/>
                    <a:pt x="12918" y="7058"/>
                  </a:cubicBezTo>
                  <a:lnTo>
                    <a:pt x="12918" y="3750"/>
                  </a:lnTo>
                  <a:cubicBezTo>
                    <a:pt x="12918" y="3529"/>
                    <a:pt x="12760" y="3340"/>
                    <a:pt x="12540" y="3340"/>
                  </a:cubicBezTo>
                  <a:lnTo>
                    <a:pt x="11878" y="3340"/>
                  </a:lnTo>
                  <a:cubicBezTo>
                    <a:pt x="11091" y="2647"/>
                    <a:pt x="11122" y="1387"/>
                    <a:pt x="11973" y="757"/>
                  </a:cubicBezTo>
                  <a:cubicBezTo>
                    <a:pt x="12256" y="536"/>
                    <a:pt x="12130" y="64"/>
                    <a:pt x="117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>
              <a:off x="7118390" y="4186554"/>
              <a:ext cx="351286" cy="349457"/>
            </a:xfrm>
            <a:custGeom>
              <a:rect b="b" l="l" r="r" t="t"/>
              <a:pathLst>
                <a:path extrusionOk="0" h="11847" w="11909">
                  <a:moveTo>
                    <a:pt x="3560" y="2647"/>
                  </a:moveTo>
                  <a:lnTo>
                    <a:pt x="3560" y="3561"/>
                  </a:lnTo>
                  <a:lnTo>
                    <a:pt x="2615" y="3561"/>
                  </a:lnTo>
                  <a:lnTo>
                    <a:pt x="3560" y="2647"/>
                  </a:lnTo>
                  <a:close/>
                  <a:moveTo>
                    <a:pt x="6616" y="4222"/>
                  </a:moveTo>
                  <a:cubicBezTo>
                    <a:pt x="7971" y="4285"/>
                    <a:pt x="9074" y="5325"/>
                    <a:pt x="9074" y="6680"/>
                  </a:cubicBezTo>
                  <a:cubicBezTo>
                    <a:pt x="9074" y="8003"/>
                    <a:pt x="7971" y="9106"/>
                    <a:pt x="6616" y="9106"/>
                  </a:cubicBezTo>
                  <a:cubicBezTo>
                    <a:pt x="5293" y="9106"/>
                    <a:pt x="4190" y="8003"/>
                    <a:pt x="4190" y="6680"/>
                  </a:cubicBezTo>
                  <a:cubicBezTo>
                    <a:pt x="4190" y="5325"/>
                    <a:pt x="5293" y="4222"/>
                    <a:pt x="6616" y="4222"/>
                  </a:cubicBezTo>
                  <a:close/>
                  <a:moveTo>
                    <a:pt x="7687" y="757"/>
                  </a:moveTo>
                  <a:lnTo>
                    <a:pt x="7687" y="1513"/>
                  </a:lnTo>
                  <a:lnTo>
                    <a:pt x="3875" y="1513"/>
                  </a:lnTo>
                  <a:cubicBezTo>
                    <a:pt x="3781" y="1513"/>
                    <a:pt x="3655" y="1544"/>
                    <a:pt x="3623" y="1639"/>
                  </a:cubicBezTo>
                  <a:lnTo>
                    <a:pt x="1512" y="3718"/>
                  </a:lnTo>
                  <a:cubicBezTo>
                    <a:pt x="1418" y="3813"/>
                    <a:pt x="1386" y="3876"/>
                    <a:pt x="1386" y="3939"/>
                  </a:cubicBezTo>
                  <a:lnTo>
                    <a:pt x="1386" y="9862"/>
                  </a:lnTo>
                  <a:lnTo>
                    <a:pt x="662" y="9862"/>
                  </a:lnTo>
                  <a:lnTo>
                    <a:pt x="662" y="757"/>
                  </a:lnTo>
                  <a:close/>
                  <a:moveTo>
                    <a:pt x="8380" y="2175"/>
                  </a:moveTo>
                  <a:lnTo>
                    <a:pt x="8380" y="4128"/>
                  </a:lnTo>
                  <a:cubicBezTo>
                    <a:pt x="7876" y="3813"/>
                    <a:pt x="7278" y="3592"/>
                    <a:pt x="6648" y="3592"/>
                  </a:cubicBezTo>
                  <a:cubicBezTo>
                    <a:pt x="4915" y="3592"/>
                    <a:pt x="3560" y="5010"/>
                    <a:pt x="3560" y="6711"/>
                  </a:cubicBezTo>
                  <a:cubicBezTo>
                    <a:pt x="3560" y="8444"/>
                    <a:pt x="4946" y="9830"/>
                    <a:pt x="6648" y="9830"/>
                  </a:cubicBezTo>
                  <a:cubicBezTo>
                    <a:pt x="7120" y="9830"/>
                    <a:pt x="7593" y="9704"/>
                    <a:pt x="8002" y="9515"/>
                  </a:cubicBezTo>
                  <a:lnTo>
                    <a:pt x="8380" y="9893"/>
                  </a:lnTo>
                  <a:lnTo>
                    <a:pt x="8380" y="10492"/>
                  </a:lnTo>
                  <a:lnTo>
                    <a:pt x="2079" y="10492"/>
                  </a:lnTo>
                  <a:lnTo>
                    <a:pt x="2079" y="4285"/>
                  </a:lnTo>
                  <a:lnTo>
                    <a:pt x="3875" y="4285"/>
                  </a:lnTo>
                  <a:cubicBezTo>
                    <a:pt x="4064" y="4285"/>
                    <a:pt x="4222" y="4128"/>
                    <a:pt x="4222" y="3907"/>
                  </a:cubicBezTo>
                  <a:lnTo>
                    <a:pt x="4222" y="2175"/>
                  </a:lnTo>
                  <a:close/>
                  <a:moveTo>
                    <a:pt x="9074" y="8633"/>
                  </a:moveTo>
                  <a:lnTo>
                    <a:pt x="11027" y="10618"/>
                  </a:lnTo>
                  <a:cubicBezTo>
                    <a:pt x="11153" y="10744"/>
                    <a:pt x="11153" y="10964"/>
                    <a:pt x="11027" y="11090"/>
                  </a:cubicBezTo>
                  <a:cubicBezTo>
                    <a:pt x="10964" y="11153"/>
                    <a:pt x="10877" y="11185"/>
                    <a:pt x="10791" y="11185"/>
                  </a:cubicBezTo>
                  <a:cubicBezTo>
                    <a:pt x="10704" y="11185"/>
                    <a:pt x="10617" y="11153"/>
                    <a:pt x="10554" y="11090"/>
                  </a:cubicBezTo>
                  <a:lnTo>
                    <a:pt x="8601" y="9106"/>
                  </a:lnTo>
                  <a:cubicBezTo>
                    <a:pt x="8790" y="9011"/>
                    <a:pt x="8948" y="8791"/>
                    <a:pt x="9074" y="8633"/>
                  </a:cubicBezTo>
                  <a:close/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10145"/>
                  </a:lnTo>
                  <a:cubicBezTo>
                    <a:pt x="0" y="10334"/>
                    <a:pt x="158" y="10492"/>
                    <a:pt x="347" y="10492"/>
                  </a:cubicBezTo>
                  <a:lnTo>
                    <a:pt x="1386" y="10492"/>
                  </a:lnTo>
                  <a:lnTo>
                    <a:pt x="1386" y="10838"/>
                  </a:lnTo>
                  <a:cubicBezTo>
                    <a:pt x="1386" y="11059"/>
                    <a:pt x="1544" y="11216"/>
                    <a:pt x="1733" y="11216"/>
                  </a:cubicBezTo>
                  <a:lnTo>
                    <a:pt x="8695" y="11216"/>
                  </a:lnTo>
                  <a:cubicBezTo>
                    <a:pt x="8916" y="11216"/>
                    <a:pt x="9074" y="11059"/>
                    <a:pt x="9074" y="10838"/>
                  </a:cubicBezTo>
                  <a:lnTo>
                    <a:pt x="9074" y="10586"/>
                  </a:lnTo>
                  <a:lnTo>
                    <a:pt x="10050" y="11563"/>
                  </a:lnTo>
                  <a:cubicBezTo>
                    <a:pt x="10239" y="11752"/>
                    <a:pt x="10507" y="11847"/>
                    <a:pt x="10775" y="11847"/>
                  </a:cubicBezTo>
                  <a:cubicBezTo>
                    <a:pt x="11043" y="11847"/>
                    <a:pt x="11310" y="11752"/>
                    <a:pt x="11499" y="11563"/>
                  </a:cubicBezTo>
                  <a:cubicBezTo>
                    <a:pt x="11909" y="11153"/>
                    <a:pt x="11909" y="10492"/>
                    <a:pt x="11499" y="10114"/>
                  </a:cubicBezTo>
                  <a:lnTo>
                    <a:pt x="9420" y="8003"/>
                  </a:lnTo>
                  <a:cubicBezTo>
                    <a:pt x="9609" y="7625"/>
                    <a:pt x="9735" y="7152"/>
                    <a:pt x="9735" y="6680"/>
                  </a:cubicBezTo>
                  <a:cubicBezTo>
                    <a:pt x="9735" y="5924"/>
                    <a:pt x="9452" y="5262"/>
                    <a:pt x="9011" y="4695"/>
                  </a:cubicBezTo>
                  <a:lnTo>
                    <a:pt x="9011" y="1828"/>
                  </a:lnTo>
                  <a:cubicBezTo>
                    <a:pt x="9011" y="1639"/>
                    <a:pt x="8853" y="1481"/>
                    <a:pt x="8664" y="1481"/>
                  </a:cubicBezTo>
                  <a:lnTo>
                    <a:pt x="8317" y="1481"/>
                  </a:lnTo>
                  <a:lnTo>
                    <a:pt x="8317" y="379"/>
                  </a:lnTo>
                  <a:cubicBezTo>
                    <a:pt x="8317" y="190"/>
                    <a:pt x="8160" y="1"/>
                    <a:pt x="79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cxnSp>
          <p:nvCxnSpPr>
            <p:cNvPr id="411" name="Google Shape;411;p32"/>
            <p:cNvCxnSpPr>
              <a:stCxn id="395" idx="3"/>
              <a:endCxn id="402" idx="1"/>
            </p:cNvCxnSpPr>
            <p:nvPr/>
          </p:nvCxnSpPr>
          <p:spPr>
            <a:xfrm>
              <a:off x="2608256" y="2604055"/>
              <a:ext cx="1207200" cy="1564800"/>
            </a:xfrm>
            <a:prstGeom prst="bentConnector3">
              <a:avLst>
                <a:gd fmla="val -23019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32"/>
            <p:cNvCxnSpPr>
              <a:stCxn id="402" idx="3"/>
              <a:endCxn id="387" idx="1"/>
            </p:cNvCxnSpPr>
            <p:nvPr/>
          </p:nvCxnSpPr>
          <p:spPr>
            <a:xfrm flipH="1" rot="10800000">
              <a:off x="5328456" y="2604055"/>
              <a:ext cx="1207200" cy="1564800"/>
            </a:xfrm>
            <a:prstGeom prst="bentConnector3">
              <a:avLst>
                <a:gd fmla="val -7509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3"/>
          <p:cNvGrpSpPr/>
          <p:nvPr/>
        </p:nvGrpSpPr>
        <p:grpSpPr>
          <a:xfrm>
            <a:off x="1467286" y="1384300"/>
            <a:ext cx="9257446" cy="5197635"/>
            <a:chOff x="1512171" y="1384300"/>
            <a:chExt cx="9257446" cy="5197635"/>
          </a:xfrm>
        </p:grpSpPr>
        <p:grpSp>
          <p:nvGrpSpPr>
            <p:cNvPr id="418" name="Google Shape;418;p33"/>
            <p:cNvGrpSpPr/>
            <p:nvPr/>
          </p:nvGrpSpPr>
          <p:grpSpPr>
            <a:xfrm>
              <a:off x="5270859" y="1384300"/>
              <a:ext cx="1650284" cy="5197635"/>
              <a:chOff x="1831181" y="1409700"/>
              <a:chExt cx="1650284" cy="5197635"/>
            </a:xfrm>
          </p:grpSpPr>
          <p:sp>
            <p:nvSpPr>
              <p:cNvPr id="419" name="Google Shape;419;p33"/>
              <p:cNvSpPr/>
              <p:nvPr/>
            </p:nvSpPr>
            <p:spPr>
              <a:xfrm>
                <a:off x="1831181" y="4806775"/>
                <a:ext cx="1650284" cy="1800560"/>
              </a:xfrm>
              <a:custGeom>
                <a:rect b="b" l="l" r="r" t="t"/>
                <a:pathLst>
                  <a:path extrusionOk="0" h="550" w="502">
                    <a:moveTo>
                      <a:pt x="251" y="0"/>
                    </a:moveTo>
                    <a:cubicBezTo>
                      <a:pt x="251" y="30"/>
                      <a:pt x="251" y="30"/>
                      <a:pt x="251" y="30"/>
                    </a:cubicBezTo>
                    <a:cubicBezTo>
                      <a:pt x="128" y="30"/>
                      <a:pt x="29" y="129"/>
                      <a:pt x="29" y="252"/>
                    </a:cubicBezTo>
                    <a:cubicBezTo>
                      <a:pt x="0" y="252"/>
                      <a:pt x="0" y="252"/>
                      <a:pt x="0" y="252"/>
                    </a:cubicBezTo>
                    <a:cubicBezTo>
                      <a:pt x="0" y="381"/>
                      <a:pt x="98" y="488"/>
                      <a:pt x="223" y="502"/>
                    </a:cubicBezTo>
                    <a:cubicBezTo>
                      <a:pt x="251" y="550"/>
                      <a:pt x="251" y="550"/>
                      <a:pt x="251" y="550"/>
                    </a:cubicBezTo>
                    <a:cubicBezTo>
                      <a:pt x="297" y="469"/>
                      <a:pt x="297" y="469"/>
                      <a:pt x="297" y="469"/>
                    </a:cubicBezTo>
                    <a:cubicBezTo>
                      <a:pt x="398" y="448"/>
                      <a:pt x="473" y="359"/>
                      <a:pt x="473" y="252"/>
                    </a:cubicBezTo>
                    <a:cubicBezTo>
                      <a:pt x="502" y="252"/>
                      <a:pt x="502" y="252"/>
                      <a:pt x="502" y="252"/>
                    </a:cubicBezTo>
                    <a:cubicBezTo>
                      <a:pt x="502" y="113"/>
                      <a:pt x="390" y="0"/>
                      <a:pt x="251" y="0"/>
                    </a:cubicBezTo>
                    <a:close/>
                    <a:moveTo>
                      <a:pt x="251" y="446"/>
                    </a:moveTo>
                    <a:cubicBezTo>
                      <a:pt x="144" y="446"/>
                      <a:pt x="57" y="359"/>
                      <a:pt x="57" y="252"/>
                    </a:cubicBezTo>
                    <a:cubicBezTo>
                      <a:pt x="57" y="145"/>
                      <a:pt x="144" y="58"/>
                      <a:pt x="251" y="58"/>
                    </a:cubicBezTo>
                    <a:cubicBezTo>
                      <a:pt x="358" y="58"/>
                      <a:pt x="445" y="145"/>
                      <a:pt x="445" y="252"/>
                    </a:cubicBezTo>
                    <a:cubicBezTo>
                      <a:pt x="445" y="359"/>
                      <a:pt x="358" y="446"/>
                      <a:pt x="251" y="446"/>
                    </a:cubicBezTo>
                    <a:close/>
                  </a:path>
                </a:pathLst>
              </a:custGeom>
              <a:solidFill>
                <a:srgbClr val="009D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33"/>
              <p:cNvSpPr/>
              <p:nvPr/>
            </p:nvSpPr>
            <p:spPr>
              <a:xfrm>
                <a:off x="2018682" y="4997033"/>
                <a:ext cx="1275300" cy="12699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33"/>
              <p:cNvSpPr/>
              <p:nvPr/>
            </p:nvSpPr>
            <p:spPr>
              <a:xfrm>
                <a:off x="2071072" y="5049423"/>
                <a:ext cx="1170600" cy="1164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1831181" y="3101344"/>
                <a:ext cx="1650284" cy="1797803"/>
              </a:xfrm>
              <a:custGeom>
                <a:rect b="b" l="l" r="r" t="t"/>
                <a:pathLst>
                  <a:path extrusionOk="0" h="549" w="502">
                    <a:moveTo>
                      <a:pt x="251" y="0"/>
                    </a:moveTo>
                    <a:cubicBezTo>
                      <a:pt x="251" y="29"/>
                      <a:pt x="251" y="29"/>
                      <a:pt x="251" y="29"/>
                    </a:cubicBezTo>
                    <a:cubicBezTo>
                      <a:pt x="128" y="29"/>
                      <a:pt x="29" y="128"/>
                      <a:pt x="29" y="251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381"/>
                      <a:pt x="98" y="487"/>
                      <a:pt x="223" y="501"/>
                    </a:cubicBezTo>
                    <a:cubicBezTo>
                      <a:pt x="251" y="549"/>
                      <a:pt x="251" y="549"/>
                      <a:pt x="251" y="549"/>
                    </a:cubicBezTo>
                    <a:cubicBezTo>
                      <a:pt x="297" y="468"/>
                      <a:pt x="297" y="468"/>
                      <a:pt x="297" y="468"/>
                    </a:cubicBezTo>
                    <a:cubicBezTo>
                      <a:pt x="398" y="447"/>
                      <a:pt x="473" y="358"/>
                      <a:pt x="473" y="251"/>
                    </a:cubicBezTo>
                    <a:cubicBezTo>
                      <a:pt x="502" y="251"/>
                      <a:pt x="502" y="251"/>
                      <a:pt x="502" y="251"/>
                    </a:cubicBezTo>
                    <a:cubicBezTo>
                      <a:pt x="502" y="112"/>
                      <a:pt x="390" y="0"/>
                      <a:pt x="251" y="0"/>
                    </a:cubicBezTo>
                    <a:close/>
                    <a:moveTo>
                      <a:pt x="251" y="445"/>
                    </a:moveTo>
                    <a:cubicBezTo>
                      <a:pt x="144" y="445"/>
                      <a:pt x="57" y="358"/>
                      <a:pt x="57" y="251"/>
                    </a:cubicBezTo>
                    <a:cubicBezTo>
                      <a:pt x="57" y="144"/>
                      <a:pt x="144" y="57"/>
                      <a:pt x="251" y="57"/>
                    </a:cubicBezTo>
                    <a:cubicBezTo>
                      <a:pt x="358" y="57"/>
                      <a:pt x="445" y="144"/>
                      <a:pt x="445" y="251"/>
                    </a:cubicBezTo>
                    <a:cubicBezTo>
                      <a:pt x="445" y="358"/>
                      <a:pt x="358" y="445"/>
                      <a:pt x="251" y="445"/>
                    </a:cubicBezTo>
                    <a:close/>
                  </a:path>
                </a:pathLst>
              </a:custGeom>
              <a:solidFill>
                <a:srgbClr val="F3860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33"/>
              <p:cNvSpPr/>
              <p:nvPr/>
            </p:nvSpPr>
            <p:spPr>
              <a:xfrm>
                <a:off x="2018682" y="3288845"/>
                <a:ext cx="1275300" cy="12699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33"/>
              <p:cNvSpPr/>
              <p:nvPr/>
            </p:nvSpPr>
            <p:spPr>
              <a:xfrm>
                <a:off x="2071072" y="3341235"/>
                <a:ext cx="1170600" cy="1164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33"/>
              <p:cNvSpPr/>
              <p:nvPr/>
            </p:nvSpPr>
            <p:spPr>
              <a:xfrm>
                <a:off x="1831181" y="1409700"/>
                <a:ext cx="1650284" cy="1796424"/>
              </a:xfrm>
              <a:custGeom>
                <a:rect b="b" l="l" r="r" t="t"/>
                <a:pathLst>
                  <a:path extrusionOk="0" h="549" w="502">
                    <a:moveTo>
                      <a:pt x="251" y="0"/>
                    </a:moveTo>
                    <a:cubicBezTo>
                      <a:pt x="251" y="30"/>
                      <a:pt x="251" y="30"/>
                      <a:pt x="251" y="30"/>
                    </a:cubicBezTo>
                    <a:cubicBezTo>
                      <a:pt x="128" y="30"/>
                      <a:pt x="29" y="129"/>
                      <a:pt x="29" y="252"/>
                    </a:cubicBezTo>
                    <a:cubicBezTo>
                      <a:pt x="0" y="252"/>
                      <a:pt x="0" y="252"/>
                      <a:pt x="0" y="252"/>
                    </a:cubicBezTo>
                    <a:cubicBezTo>
                      <a:pt x="0" y="381"/>
                      <a:pt x="98" y="488"/>
                      <a:pt x="223" y="502"/>
                    </a:cubicBezTo>
                    <a:cubicBezTo>
                      <a:pt x="251" y="549"/>
                      <a:pt x="251" y="549"/>
                      <a:pt x="251" y="549"/>
                    </a:cubicBezTo>
                    <a:cubicBezTo>
                      <a:pt x="297" y="469"/>
                      <a:pt x="297" y="469"/>
                      <a:pt x="297" y="469"/>
                    </a:cubicBezTo>
                    <a:cubicBezTo>
                      <a:pt x="398" y="447"/>
                      <a:pt x="473" y="358"/>
                      <a:pt x="473" y="252"/>
                    </a:cubicBezTo>
                    <a:cubicBezTo>
                      <a:pt x="502" y="252"/>
                      <a:pt x="502" y="252"/>
                      <a:pt x="502" y="252"/>
                    </a:cubicBezTo>
                    <a:cubicBezTo>
                      <a:pt x="502" y="113"/>
                      <a:pt x="390" y="0"/>
                      <a:pt x="251" y="0"/>
                    </a:cubicBezTo>
                    <a:close/>
                    <a:moveTo>
                      <a:pt x="251" y="446"/>
                    </a:moveTo>
                    <a:cubicBezTo>
                      <a:pt x="144" y="446"/>
                      <a:pt x="57" y="359"/>
                      <a:pt x="57" y="252"/>
                    </a:cubicBezTo>
                    <a:cubicBezTo>
                      <a:pt x="57" y="144"/>
                      <a:pt x="144" y="57"/>
                      <a:pt x="251" y="57"/>
                    </a:cubicBezTo>
                    <a:cubicBezTo>
                      <a:pt x="358" y="57"/>
                      <a:pt x="445" y="144"/>
                      <a:pt x="445" y="252"/>
                    </a:cubicBezTo>
                    <a:cubicBezTo>
                      <a:pt x="445" y="359"/>
                      <a:pt x="358" y="446"/>
                      <a:pt x="251" y="446"/>
                    </a:cubicBezTo>
                    <a:close/>
                  </a:path>
                </a:pathLst>
              </a:custGeom>
              <a:solidFill>
                <a:srgbClr val="F00A1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33"/>
              <p:cNvSpPr/>
              <p:nvPr/>
            </p:nvSpPr>
            <p:spPr>
              <a:xfrm>
                <a:off x="2018682" y="1595822"/>
                <a:ext cx="1275300" cy="12738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33"/>
              <p:cNvSpPr/>
              <p:nvPr/>
            </p:nvSpPr>
            <p:spPr>
              <a:xfrm>
                <a:off x="2071072" y="1650970"/>
                <a:ext cx="1170600" cy="1162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33"/>
              <p:cNvSpPr/>
              <p:nvPr/>
            </p:nvSpPr>
            <p:spPr>
              <a:xfrm>
                <a:off x="2381347" y="1956387"/>
                <a:ext cx="549959" cy="551406"/>
              </a:xfrm>
              <a:custGeom>
                <a:rect b="b" l="l" r="r" t="t"/>
                <a:pathLst>
                  <a:path extrusionOk="0" h="11815" w="11784">
                    <a:moveTo>
                      <a:pt x="9043" y="662"/>
                    </a:moveTo>
                    <a:lnTo>
                      <a:pt x="9043" y="2080"/>
                    </a:lnTo>
                    <a:lnTo>
                      <a:pt x="2742" y="2080"/>
                    </a:lnTo>
                    <a:lnTo>
                      <a:pt x="2742" y="662"/>
                    </a:lnTo>
                    <a:close/>
                    <a:moveTo>
                      <a:pt x="10775" y="2742"/>
                    </a:moveTo>
                    <a:cubicBezTo>
                      <a:pt x="10996" y="2742"/>
                      <a:pt x="11153" y="2899"/>
                      <a:pt x="11153" y="3120"/>
                    </a:cubicBezTo>
                    <a:lnTo>
                      <a:pt x="11153" y="6554"/>
                    </a:lnTo>
                    <a:cubicBezTo>
                      <a:pt x="11153" y="6774"/>
                      <a:pt x="10996" y="6932"/>
                      <a:pt x="10775" y="6932"/>
                    </a:cubicBezTo>
                    <a:lnTo>
                      <a:pt x="9767" y="6932"/>
                    </a:lnTo>
                    <a:lnTo>
                      <a:pt x="9767" y="4474"/>
                    </a:lnTo>
                    <a:cubicBezTo>
                      <a:pt x="9767" y="4285"/>
                      <a:pt x="9610" y="4128"/>
                      <a:pt x="9421" y="4128"/>
                    </a:cubicBezTo>
                    <a:lnTo>
                      <a:pt x="2427" y="4128"/>
                    </a:lnTo>
                    <a:cubicBezTo>
                      <a:pt x="2238" y="4128"/>
                      <a:pt x="2080" y="4285"/>
                      <a:pt x="2080" y="4474"/>
                    </a:cubicBezTo>
                    <a:lnTo>
                      <a:pt x="2080" y="6932"/>
                    </a:lnTo>
                    <a:lnTo>
                      <a:pt x="1009" y="6932"/>
                    </a:lnTo>
                    <a:cubicBezTo>
                      <a:pt x="820" y="6932"/>
                      <a:pt x="662" y="6774"/>
                      <a:pt x="662" y="6554"/>
                    </a:cubicBezTo>
                    <a:lnTo>
                      <a:pt x="662" y="3120"/>
                    </a:lnTo>
                    <a:cubicBezTo>
                      <a:pt x="662" y="2899"/>
                      <a:pt x="820" y="2742"/>
                      <a:pt x="1009" y="2742"/>
                    </a:cubicBezTo>
                    <a:close/>
                    <a:moveTo>
                      <a:pt x="9011" y="4821"/>
                    </a:moveTo>
                    <a:lnTo>
                      <a:pt x="9011" y="11090"/>
                    </a:lnTo>
                    <a:lnTo>
                      <a:pt x="2710" y="11090"/>
                    </a:lnTo>
                    <a:lnTo>
                      <a:pt x="2710" y="4821"/>
                    </a:lnTo>
                    <a:close/>
                    <a:moveTo>
                      <a:pt x="2395" y="1"/>
                    </a:moveTo>
                    <a:cubicBezTo>
                      <a:pt x="2206" y="1"/>
                      <a:pt x="2049" y="158"/>
                      <a:pt x="2049" y="347"/>
                    </a:cubicBezTo>
                    <a:lnTo>
                      <a:pt x="2049" y="2112"/>
                    </a:lnTo>
                    <a:lnTo>
                      <a:pt x="1009" y="2112"/>
                    </a:lnTo>
                    <a:cubicBezTo>
                      <a:pt x="442" y="2112"/>
                      <a:pt x="1" y="2584"/>
                      <a:pt x="1" y="3151"/>
                    </a:cubicBezTo>
                    <a:lnTo>
                      <a:pt x="1" y="6617"/>
                    </a:lnTo>
                    <a:cubicBezTo>
                      <a:pt x="1" y="7215"/>
                      <a:pt x="473" y="7625"/>
                      <a:pt x="1009" y="7625"/>
                    </a:cubicBezTo>
                    <a:lnTo>
                      <a:pt x="2049" y="7625"/>
                    </a:lnTo>
                    <a:lnTo>
                      <a:pt x="2049" y="11468"/>
                    </a:lnTo>
                    <a:cubicBezTo>
                      <a:pt x="2049" y="11657"/>
                      <a:pt x="2206" y="11815"/>
                      <a:pt x="2395" y="11815"/>
                    </a:cubicBezTo>
                    <a:lnTo>
                      <a:pt x="9358" y="11815"/>
                    </a:lnTo>
                    <a:cubicBezTo>
                      <a:pt x="9578" y="11815"/>
                      <a:pt x="9736" y="11657"/>
                      <a:pt x="9736" y="11468"/>
                    </a:cubicBezTo>
                    <a:lnTo>
                      <a:pt x="9736" y="7625"/>
                    </a:lnTo>
                    <a:lnTo>
                      <a:pt x="10744" y="7625"/>
                    </a:lnTo>
                    <a:cubicBezTo>
                      <a:pt x="11343" y="7625"/>
                      <a:pt x="11784" y="7152"/>
                      <a:pt x="11784" y="6617"/>
                    </a:cubicBezTo>
                    <a:lnTo>
                      <a:pt x="11784" y="3151"/>
                    </a:lnTo>
                    <a:cubicBezTo>
                      <a:pt x="11784" y="2553"/>
                      <a:pt x="11311" y="2112"/>
                      <a:pt x="10744" y="2112"/>
                    </a:cubicBezTo>
                    <a:lnTo>
                      <a:pt x="9736" y="2112"/>
                    </a:lnTo>
                    <a:lnTo>
                      <a:pt x="9736" y="347"/>
                    </a:lnTo>
                    <a:cubicBezTo>
                      <a:pt x="9736" y="158"/>
                      <a:pt x="9578" y="1"/>
                      <a:pt x="93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29" name="Google Shape;429;p33"/>
              <p:cNvSpPr/>
              <p:nvPr/>
            </p:nvSpPr>
            <p:spPr>
              <a:xfrm>
                <a:off x="2355525" y="3672085"/>
                <a:ext cx="601591" cy="503282"/>
              </a:xfrm>
              <a:custGeom>
                <a:rect b="b" l="l" r="r" t="t"/>
                <a:pathLst>
                  <a:path extrusionOk="0" h="10807" w="12918">
                    <a:moveTo>
                      <a:pt x="10807" y="851"/>
                    </a:moveTo>
                    <a:cubicBezTo>
                      <a:pt x="10366" y="1608"/>
                      <a:pt x="10366" y="2584"/>
                      <a:pt x="10807" y="3340"/>
                    </a:cubicBezTo>
                    <a:lnTo>
                      <a:pt x="2332" y="3340"/>
                    </a:lnTo>
                    <a:cubicBezTo>
                      <a:pt x="1765" y="3340"/>
                      <a:pt x="1293" y="2962"/>
                      <a:pt x="1135" y="2458"/>
                    </a:cubicBezTo>
                    <a:cubicBezTo>
                      <a:pt x="915" y="1671"/>
                      <a:pt x="1513" y="851"/>
                      <a:pt x="2332" y="851"/>
                    </a:cubicBezTo>
                    <a:close/>
                    <a:moveTo>
                      <a:pt x="8822" y="4159"/>
                    </a:moveTo>
                    <a:lnTo>
                      <a:pt x="8822" y="6648"/>
                    </a:lnTo>
                    <a:lnTo>
                      <a:pt x="1891" y="6648"/>
                    </a:lnTo>
                    <a:lnTo>
                      <a:pt x="1891" y="4159"/>
                    </a:lnTo>
                    <a:close/>
                    <a:moveTo>
                      <a:pt x="10524" y="4159"/>
                    </a:moveTo>
                    <a:lnTo>
                      <a:pt x="10524" y="6648"/>
                    </a:lnTo>
                    <a:lnTo>
                      <a:pt x="9704" y="6648"/>
                    </a:lnTo>
                    <a:lnTo>
                      <a:pt x="9704" y="4159"/>
                    </a:lnTo>
                    <a:close/>
                    <a:moveTo>
                      <a:pt x="12130" y="4159"/>
                    </a:moveTo>
                    <a:lnTo>
                      <a:pt x="12130" y="6648"/>
                    </a:lnTo>
                    <a:lnTo>
                      <a:pt x="11343" y="6648"/>
                    </a:lnTo>
                    <a:lnTo>
                      <a:pt x="11343" y="4159"/>
                    </a:lnTo>
                    <a:close/>
                    <a:moveTo>
                      <a:pt x="1986" y="7467"/>
                    </a:moveTo>
                    <a:lnTo>
                      <a:pt x="1986" y="9956"/>
                    </a:lnTo>
                    <a:lnTo>
                      <a:pt x="1104" y="9956"/>
                    </a:lnTo>
                    <a:lnTo>
                      <a:pt x="1104" y="7467"/>
                    </a:lnTo>
                    <a:close/>
                    <a:moveTo>
                      <a:pt x="3624" y="7467"/>
                    </a:moveTo>
                    <a:lnTo>
                      <a:pt x="3624" y="9956"/>
                    </a:lnTo>
                    <a:lnTo>
                      <a:pt x="2805" y="9956"/>
                    </a:lnTo>
                    <a:lnTo>
                      <a:pt x="2805" y="7467"/>
                    </a:lnTo>
                    <a:close/>
                    <a:moveTo>
                      <a:pt x="11311" y="7467"/>
                    </a:moveTo>
                    <a:lnTo>
                      <a:pt x="11311" y="9956"/>
                    </a:lnTo>
                    <a:lnTo>
                      <a:pt x="4443" y="9956"/>
                    </a:lnTo>
                    <a:lnTo>
                      <a:pt x="4443" y="7467"/>
                    </a:lnTo>
                    <a:close/>
                    <a:moveTo>
                      <a:pt x="2364" y="1"/>
                    </a:moveTo>
                    <a:cubicBezTo>
                      <a:pt x="1671" y="1"/>
                      <a:pt x="1041" y="379"/>
                      <a:pt x="631" y="914"/>
                    </a:cubicBezTo>
                    <a:cubicBezTo>
                      <a:pt x="1" y="1828"/>
                      <a:pt x="253" y="3088"/>
                      <a:pt x="1104" y="3718"/>
                    </a:cubicBezTo>
                    <a:lnTo>
                      <a:pt x="1104" y="6648"/>
                    </a:lnTo>
                    <a:lnTo>
                      <a:pt x="694" y="6648"/>
                    </a:lnTo>
                    <a:cubicBezTo>
                      <a:pt x="442" y="6648"/>
                      <a:pt x="284" y="6837"/>
                      <a:pt x="284" y="7058"/>
                    </a:cubicBezTo>
                    <a:lnTo>
                      <a:pt x="284" y="10366"/>
                    </a:lnTo>
                    <a:cubicBezTo>
                      <a:pt x="284" y="10618"/>
                      <a:pt x="473" y="10807"/>
                      <a:pt x="694" y="10807"/>
                    </a:cubicBezTo>
                    <a:lnTo>
                      <a:pt x="11721" y="10807"/>
                    </a:lnTo>
                    <a:cubicBezTo>
                      <a:pt x="11941" y="10807"/>
                      <a:pt x="12130" y="10618"/>
                      <a:pt x="12130" y="10366"/>
                    </a:cubicBezTo>
                    <a:lnTo>
                      <a:pt x="12130" y="7499"/>
                    </a:lnTo>
                    <a:lnTo>
                      <a:pt x="12540" y="7499"/>
                    </a:lnTo>
                    <a:cubicBezTo>
                      <a:pt x="12760" y="7499"/>
                      <a:pt x="12918" y="7310"/>
                      <a:pt x="12918" y="7058"/>
                    </a:cubicBezTo>
                    <a:lnTo>
                      <a:pt x="12918" y="3750"/>
                    </a:lnTo>
                    <a:cubicBezTo>
                      <a:pt x="12918" y="3529"/>
                      <a:pt x="12760" y="3340"/>
                      <a:pt x="12540" y="3340"/>
                    </a:cubicBezTo>
                    <a:lnTo>
                      <a:pt x="11878" y="3340"/>
                    </a:lnTo>
                    <a:cubicBezTo>
                      <a:pt x="11091" y="2647"/>
                      <a:pt x="11122" y="1387"/>
                      <a:pt x="11973" y="757"/>
                    </a:cubicBezTo>
                    <a:cubicBezTo>
                      <a:pt x="12256" y="536"/>
                      <a:pt x="12130" y="64"/>
                      <a:pt x="11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430" name="Google Shape;430;p33"/>
              <p:cNvSpPr/>
              <p:nvPr/>
            </p:nvSpPr>
            <p:spPr>
              <a:xfrm>
                <a:off x="2378430" y="5355471"/>
                <a:ext cx="555793" cy="552899"/>
              </a:xfrm>
              <a:custGeom>
                <a:rect b="b" l="l" r="r" t="t"/>
                <a:pathLst>
                  <a:path extrusionOk="0" h="11847" w="11909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431" name="Google Shape;431;p33"/>
            <p:cNvSpPr txBox="1"/>
            <p:nvPr/>
          </p:nvSpPr>
          <p:spPr>
            <a:xfrm>
              <a:off x="7321717" y="1709936"/>
              <a:ext cx="34479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Personal analysis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432" name="Google Shape;432;p33"/>
            <p:cNvSpPr txBox="1"/>
            <p:nvPr/>
          </p:nvSpPr>
          <p:spPr>
            <a:xfrm>
              <a:off x="1512171" y="3413580"/>
              <a:ext cx="34479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Studies analysis</a:t>
              </a:r>
              <a:endParaRPr/>
            </a:p>
            <a:p>
              <a:pPr indent="0" lvl="0" marL="0" marR="0" rtl="0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433" name="Google Shape;433;p33"/>
            <p:cNvSpPr txBox="1"/>
            <p:nvPr/>
          </p:nvSpPr>
          <p:spPr>
            <a:xfrm>
              <a:off x="7321717" y="5271904"/>
              <a:ext cx="34479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Jobs analysis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4"/>
          <p:cNvSpPr/>
          <p:nvPr/>
        </p:nvSpPr>
        <p:spPr>
          <a:xfrm>
            <a:off x="577312" y="4480481"/>
            <a:ext cx="11100900" cy="1260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577312" y="3247051"/>
            <a:ext cx="11100900" cy="1260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577312" y="1910834"/>
            <a:ext cx="11100900" cy="12987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1" name="Google Shape;441;p34"/>
          <p:cNvGraphicFramePr/>
          <p:nvPr/>
        </p:nvGraphicFramePr>
        <p:xfrm>
          <a:off x="476250" y="1904844"/>
          <a:ext cx="4046700" cy="4046700"/>
        </p:xfrm>
        <a:graphic>
          <a:graphicData uri="http://schemas.openxmlformats.org/drawingml/2006/table">
            <a:tbl>
              <a:tblPr>
                <a:noFill/>
                <a:tableStyleId>{DAE5EB03-1CB9-4AD1-A7DF-3335BDBC2F4C}</a:tableStyleId>
              </a:tblPr>
              <a:tblGrid>
                <a:gridCol w="2411700"/>
                <a:gridCol w="2190725"/>
                <a:gridCol w="2190725"/>
                <a:gridCol w="2190725"/>
                <a:gridCol w="2255625"/>
              </a:tblGrid>
              <a:tr h="1295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26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Awareness</a:t>
                      </a:r>
                      <a:endParaRPr b="1" sz="26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600"/>
                        <a:buFont typeface="Lora"/>
                        <a:buNone/>
                      </a:pPr>
                      <a:r>
                        <a:rPr b="1" lang="en-IN" sz="26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Interest</a:t>
                      </a:r>
                      <a:endParaRPr b="1" sz="26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26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Application</a:t>
                      </a:r>
                      <a:endParaRPr b="1" sz="13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26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Select</a:t>
                      </a:r>
                      <a:endParaRPr b="1" sz="13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IN" sz="2600" u="none" cap="none" strike="noStrike">
                          <a:solidFill>
                            <a:schemeClr val="lt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Hire</a:t>
                      </a:r>
                      <a:endParaRPr b="1" sz="13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Lora"/>
                        <a:buNone/>
                      </a:pPr>
                      <a:r>
                        <a:rPr b="0" i="0" lang="en-IN" sz="11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 b="0" i="0" sz="11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Lora"/>
                        <a:buNone/>
                      </a:pPr>
                      <a:r>
                        <a:rPr b="0" i="0" lang="en-IN" sz="11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 b="0" i="0" sz="11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Lora"/>
                        <a:buNone/>
                      </a:pPr>
                      <a:r>
                        <a:rPr b="0" i="0" lang="en-IN" sz="11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 b="0" i="0" sz="11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Lora"/>
                        <a:buNone/>
                      </a:pPr>
                      <a:r>
                        <a:rPr b="0" i="0" lang="en-IN" sz="11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 b="0" i="0" sz="11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Lora"/>
                        <a:buNone/>
                      </a:pPr>
                      <a:r>
                        <a:rPr b="0" i="0" lang="en-IN" sz="1100" u="none" cap="none" strike="noStrike">
                          <a:solidFill>
                            <a:srgbClr val="FFFFF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/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rgbClr val="FFFFF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121700" marB="121700" marR="121700" marL="1217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442" name="Google Shape;442;p34"/>
          <p:cNvGrpSpPr/>
          <p:nvPr/>
        </p:nvGrpSpPr>
        <p:grpSpPr>
          <a:xfrm>
            <a:off x="1466855" y="4908027"/>
            <a:ext cx="475945" cy="403143"/>
            <a:chOff x="2676100" y="1456375"/>
            <a:chExt cx="501100" cy="424450"/>
          </a:xfrm>
        </p:grpSpPr>
        <p:sp>
          <p:nvSpPr>
            <p:cNvPr id="443" name="Google Shape;443;p34"/>
            <p:cNvSpPr/>
            <p:nvPr/>
          </p:nvSpPr>
          <p:spPr>
            <a:xfrm>
              <a:off x="3079725" y="1534750"/>
              <a:ext cx="97475" cy="268275"/>
            </a:xfrm>
            <a:custGeom>
              <a:rect b="b" l="l" r="r" t="t"/>
              <a:pathLst>
                <a:path extrusionOk="0" h="10731" w="3899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cubicBezTo>
                    <a:pt x="2657" y="3397"/>
                    <a:pt x="2657" y="7340"/>
                    <a:pt x="221" y="9771"/>
                  </a:cubicBezTo>
                  <a:cubicBezTo>
                    <a:pt x="6" y="9992"/>
                    <a:pt x="9" y="10345"/>
                    <a:pt x="230" y="10565"/>
                  </a:cubicBezTo>
                  <a:cubicBezTo>
                    <a:pt x="340" y="10675"/>
                    <a:pt x="484" y="10730"/>
                    <a:pt x="629" y="10730"/>
                  </a:cubicBezTo>
                  <a:cubicBezTo>
                    <a:pt x="770" y="10730"/>
                    <a:pt x="912" y="10677"/>
                    <a:pt x="1021" y="10571"/>
                  </a:cubicBezTo>
                  <a:cubicBezTo>
                    <a:pt x="3898" y="7700"/>
                    <a:pt x="3898" y="3038"/>
                    <a:pt x="1021" y="166"/>
                  </a:cubicBez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3039725" y="1574925"/>
              <a:ext cx="75350" cy="188250"/>
            </a:xfrm>
            <a:custGeom>
              <a:rect b="b" l="l" r="r" t="t"/>
              <a:pathLst>
                <a:path extrusionOk="0" h="7530" w="3014">
                  <a:moveTo>
                    <a:pt x="629" y="1"/>
                  </a:moveTo>
                  <a:cubicBezTo>
                    <a:pt x="484" y="1"/>
                    <a:pt x="339" y="56"/>
                    <a:pt x="230" y="166"/>
                  </a:cubicBezTo>
                  <a:cubicBezTo>
                    <a:pt x="12" y="383"/>
                    <a:pt x="9" y="736"/>
                    <a:pt x="224" y="960"/>
                  </a:cubicBezTo>
                  <a:cubicBezTo>
                    <a:pt x="1769" y="2506"/>
                    <a:pt x="1769" y="5018"/>
                    <a:pt x="224" y="6564"/>
                  </a:cubicBezTo>
                  <a:cubicBezTo>
                    <a:pt x="0" y="6784"/>
                    <a:pt x="0" y="7144"/>
                    <a:pt x="224" y="7364"/>
                  </a:cubicBezTo>
                  <a:cubicBezTo>
                    <a:pt x="334" y="7474"/>
                    <a:pt x="479" y="7529"/>
                    <a:pt x="624" y="7529"/>
                  </a:cubicBezTo>
                  <a:cubicBezTo>
                    <a:pt x="769" y="7529"/>
                    <a:pt x="913" y="7474"/>
                    <a:pt x="1024" y="7364"/>
                  </a:cubicBezTo>
                  <a:cubicBezTo>
                    <a:pt x="3013" y="5374"/>
                    <a:pt x="3013" y="2149"/>
                    <a:pt x="1024" y="160"/>
                  </a:cubicBezTo>
                  <a:cubicBezTo>
                    <a:pt x="913" y="53"/>
                    <a:pt x="771" y="1"/>
                    <a:pt x="6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2676100" y="1456375"/>
              <a:ext cx="340700" cy="424450"/>
            </a:xfrm>
            <a:custGeom>
              <a:rect b="b" l="l" r="r" t="t"/>
              <a:pathLst>
                <a:path extrusionOk="0" h="16978" w="13628">
                  <a:moveTo>
                    <a:pt x="2265" y="6792"/>
                  </a:moveTo>
                  <a:lnTo>
                    <a:pt x="2265" y="10189"/>
                  </a:lnTo>
                  <a:lnTo>
                    <a:pt x="1700" y="10189"/>
                  </a:lnTo>
                  <a:cubicBezTo>
                    <a:pt x="1386" y="10189"/>
                    <a:pt x="1133" y="9935"/>
                    <a:pt x="1133" y="9621"/>
                  </a:cubicBezTo>
                  <a:lnTo>
                    <a:pt x="1133" y="7356"/>
                  </a:lnTo>
                  <a:cubicBezTo>
                    <a:pt x="1133" y="7042"/>
                    <a:pt x="1386" y="6792"/>
                    <a:pt x="1700" y="6792"/>
                  </a:cubicBezTo>
                  <a:close/>
                  <a:moveTo>
                    <a:pt x="5701" y="5659"/>
                  </a:moveTo>
                  <a:lnTo>
                    <a:pt x="5701" y="11321"/>
                  </a:lnTo>
                  <a:lnTo>
                    <a:pt x="3965" y="11321"/>
                  </a:lnTo>
                  <a:cubicBezTo>
                    <a:pt x="3651" y="11321"/>
                    <a:pt x="3397" y="11067"/>
                    <a:pt x="3397" y="10753"/>
                  </a:cubicBezTo>
                  <a:lnTo>
                    <a:pt x="3397" y="6224"/>
                  </a:lnTo>
                  <a:cubicBezTo>
                    <a:pt x="3397" y="5910"/>
                    <a:pt x="3651" y="5659"/>
                    <a:pt x="3965" y="5659"/>
                  </a:cubicBezTo>
                  <a:close/>
                  <a:moveTo>
                    <a:pt x="10230" y="2827"/>
                  </a:moveTo>
                  <a:lnTo>
                    <a:pt x="10230" y="14150"/>
                  </a:lnTo>
                  <a:lnTo>
                    <a:pt x="6833" y="11602"/>
                  </a:lnTo>
                  <a:lnTo>
                    <a:pt x="6833" y="5376"/>
                  </a:lnTo>
                  <a:lnTo>
                    <a:pt x="10230" y="2827"/>
                  </a:lnTo>
                  <a:close/>
                  <a:moveTo>
                    <a:pt x="11927" y="1130"/>
                  </a:moveTo>
                  <a:cubicBezTo>
                    <a:pt x="12241" y="1130"/>
                    <a:pt x="12495" y="1381"/>
                    <a:pt x="12495" y="1695"/>
                  </a:cubicBezTo>
                  <a:lnTo>
                    <a:pt x="12495" y="15282"/>
                  </a:lnTo>
                  <a:cubicBezTo>
                    <a:pt x="12495" y="15596"/>
                    <a:pt x="12241" y="15847"/>
                    <a:pt x="11927" y="15847"/>
                  </a:cubicBezTo>
                  <a:cubicBezTo>
                    <a:pt x="11613" y="15847"/>
                    <a:pt x="11363" y="15596"/>
                    <a:pt x="11363" y="15282"/>
                  </a:cubicBezTo>
                  <a:lnTo>
                    <a:pt x="11363" y="1695"/>
                  </a:lnTo>
                  <a:cubicBezTo>
                    <a:pt x="11363" y="1381"/>
                    <a:pt x="11613" y="1130"/>
                    <a:pt x="11927" y="1130"/>
                  </a:cubicBezTo>
                  <a:close/>
                  <a:moveTo>
                    <a:pt x="11925" y="0"/>
                  </a:moveTo>
                  <a:cubicBezTo>
                    <a:pt x="11115" y="0"/>
                    <a:pt x="10405" y="580"/>
                    <a:pt x="10257" y="1393"/>
                  </a:cubicBezTo>
                  <a:lnTo>
                    <a:pt x="6079" y="4527"/>
                  </a:lnTo>
                  <a:lnTo>
                    <a:pt x="3965" y="4527"/>
                  </a:lnTo>
                  <a:cubicBezTo>
                    <a:pt x="3243" y="4527"/>
                    <a:pt x="2603" y="4980"/>
                    <a:pt x="2362" y="5659"/>
                  </a:cubicBezTo>
                  <a:lnTo>
                    <a:pt x="1700" y="5659"/>
                  </a:lnTo>
                  <a:cubicBezTo>
                    <a:pt x="761" y="5659"/>
                    <a:pt x="0" y="6417"/>
                    <a:pt x="0" y="7356"/>
                  </a:cubicBezTo>
                  <a:lnTo>
                    <a:pt x="0" y="9621"/>
                  </a:lnTo>
                  <a:cubicBezTo>
                    <a:pt x="0" y="10560"/>
                    <a:pt x="761" y="11318"/>
                    <a:pt x="1700" y="11321"/>
                  </a:cubicBezTo>
                  <a:lnTo>
                    <a:pt x="2362" y="11321"/>
                  </a:lnTo>
                  <a:cubicBezTo>
                    <a:pt x="2603" y="11997"/>
                    <a:pt x="3243" y="12450"/>
                    <a:pt x="3965" y="12453"/>
                  </a:cubicBezTo>
                  <a:lnTo>
                    <a:pt x="6079" y="12453"/>
                  </a:lnTo>
                  <a:lnTo>
                    <a:pt x="10257" y="15584"/>
                  </a:lnTo>
                  <a:cubicBezTo>
                    <a:pt x="10405" y="16397"/>
                    <a:pt x="11115" y="16977"/>
                    <a:pt x="11925" y="16977"/>
                  </a:cubicBezTo>
                  <a:cubicBezTo>
                    <a:pt x="11976" y="16977"/>
                    <a:pt x="12027" y="16975"/>
                    <a:pt x="12078" y="16970"/>
                  </a:cubicBezTo>
                  <a:cubicBezTo>
                    <a:pt x="12954" y="16892"/>
                    <a:pt x="13624" y="16161"/>
                    <a:pt x="13627" y="15282"/>
                  </a:cubicBezTo>
                  <a:lnTo>
                    <a:pt x="13627" y="1695"/>
                  </a:lnTo>
                  <a:cubicBezTo>
                    <a:pt x="13624" y="816"/>
                    <a:pt x="12954" y="85"/>
                    <a:pt x="12078" y="7"/>
                  </a:cubicBezTo>
                  <a:cubicBezTo>
                    <a:pt x="12027" y="2"/>
                    <a:pt x="11976" y="0"/>
                    <a:pt x="119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34"/>
          <p:cNvGrpSpPr/>
          <p:nvPr/>
        </p:nvGrpSpPr>
        <p:grpSpPr>
          <a:xfrm>
            <a:off x="3741606" y="4957942"/>
            <a:ext cx="472626" cy="303399"/>
            <a:chOff x="5411225" y="2726350"/>
            <a:chExt cx="296950" cy="190625"/>
          </a:xfrm>
        </p:grpSpPr>
        <p:sp>
          <p:nvSpPr>
            <p:cNvPr id="447" name="Google Shape;447;p34"/>
            <p:cNvSpPr/>
            <p:nvPr/>
          </p:nvSpPr>
          <p:spPr>
            <a:xfrm>
              <a:off x="5534100" y="2794875"/>
              <a:ext cx="52000" cy="51225"/>
            </a:xfrm>
            <a:custGeom>
              <a:rect b="b" l="l" r="r" t="t"/>
              <a:pathLst>
                <a:path extrusionOk="0" h="2049" w="2080">
                  <a:moveTo>
                    <a:pt x="1009" y="662"/>
                  </a:moveTo>
                  <a:cubicBezTo>
                    <a:pt x="1229" y="662"/>
                    <a:pt x="1387" y="851"/>
                    <a:pt x="1387" y="1040"/>
                  </a:cubicBezTo>
                  <a:cubicBezTo>
                    <a:pt x="1387" y="1229"/>
                    <a:pt x="1229" y="1387"/>
                    <a:pt x="1009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39"/>
                    <a:pt x="473" y="2048"/>
                    <a:pt x="1009" y="2048"/>
                  </a:cubicBezTo>
                  <a:cubicBezTo>
                    <a:pt x="1607" y="2048"/>
                    <a:pt x="2048" y="1576"/>
                    <a:pt x="2048" y="1040"/>
                  </a:cubicBezTo>
                  <a:cubicBezTo>
                    <a:pt x="2080" y="473"/>
                    <a:pt x="1607" y="0"/>
                    <a:pt x="1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5411225" y="2726350"/>
              <a:ext cx="296950" cy="190625"/>
            </a:xfrm>
            <a:custGeom>
              <a:rect b="b" l="l" r="r" t="t"/>
              <a:pathLst>
                <a:path extrusionOk="0" h="7625" w="11878">
                  <a:moveTo>
                    <a:pt x="5924" y="662"/>
                  </a:moveTo>
                  <a:cubicBezTo>
                    <a:pt x="7404" y="662"/>
                    <a:pt x="8759" y="1576"/>
                    <a:pt x="9641" y="2332"/>
                  </a:cubicBezTo>
                  <a:cubicBezTo>
                    <a:pt x="9736" y="2395"/>
                    <a:pt x="9830" y="2489"/>
                    <a:pt x="9925" y="2584"/>
                  </a:cubicBezTo>
                  <a:cubicBezTo>
                    <a:pt x="8696" y="2080"/>
                    <a:pt x="7278" y="1733"/>
                    <a:pt x="5924" y="1733"/>
                  </a:cubicBezTo>
                  <a:cubicBezTo>
                    <a:pt x="4569" y="1733"/>
                    <a:pt x="3183" y="2080"/>
                    <a:pt x="1954" y="2584"/>
                  </a:cubicBezTo>
                  <a:cubicBezTo>
                    <a:pt x="2048" y="2521"/>
                    <a:pt x="2111" y="2458"/>
                    <a:pt x="2206" y="2395"/>
                  </a:cubicBezTo>
                  <a:cubicBezTo>
                    <a:pt x="3151" y="1544"/>
                    <a:pt x="4474" y="662"/>
                    <a:pt x="5924" y="662"/>
                  </a:cubicBezTo>
                  <a:close/>
                  <a:moveTo>
                    <a:pt x="5924" y="2426"/>
                  </a:moveTo>
                  <a:cubicBezTo>
                    <a:pt x="6333" y="2426"/>
                    <a:pt x="6711" y="2489"/>
                    <a:pt x="7089" y="2521"/>
                  </a:cubicBezTo>
                  <a:cubicBezTo>
                    <a:pt x="7467" y="2836"/>
                    <a:pt x="7656" y="3308"/>
                    <a:pt x="7656" y="3813"/>
                  </a:cubicBezTo>
                  <a:cubicBezTo>
                    <a:pt x="7656" y="4758"/>
                    <a:pt x="6869" y="5545"/>
                    <a:pt x="5924" y="5545"/>
                  </a:cubicBezTo>
                  <a:cubicBezTo>
                    <a:pt x="4978" y="5545"/>
                    <a:pt x="4191" y="4758"/>
                    <a:pt x="4191" y="3813"/>
                  </a:cubicBezTo>
                  <a:cubicBezTo>
                    <a:pt x="4191" y="3308"/>
                    <a:pt x="4411" y="2836"/>
                    <a:pt x="4789" y="2521"/>
                  </a:cubicBezTo>
                  <a:cubicBezTo>
                    <a:pt x="5136" y="2489"/>
                    <a:pt x="5545" y="2426"/>
                    <a:pt x="5924" y="2426"/>
                  </a:cubicBezTo>
                  <a:close/>
                  <a:moveTo>
                    <a:pt x="3781" y="2710"/>
                  </a:moveTo>
                  <a:lnTo>
                    <a:pt x="3781" y="2710"/>
                  </a:lnTo>
                  <a:cubicBezTo>
                    <a:pt x="3624" y="3056"/>
                    <a:pt x="3498" y="3434"/>
                    <a:pt x="3498" y="3813"/>
                  </a:cubicBezTo>
                  <a:cubicBezTo>
                    <a:pt x="3498" y="5167"/>
                    <a:pt x="4600" y="6270"/>
                    <a:pt x="5924" y="6270"/>
                  </a:cubicBezTo>
                  <a:cubicBezTo>
                    <a:pt x="7278" y="6270"/>
                    <a:pt x="8381" y="5167"/>
                    <a:pt x="8381" y="3813"/>
                  </a:cubicBezTo>
                  <a:cubicBezTo>
                    <a:pt x="8381" y="3434"/>
                    <a:pt x="8286" y="3056"/>
                    <a:pt x="8097" y="2710"/>
                  </a:cubicBezTo>
                  <a:lnTo>
                    <a:pt x="8097" y="2710"/>
                  </a:lnTo>
                  <a:cubicBezTo>
                    <a:pt x="9137" y="2993"/>
                    <a:pt x="10145" y="3434"/>
                    <a:pt x="11027" y="3907"/>
                  </a:cubicBezTo>
                  <a:cubicBezTo>
                    <a:pt x="10744" y="4222"/>
                    <a:pt x="10240" y="4789"/>
                    <a:pt x="9547" y="5356"/>
                  </a:cubicBezTo>
                  <a:cubicBezTo>
                    <a:pt x="8601" y="6144"/>
                    <a:pt x="7310" y="6932"/>
                    <a:pt x="5924" y="6932"/>
                  </a:cubicBezTo>
                  <a:cubicBezTo>
                    <a:pt x="4474" y="6932"/>
                    <a:pt x="3088" y="6018"/>
                    <a:pt x="2237" y="5262"/>
                  </a:cubicBezTo>
                  <a:cubicBezTo>
                    <a:pt x="1607" y="4726"/>
                    <a:pt x="1135" y="4222"/>
                    <a:pt x="851" y="3907"/>
                  </a:cubicBezTo>
                  <a:cubicBezTo>
                    <a:pt x="1733" y="3371"/>
                    <a:pt x="2710" y="2962"/>
                    <a:pt x="3781" y="2710"/>
                  </a:cubicBezTo>
                  <a:close/>
                  <a:moveTo>
                    <a:pt x="5924" y="0"/>
                  </a:moveTo>
                  <a:cubicBezTo>
                    <a:pt x="4411" y="0"/>
                    <a:pt x="2931" y="820"/>
                    <a:pt x="1765" y="1796"/>
                  </a:cubicBezTo>
                  <a:cubicBezTo>
                    <a:pt x="725" y="2678"/>
                    <a:pt x="95" y="3592"/>
                    <a:pt x="64" y="3624"/>
                  </a:cubicBezTo>
                  <a:cubicBezTo>
                    <a:pt x="1" y="3750"/>
                    <a:pt x="1" y="3907"/>
                    <a:pt x="64" y="4002"/>
                  </a:cubicBezTo>
                  <a:cubicBezTo>
                    <a:pt x="95" y="4065"/>
                    <a:pt x="725" y="4915"/>
                    <a:pt x="1765" y="5829"/>
                  </a:cubicBezTo>
                  <a:cubicBezTo>
                    <a:pt x="2931" y="6805"/>
                    <a:pt x="4348" y="7625"/>
                    <a:pt x="5924" y="7625"/>
                  </a:cubicBezTo>
                  <a:cubicBezTo>
                    <a:pt x="7436" y="7625"/>
                    <a:pt x="8759" y="6900"/>
                    <a:pt x="9925" y="5955"/>
                  </a:cubicBezTo>
                  <a:cubicBezTo>
                    <a:pt x="10712" y="5325"/>
                    <a:pt x="11374" y="4600"/>
                    <a:pt x="11815" y="4002"/>
                  </a:cubicBezTo>
                  <a:cubicBezTo>
                    <a:pt x="11878" y="3907"/>
                    <a:pt x="11878" y="3750"/>
                    <a:pt x="11815" y="3624"/>
                  </a:cubicBezTo>
                  <a:cubicBezTo>
                    <a:pt x="11752" y="3592"/>
                    <a:pt x="11122" y="2710"/>
                    <a:pt x="10114" y="1796"/>
                  </a:cubicBezTo>
                  <a:cubicBezTo>
                    <a:pt x="8916" y="820"/>
                    <a:pt x="7499" y="0"/>
                    <a:pt x="59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34"/>
          <p:cNvGrpSpPr/>
          <p:nvPr/>
        </p:nvGrpSpPr>
        <p:grpSpPr>
          <a:xfrm>
            <a:off x="6012874" y="4880199"/>
            <a:ext cx="322647" cy="458896"/>
            <a:chOff x="3342275" y="2615925"/>
            <a:chExt cx="339700" cy="483150"/>
          </a:xfrm>
        </p:grpSpPr>
        <p:sp>
          <p:nvSpPr>
            <p:cNvPr id="450" name="Google Shape;450;p34"/>
            <p:cNvSpPr/>
            <p:nvPr/>
          </p:nvSpPr>
          <p:spPr>
            <a:xfrm>
              <a:off x="3342275" y="2615925"/>
              <a:ext cx="339700" cy="483150"/>
            </a:xfrm>
            <a:custGeom>
              <a:rect b="b" l="l" r="r" t="t"/>
              <a:pathLst>
                <a:path extrusionOk="0" h="19326" w="13588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3461600" y="3030200"/>
              <a:ext cx="101025" cy="28325"/>
            </a:xfrm>
            <a:custGeom>
              <a:rect b="b" l="l" r="r" t="t"/>
              <a:pathLst>
                <a:path extrusionOk="0" h="1133" w="4041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34"/>
          <p:cNvSpPr/>
          <p:nvPr/>
        </p:nvSpPr>
        <p:spPr>
          <a:xfrm>
            <a:off x="8134094" y="4880089"/>
            <a:ext cx="376429" cy="458896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435D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" name="Google Shape;453;p34"/>
          <p:cNvGrpSpPr/>
          <p:nvPr/>
        </p:nvGrpSpPr>
        <p:grpSpPr>
          <a:xfrm>
            <a:off x="10309445" y="4880148"/>
            <a:ext cx="479744" cy="458848"/>
            <a:chOff x="5049750" y="832600"/>
            <a:chExt cx="505100" cy="483100"/>
          </a:xfrm>
        </p:grpSpPr>
        <p:sp>
          <p:nvSpPr>
            <p:cNvPr id="454" name="Google Shape;454;p34"/>
            <p:cNvSpPr/>
            <p:nvPr/>
          </p:nvSpPr>
          <p:spPr>
            <a:xfrm>
              <a:off x="5049750" y="832600"/>
              <a:ext cx="505100" cy="483100"/>
            </a:xfrm>
            <a:custGeom>
              <a:rect b="b" l="l" r="r" t="t"/>
              <a:pathLst>
                <a:path extrusionOk="0" h="19324" w="20204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5216725" y="889175"/>
              <a:ext cx="276000" cy="254400"/>
            </a:xfrm>
            <a:custGeom>
              <a:rect b="b" l="l" r="r" t="t"/>
              <a:pathLst>
                <a:path extrusionOk="0" h="10176" w="1104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435D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35"/>
          <p:cNvGrpSpPr/>
          <p:nvPr/>
        </p:nvGrpSpPr>
        <p:grpSpPr>
          <a:xfrm>
            <a:off x="1303390" y="1391789"/>
            <a:ext cx="9584442" cy="5008815"/>
            <a:chOff x="983443" y="859899"/>
            <a:chExt cx="7414282" cy="3874693"/>
          </a:xfrm>
        </p:grpSpPr>
        <p:cxnSp>
          <p:nvCxnSpPr>
            <p:cNvPr id="461" name="Google Shape;461;p35"/>
            <p:cNvCxnSpPr>
              <a:stCxn id="462" idx="3"/>
              <a:endCxn id="463" idx="1"/>
            </p:cNvCxnSpPr>
            <p:nvPr/>
          </p:nvCxnSpPr>
          <p:spPr>
            <a:xfrm>
              <a:off x="4258285" y="1632226"/>
              <a:ext cx="865500" cy="300"/>
            </a:xfrm>
            <a:prstGeom prst="bentConnector3">
              <a:avLst>
                <a:gd fmla="val -75603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4" name="Google Shape;464;p35"/>
            <p:cNvCxnSpPr>
              <a:stCxn id="465" idx="3"/>
              <a:endCxn id="466" idx="1"/>
            </p:cNvCxnSpPr>
            <p:nvPr/>
          </p:nvCxnSpPr>
          <p:spPr>
            <a:xfrm>
              <a:off x="4258285" y="2945188"/>
              <a:ext cx="865500" cy="300"/>
            </a:xfrm>
            <a:prstGeom prst="bentConnector3">
              <a:avLst>
                <a:gd fmla="val -75603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7" name="Google Shape;467;p35"/>
            <p:cNvCxnSpPr>
              <a:stCxn id="468" idx="3"/>
              <a:endCxn id="469" idx="1"/>
            </p:cNvCxnSpPr>
            <p:nvPr/>
          </p:nvCxnSpPr>
          <p:spPr>
            <a:xfrm>
              <a:off x="4265101" y="4258142"/>
              <a:ext cx="852000" cy="300"/>
            </a:xfrm>
            <a:prstGeom prst="bentConnector3">
              <a:avLst>
                <a:gd fmla="val -77601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0" name="Google Shape;470;p35"/>
            <p:cNvCxnSpPr>
              <a:stCxn id="463" idx="3"/>
              <a:endCxn id="466" idx="3"/>
            </p:cNvCxnSpPr>
            <p:nvPr/>
          </p:nvCxnSpPr>
          <p:spPr>
            <a:xfrm>
              <a:off x="8397425" y="1632225"/>
              <a:ext cx="300" cy="1313100"/>
            </a:xfrm>
            <a:prstGeom prst="bentConnector3">
              <a:avLst>
                <a:gd fmla="val -290370416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" name="Google Shape;471;p35"/>
            <p:cNvCxnSpPr>
              <a:stCxn id="465" idx="1"/>
              <a:endCxn id="468" idx="1"/>
            </p:cNvCxnSpPr>
            <p:nvPr/>
          </p:nvCxnSpPr>
          <p:spPr>
            <a:xfrm>
              <a:off x="984700" y="2945188"/>
              <a:ext cx="6900" cy="1313100"/>
            </a:xfrm>
            <a:prstGeom prst="bentConnector3">
              <a:avLst>
                <a:gd fmla="val -6261056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72" name="Google Shape;472;p35"/>
            <p:cNvGrpSpPr/>
            <p:nvPr/>
          </p:nvGrpSpPr>
          <p:grpSpPr>
            <a:xfrm>
              <a:off x="5123775" y="859899"/>
              <a:ext cx="3273650" cy="1248776"/>
              <a:chOff x="4971375" y="859900"/>
              <a:chExt cx="3273650" cy="1248776"/>
            </a:xfrm>
          </p:grpSpPr>
          <p:grpSp>
            <p:nvGrpSpPr>
              <p:cNvPr id="473" name="Google Shape;473;p35"/>
              <p:cNvGrpSpPr/>
              <p:nvPr/>
            </p:nvGrpSpPr>
            <p:grpSpPr>
              <a:xfrm>
                <a:off x="4971440" y="1155775"/>
                <a:ext cx="3273585" cy="952901"/>
                <a:chOff x="4878050" y="1098638"/>
                <a:chExt cx="3325800" cy="968100"/>
              </a:xfrm>
            </p:grpSpPr>
            <p:sp>
              <p:nvSpPr>
                <p:cNvPr id="463" name="Google Shape;463;p35"/>
                <p:cNvSpPr/>
                <p:nvPr/>
              </p:nvSpPr>
              <p:spPr>
                <a:xfrm>
                  <a:off x="4878050" y="10986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474" name="Google Shape;474;p35"/>
                <p:cNvSpPr txBox="1"/>
                <p:nvPr/>
              </p:nvSpPr>
              <p:spPr>
                <a:xfrm>
                  <a:off x="5411072" y="1549593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475" name="Google Shape;475;p35"/>
                <p:cNvSpPr txBox="1"/>
                <p:nvPr/>
              </p:nvSpPr>
              <p:spPr>
                <a:xfrm>
                  <a:off x="5411072" y="1261072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Initial selection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476" name="Google Shape;476;p35"/>
              <p:cNvSpPr/>
              <p:nvPr/>
            </p:nvSpPr>
            <p:spPr>
              <a:xfrm>
                <a:off x="4971375" y="859900"/>
                <a:ext cx="295800" cy="5121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477" name="Google Shape;477;p35"/>
            <p:cNvGrpSpPr/>
            <p:nvPr/>
          </p:nvGrpSpPr>
          <p:grpSpPr>
            <a:xfrm>
              <a:off x="984700" y="859900"/>
              <a:ext cx="3273585" cy="1248776"/>
              <a:chOff x="1137100" y="859900"/>
              <a:chExt cx="3273585" cy="1248776"/>
            </a:xfrm>
          </p:grpSpPr>
          <p:grpSp>
            <p:nvGrpSpPr>
              <p:cNvPr id="478" name="Google Shape;478;p35"/>
              <p:cNvGrpSpPr/>
              <p:nvPr/>
            </p:nvGrpSpPr>
            <p:grpSpPr>
              <a:xfrm>
                <a:off x="1137100" y="1155775"/>
                <a:ext cx="3273585" cy="952901"/>
                <a:chOff x="982550" y="1098638"/>
                <a:chExt cx="3325800" cy="968100"/>
              </a:xfrm>
            </p:grpSpPr>
            <p:sp>
              <p:nvSpPr>
                <p:cNvPr id="462" name="Google Shape;462;p35"/>
                <p:cNvSpPr/>
                <p:nvPr/>
              </p:nvSpPr>
              <p:spPr>
                <a:xfrm>
                  <a:off x="982550" y="10986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479" name="Google Shape;479;p35"/>
                <p:cNvSpPr txBox="1"/>
                <p:nvPr/>
              </p:nvSpPr>
              <p:spPr>
                <a:xfrm>
                  <a:off x="1539382" y="1549593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480" name="Google Shape;480;p35"/>
                <p:cNvSpPr txBox="1"/>
                <p:nvPr/>
              </p:nvSpPr>
              <p:spPr>
                <a:xfrm>
                  <a:off x="1539382" y="1261072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Online application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481" name="Google Shape;481;p35"/>
              <p:cNvSpPr/>
              <p:nvPr/>
            </p:nvSpPr>
            <p:spPr>
              <a:xfrm>
                <a:off x="1137100" y="859900"/>
                <a:ext cx="295800" cy="5508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1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482" name="Google Shape;482;p35"/>
            <p:cNvGrpSpPr/>
            <p:nvPr/>
          </p:nvGrpSpPr>
          <p:grpSpPr>
            <a:xfrm>
              <a:off x="983443" y="2172845"/>
              <a:ext cx="3274842" cy="1248793"/>
              <a:chOff x="1135843" y="2172846"/>
              <a:chExt cx="3274842" cy="1248793"/>
            </a:xfrm>
          </p:grpSpPr>
          <p:grpSp>
            <p:nvGrpSpPr>
              <p:cNvPr id="483" name="Google Shape;483;p35"/>
              <p:cNvGrpSpPr/>
              <p:nvPr/>
            </p:nvGrpSpPr>
            <p:grpSpPr>
              <a:xfrm>
                <a:off x="1137100" y="2468739"/>
                <a:ext cx="3273585" cy="952901"/>
                <a:chOff x="982550" y="2432544"/>
                <a:chExt cx="3325800" cy="968100"/>
              </a:xfrm>
            </p:grpSpPr>
            <p:sp>
              <p:nvSpPr>
                <p:cNvPr id="465" name="Google Shape;465;p35"/>
                <p:cNvSpPr/>
                <p:nvPr/>
              </p:nvSpPr>
              <p:spPr>
                <a:xfrm>
                  <a:off x="982550" y="2432544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484" name="Google Shape;484;p35"/>
                <p:cNvSpPr txBox="1"/>
                <p:nvPr/>
              </p:nvSpPr>
              <p:spPr>
                <a:xfrm>
                  <a:off x="1539382" y="2883499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485" name="Google Shape;485;p35"/>
                <p:cNvSpPr txBox="1"/>
                <p:nvPr/>
              </p:nvSpPr>
              <p:spPr>
                <a:xfrm>
                  <a:off x="1539382" y="2594978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Second interview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486" name="Google Shape;486;p35"/>
              <p:cNvSpPr/>
              <p:nvPr/>
            </p:nvSpPr>
            <p:spPr>
              <a:xfrm>
                <a:off x="1135843" y="2172846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4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487" name="Google Shape;487;p35"/>
            <p:cNvGrpSpPr/>
            <p:nvPr/>
          </p:nvGrpSpPr>
          <p:grpSpPr>
            <a:xfrm>
              <a:off x="5123783" y="2172845"/>
              <a:ext cx="3273642" cy="1248793"/>
              <a:chOff x="4971383" y="2172846"/>
              <a:chExt cx="3273642" cy="1248793"/>
            </a:xfrm>
          </p:grpSpPr>
          <p:grpSp>
            <p:nvGrpSpPr>
              <p:cNvPr id="488" name="Google Shape;488;p35"/>
              <p:cNvGrpSpPr/>
              <p:nvPr/>
            </p:nvGrpSpPr>
            <p:grpSpPr>
              <a:xfrm>
                <a:off x="4971440" y="2468739"/>
                <a:ext cx="3273585" cy="952901"/>
                <a:chOff x="4878050" y="2432544"/>
                <a:chExt cx="3325800" cy="968100"/>
              </a:xfrm>
            </p:grpSpPr>
            <p:sp>
              <p:nvSpPr>
                <p:cNvPr id="466" name="Google Shape;466;p35"/>
                <p:cNvSpPr/>
                <p:nvPr/>
              </p:nvSpPr>
              <p:spPr>
                <a:xfrm>
                  <a:off x="4878050" y="2432544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489" name="Google Shape;489;p35"/>
                <p:cNvSpPr txBox="1"/>
                <p:nvPr/>
              </p:nvSpPr>
              <p:spPr>
                <a:xfrm>
                  <a:off x="5411072" y="2883499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490" name="Google Shape;490;p35"/>
                <p:cNvSpPr txBox="1"/>
                <p:nvPr/>
              </p:nvSpPr>
              <p:spPr>
                <a:xfrm>
                  <a:off x="5411072" y="2594978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First interview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491" name="Google Shape;491;p35"/>
              <p:cNvSpPr/>
              <p:nvPr/>
            </p:nvSpPr>
            <p:spPr>
              <a:xfrm>
                <a:off x="4971383" y="2172846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3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492" name="Google Shape;492;p35"/>
            <p:cNvGrpSpPr/>
            <p:nvPr/>
          </p:nvGrpSpPr>
          <p:grpSpPr>
            <a:xfrm>
              <a:off x="991516" y="3485793"/>
              <a:ext cx="3273585" cy="1248799"/>
              <a:chOff x="1143916" y="3485792"/>
              <a:chExt cx="3273585" cy="1248799"/>
            </a:xfrm>
          </p:grpSpPr>
          <p:grpSp>
            <p:nvGrpSpPr>
              <p:cNvPr id="493" name="Google Shape;493;p35"/>
              <p:cNvGrpSpPr/>
              <p:nvPr/>
            </p:nvGrpSpPr>
            <p:grpSpPr>
              <a:xfrm>
                <a:off x="1143916" y="3781690"/>
                <a:ext cx="3273585" cy="952901"/>
                <a:chOff x="989475" y="3766438"/>
                <a:chExt cx="3325800" cy="968100"/>
              </a:xfrm>
            </p:grpSpPr>
            <p:sp>
              <p:nvSpPr>
                <p:cNvPr id="468" name="Google Shape;468;p35"/>
                <p:cNvSpPr/>
                <p:nvPr/>
              </p:nvSpPr>
              <p:spPr>
                <a:xfrm>
                  <a:off x="989475" y="37664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494" name="Google Shape;494;p35"/>
                <p:cNvSpPr txBox="1"/>
                <p:nvPr/>
              </p:nvSpPr>
              <p:spPr>
                <a:xfrm>
                  <a:off x="1539382" y="4217391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495" name="Google Shape;495;p35"/>
                <p:cNvSpPr txBox="1"/>
                <p:nvPr/>
              </p:nvSpPr>
              <p:spPr>
                <a:xfrm>
                  <a:off x="1539382" y="3928874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Offer acceptance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496" name="Google Shape;496;p35"/>
              <p:cNvSpPr/>
              <p:nvPr/>
            </p:nvSpPr>
            <p:spPr>
              <a:xfrm>
                <a:off x="1145150" y="3485792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5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497" name="Google Shape;497;p35"/>
            <p:cNvGrpSpPr/>
            <p:nvPr/>
          </p:nvGrpSpPr>
          <p:grpSpPr>
            <a:xfrm>
              <a:off x="5115722" y="3485792"/>
              <a:ext cx="3274887" cy="1248799"/>
              <a:chOff x="4963322" y="3485792"/>
              <a:chExt cx="3274887" cy="1248799"/>
            </a:xfrm>
          </p:grpSpPr>
          <p:grpSp>
            <p:nvGrpSpPr>
              <p:cNvPr id="498" name="Google Shape;498;p35"/>
              <p:cNvGrpSpPr/>
              <p:nvPr/>
            </p:nvGrpSpPr>
            <p:grpSpPr>
              <a:xfrm>
                <a:off x="4964624" y="3781690"/>
                <a:ext cx="3273585" cy="952901"/>
                <a:chOff x="4871125" y="3766438"/>
                <a:chExt cx="3325800" cy="968100"/>
              </a:xfrm>
            </p:grpSpPr>
            <p:sp>
              <p:nvSpPr>
                <p:cNvPr id="469" name="Google Shape;469;p35"/>
                <p:cNvSpPr/>
                <p:nvPr/>
              </p:nvSpPr>
              <p:spPr>
                <a:xfrm>
                  <a:off x="4871125" y="37664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499" name="Google Shape;499;p35"/>
                <p:cNvSpPr txBox="1"/>
                <p:nvPr/>
              </p:nvSpPr>
              <p:spPr>
                <a:xfrm>
                  <a:off x="5411072" y="4217391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500" name="Google Shape;500;p35"/>
                <p:cNvSpPr txBox="1"/>
                <p:nvPr/>
              </p:nvSpPr>
              <p:spPr>
                <a:xfrm>
                  <a:off x="5411072" y="3928874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Your start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501" name="Google Shape;501;p35"/>
              <p:cNvSpPr/>
              <p:nvPr/>
            </p:nvSpPr>
            <p:spPr>
              <a:xfrm>
                <a:off x="4963322" y="3485792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6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Google Shape;506;p36"/>
          <p:cNvGrpSpPr/>
          <p:nvPr/>
        </p:nvGrpSpPr>
        <p:grpSpPr>
          <a:xfrm>
            <a:off x="1182449" y="1360002"/>
            <a:ext cx="9827134" cy="5142859"/>
            <a:chOff x="1182449" y="1360002"/>
            <a:chExt cx="9827134" cy="5142859"/>
          </a:xfrm>
        </p:grpSpPr>
        <p:sp>
          <p:nvSpPr>
            <p:cNvPr id="507" name="Google Shape;507;p36"/>
            <p:cNvSpPr/>
            <p:nvPr/>
          </p:nvSpPr>
          <p:spPr>
            <a:xfrm>
              <a:off x="2082260" y="1777094"/>
              <a:ext cx="8033100" cy="39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6119940" y="1779718"/>
              <a:ext cx="27000" cy="4053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6"/>
            <p:cNvSpPr/>
            <p:nvPr/>
          </p:nvSpPr>
          <p:spPr>
            <a:xfrm>
              <a:off x="7314724" y="2185121"/>
              <a:ext cx="27000" cy="5682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6"/>
            <p:cNvSpPr/>
            <p:nvPr/>
          </p:nvSpPr>
          <p:spPr>
            <a:xfrm>
              <a:off x="6119940" y="2185121"/>
              <a:ext cx="27000" cy="26031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4915551" y="2185121"/>
              <a:ext cx="27000" cy="5682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3711162" y="2185121"/>
              <a:ext cx="27000" cy="26031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8519113" y="2185121"/>
              <a:ext cx="27000" cy="26031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2510615" y="2175937"/>
              <a:ext cx="7220569" cy="577273"/>
            </a:xfrm>
            <a:custGeom>
              <a:rect b="b" l="l" r="r" t="t"/>
              <a:pathLst>
                <a:path extrusionOk="0" h="440" w="3759">
                  <a:moveTo>
                    <a:pt x="3759" y="440"/>
                  </a:moveTo>
                  <a:lnTo>
                    <a:pt x="3745" y="440"/>
                  </a:lnTo>
                  <a:lnTo>
                    <a:pt x="3745" y="14"/>
                  </a:lnTo>
                  <a:lnTo>
                    <a:pt x="14" y="14"/>
                  </a:lnTo>
                  <a:lnTo>
                    <a:pt x="14" y="440"/>
                  </a:lnTo>
                  <a:lnTo>
                    <a:pt x="0" y="440"/>
                  </a:lnTo>
                  <a:lnTo>
                    <a:pt x="0" y="0"/>
                  </a:lnTo>
                  <a:lnTo>
                    <a:pt x="3759" y="0"/>
                  </a:lnTo>
                  <a:lnTo>
                    <a:pt x="3759" y="44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5" name="Google Shape;515;p36"/>
            <p:cNvGrpSpPr/>
            <p:nvPr/>
          </p:nvGrpSpPr>
          <p:grpSpPr>
            <a:xfrm>
              <a:off x="2442270" y="5733292"/>
              <a:ext cx="2606417" cy="769521"/>
              <a:chOff x="6818825" y="1404722"/>
              <a:chExt cx="2067600" cy="610440"/>
            </a:xfrm>
          </p:grpSpPr>
          <p:sp>
            <p:nvSpPr>
              <p:cNvPr id="516" name="Google Shape;516;p36"/>
              <p:cNvSpPr txBox="1"/>
              <p:nvPr/>
            </p:nvSpPr>
            <p:spPr>
              <a:xfrm>
                <a:off x="6818825" y="1404722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Second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17" name="Google Shape;517;p36"/>
              <p:cNvSpPr txBox="1"/>
              <p:nvPr/>
            </p:nvSpPr>
            <p:spPr>
              <a:xfrm>
                <a:off x="6999361" y="1556162"/>
                <a:ext cx="17064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518" name="Google Shape;518;p36"/>
            <p:cNvSpPr/>
            <p:nvPr/>
          </p:nvSpPr>
          <p:spPr>
            <a:xfrm>
              <a:off x="3262525" y="4743146"/>
              <a:ext cx="965529" cy="864859"/>
            </a:xfrm>
            <a:custGeom>
              <a:rect b="b" l="l" r="r" t="t"/>
              <a:pathLst>
                <a:path extrusionOk="0" h="19347" w="21599">
                  <a:moveTo>
                    <a:pt x="10804" y="1"/>
                  </a:moveTo>
                  <a:cubicBezTo>
                    <a:pt x="8109" y="1"/>
                    <a:pt x="5428" y="1120"/>
                    <a:pt x="3516" y="3308"/>
                  </a:cubicBezTo>
                  <a:cubicBezTo>
                    <a:pt x="0" y="7330"/>
                    <a:pt x="412" y="13442"/>
                    <a:pt x="4434" y="16958"/>
                  </a:cubicBezTo>
                  <a:cubicBezTo>
                    <a:pt x="6268" y="18560"/>
                    <a:pt x="8536" y="19347"/>
                    <a:pt x="10795" y="19347"/>
                  </a:cubicBezTo>
                  <a:cubicBezTo>
                    <a:pt x="13490" y="19347"/>
                    <a:pt x="16171" y="18227"/>
                    <a:pt x="18083" y="16039"/>
                  </a:cubicBezTo>
                  <a:cubicBezTo>
                    <a:pt x="21599" y="12017"/>
                    <a:pt x="21187" y="5905"/>
                    <a:pt x="17165" y="2390"/>
                  </a:cubicBezTo>
                  <a:cubicBezTo>
                    <a:pt x="15331" y="787"/>
                    <a:pt x="13063" y="1"/>
                    <a:pt x="10804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519" name="Google Shape;519;p36"/>
            <p:cNvGrpSpPr/>
            <p:nvPr/>
          </p:nvGrpSpPr>
          <p:grpSpPr>
            <a:xfrm>
              <a:off x="3499324" y="4853819"/>
              <a:ext cx="492240" cy="540091"/>
              <a:chOff x="5897779" y="1453403"/>
              <a:chExt cx="390480" cy="428439"/>
            </a:xfrm>
          </p:grpSpPr>
          <p:grpSp>
            <p:nvGrpSpPr>
              <p:cNvPr id="520" name="Google Shape;520;p36"/>
              <p:cNvGrpSpPr/>
              <p:nvPr/>
            </p:nvGrpSpPr>
            <p:grpSpPr>
              <a:xfrm>
                <a:off x="5897779" y="1532356"/>
                <a:ext cx="351315" cy="349486"/>
                <a:chOff x="685475" y="2318350"/>
                <a:chExt cx="297750" cy="296200"/>
              </a:xfrm>
            </p:grpSpPr>
            <p:sp>
              <p:nvSpPr>
                <p:cNvPr id="521" name="Google Shape;521;p36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rect b="b" l="l" r="r" t="t"/>
                  <a:pathLst>
                    <a:path extrusionOk="0" h="9679" w="5704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22" name="Google Shape;522;p36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rect b="b" l="l" r="r" t="t"/>
                  <a:pathLst>
                    <a:path extrusionOk="0" h="9705" w="5735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523" name="Google Shape;523;p36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524" name="Google Shape;524;p36"/>
              <p:cNvSpPr/>
              <p:nvPr/>
            </p:nvSpPr>
            <p:spPr>
              <a:xfrm flipH="1">
                <a:off x="6144164" y="1453403"/>
                <a:ext cx="144095" cy="123978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525" name="Google Shape;525;p36"/>
            <p:cNvGrpSpPr/>
            <p:nvPr/>
          </p:nvGrpSpPr>
          <p:grpSpPr>
            <a:xfrm>
              <a:off x="4829020" y="5733261"/>
              <a:ext cx="2606400" cy="769600"/>
              <a:chOff x="8927743" y="3470146"/>
              <a:chExt cx="2606400" cy="769600"/>
            </a:xfrm>
          </p:grpSpPr>
          <p:sp>
            <p:nvSpPr>
              <p:cNvPr id="526" name="Google Shape;526;p36"/>
              <p:cNvSpPr txBox="1"/>
              <p:nvPr/>
            </p:nvSpPr>
            <p:spPr>
              <a:xfrm>
                <a:off x="8927743" y="3470146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27" name="Google Shape;527;p36"/>
              <p:cNvSpPr txBox="1"/>
              <p:nvPr/>
            </p:nvSpPr>
            <p:spPr>
              <a:xfrm>
                <a:off x="9155322" y="3661046"/>
                <a:ext cx="2151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528" name="Google Shape;528;p36"/>
            <p:cNvSpPr/>
            <p:nvPr/>
          </p:nvSpPr>
          <p:spPr>
            <a:xfrm>
              <a:off x="5699679" y="4743771"/>
              <a:ext cx="865038" cy="863608"/>
            </a:xfrm>
            <a:custGeom>
              <a:rect b="b" l="l" r="r" t="t"/>
              <a:pathLst>
                <a:path extrusionOk="0" h="19319" w="19351">
                  <a:moveTo>
                    <a:pt x="9660" y="1"/>
                  </a:moveTo>
                  <a:cubicBezTo>
                    <a:pt x="4340" y="1"/>
                    <a:pt x="1" y="4308"/>
                    <a:pt x="1" y="9660"/>
                  </a:cubicBezTo>
                  <a:cubicBezTo>
                    <a:pt x="1" y="15012"/>
                    <a:pt x="4340" y="19319"/>
                    <a:pt x="9660" y="19319"/>
                  </a:cubicBezTo>
                  <a:cubicBezTo>
                    <a:pt x="15012" y="19319"/>
                    <a:pt x="19351" y="15012"/>
                    <a:pt x="19351" y="9660"/>
                  </a:cubicBezTo>
                  <a:cubicBezTo>
                    <a:pt x="19351" y="4308"/>
                    <a:pt x="15012" y="1"/>
                    <a:pt x="966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529" name="Google Shape;529;p36"/>
            <p:cNvGrpSpPr/>
            <p:nvPr/>
          </p:nvGrpSpPr>
          <p:grpSpPr>
            <a:xfrm>
              <a:off x="5901858" y="4956198"/>
              <a:ext cx="461707" cy="453688"/>
              <a:chOff x="-60988625" y="2310475"/>
              <a:chExt cx="316650" cy="311150"/>
            </a:xfrm>
          </p:grpSpPr>
          <p:sp>
            <p:nvSpPr>
              <p:cNvPr id="530" name="Google Shape;530;p36"/>
              <p:cNvSpPr/>
              <p:nvPr/>
            </p:nvSpPr>
            <p:spPr>
              <a:xfrm>
                <a:off x="-60988625" y="2310475"/>
                <a:ext cx="311125" cy="311150"/>
              </a:xfrm>
              <a:custGeom>
                <a:rect b="b" l="l" r="r" t="t"/>
                <a:pathLst>
                  <a:path extrusionOk="0" h="12446" w="12445">
                    <a:moveTo>
                      <a:pt x="7877" y="883"/>
                    </a:moveTo>
                    <a:cubicBezTo>
                      <a:pt x="8097" y="883"/>
                      <a:pt x="8318" y="1072"/>
                      <a:pt x="8318" y="1324"/>
                    </a:cubicBezTo>
                    <a:lnTo>
                      <a:pt x="8318" y="10398"/>
                    </a:lnTo>
                    <a:cubicBezTo>
                      <a:pt x="8318" y="10870"/>
                      <a:pt x="8444" y="11311"/>
                      <a:pt x="8727" y="11626"/>
                    </a:cubicBezTo>
                    <a:lnTo>
                      <a:pt x="2111" y="11626"/>
                    </a:lnTo>
                    <a:cubicBezTo>
                      <a:pt x="1450" y="11626"/>
                      <a:pt x="851" y="11091"/>
                      <a:pt x="851" y="10398"/>
                    </a:cubicBezTo>
                    <a:lnTo>
                      <a:pt x="851" y="1324"/>
                    </a:lnTo>
                    <a:lnTo>
                      <a:pt x="820" y="1324"/>
                    </a:lnTo>
                    <a:cubicBezTo>
                      <a:pt x="820" y="1072"/>
                      <a:pt x="1009" y="883"/>
                      <a:pt x="1261" y="883"/>
                    </a:cubicBezTo>
                    <a:close/>
                    <a:moveTo>
                      <a:pt x="11500" y="10807"/>
                    </a:moveTo>
                    <a:cubicBezTo>
                      <a:pt x="11342" y="11280"/>
                      <a:pt x="10870" y="11626"/>
                      <a:pt x="10303" y="11626"/>
                    </a:cubicBezTo>
                    <a:cubicBezTo>
                      <a:pt x="9767" y="11626"/>
                      <a:pt x="9326" y="11280"/>
                      <a:pt x="9137" y="10807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30"/>
                    </a:cubicBezTo>
                    <a:lnTo>
                      <a:pt x="32" y="10334"/>
                    </a:lnTo>
                    <a:cubicBezTo>
                      <a:pt x="0" y="11563"/>
                      <a:pt x="946" y="12445"/>
                      <a:pt x="2080" y="12445"/>
                    </a:cubicBezTo>
                    <a:lnTo>
                      <a:pt x="10334" y="12445"/>
                    </a:lnTo>
                    <a:cubicBezTo>
                      <a:pt x="11500" y="12445"/>
                      <a:pt x="12445" y="11500"/>
                      <a:pt x="12445" y="10366"/>
                    </a:cubicBezTo>
                    <a:cubicBezTo>
                      <a:pt x="12445" y="10145"/>
                      <a:pt x="12224" y="9925"/>
                      <a:pt x="12004" y="9925"/>
                    </a:cubicBezTo>
                    <a:lnTo>
                      <a:pt x="9074" y="9925"/>
                    </a:lnTo>
                    <a:lnTo>
                      <a:pt x="9074" y="1230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31" name="Google Shape;531;p36"/>
              <p:cNvSpPr/>
              <p:nvPr/>
            </p:nvSpPr>
            <p:spPr>
              <a:xfrm>
                <a:off x="-60947675" y="2353025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441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441"/>
                    </a:cubicBezTo>
                    <a:cubicBezTo>
                      <a:pt x="5829" y="189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32" name="Google Shape;532;p36"/>
              <p:cNvSpPr/>
              <p:nvPr/>
            </p:nvSpPr>
            <p:spPr>
              <a:xfrm>
                <a:off x="-60947675" y="2415250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378"/>
                    </a:cubicBezTo>
                    <a:cubicBezTo>
                      <a:pt x="5829" y="158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33" name="Google Shape;533;p36"/>
              <p:cNvSpPr/>
              <p:nvPr/>
            </p:nvSpPr>
            <p:spPr>
              <a:xfrm>
                <a:off x="-60947675" y="2475875"/>
                <a:ext cx="145725" cy="22100"/>
              </a:xfrm>
              <a:custGeom>
                <a:rect b="b" l="l" r="r" t="t"/>
                <a:pathLst>
                  <a:path extrusionOk="0" h="884" w="5829">
                    <a:moveTo>
                      <a:pt x="442" y="1"/>
                    </a:moveTo>
                    <a:cubicBezTo>
                      <a:pt x="190" y="1"/>
                      <a:pt x="1" y="221"/>
                      <a:pt x="1" y="442"/>
                    </a:cubicBezTo>
                    <a:cubicBezTo>
                      <a:pt x="1" y="694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94"/>
                      <a:pt x="5829" y="442"/>
                    </a:cubicBezTo>
                    <a:cubicBezTo>
                      <a:pt x="5829" y="221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34" name="Google Shape;534;p36"/>
              <p:cNvSpPr/>
              <p:nvPr/>
            </p:nvSpPr>
            <p:spPr>
              <a:xfrm>
                <a:off x="-60947675" y="2538100"/>
                <a:ext cx="145725" cy="22075"/>
              </a:xfrm>
              <a:custGeom>
                <a:rect b="b" l="l" r="r" t="t"/>
                <a:pathLst>
                  <a:path extrusionOk="0" h="883" w="5829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62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62"/>
                      <a:pt x="5829" y="442"/>
                    </a:cubicBezTo>
                    <a:cubicBezTo>
                      <a:pt x="5829" y="190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35" name="Google Shape;535;p36"/>
              <p:cNvSpPr/>
              <p:nvPr/>
            </p:nvSpPr>
            <p:spPr>
              <a:xfrm>
                <a:off x="-60740525" y="2312050"/>
                <a:ext cx="68550" cy="233950"/>
              </a:xfrm>
              <a:custGeom>
                <a:rect b="b" l="l" r="r" t="t"/>
                <a:pathLst>
                  <a:path extrusionOk="0" h="9358" w="2742">
                    <a:moveTo>
                      <a:pt x="1796" y="789"/>
                    </a:moveTo>
                    <a:cubicBezTo>
                      <a:pt x="1891" y="789"/>
                      <a:pt x="1922" y="852"/>
                      <a:pt x="1922" y="946"/>
                    </a:cubicBezTo>
                    <a:lnTo>
                      <a:pt x="1922" y="1639"/>
                    </a:lnTo>
                    <a:lnTo>
                      <a:pt x="820" y="1639"/>
                    </a:lnTo>
                    <a:lnTo>
                      <a:pt x="820" y="946"/>
                    </a:lnTo>
                    <a:cubicBezTo>
                      <a:pt x="820" y="852"/>
                      <a:pt x="883" y="789"/>
                      <a:pt x="977" y="789"/>
                    </a:cubicBezTo>
                    <a:close/>
                    <a:moveTo>
                      <a:pt x="1922" y="2458"/>
                    </a:moveTo>
                    <a:lnTo>
                      <a:pt x="1922" y="6617"/>
                    </a:lnTo>
                    <a:lnTo>
                      <a:pt x="820" y="6617"/>
                    </a:lnTo>
                    <a:lnTo>
                      <a:pt x="820" y="2458"/>
                    </a:lnTo>
                    <a:close/>
                    <a:moveTo>
                      <a:pt x="1639" y="7436"/>
                    </a:moveTo>
                    <a:lnTo>
                      <a:pt x="1355" y="8035"/>
                    </a:lnTo>
                    <a:lnTo>
                      <a:pt x="1040" y="7436"/>
                    </a:lnTo>
                    <a:close/>
                    <a:moveTo>
                      <a:pt x="977" y="1"/>
                    </a:moveTo>
                    <a:cubicBezTo>
                      <a:pt x="410" y="1"/>
                      <a:pt x="1" y="410"/>
                      <a:pt x="1" y="946"/>
                    </a:cubicBezTo>
                    <a:lnTo>
                      <a:pt x="1" y="6995"/>
                    </a:lnTo>
                    <a:cubicBezTo>
                      <a:pt x="1" y="7090"/>
                      <a:pt x="1" y="7121"/>
                      <a:pt x="32" y="7184"/>
                    </a:cubicBezTo>
                    <a:lnTo>
                      <a:pt x="1009" y="9137"/>
                    </a:lnTo>
                    <a:cubicBezTo>
                      <a:pt x="1103" y="9295"/>
                      <a:pt x="1198" y="9358"/>
                      <a:pt x="1355" y="9358"/>
                    </a:cubicBezTo>
                    <a:cubicBezTo>
                      <a:pt x="1513" y="9358"/>
                      <a:pt x="1670" y="9295"/>
                      <a:pt x="1733" y="9137"/>
                    </a:cubicBezTo>
                    <a:lnTo>
                      <a:pt x="2678" y="7184"/>
                    </a:lnTo>
                    <a:cubicBezTo>
                      <a:pt x="2710" y="7153"/>
                      <a:pt x="2710" y="7090"/>
                      <a:pt x="2710" y="6995"/>
                    </a:cubicBezTo>
                    <a:lnTo>
                      <a:pt x="2710" y="946"/>
                    </a:lnTo>
                    <a:cubicBezTo>
                      <a:pt x="2741" y="410"/>
                      <a:pt x="2300" y="1"/>
                      <a:pt x="17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536" name="Google Shape;536;p36"/>
            <p:cNvGrpSpPr/>
            <p:nvPr/>
          </p:nvGrpSpPr>
          <p:grpSpPr>
            <a:xfrm>
              <a:off x="7215928" y="5733261"/>
              <a:ext cx="2606400" cy="769600"/>
              <a:chOff x="8927744" y="4930744"/>
              <a:chExt cx="2606400" cy="769600"/>
            </a:xfrm>
          </p:grpSpPr>
          <p:sp>
            <p:nvSpPr>
              <p:cNvPr id="537" name="Google Shape;537;p36"/>
              <p:cNvSpPr txBox="1"/>
              <p:nvPr/>
            </p:nvSpPr>
            <p:spPr>
              <a:xfrm>
                <a:off x="8927744" y="4930744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Your start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38" name="Google Shape;538;p36"/>
              <p:cNvSpPr txBox="1"/>
              <p:nvPr/>
            </p:nvSpPr>
            <p:spPr>
              <a:xfrm>
                <a:off x="9155323" y="5121644"/>
                <a:ext cx="2151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539" name="Google Shape;539;p36"/>
            <p:cNvSpPr/>
            <p:nvPr/>
          </p:nvSpPr>
          <p:spPr>
            <a:xfrm>
              <a:off x="8086586" y="4743056"/>
              <a:ext cx="865038" cy="865038"/>
            </a:xfrm>
            <a:custGeom>
              <a:rect b="b" l="l" r="r" t="t"/>
              <a:pathLst>
                <a:path extrusionOk="0" h="19351" w="19351">
                  <a:moveTo>
                    <a:pt x="9660" y="1"/>
                  </a:moveTo>
                  <a:cubicBezTo>
                    <a:pt x="4339" y="1"/>
                    <a:pt x="1" y="4339"/>
                    <a:pt x="1" y="9691"/>
                  </a:cubicBezTo>
                  <a:cubicBezTo>
                    <a:pt x="1" y="15012"/>
                    <a:pt x="4339" y="19350"/>
                    <a:pt x="9660" y="19350"/>
                  </a:cubicBezTo>
                  <a:cubicBezTo>
                    <a:pt x="15012" y="19350"/>
                    <a:pt x="19351" y="15012"/>
                    <a:pt x="19351" y="9691"/>
                  </a:cubicBezTo>
                  <a:cubicBezTo>
                    <a:pt x="19351" y="4339"/>
                    <a:pt x="15012" y="1"/>
                    <a:pt x="9660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8298854" y="4947966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541" name="Google Shape;541;p36"/>
            <p:cNvGrpSpPr/>
            <p:nvPr/>
          </p:nvGrpSpPr>
          <p:grpSpPr>
            <a:xfrm>
              <a:off x="5996277" y="3824364"/>
              <a:ext cx="2606417" cy="769509"/>
              <a:chOff x="258525" y="3749858"/>
              <a:chExt cx="2067600" cy="610431"/>
            </a:xfrm>
          </p:grpSpPr>
          <p:sp>
            <p:nvSpPr>
              <p:cNvPr id="542" name="Google Shape;542;p36"/>
              <p:cNvSpPr txBox="1"/>
              <p:nvPr/>
            </p:nvSpPr>
            <p:spPr>
              <a:xfrm>
                <a:off x="258525" y="3749858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43" name="Google Shape;543;p36"/>
              <p:cNvSpPr txBox="1"/>
              <p:nvPr/>
            </p:nvSpPr>
            <p:spPr>
              <a:xfrm>
                <a:off x="369080" y="3901289"/>
                <a:ext cx="17850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544" name="Google Shape;544;p36"/>
            <p:cNvSpPr/>
            <p:nvPr/>
          </p:nvSpPr>
          <p:spPr>
            <a:xfrm>
              <a:off x="6881556" y="2830361"/>
              <a:ext cx="865038" cy="865038"/>
            </a:xfrm>
            <a:custGeom>
              <a:rect b="b" l="l" r="r" t="t"/>
              <a:pathLst>
                <a:path extrusionOk="0" h="19351" w="19351">
                  <a:moveTo>
                    <a:pt x="9692" y="1"/>
                  </a:moveTo>
                  <a:cubicBezTo>
                    <a:pt x="4340" y="1"/>
                    <a:pt x="1" y="4339"/>
                    <a:pt x="1" y="9691"/>
                  </a:cubicBezTo>
                  <a:cubicBezTo>
                    <a:pt x="1" y="15012"/>
                    <a:pt x="4340" y="19350"/>
                    <a:pt x="9692" y="19350"/>
                  </a:cubicBezTo>
                  <a:cubicBezTo>
                    <a:pt x="15012" y="19350"/>
                    <a:pt x="19351" y="15012"/>
                    <a:pt x="19351" y="9691"/>
                  </a:cubicBezTo>
                  <a:cubicBezTo>
                    <a:pt x="19351" y="4339"/>
                    <a:pt x="15012" y="1"/>
                    <a:pt x="969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7085040" y="3067846"/>
              <a:ext cx="428844" cy="402038"/>
            </a:xfrm>
            <a:custGeom>
              <a:rect b="b" l="l" r="r" t="t"/>
              <a:pathLst>
                <a:path extrusionOk="0" h="18118" w="19326">
                  <a:moveTo>
                    <a:pt x="17628" y="1133"/>
                  </a:moveTo>
                  <a:cubicBezTo>
                    <a:pt x="17939" y="1133"/>
                    <a:pt x="18193" y="1387"/>
                    <a:pt x="18193" y="1701"/>
                  </a:cubicBezTo>
                  <a:lnTo>
                    <a:pt x="18193" y="11324"/>
                  </a:lnTo>
                  <a:lnTo>
                    <a:pt x="1133" y="11324"/>
                  </a:lnTo>
                  <a:lnTo>
                    <a:pt x="1133" y="1701"/>
                  </a:lnTo>
                  <a:cubicBezTo>
                    <a:pt x="1133" y="1387"/>
                    <a:pt x="1387" y="1133"/>
                    <a:pt x="1701" y="1133"/>
                  </a:cubicBezTo>
                  <a:close/>
                  <a:moveTo>
                    <a:pt x="18193" y="12456"/>
                  </a:moveTo>
                  <a:lnTo>
                    <a:pt x="18193" y="13024"/>
                  </a:lnTo>
                  <a:cubicBezTo>
                    <a:pt x="18193" y="13335"/>
                    <a:pt x="17939" y="13588"/>
                    <a:pt x="17628" y="13588"/>
                  </a:cubicBezTo>
                  <a:lnTo>
                    <a:pt x="1701" y="13588"/>
                  </a:lnTo>
                  <a:cubicBezTo>
                    <a:pt x="1387" y="13588"/>
                    <a:pt x="1133" y="13335"/>
                    <a:pt x="1133" y="13024"/>
                  </a:cubicBezTo>
                  <a:lnTo>
                    <a:pt x="1133" y="12456"/>
                  </a:lnTo>
                  <a:close/>
                  <a:moveTo>
                    <a:pt x="11520" y="14720"/>
                  </a:moveTo>
                  <a:lnTo>
                    <a:pt x="12275" y="16985"/>
                  </a:lnTo>
                  <a:lnTo>
                    <a:pt x="7051" y="16985"/>
                  </a:lnTo>
                  <a:lnTo>
                    <a:pt x="7806" y="14720"/>
                  </a:lnTo>
                  <a:close/>
                  <a:moveTo>
                    <a:pt x="1701" y="1"/>
                  </a:moveTo>
                  <a:cubicBezTo>
                    <a:pt x="762" y="1"/>
                    <a:pt x="1" y="762"/>
                    <a:pt x="1" y="1701"/>
                  </a:cubicBezTo>
                  <a:lnTo>
                    <a:pt x="1" y="13024"/>
                  </a:lnTo>
                  <a:cubicBezTo>
                    <a:pt x="1" y="13960"/>
                    <a:pt x="762" y="14720"/>
                    <a:pt x="1701" y="14720"/>
                  </a:cubicBezTo>
                  <a:lnTo>
                    <a:pt x="6614" y="14720"/>
                  </a:lnTo>
                  <a:lnTo>
                    <a:pt x="5859" y="16985"/>
                  </a:lnTo>
                  <a:lnTo>
                    <a:pt x="4002" y="16985"/>
                  </a:lnTo>
                  <a:cubicBezTo>
                    <a:pt x="3688" y="16985"/>
                    <a:pt x="3437" y="17239"/>
                    <a:pt x="3437" y="17553"/>
                  </a:cubicBezTo>
                  <a:cubicBezTo>
                    <a:pt x="3437" y="17864"/>
                    <a:pt x="3688" y="18117"/>
                    <a:pt x="4002" y="18117"/>
                  </a:cubicBezTo>
                  <a:lnTo>
                    <a:pt x="15325" y="18117"/>
                  </a:lnTo>
                  <a:cubicBezTo>
                    <a:pt x="15639" y="18117"/>
                    <a:pt x="15889" y="17864"/>
                    <a:pt x="15889" y="17553"/>
                  </a:cubicBezTo>
                  <a:cubicBezTo>
                    <a:pt x="15889" y="17239"/>
                    <a:pt x="15639" y="16985"/>
                    <a:pt x="15325" y="16985"/>
                  </a:cubicBezTo>
                  <a:lnTo>
                    <a:pt x="13468" y="16985"/>
                  </a:lnTo>
                  <a:lnTo>
                    <a:pt x="12713" y="14720"/>
                  </a:lnTo>
                  <a:lnTo>
                    <a:pt x="17628" y="14720"/>
                  </a:lnTo>
                  <a:cubicBezTo>
                    <a:pt x="18565" y="14720"/>
                    <a:pt x="19325" y="13960"/>
                    <a:pt x="19325" y="13024"/>
                  </a:cubicBezTo>
                  <a:lnTo>
                    <a:pt x="19325" y="1701"/>
                  </a:lnTo>
                  <a:cubicBezTo>
                    <a:pt x="19325" y="762"/>
                    <a:pt x="18565" y="1"/>
                    <a:pt x="176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546" name="Google Shape;546;p36"/>
            <p:cNvGrpSpPr/>
            <p:nvPr/>
          </p:nvGrpSpPr>
          <p:grpSpPr>
            <a:xfrm>
              <a:off x="3589366" y="3824341"/>
              <a:ext cx="2606417" cy="769509"/>
              <a:chOff x="258525" y="2598344"/>
              <a:chExt cx="2067600" cy="610431"/>
            </a:xfrm>
          </p:grpSpPr>
          <p:sp>
            <p:nvSpPr>
              <p:cNvPr id="547" name="Google Shape;547;p36"/>
              <p:cNvSpPr txBox="1"/>
              <p:nvPr/>
            </p:nvSpPr>
            <p:spPr>
              <a:xfrm>
                <a:off x="258525" y="2598344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48" name="Google Shape;548;p36"/>
              <p:cNvSpPr txBox="1"/>
              <p:nvPr/>
            </p:nvSpPr>
            <p:spPr>
              <a:xfrm>
                <a:off x="384426" y="2749775"/>
                <a:ext cx="17850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549" name="Google Shape;549;p36"/>
            <p:cNvSpPr/>
            <p:nvPr/>
          </p:nvSpPr>
          <p:spPr>
            <a:xfrm>
              <a:off x="4489270" y="2831076"/>
              <a:ext cx="865038" cy="863608"/>
            </a:xfrm>
            <a:custGeom>
              <a:rect b="b" l="l" r="r" t="t"/>
              <a:pathLst>
                <a:path extrusionOk="0" h="19319" w="19351">
                  <a:moveTo>
                    <a:pt x="9691" y="1"/>
                  </a:moveTo>
                  <a:cubicBezTo>
                    <a:pt x="4339" y="1"/>
                    <a:pt x="1" y="4308"/>
                    <a:pt x="1" y="9660"/>
                  </a:cubicBezTo>
                  <a:cubicBezTo>
                    <a:pt x="1" y="15012"/>
                    <a:pt x="4339" y="19319"/>
                    <a:pt x="9691" y="19319"/>
                  </a:cubicBezTo>
                  <a:cubicBezTo>
                    <a:pt x="15012" y="19319"/>
                    <a:pt x="19351" y="15012"/>
                    <a:pt x="19351" y="9660"/>
                  </a:cubicBezTo>
                  <a:cubicBezTo>
                    <a:pt x="19351" y="4308"/>
                    <a:pt x="15012" y="1"/>
                    <a:pt x="969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550" name="Google Shape;550;p36"/>
            <p:cNvGrpSpPr/>
            <p:nvPr/>
          </p:nvGrpSpPr>
          <p:grpSpPr>
            <a:xfrm>
              <a:off x="4668620" y="3077397"/>
              <a:ext cx="448327" cy="428800"/>
              <a:chOff x="5049750" y="832600"/>
              <a:chExt cx="505100" cy="483100"/>
            </a:xfrm>
          </p:grpSpPr>
          <p:sp>
            <p:nvSpPr>
              <p:cNvPr id="551" name="Google Shape;551;p36"/>
              <p:cNvSpPr/>
              <p:nvPr/>
            </p:nvSpPr>
            <p:spPr>
              <a:xfrm>
                <a:off x="5049750" y="832600"/>
                <a:ext cx="505100" cy="483100"/>
              </a:xfrm>
              <a:custGeom>
                <a:rect b="b" l="l" r="r" t="t"/>
                <a:pathLst>
                  <a:path extrusionOk="0" h="19324" w="20204">
                    <a:moveTo>
                      <a:pt x="12136" y="1129"/>
                    </a:moveTo>
                    <a:cubicBezTo>
                      <a:pt x="13730" y="1129"/>
                      <a:pt x="15325" y="1737"/>
                      <a:pt x="16538" y="2952"/>
                    </a:cubicBezTo>
                    <a:cubicBezTo>
                      <a:pt x="18969" y="5383"/>
                      <a:pt x="18969" y="9323"/>
                      <a:pt x="16538" y="11757"/>
                    </a:cubicBezTo>
                    <a:cubicBezTo>
                      <a:pt x="15341" y="12950"/>
                      <a:pt x="13747" y="13579"/>
                      <a:pt x="12129" y="13579"/>
                    </a:cubicBezTo>
                    <a:cubicBezTo>
                      <a:pt x="11233" y="13579"/>
                      <a:pt x="10329" y="13386"/>
                      <a:pt x="9482" y="12989"/>
                    </a:cubicBezTo>
                    <a:cubicBezTo>
                      <a:pt x="9461" y="12980"/>
                      <a:pt x="9440" y="12968"/>
                      <a:pt x="9419" y="12959"/>
                    </a:cubicBezTo>
                    <a:cubicBezTo>
                      <a:pt x="8794" y="12657"/>
                      <a:pt x="8223" y="12249"/>
                      <a:pt x="7734" y="11757"/>
                    </a:cubicBezTo>
                    <a:cubicBezTo>
                      <a:pt x="5306" y="9329"/>
                      <a:pt x="5306" y="5380"/>
                      <a:pt x="7734" y="2952"/>
                    </a:cubicBezTo>
                    <a:cubicBezTo>
                      <a:pt x="8948" y="1737"/>
                      <a:pt x="10542" y="1129"/>
                      <a:pt x="12136" y="1129"/>
                    </a:cubicBezTo>
                    <a:close/>
                    <a:moveTo>
                      <a:pt x="5871" y="11216"/>
                    </a:moveTo>
                    <a:cubicBezTo>
                      <a:pt x="6475" y="12195"/>
                      <a:pt x="7296" y="13016"/>
                      <a:pt x="8271" y="13620"/>
                    </a:cubicBezTo>
                    <a:lnTo>
                      <a:pt x="7734" y="14160"/>
                    </a:lnTo>
                    <a:cubicBezTo>
                      <a:pt x="7622" y="14271"/>
                      <a:pt x="7477" y="14326"/>
                      <a:pt x="7332" y="14326"/>
                    </a:cubicBezTo>
                    <a:cubicBezTo>
                      <a:pt x="7188" y="14326"/>
                      <a:pt x="7044" y="14271"/>
                      <a:pt x="6934" y="14160"/>
                    </a:cubicBezTo>
                    <a:lnTo>
                      <a:pt x="5330" y="12557"/>
                    </a:lnTo>
                    <a:cubicBezTo>
                      <a:pt x="5110" y="12337"/>
                      <a:pt x="5110" y="11977"/>
                      <a:pt x="5330" y="11757"/>
                    </a:cubicBezTo>
                    <a:lnTo>
                      <a:pt x="5871" y="11216"/>
                    </a:lnTo>
                    <a:close/>
                    <a:moveTo>
                      <a:pt x="4932" y="13762"/>
                    </a:moveTo>
                    <a:lnTo>
                      <a:pt x="5732" y="14562"/>
                    </a:lnTo>
                    <a:lnTo>
                      <a:pt x="4932" y="15362"/>
                    </a:lnTo>
                    <a:lnTo>
                      <a:pt x="4131" y="14562"/>
                    </a:lnTo>
                    <a:lnTo>
                      <a:pt x="4932" y="13762"/>
                    </a:lnTo>
                    <a:close/>
                    <a:moveTo>
                      <a:pt x="3328" y="15362"/>
                    </a:moveTo>
                    <a:lnTo>
                      <a:pt x="4128" y="16162"/>
                    </a:lnTo>
                    <a:lnTo>
                      <a:pt x="2268" y="18025"/>
                    </a:lnTo>
                    <a:cubicBezTo>
                      <a:pt x="2157" y="18135"/>
                      <a:pt x="2013" y="18190"/>
                      <a:pt x="1868" y="18190"/>
                    </a:cubicBezTo>
                    <a:cubicBezTo>
                      <a:pt x="1723" y="18190"/>
                      <a:pt x="1577" y="18134"/>
                      <a:pt x="1465" y="18022"/>
                    </a:cubicBezTo>
                    <a:cubicBezTo>
                      <a:pt x="1245" y="17802"/>
                      <a:pt x="1245" y="17443"/>
                      <a:pt x="1465" y="17222"/>
                    </a:cubicBezTo>
                    <a:lnTo>
                      <a:pt x="3328" y="15362"/>
                    </a:lnTo>
                    <a:close/>
                    <a:moveTo>
                      <a:pt x="12135" y="1"/>
                    </a:moveTo>
                    <a:cubicBezTo>
                      <a:pt x="10250" y="1"/>
                      <a:pt x="8365" y="718"/>
                      <a:pt x="6931" y="2152"/>
                    </a:cubicBezTo>
                    <a:cubicBezTo>
                      <a:pt x="4769" y="4311"/>
                      <a:pt x="4237" y="7493"/>
                      <a:pt x="5330" y="10157"/>
                    </a:cubicBezTo>
                    <a:lnTo>
                      <a:pt x="4527" y="10957"/>
                    </a:lnTo>
                    <a:cubicBezTo>
                      <a:pt x="4020" y="11467"/>
                      <a:pt x="3887" y="12240"/>
                      <a:pt x="4198" y="12892"/>
                    </a:cubicBezTo>
                    <a:lnTo>
                      <a:pt x="665" y="16422"/>
                    </a:lnTo>
                    <a:cubicBezTo>
                      <a:pt x="1" y="17086"/>
                      <a:pt x="1" y="18161"/>
                      <a:pt x="665" y="18825"/>
                    </a:cubicBezTo>
                    <a:cubicBezTo>
                      <a:pt x="996" y="19158"/>
                      <a:pt x="1431" y="19324"/>
                      <a:pt x="1865" y="19324"/>
                    </a:cubicBezTo>
                    <a:cubicBezTo>
                      <a:pt x="2300" y="19324"/>
                      <a:pt x="2735" y="19158"/>
                      <a:pt x="3066" y="18825"/>
                    </a:cubicBezTo>
                    <a:lnTo>
                      <a:pt x="6598" y="15293"/>
                    </a:lnTo>
                    <a:cubicBezTo>
                      <a:pt x="6831" y="15403"/>
                      <a:pt x="7081" y="15457"/>
                      <a:pt x="7328" y="15457"/>
                    </a:cubicBezTo>
                    <a:cubicBezTo>
                      <a:pt x="7770" y="15457"/>
                      <a:pt x="8206" y="15286"/>
                      <a:pt x="8531" y="14961"/>
                    </a:cubicBezTo>
                    <a:lnTo>
                      <a:pt x="9331" y="14163"/>
                    </a:lnTo>
                    <a:cubicBezTo>
                      <a:pt x="10241" y="14538"/>
                      <a:pt x="11190" y="14717"/>
                      <a:pt x="12127" y="14717"/>
                    </a:cubicBezTo>
                    <a:cubicBezTo>
                      <a:pt x="14530" y="14717"/>
                      <a:pt x="16858" y="13537"/>
                      <a:pt x="18256" y="11437"/>
                    </a:cubicBezTo>
                    <a:cubicBezTo>
                      <a:pt x="20204" y="8520"/>
                      <a:pt x="19821" y="4631"/>
                      <a:pt x="17342" y="2152"/>
                    </a:cubicBezTo>
                    <a:cubicBezTo>
                      <a:pt x="15906" y="718"/>
                      <a:pt x="14020" y="1"/>
                      <a:pt x="12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52" name="Google Shape;552;p36"/>
              <p:cNvSpPr/>
              <p:nvPr/>
            </p:nvSpPr>
            <p:spPr>
              <a:xfrm>
                <a:off x="5216725" y="889175"/>
                <a:ext cx="276000" cy="254400"/>
              </a:xfrm>
              <a:custGeom>
                <a:rect b="b" l="l" r="r" t="t"/>
                <a:pathLst>
                  <a:path extrusionOk="0" h="10176" w="11040">
                    <a:moveTo>
                      <a:pt x="5456" y="1133"/>
                    </a:moveTo>
                    <a:cubicBezTo>
                      <a:pt x="6487" y="1133"/>
                      <a:pt x="7500" y="1535"/>
                      <a:pt x="8259" y="2293"/>
                    </a:cubicBezTo>
                    <a:cubicBezTo>
                      <a:pt x="9802" y="3839"/>
                      <a:pt x="9802" y="6348"/>
                      <a:pt x="8259" y="7897"/>
                    </a:cubicBezTo>
                    <a:cubicBezTo>
                      <a:pt x="7501" y="8653"/>
                      <a:pt x="6489" y="9055"/>
                      <a:pt x="5460" y="9055"/>
                    </a:cubicBezTo>
                    <a:cubicBezTo>
                      <a:pt x="4948" y="9055"/>
                      <a:pt x="4433" y="8956"/>
                      <a:pt x="3941" y="8751"/>
                    </a:cubicBezTo>
                    <a:cubicBezTo>
                      <a:pt x="2462" y="8138"/>
                      <a:pt x="1499" y="6695"/>
                      <a:pt x="1499" y="5095"/>
                    </a:cubicBezTo>
                    <a:cubicBezTo>
                      <a:pt x="1499" y="3491"/>
                      <a:pt x="2462" y="2048"/>
                      <a:pt x="3941" y="1435"/>
                    </a:cubicBezTo>
                    <a:cubicBezTo>
                      <a:pt x="4431" y="1232"/>
                      <a:pt x="4946" y="1133"/>
                      <a:pt x="5456" y="1133"/>
                    </a:cubicBezTo>
                    <a:close/>
                    <a:moveTo>
                      <a:pt x="5468" y="1"/>
                    </a:moveTo>
                    <a:cubicBezTo>
                      <a:pt x="5465" y="1"/>
                      <a:pt x="5461" y="1"/>
                      <a:pt x="5457" y="1"/>
                    </a:cubicBezTo>
                    <a:cubicBezTo>
                      <a:pt x="3029" y="4"/>
                      <a:pt x="943" y="1719"/>
                      <a:pt x="472" y="4098"/>
                    </a:cubicBezTo>
                    <a:cubicBezTo>
                      <a:pt x="1" y="6481"/>
                      <a:pt x="1275" y="8860"/>
                      <a:pt x="3519" y="9787"/>
                    </a:cubicBezTo>
                    <a:cubicBezTo>
                      <a:pt x="4151" y="10049"/>
                      <a:pt x="4811" y="10175"/>
                      <a:pt x="5463" y="10175"/>
                    </a:cubicBezTo>
                    <a:cubicBezTo>
                      <a:pt x="7120" y="10175"/>
                      <a:pt x="8725" y="9362"/>
                      <a:pt x="9693" y="7912"/>
                    </a:cubicBezTo>
                    <a:cubicBezTo>
                      <a:pt x="11040" y="5895"/>
                      <a:pt x="10774" y="3207"/>
                      <a:pt x="9059" y="1492"/>
                    </a:cubicBezTo>
                    <a:cubicBezTo>
                      <a:pt x="8108" y="535"/>
                      <a:pt x="6814" y="1"/>
                      <a:pt x="54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553" name="Google Shape;553;p36"/>
            <p:cNvGrpSpPr/>
            <p:nvPr/>
          </p:nvGrpSpPr>
          <p:grpSpPr>
            <a:xfrm>
              <a:off x="1182449" y="3824282"/>
              <a:ext cx="2606400" cy="769589"/>
              <a:chOff x="657982" y="1961085"/>
              <a:chExt cx="2606400" cy="769589"/>
            </a:xfrm>
          </p:grpSpPr>
          <p:sp>
            <p:nvSpPr>
              <p:cNvPr id="554" name="Google Shape;554;p36"/>
              <p:cNvSpPr txBox="1"/>
              <p:nvPr/>
            </p:nvSpPr>
            <p:spPr>
              <a:xfrm>
                <a:off x="657982" y="1961085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First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55" name="Google Shape;555;p36"/>
              <p:cNvSpPr txBox="1"/>
              <p:nvPr/>
            </p:nvSpPr>
            <p:spPr>
              <a:xfrm>
                <a:off x="836035" y="2151974"/>
                <a:ext cx="2250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556" name="Google Shape;556;p36"/>
            <p:cNvSpPr/>
            <p:nvPr/>
          </p:nvSpPr>
          <p:spPr>
            <a:xfrm>
              <a:off x="2009231" y="2830316"/>
              <a:ext cx="952789" cy="865127"/>
            </a:xfrm>
            <a:custGeom>
              <a:rect b="b" l="l" r="r" t="t"/>
              <a:pathLst>
                <a:path extrusionOk="0" h="19353" w="21314">
                  <a:moveTo>
                    <a:pt x="10671" y="1"/>
                  </a:moveTo>
                  <a:cubicBezTo>
                    <a:pt x="6295" y="1"/>
                    <a:pt x="2319" y="2983"/>
                    <a:pt x="1236" y="7423"/>
                  </a:cubicBezTo>
                  <a:cubicBezTo>
                    <a:pt x="1" y="12617"/>
                    <a:pt x="3199" y="17842"/>
                    <a:pt x="8393" y="19077"/>
                  </a:cubicBezTo>
                  <a:cubicBezTo>
                    <a:pt x="9156" y="19263"/>
                    <a:pt x="9920" y="19352"/>
                    <a:pt x="10671" y="19352"/>
                  </a:cubicBezTo>
                  <a:cubicBezTo>
                    <a:pt x="15036" y="19352"/>
                    <a:pt x="18993" y="16351"/>
                    <a:pt x="20047" y="11920"/>
                  </a:cubicBezTo>
                  <a:cubicBezTo>
                    <a:pt x="21314" y="6726"/>
                    <a:pt x="18115" y="1533"/>
                    <a:pt x="12922" y="266"/>
                  </a:cubicBezTo>
                  <a:cubicBezTo>
                    <a:pt x="12168" y="87"/>
                    <a:pt x="11414" y="1"/>
                    <a:pt x="1067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557" name="Google Shape;557;p36"/>
            <p:cNvGrpSpPr/>
            <p:nvPr/>
          </p:nvGrpSpPr>
          <p:grpSpPr>
            <a:xfrm>
              <a:off x="2264234" y="3015108"/>
              <a:ext cx="442873" cy="440568"/>
              <a:chOff x="685475" y="2318350"/>
              <a:chExt cx="297750" cy="296200"/>
            </a:xfrm>
          </p:grpSpPr>
          <p:sp>
            <p:nvSpPr>
              <p:cNvPr id="558" name="Google Shape;558;p36"/>
              <p:cNvSpPr/>
              <p:nvPr/>
            </p:nvSpPr>
            <p:spPr>
              <a:xfrm>
                <a:off x="685475" y="2371925"/>
                <a:ext cx="142600" cy="241975"/>
              </a:xfrm>
              <a:custGeom>
                <a:rect b="b" l="l" r="r" t="t"/>
                <a:pathLst>
                  <a:path extrusionOk="0" h="9679" w="5704">
                    <a:moveTo>
                      <a:pt x="2080" y="662"/>
                    </a:moveTo>
                    <a:cubicBezTo>
                      <a:pt x="2458" y="662"/>
                      <a:pt x="2773" y="977"/>
                      <a:pt x="2773" y="1387"/>
                    </a:cubicBezTo>
                    <a:cubicBezTo>
                      <a:pt x="2773" y="1765"/>
                      <a:pt x="2458" y="2080"/>
                      <a:pt x="2080" y="2080"/>
                    </a:cubicBezTo>
                    <a:cubicBezTo>
                      <a:pt x="1671" y="2080"/>
                      <a:pt x="1356" y="1765"/>
                      <a:pt x="1356" y="1387"/>
                    </a:cubicBezTo>
                    <a:cubicBezTo>
                      <a:pt x="1356" y="977"/>
                      <a:pt x="1734" y="662"/>
                      <a:pt x="2080" y="662"/>
                    </a:cubicBezTo>
                    <a:close/>
                    <a:moveTo>
                      <a:pt x="2962" y="6900"/>
                    </a:moveTo>
                    <a:lnTo>
                      <a:pt x="3120" y="7593"/>
                    </a:lnTo>
                    <a:lnTo>
                      <a:pt x="1135" y="7593"/>
                    </a:lnTo>
                    <a:lnTo>
                      <a:pt x="1293" y="6900"/>
                    </a:lnTo>
                    <a:close/>
                    <a:moveTo>
                      <a:pt x="1742" y="2767"/>
                    </a:moveTo>
                    <a:cubicBezTo>
                      <a:pt x="1866" y="2767"/>
                      <a:pt x="1991" y="2831"/>
                      <a:pt x="2049" y="2962"/>
                    </a:cubicBezTo>
                    <a:lnTo>
                      <a:pt x="2553" y="3938"/>
                    </a:lnTo>
                    <a:cubicBezTo>
                      <a:pt x="2584" y="4064"/>
                      <a:pt x="2742" y="4127"/>
                      <a:pt x="2868" y="4127"/>
                    </a:cubicBezTo>
                    <a:lnTo>
                      <a:pt x="3813" y="4127"/>
                    </a:lnTo>
                    <a:cubicBezTo>
                      <a:pt x="4002" y="4127"/>
                      <a:pt x="4159" y="4285"/>
                      <a:pt x="4159" y="4474"/>
                    </a:cubicBezTo>
                    <a:cubicBezTo>
                      <a:pt x="4159" y="4695"/>
                      <a:pt x="4002" y="4852"/>
                      <a:pt x="3813" y="4852"/>
                    </a:cubicBezTo>
                    <a:lnTo>
                      <a:pt x="2427" y="4852"/>
                    </a:lnTo>
                    <a:cubicBezTo>
                      <a:pt x="2301" y="4852"/>
                      <a:pt x="2175" y="4758"/>
                      <a:pt x="2112" y="4631"/>
                    </a:cubicBezTo>
                    <a:cubicBezTo>
                      <a:pt x="2042" y="4515"/>
                      <a:pt x="1919" y="4450"/>
                      <a:pt x="1784" y="4450"/>
                    </a:cubicBezTo>
                    <a:cubicBezTo>
                      <a:pt x="1737" y="4450"/>
                      <a:pt x="1688" y="4458"/>
                      <a:pt x="1639" y="4474"/>
                    </a:cubicBezTo>
                    <a:cubicBezTo>
                      <a:pt x="1482" y="4568"/>
                      <a:pt x="1387" y="4758"/>
                      <a:pt x="1482" y="4947"/>
                    </a:cubicBezTo>
                    <a:cubicBezTo>
                      <a:pt x="1671" y="5325"/>
                      <a:pt x="2017" y="5545"/>
                      <a:pt x="2427" y="5545"/>
                    </a:cubicBezTo>
                    <a:lnTo>
                      <a:pt x="3813" y="5545"/>
                    </a:lnTo>
                    <a:cubicBezTo>
                      <a:pt x="3970" y="5545"/>
                      <a:pt x="4128" y="5671"/>
                      <a:pt x="4159" y="5829"/>
                    </a:cubicBezTo>
                    <a:lnTo>
                      <a:pt x="4853" y="8570"/>
                    </a:lnTo>
                    <a:cubicBezTo>
                      <a:pt x="4916" y="8790"/>
                      <a:pt x="4790" y="8979"/>
                      <a:pt x="4632" y="9011"/>
                    </a:cubicBezTo>
                    <a:cubicBezTo>
                      <a:pt x="4608" y="9015"/>
                      <a:pt x="4584" y="9017"/>
                      <a:pt x="4560" y="9017"/>
                    </a:cubicBezTo>
                    <a:cubicBezTo>
                      <a:pt x="4403" y="9017"/>
                      <a:pt x="4273" y="8927"/>
                      <a:pt x="4191" y="8790"/>
                    </a:cubicBezTo>
                    <a:lnTo>
                      <a:pt x="3655" y="6522"/>
                    </a:lnTo>
                    <a:cubicBezTo>
                      <a:pt x="3592" y="6364"/>
                      <a:pt x="3498" y="6270"/>
                      <a:pt x="3277" y="6270"/>
                    </a:cubicBezTo>
                    <a:lnTo>
                      <a:pt x="1040" y="6270"/>
                    </a:lnTo>
                    <a:cubicBezTo>
                      <a:pt x="914" y="6270"/>
                      <a:pt x="851" y="6207"/>
                      <a:pt x="757" y="6144"/>
                    </a:cubicBezTo>
                    <a:cubicBezTo>
                      <a:pt x="694" y="5986"/>
                      <a:pt x="694" y="5892"/>
                      <a:pt x="694" y="5797"/>
                    </a:cubicBezTo>
                    <a:lnTo>
                      <a:pt x="1419" y="3025"/>
                    </a:lnTo>
                    <a:cubicBezTo>
                      <a:pt x="1453" y="2855"/>
                      <a:pt x="1597" y="2767"/>
                      <a:pt x="1742" y="2767"/>
                    </a:cubicBezTo>
                    <a:close/>
                    <a:moveTo>
                      <a:pt x="2143" y="0"/>
                    </a:moveTo>
                    <a:cubicBezTo>
                      <a:pt x="1419" y="0"/>
                      <a:pt x="788" y="630"/>
                      <a:pt x="788" y="1387"/>
                    </a:cubicBezTo>
                    <a:cubicBezTo>
                      <a:pt x="788" y="1733"/>
                      <a:pt x="946" y="2080"/>
                      <a:pt x="1135" y="2332"/>
                    </a:cubicBezTo>
                    <a:cubicBezTo>
                      <a:pt x="977" y="2426"/>
                      <a:pt x="851" y="2647"/>
                      <a:pt x="788" y="2867"/>
                    </a:cubicBezTo>
                    <a:lnTo>
                      <a:pt x="64" y="5640"/>
                    </a:lnTo>
                    <a:cubicBezTo>
                      <a:pt x="1" y="5955"/>
                      <a:pt x="64" y="6270"/>
                      <a:pt x="253" y="6522"/>
                    </a:cubicBezTo>
                    <a:cubicBezTo>
                      <a:pt x="347" y="6648"/>
                      <a:pt x="473" y="6774"/>
                      <a:pt x="631" y="6805"/>
                    </a:cubicBezTo>
                    <a:lnTo>
                      <a:pt x="32" y="9263"/>
                    </a:lnTo>
                    <a:cubicBezTo>
                      <a:pt x="1" y="9452"/>
                      <a:pt x="95" y="9609"/>
                      <a:pt x="253" y="9672"/>
                    </a:cubicBezTo>
                    <a:cubicBezTo>
                      <a:pt x="281" y="9676"/>
                      <a:pt x="309" y="9678"/>
                      <a:pt x="335" y="9678"/>
                    </a:cubicBezTo>
                    <a:cubicBezTo>
                      <a:pt x="513" y="9678"/>
                      <a:pt x="639" y="9589"/>
                      <a:pt x="694" y="9452"/>
                    </a:cubicBezTo>
                    <a:lnTo>
                      <a:pt x="977" y="8318"/>
                    </a:lnTo>
                    <a:lnTo>
                      <a:pt x="3372" y="8318"/>
                    </a:lnTo>
                    <a:lnTo>
                      <a:pt x="3529" y="8885"/>
                    </a:lnTo>
                    <a:cubicBezTo>
                      <a:pt x="3661" y="9359"/>
                      <a:pt x="4079" y="9679"/>
                      <a:pt x="4526" y="9679"/>
                    </a:cubicBezTo>
                    <a:cubicBezTo>
                      <a:pt x="4613" y="9679"/>
                      <a:pt x="4702" y="9667"/>
                      <a:pt x="4790" y="9641"/>
                    </a:cubicBezTo>
                    <a:cubicBezTo>
                      <a:pt x="5357" y="9483"/>
                      <a:pt x="5703" y="8916"/>
                      <a:pt x="5546" y="8381"/>
                    </a:cubicBezTo>
                    <a:lnTo>
                      <a:pt x="4821" y="5640"/>
                    </a:lnTo>
                    <a:cubicBezTo>
                      <a:pt x="4790" y="5482"/>
                      <a:pt x="4727" y="5325"/>
                      <a:pt x="4601" y="5199"/>
                    </a:cubicBezTo>
                    <a:cubicBezTo>
                      <a:pt x="4758" y="5010"/>
                      <a:pt x="4884" y="4758"/>
                      <a:pt x="4884" y="4474"/>
                    </a:cubicBezTo>
                    <a:cubicBezTo>
                      <a:pt x="4884" y="3907"/>
                      <a:pt x="4412" y="3466"/>
                      <a:pt x="3844" y="3466"/>
                    </a:cubicBezTo>
                    <a:lnTo>
                      <a:pt x="3088" y="3466"/>
                    </a:lnTo>
                    <a:lnTo>
                      <a:pt x="2710" y="2647"/>
                    </a:lnTo>
                    <a:cubicBezTo>
                      <a:pt x="3183" y="2395"/>
                      <a:pt x="3529" y="1922"/>
                      <a:pt x="3529" y="1387"/>
                    </a:cubicBezTo>
                    <a:cubicBezTo>
                      <a:pt x="3529" y="630"/>
                      <a:pt x="2899" y="0"/>
                      <a:pt x="2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59" name="Google Shape;559;p36"/>
              <p:cNvSpPr/>
              <p:nvPr/>
            </p:nvSpPr>
            <p:spPr>
              <a:xfrm>
                <a:off x="839850" y="2371925"/>
                <a:ext cx="143375" cy="242625"/>
              </a:xfrm>
              <a:custGeom>
                <a:rect b="b" l="l" r="r" t="t"/>
                <a:pathLst>
                  <a:path extrusionOk="0" h="9705" w="5735">
                    <a:moveTo>
                      <a:pt x="3624" y="662"/>
                    </a:moveTo>
                    <a:cubicBezTo>
                      <a:pt x="4002" y="662"/>
                      <a:pt x="4317" y="977"/>
                      <a:pt x="4317" y="1355"/>
                    </a:cubicBezTo>
                    <a:cubicBezTo>
                      <a:pt x="4317" y="1765"/>
                      <a:pt x="4002" y="2080"/>
                      <a:pt x="3624" y="2080"/>
                    </a:cubicBezTo>
                    <a:cubicBezTo>
                      <a:pt x="3214" y="2080"/>
                      <a:pt x="2899" y="1765"/>
                      <a:pt x="2899" y="1355"/>
                    </a:cubicBezTo>
                    <a:cubicBezTo>
                      <a:pt x="2899" y="977"/>
                      <a:pt x="3214" y="662"/>
                      <a:pt x="3624" y="662"/>
                    </a:cubicBezTo>
                    <a:close/>
                    <a:moveTo>
                      <a:pt x="4317" y="6900"/>
                    </a:moveTo>
                    <a:lnTo>
                      <a:pt x="4474" y="7593"/>
                    </a:lnTo>
                    <a:lnTo>
                      <a:pt x="2490" y="7593"/>
                    </a:lnTo>
                    <a:lnTo>
                      <a:pt x="2647" y="6900"/>
                    </a:lnTo>
                    <a:close/>
                    <a:moveTo>
                      <a:pt x="3962" y="2731"/>
                    </a:moveTo>
                    <a:cubicBezTo>
                      <a:pt x="4108" y="2731"/>
                      <a:pt x="4250" y="2818"/>
                      <a:pt x="4285" y="2993"/>
                    </a:cubicBezTo>
                    <a:lnTo>
                      <a:pt x="4979" y="5734"/>
                    </a:lnTo>
                    <a:cubicBezTo>
                      <a:pt x="5010" y="6018"/>
                      <a:pt x="4853" y="6207"/>
                      <a:pt x="4632" y="6207"/>
                    </a:cubicBezTo>
                    <a:lnTo>
                      <a:pt x="2395" y="6207"/>
                    </a:lnTo>
                    <a:cubicBezTo>
                      <a:pt x="2238" y="6207"/>
                      <a:pt x="2080" y="6333"/>
                      <a:pt x="2049" y="6490"/>
                    </a:cubicBezTo>
                    <a:lnTo>
                      <a:pt x="1482" y="8727"/>
                    </a:lnTo>
                    <a:cubicBezTo>
                      <a:pt x="1456" y="8883"/>
                      <a:pt x="1323" y="8996"/>
                      <a:pt x="1154" y="8996"/>
                    </a:cubicBezTo>
                    <a:cubicBezTo>
                      <a:pt x="1118" y="8996"/>
                      <a:pt x="1080" y="8990"/>
                      <a:pt x="1040" y="8979"/>
                    </a:cubicBezTo>
                    <a:cubicBezTo>
                      <a:pt x="851" y="8916"/>
                      <a:pt x="725" y="8727"/>
                      <a:pt x="820" y="8538"/>
                    </a:cubicBezTo>
                    <a:lnTo>
                      <a:pt x="1513" y="5766"/>
                    </a:lnTo>
                    <a:cubicBezTo>
                      <a:pt x="1576" y="5608"/>
                      <a:pt x="1671" y="5514"/>
                      <a:pt x="1891" y="5514"/>
                    </a:cubicBezTo>
                    <a:lnTo>
                      <a:pt x="3246" y="5514"/>
                    </a:lnTo>
                    <a:cubicBezTo>
                      <a:pt x="3655" y="5514"/>
                      <a:pt x="4002" y="5262"/>
                      <a:pt x="4222" y="4915"/>
                    </a:cubicBezTo>
                    <a:cubicBezTo>
                      <a:pt x="4285" y="4758"/>
                      <a:pt x="4222" y="4537"/>
                      <a:pt x="4033" y="4442"/>
                    </a:cubicBezTo>
                    <a:cubicBezTo>
                      <a:pt x="3993" y="4426"/>
                      <a:pt x="3948" y="4418"/>
                      <a:pt x="3902" y="4418"/>
                    </a:cubicBezTo>
                    <a:cubicBezTo>
                      <a:pt x="3770" y="4418"/>
                      <a:pt x="3631" y="4483"/>
                      <a:pt x="3561" y="4600"/>
                    </a:cubicBezTo>
                    <a:cubicBezTo>
                      <a:pt x="3529" y="4726"/>
                      <a:pt x="3372" y="4789"/>
                      <a:pt x="3246" y="4789"/>
                    </a:cubicBezTo>
                    <a:lnTo>
                      <a:pt x="1891" y="4789"/>
                    </a:lnTo>
                    <a:cubicBezTo>
                      <a:pt x="1671" y="4789"/>
                      <a:pt x="1513" y="4631"/>
                      <a:pt x="1513" y="4442"/>
                    </a:cubicBezTo>
                    <a:cubicBezTo>
                      <a:pt x="1513" y="4253"/>
                      <a:pt x="1671" y="4096"/>
                      <a:pt x="1891" y="4096"/>
                    </a:cubicBezTo>
                    <a:lnTo>
                      <a:pt x="2836" y="4096"/>
                    </a:lnTo>
                    <a:cubicBezTo>
                      <a:pt x="2931" y="4096"/>
                      <a:pt x="3057" y="4001"/>
                      <a:pt x="3151" y="3907"/>
                    </a:cubicBezTo>
                    <a:cubicBezTo>
                      <a:pt x="3151" y="3844"/>
                      <a:pt x="3655" y="2899"/>
                      <a:pt x="3655" y="2899"/>
                    </a:cubicBezTo>
                    <a:cubicBezTo>
                      <a:pt x="3725" y="2787"/>
                      <a:pt x="3845" y="2731"/>
                      <a:pt x="3962" y="2731"/>
                    </a:cubicBezTo>
                    <a:close/>
                    <a:moveTo>
                      <a:pt x="3529" y="0"/>
                    </a:moveTo>
                    <a:cubicBezTo>
                      <a:pt x="2805" y="0"/>
                      <a:pt x="2175" y="630"/>
                      <a:pt x="2175" y="1355"/>
                    </a:cubicBezTo>
                    <a:cubicBezTo>
                      <a:pt x="2175" y="1922"/>
                      <a:pt x="2490" y="2395"/>
                      <a:pt x="2994" y="2615"/>
                    </a:cubicBezTo>
                    <a:lnTo>
                      <a:pt x="2584" y="3466"/>
                    </a:lnTo>
                    <a:lnTo>
                      <a:pt x="1860" y="3466"/>
                    </a:lnTo>
                    <a:cubicBezTo>
                      <a:pt x="1261" y="3466"/>
                      <a:pt x="820" y="3938"/>
                      <a:pt x="820" y="4474"/>
                    </a:cubicBezTo>
                    <a:cubicBezTo>
                      <a:pt x="820" y="4758"/>
                      <a:pt x="946" y="4978"/>
                      <a:pt x="1103" y="5199"/>
                    </a:cubicBezTo>
                    <a:cubicBezTo>
                      <a:pt x="977" y="5325"/>
                      <a:pt x="914" y="5451"/>
                      <a:pt x="851" y="5608"/>
                    </a:cubicBezTo>
                    <a:lnTo>
                      <a:pt x="158" y="8381"/>
                    </a:lnTo>
                    <a:cubicBezTo>
                      <a:pt x="1" y="8916"/>
                      <a:pt x="347" y="9483"/>
                      <a:pt x="914" y="9641"/>
                    </a:cubicBezTo>
                    <a:cubicBezTo>
                      <a:pt x="1002" y="9667"/>
                      <a:pt x="1091" y="9679"/>
                      <a:pt x="1178" y="9679"/>
                    </a:cubicBezTo>
                    <a:cubicBezTo>
                      <a:pt x="1624" y="9679"/>
                      <a:pt x="2038" y="9359"/>
                      <a:pt x="2143" y="8885"/>
                    </a:cubicBezTo>
                    <a:lnTo>
                      <a:pt x="2332" y="8286"/>
                    </a:lnTo>
                    <a:lnTo>
                      <a:pt x="4695" y="8286"/>
                    </a:lnTo>
                    <a:lnTo>
                      <a:pt x="4947" y="9452"/>
                    </a:lnTo>
                    <a:cubicBezTo>
                      <a:pt x="4995" y="9597"/>
                      <a:pt x="5118" y="9704"/>
                      <a:pt x="5257" y="9704"/>
                    </a:cubicBezTo>
                    <a:cubicBezTo>
                      <a:pt x="5300" y="9704"/>
                      <a:pt x="5344" y="9694"/>
                      <a:pt x="5388" y="9672"/>
                    </a:cubicBezTo>
                    <a:cubicBezTo>
                      <a:pt x="5577" y="9641"/>
                      <a:pt x="5703" y="9452"/>
                      <a:pt x="5609" y="9231"/>
                    </a:cubicBezTo>
                    <a:lnTo>
                      <a:pt x="5042" y="6805"/>
                    </a:lnTo>
                    <a:cubicBezTo>
                      <a:pt x="5514" y="6616"/>
                      <a:pt x="5735" y="6144"/>
                      <a:pt x="5640" y="5640"/>
                    </a:cubicBezTo>
                    <a:lnTo>
                      <a:pt x="4916" y="2867"/>
                    </a:lnTo>
                    <a:cubicBezTo>
                      <a:pt x="4884" y="2647"/>
                      <a:pt x="4758" y="2489"/>
                      <a:pt x="4569" y="2332"/>
                    </a:cubicBezTo>
                    <a:cubicBezTo>
                      <a:pt x="4790" y="2080"/>
                      <a:pt x="4916" y="1733"/>
                      <a:pt x="4916" y="1355"/>
                    </a:cubicBezTo>
                    <a:cubicBezTo>
                      <a:pt x="4916" y="630"/>
                      <a:pt x="4285" y="0"/>
                      <a:pt x="3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60" name="Google Shape;560;p36"/>
              <p:cNvSpPr/>
              <p:nvPr/>
            </p:nvSpPr>
            <p:spPr>
              <a:xfrm>
                <a:off x="772900" y="2318350"/>
                <a:ext cx="122125" cy="105075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561" name="Google Shape;561;p36"/>
            <p:cNvGrpSpPr/>
            <p:nvPr/>
          </p:nvGrpSpPr>
          <p:grpSpPr>
            <a:xfrm>
              <a:off x="8403183" y="3824282"/>
              <a:ext cx="2606400" cy="769589"/>
              <a:chOff x="8927744" y="4932607"/>
              <a:chExt cx="2606400" cy="769589"/>
            </a:xfrm>
          </p:grpSpPr>
          <p:sp>
            <p:nvSpPr>
              <p:cNvPr id="562" name="Google Shape;562;p36"/>
              <p:cNvSpPr txBox="1"/>
              <p:nvPr/>
            </p:nvSpPr>
            <p:spPr>
              <a:xfrm>
                <a:off x="8927744" y="4932607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63" name="Google Shape;563;p36"/>
              <p:cNvSpPr txBox="1"/>
              <p:nvPr/>
            </p:nvSpPr>
            <p:spPr>
              <a:xfrm>
                <a:off x="9155323" y="5123496"/>
                <a:ext cx="2151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564" name="Google Shape;564;p36"/>
            <p:cNvSpPr/>
            <p:nvPr/>
          </p:nvSpPr>
          <p:spPr>
            <a:xfrm>
              <a:off x="9273841" y="2830361"/>
              <a:ext cx="865038" cy="865038"/>
            </a:xfrm>
            <a:custGeom>
              <a:rect b="b" l="l" r="r" t="t"/>
              <a:pathLst>
                <a:path extrusionOk="0" h="19351" w="19351">
                  <a:moveTo>
                    <a:pt x="9660" y="1"/>
                  </a:moveTo>
                  <a:cubicBezTo>
                    <a:pt x="4339" y="1"/>
                    <a:pt x="1" y="4339"/>
                    <a:pt x="1" y="9691"/>
                  </a:cubicBezTo>
                  <a:cubicBezTo>
                    <a:pt x="1" y="15012"/>
                    <a:pt x="4339" y="19350"/>
                    <a:pt x="9660" y="19350"/>
                  </a:cubicBezTo>
                  <a:cubicBezTo>
                    <a:pt x="15012" y="19350"/>
                    <a:pt x="19351" y="15012"/>
                    <a:pt x="19351" y="9691"/>
                  </a:cubicBezTo>
                  <a:cubicBezTo>
                    <a:pt x="19351" y="4339"/>
                    <a:pt x="15012" y="1"/>
                    <a:pt x="9660" y="1"/>
                  </a:cubicBezTo>
                  <a:close/>
                </a:path>
              </a:pathLst>
            </a:custGeom>
            <a:solidFill>
              <a:srgbClr val="1D51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5" name="Google Shape;565;p36"/>
            <p:cNvSpPr/>
            <p:nvPr/>
          </p:nvSpPr>
          <p:spPr>
            <a:xfrm>
              <a:off x="9486109" y="3037124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66" name="Google Shape;566;p36"/>
            <p:cNvSpPr txBox="1"/>
            <p:nvPr/>
          </p:nvSpPr>
          <p:spPr>
            <a:xfrm>
              <a:off x="5101621" y="1360002"/>
              <a:ext cx="1988700" cy="400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Recruitment 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oogle Shape;571;p37"/>
          <p:cNvGrpSpPr/>
          <p:nvPr/>
        </p:nvGrpSpPr>
        <p:grpSpPr>
          <a:xfrm>
            <a:off x="597264" y="1494881"/>
            <a:ext cx="10997655" cy="4887572"/>
            <a:chOff x="457225" y="1045150"/>
            <a:chExt cx="8240413" cy="3662200"/>
          </a:xfrm>
        </p:grpSpPr>
        <p:grpSp>
          <p:nvGrpSpPr>
            <p:cNvPr id="572" name="Google Shape;572;p37"/>
            <p:cNvGrpSpPr/>
            <p:nvPr/>
          </p:nvGrpSpPr>
          <p:grpSpPr>
            <a:xfrm>
              <a:off x="457225" y="1739700"/>
              <a:ext cx="1731138" cy="2253350"/>
              <a:chOff x="457225" y="1739700"/>
              <a:chExt cx="1731138" cy="2253350"/>
            </a:xfrm>
          </p:grpSpPr>
          <p:sp>
            <p:nvSpPr>
              <p:cNvPr id="573" name="Google Shape;573;p37"/>
              <p:cNvSpPr/>
              <p:nvPr/>
            </p:nvSpPr>
            <p:spPr>
              <a:xfrm>
                <a:off x="457225" y="2542975"/>
                <a:ext cx="1731000" cy="12957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574" name="Google Shape;574;p37"/>
              <p:cNvSpPr/>
              <p:nvPr/>
            </p:nvSpPr>
            <p:spPr>
              <a:xfrm>
                <a:off x="457225" y="1759451"/>
                <a:ext cx="1731000" cy="7836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75" name="Google Shape;575;p37"/>
              <p:cNvSpPr/>
              <p:nvPr/>
            </p:nvSpPr>
            <p:spPr>
              <a:xfrm>
                <a:off x="457363" y="3838550"/>
                <a:ext cx="1731000" cy="1545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76" name="Google Shape;576;p37"/>
              <p:cNvSpPr txBox="1"/>
              <p:nvPr/>
            </p:nvSpPr>
            <p:spPr>
              <a:xfrm>
                <a:off x="590650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Sourcing strategy</a:t>
                </a:r>
                <a:endParaRPr b="1" sz="19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577" name="Google Shape;577;p37"/>
            <p:cNvGrpSpPr/>
            <p:nvPr/>
          </p:nvGrpSpPr>
          <p:grpSpPr>
            <a:xfrm>
              <a:off x="2623475" y="1739700"/>
              <a:ext cx="1731163" cy="2253350"/>
              <a:chOff x="2623475" y="1739700"/>
              <a:chExt cx="1731163" cy="2253350"/>
            </a:xfrm>
          </p:grpSpPr>
          <p:sp>
            <p:nvSpPr>
              <p:cNvPr id="578" name="Google Shape;578;p37"/>
              <p:cNvSpPr/>
              <p:nvPr/>
            </p:nvSpPr>
            <p:spPr>
              <a:xfrm>
                <a:off x="2623475" y="2542975"/>
                <a:ext cx="1731000" cy="12957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579" name="Google Shape;579;p37"/>
              <p:cNvSpPr/>
              <p:nvPr/>
            </p:nvSpPr>
            <p:spPr>
              <a:xfrm>
                <a:off x="2623492" y="1759451"/>
                <a:ext cx="1731000" cy="783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80" name="Google Shape;580;p37"/>
              <p:cNvSpPr/>
              <p:nvPr/>
            </p:nvSpPr>
            <p:spPr>
              <a:xfrm>
                <a:off x="2623638" y="3838550"/>
                <a:ext cx="1731000" cy="154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81" name="Google Shape;581;p37"/>
              <p:cNvSpPr txBox="1"/>
              <p:nvPr/>
            </p:nvSpPr>
            <p:spPr>
              <a:xfrm>
                <a:off x="2756918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Successful recruitment</a:t>
                </a:r>
                <a:endParaRPr b="1" sz="19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582" name="Google Shape;582;p37"/>
            <p:cNvGrpSpPr/>
            <p:nvPr/>
          </p:nvGrpSpPr>
          <p:grpSpPr>
            <a:xfrm>
              <a:off x="4789575" y="1739700"/>
              <a:ext cx="1731160" cy="2253350"/>
              <a:chOff x="4789575" y="1739700"/>
              <a:chExt cx="1731160" cy="2253350"/>
            </a:xfrm>
          </p:grpSpPr>
          <p:sp>
            <p:nvSpPr>
              <p:cNvPr id="583" name="Google Shape;583;p37"/>
              <p:cNvSpPr/>
              <p:nvPr/>
            </p:nvSpPr>
            <p:spPr>
              <a:xfrm>
                <a:off x="4789575" y="2542975"/>
                <a:ext cx="1731000" cy="1295700"/>
              </a:xfrm>
              <a:prstGeom prst="rect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584" name="Google Shape;584;p37"/>
              <p:cNvSpPr/>
              <p:nvPr/>
            </p:nvSpPr>
            <p:spPr>
              <a:xfrm>
                <a:off x="4789582" y="1759451"/>
                <a:ext cx="1731000" cy="7836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85" name="Google Shape;585;p37"/>
              <p:cNvSpPr/>
              <p:nvPr/>
            </p:nvSpPr>
            <p:spPr>
              <a:xfrm>
                <a:off x="4789735" y="3838550"/>
                <a:ext cx="1731000" cy="1545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86" name="Google Shape;586;p37"/>
              <p:cNvSpPr txBox="1"/>
              <p:nvPr/>
            </p:nvSpPr>
            <p:spPr>
              <a:xfrm>
                <a:off x="4923007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Screening tools</a:t>
                </a:r>
                <a:endParaRPr b="1" sz="19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587" name="Google Shape;587;p37"/>
            <p:cNvGrpSpPr/>
            <p:nvPr/>
          </p:nvGrpSpPr>
          <p:grpSpPr>
            <a:xfrm>
              <a:off x="6955825" y="1739700"/>
              <a:ext cx="1731162" cy="2253350"/>
              <a:chOff x="6955825" y="1739700"/>
              <a:chExt cx="1731162" cy="2253350"/>
            </a:xfrm>
          </p:grpSpPr>
          <p:sp>
            <p:nvSpPr>
              <p:cNvPr id="588" name="Google Shape;588;p37"/>
              <p:cNvSpPr/>
              <p:nvPr/>
            </p:nvSpPr>
            <p:spPr>
              <a:xfrm>
                <a:off x="6955825" y="2542975"/>
                <a:ext cx="1731000" cy="12957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589" name="Google Shape;589;p37"/>
              <p:cNvSpPr/>
              <p:nvPr/>
            </p:nvSpPr>
            <p:spPr>
              <a:xfrm>
                <a:off x="6955826" y="1759451"/>
                <a:ext cx="1731000" cy="7836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90" name="Google Shape;590;p37"/>
              <p:cNvSpPr/>
              <p:nvPr/>
            </p:nvSpPr>
            <p:spPr>
              <a:xfrm>
                <a:off x="6955987" y="3838550"/>
                <a:ext cx="1731000" cy="1545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591" name="Google Shape;591;p37"/>
              <p:cNvSpPr txBox="1"/>
              <p:nvPr/>
            </p:nvSpPr>
            <p:spPr>
              <a:xfrm>
                <a:off x="7089250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Employer brand</a:t>
                </a:r>
                <a:endParaRPr b="1"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592" name="Google Shape;592;p37"/>
            <p:cNvSpPr/>
            <p:nvPr/>
          </p:nvSpPr>
          <p:spPr>
            <a:xfrm>
              <a:off x="459938" y="4145450"/>
              <a:ext cx="8237700" cy="5619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dk2"/>
                </a:gs>
                <a:gs pos="30000">
                  <a:schemeClr val="lt2"/>
                </a:gs>
                <a:gs pos="6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593" name="Google Shape;593;p37"/>
            <p:cNvSpPr/>
            <p:nvPr/>
          </p:nvSpPr>
          <p:spPr>
            <a:xfrm flipH="1">
              <a:off x="459938" y="1045150"/>
              <a:ext cx="8237700" cy="5619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dk2"/>
                </a:gs>
                <a:gs pos="30000">
                  <a:schemeClr val="lt2"/>
                </a:gs>
                <a:gs pos="6500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cxnSp>
          <p:nvCxnSpPr>
            <p:cNvPr id="594" name="Google Shape;594;p37"/>
            <p:cNvCxnSpPr>
              <a:stCxn id="573" idx="3"/>
              <a:endCxn id="578" idx="1"/>
            </p:cNvCxnSpPr>
            <p:nvPr/>
          </p:nvCxnSpPr>
          <p:spPr>
            <a:xfrm>
              <a:off x="2188225" y="3190825"/>
              <a:ext cx="435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5" name="Google Shape;595;p37"/>
            <p:cNvCxnSpPr>
              <a:stCxn id="578" idx="3"/>
              <a:endCxn id="583" idx="1"/>
            </p:cNvCxnSpPr>
            <p:nvPr/>
          </p:nvCxnSpPr>
          <p:spPr>
            <a:xfrm>
              <a:off x="4354475" y="3190825"/>
              <a:ext cx="435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6" name="Google Shape;596;p37"/>
            <p:cNvCxnSpPr>
              <a:stCxn id="583" idx="3"/>
              <a:endCxn id="588" idx="1"/>
            </p:cNvCxnSpPr>
            <p:nvPr/>
          </p:nvCxnSpPr>
          <p:spPr>
            <a:xfrm>
              <a:off x="6520575" y="3190825"/>
              <a:ext cx="435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38"/>
          <p:cNvGrpSpPr/>
          <p:nvPr/>
        </p:nvGrpSpPr>
        <p:grpSpPr>
          <a:xfrm>
            <a:off x="654086" y="1652889"/>
            <a:ext cx="10883964" cy="4480211"/>
            <a:chOff x="654086" y="1652889"/>
            <a:chExt cx="10883964" cy="4480211"/>
          </a:xfrm>
        </p:grpSpPr>
        <p:grpSp>
          <p:nvGrpSpPr>
            <p:cNvPr id="602" name="Google Shape;602;p38"/>
            <p:cNvGrpSpPr/>
            <p:nvPr/>
          </p:nvGrpSpPr>
          <p:grpSpPr>
            <a:xfrm>
              <a:off x="3627037" y="1652889"/>
              <a:ext cx="4848225" cy="4480211"/>
              <a:chOff x="2131" y="748"/>
              <a:chExt cx="3054" cy="2822"/>
            </a:xfrm>
          </p:grpSpPr>
          <p:sp>
            <p:nvSpPr>
              <p:cNvPr id="603" name="Google Shape;603;p38"/>
              <p:cNvSpPr/>
              <p:nvPr/>
            </p:nvSpPr>
            <p:spPr>
              <a:xfrm>
                <a:off x="2394" y="748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439" y="310"/>
                    </a:moveTo>
                    <a:cubicBezTo>
                      <a:pt x="156" y="310"/>
                      <a:pt x="156" y="310"/>
                      <a:pt x="156" y="310"/>
                    </a:cubicBezTo>
                    <a:cubicBezTo>
                      <a:pt x="70" y="310"/>
                      <a:pt x="0" y="241"/>
                      <a:pt x="0" y="155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70" y="0"/>
                      <a:pt x="156" y="0"/>
                    </a:cubicBezTo>
                    <a:cubicBezTo>
                      <a:pt x="439" y="0"/>
                      <a:pt x="439" y="0"/>
                      <a:pt x="439" y="0"/>
                    </a:cubicBezTo>
                    <a:lnTo>
                      <a:pt x="439" y="31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8"/>
              <p:cNvSpPr/>
              <p:nvPr/>
            </p:nvSpPr>
            <p:spPr>
              <a:xfrm>
                <a:off x="2394" y="1803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439" y="310"/>
                    </a:moveTo>
                    <a:cubicBezTo>
                      <a:pt x="156" y="310"/>
                      <a:pt x="156" y="310"/>
                      <a:pt x="156" y="310"/>
                    </a:cubicBezTo>
                    <a:cubicBezTo>
                      <a:pt x="70" y="310"/>
                      <a:pt x="0" y="241"/>
                      <a:pt x="0" y="155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70" y="0"/>
                      <a:pt x="156" y="0"/>
                    </a:cubicBezTo>
                    <a:cubicBezTo>
                      <a:pt x="439" y="0"/>
                      <a:pt x="439" y="0"/>
                      <a:pt x="439" y="0"/>
                    </a:cubicBezTo>
                    <a:lnTo>
                      <a:pt x="439" y="3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8"/>
              <p:cNvSpPr/>
              <p:nvPr/>
            </p:nvSpPr>
            <p:spPr>
              <a:xfrm>
                <a:off x="2394" y="2830"/>
                <a:ext cx="1043" cy="740"/>
              </a:xfrm>
              <a:custGeom>
                <a:rect b="b" l="l" r="r" t="t"/>
                <a:pathLst>
                  <a:path extrusionOk="0" h="311" w="439">
                    <a:moveTo>
                      <a:pt x="439" y="311"/>
                    </a:moveTo>
                    <a:cubicBezTo>
                      <a:pt x="156" y="311"/>
                      <a:pt x="156" y="311"/>
                      <a:pt x="156" y="311"/>
                    </a:cubicBezTo>
                    <a:cubicBezTo>
                      <a:pt x="70" y="311"/>
                      <a:pt x="0" y="241"/>
                      <a:pt x="0" y="155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70"/>
                      <a:pt x="70" y="0"/>
                      <a:pt x="156" y="0"/>
                    </a:cubicBezTo>
                    <a:cubicBezTo>
                      <a:pt x="439" y="0"/>
                      <a:pt x="439" y="0"/>
                      <a:pt x="439" y="0"/>
                    </a:cubicBezTo>
                    <a:lnTo>
                      <a:pt x="439" y="31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8"/>
              <p:cNvSpPr/>
              <p:nvPr/>
            </p:nvSpPr>
            <p:spPr>
              <a:xfrm>
                <a:off x="3862" y="748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0" y="310"/>
                    </a:moveTo>
                    <a:cubicBezTo>
                      <a:pt x="284" y="310"/>
                      <a:pt x="284" y="310"/>
                      <a:pt x="284" y="310"/>
                    </a:cubicBezTo>
                    <a:cubicBezTo>
                      <a:pt x="369" y="310"/>
                      <a:pt x="439" y="241"/>
                      <a:pt x="439" y="155"/>
                    </a:cubicBezTo>
                    <a:cubicBezTo>
                      <a:pt x="439" y="155"/>
                      <a:pt x="439" y="155"/>
                      <a:pt x="439" y="155"/>
                    </a:cubicBezTo>
                    <a:cubicBezTo>
                      <a:pt x="439" y="69"/>
                      <a:pt x="369" y="0"/>
                      <a:pt x="28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8"/>
              <p:cNvSpPr/>
              <p:nvPr/>
            </p:nvSpPr>
            <p:spPr>
              <a:xfrm>
                <a:off x="3862" y="1803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0" y="310"/>
                    </a:moveTo>
                    <a:cubicBezTo>
                      <a:pt x="284" y="310"/>
                      <a:pt x="284" y="310"/>
                      <a:pt x="284" y="310"/>
                    </a:cubicBezTo>
                    <a:cubicBezTo>
                      <a:pt x="369" y="310"/>
                      <a:pt x="439" y="241"/>
                      <a:pt x="439" y="155"/>
                    </a:cubicBezTo>
                    <a:cubicBezTo>
                      <a:pt x="439" y="155"/>
                      <a:pt x="439" y="155"/>
                      <a:pt x="439" y="155"/>
                    </a:cubicBezTo>
                    <a:cubicBezTo>
                      <a:pt x="439" y="69"/>
                      <a:pt x="369" y="0"/>
                      <a:pt x="28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1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8"/>
              <p:cNvSpPr/>
              <p:nvPr/>
            </p:nvSpPr>
            <p:spPr>
              <a:xfrm>
                <a:off x="3862" y="2830"/>
                <a:ext cx="1043" cy="740"/>
              </a:xfrm>
              <a:custGeom>
                <a:rect b="b" l="l" r="r" t="t"/>
                <a:pathLst>
                  <a:path extrusionOk="0" h="311" w="439">
                    <a:moveTo>
                      <a:pt x="0" y="311"/>
                    </a:moveTo>
                    <a:cubicBezTo>
                      <a:pt x="284" y="311"/>
                      <a:pt x="284" y="311"/>
                      <a:pt x="284" y="311"/>
                    </a:cubicBezTo>
                    <a:cubicBezTo>
                      <a:pt x="369" y="311"/>
                      <a:pt x="439" y="241"/>
                      <a:pt x="439" y="155"/>
                    </a:cubicBezTo>
                    <a:cubicBezTo>
                      <a:pt x="439" y="155"/>
                      <a:pt x="439" y="155"/>
                      <a:pt x="439" y="155"/>
                    </a:cubicBezTo>
                    <a:cubicBezTo>
                      <a:pt x="439" y="70"/>
                      <a:pt x="369" y="0"/>
                      <a:pt x="28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38"/>
              <p:cNvSpPr/>
              <p:nvPr/>
            </p:nvSpPr>
            <p:spPr>
              <a:xfrm>
                <a:off x="2131" y="793"/>
                <a:ext cx="600" cy="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8"/>
              <p:cNvSpPr/>
              <p:nvPr/>
            </p:nvSpPr>
            <p:spPr>
              <a:xfrm>
                <a:off x="2195" y="857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38"/>
              <p:cNvSpPr/>
              <p:nvPr/>
            </p:nvSpPr>
            <p:spPr>
              <a:xfrm>
                <a:off x="2233" y="895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38"/>
              <p:cNvSpPr/>
              <p:nvPr/>
            </p:nvSpPr>
            <p:spPr>
              <a:xfrm>
                <a:off x="2131" y="1849"/>
                <a:ext cx="600" cy="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38"/>
              <p:cNvSpPr/>
              <p:nvPr/>
            </p:nvSpPr>
            <p:spPr>
              <a:xfrm>
                <a:off x="2195" y="1913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38"/>
              <p:cNvSpPr/>
              <p:nvPr/>
            </p:nvSpPr>
            <p:spPr>
              <a:xfrm>
                <a:off x="2233" y="1951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38"/>
              <p:cNvSpPr/>
              <p:nvPr/>
            </p:nvSpPr>
            <p:spPr>
              <a:xfrm>
                <a:off x="2131" y="2878"/>
                <a:ext cx="600" cy="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38"/>
              <p:cNvSpPr/>
              <p:nvPr/>
            </p:nvSpPr>
            <p:spPr>
              <a:xfrm>
                <a:off x="2195" y="2940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38"/>
              <p:cNvSpPr/>
              <p:nvPr/>
            </p:nvSpPr>
            <p:spPr>
              <a:xfrm>
                <a:off x="2233" y="297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8"/>
              <p:cNvSpPr/>
              <p:nvPr/>
            </p:nvSpPr>
            <p:spPr>
              <a:xfrm>
                <a:off x="4520" y="793"/>
                <a:ext cx="600" cy="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38"/>
              <p:cNvSpPr/>
              <p:nvPr/>
            </p:nvSpPr>
            <p:spPr>
              <a:xfrm>
                <a:off x="4585" y="857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38"/>
              <p:cNvSpPr/>
              <p:nvPr/>
            </p:nvSpPr>
            <p:spPr>
              <a:xfrm>
                <a:off x="4623" y="895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38"/>
              <p:cNvSpPr/>
              <p:nvPr/>
            </p:nvSpPr>
            <p:spPr>
              <a:xfrm>
                <a:off x="4520" y="1849"/>
                <a:ext cx="600" cy="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38"/>
              <p:cNvSpPr/>
              <p:nvPr/>
            </p:nvSpPr>
            <p:spPr>
              <a:xfrm>
                <a:off x="4585" y="1913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38"/>
              <p:cNvSpPr/>
              <p:nvPr/>
            </p:nvSpPr>
            <p:spPr>
              <a:xfrm>
                <a:off x="4623" y="1951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38"/>
              <p:cNvSpPr/>
              <p:nvPr/>
            </p:nvSpPr>
            <p:spPr>
              <a:xfrm>
                <a:off x="4520" y="2878"/>
                <a:ext cx="600" cy="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38"/>
              <p:cNvSpPr/>
              <p:nvPr/>
            </p:nvSpPr>
            <p:spPr>
              <a:xfrm>
                <a:off x="4585" y="2940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38"/>
              <p:cNvSpPr/>
              <p:nvPr/>
            </p:nvSpPr>
            <p:spPr>
              <a:xfrm>
                <a:off x="4623" y="297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7" name="Google Shape;627;p38"/>
            <p:cNvGrpSpPr/>
            <p:nvPr/>
          </p:nvGrpSpPr>
          <p:grpSpPr>
            <a:xfrm>
              <a:off x="8705450" y="1884814"/>
              <a:ext cx="2832600" cy="806028"/>
              <a:chOff x="7334135" y="1981003"/>
              <a:chExt cx="2832600" cy="806028"/>
            </a:xfrm>
          </p:grpSpPr>
          <p:sp>
            <p:nvSpPr>
              <p:cNvPr id="628" name="Google Shape;628;p38"/>
              <p:cNvSpPr txBox="1"/>
              <p:nvPr/>
            </p:nvSpPr>
            <p:spPr>
              <a:xfrm>
                <a:off x="7334135" y="2348131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29" name="Google Shape;629;p38"/>
              <p:cNvSpPr txBox="1"/>
              <p:nvPr/>
            </p:nvSpPr>
            <p:spPr>
              <a:xfrm>
                <a:off x="7334135" y="1981003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30" name="Google Shape;630;p38"/>
            <p:cNvGrpSpPr/>
            <p:nvPr/>
          </p:nvGrpSpPr>
          <p:grpSpPr>
            <a:xfrm>
              <a:off x="654086" y="1834822"/>
              <a:ext cx="2832600" cy="806028"/>
              <a:chOff x="2013594" y="1981004"/>
              <a:chExt cx="2832600" cy="806028"/>
            </a:xfrm>
          </p:grpSpPr>
          <p:sp>
            <p:nvSpPr>
              <p:cNvPr id="631" name="Google Shape;631;p38"/>
              <p:cNvSpPr txBox="1"/>
              <p:nvPr/>
            </p:nvSpPr>
            <p:spPr>
              <a:xfrm>
                <a:off x="2013594" y="2348132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32" name="Google Shape;632;p38"/>
              <p:cNvSpPr txBox="1"/>
              <p:nvPr/>
            </p:nvSpPr>
            <p:spPr>
              <a:xfrm>
                <a:off x="2013594" y="1981004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33" name="Google Shape;633;p38"/>
            <p:cNvGrpSpPr/>
            <p:nvPr/>
          </p:nvGrpSpPr>
          <p:grpSpPr>
            <a:xfrm>
              <a:off x="654086" y="3473859"/>
              <a:ext cx="2832600" cy="806028"/>
              <a:chOff x="2013594" y="3678326"/>
              <a:chExt cx="2832600" cy="806028"/>
            </a:xfrm>
          </p:grpSpPr>
          <p:sp>
            <p:nvSpPr>
              <p:cNvPr id="634" name="Google Shape;634;p38"/>
              <p:cNvSpPr txBox="1"/>
              <p:nvPr/>
            </p:nvSpPr>
            <p:spPr>
              <a:xfrm>
                <a:off x="2013594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35" name="Google Shape;635;p38"/>
              <p:cNvSpPr txBox="1"/>
              <p:nvPr/>
            </p:nvSpPr>
            <p:spPr>
              <a:xfrm>
                <a:off x="2013594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Second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36" name="Google Shape;636;p38"/>
            <p:cNvGrpSpPr/>
            <p:nvPr/>
          </p:nvGrpSpPr>
          <p:grpSpPr>
            <a:xfrm>
              <a:off x="8705450" y="3473859"/>
              <a:ext cx="2832600" cy="806028"/>
              <a:chOff x="7334135" y="3678326"/>
              <a:chExt cx="2832600" cy="806028"/>
            </a:xfrm>
          </p:grpSpPr>
          <p:sp>
            <p:nvSpPr>
              <p:cNvPr id="637" name="Google Shape;637;p38"/>
              <p:cNvSpPr txBox="1"/>
              <p:nvPr/>
            </p:nvSpPr>
            <p:spPr>
              <a:xfrm>
                <a:off x="7334135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38" name="Google Shape;638;p38"/>
              <p:cNvSpPr txBox="1"/>
              <p:nvPr/>
            </p:nvSpPr>
            <p:spPr>
              <a:xfrm>
                <a:off x="7334135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First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39" name="Google Shape;639;p38"/>
            <p:cNvGrpSpPr/>
            <p:nvPr/>
          </p:nvGrpSpPr>
          <p:grpSpPr>
            <a:xfrm>
              <a:off x="654086" y="5143867"/>
              <a:ext cx="2832600" cy="806022"/>
              <a:chOff x="2013594" y="5375636"/>
              <a:chExt cx="2832600" cy="806022"/>
            </a:xfrm>
          </p:grpSpPr>
          <p:sp>
            <p:nvSpPr>
              <p:cNvPr id="640" name="Google Shape;640;p38"/>
              <p:cNvSpPr txBox="1"/>
              <p:nvPr/>
            </p:nvSpPr>
            <p:spPr>
              <a:xfrm>
                <a:off x="2013594" y="5742758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41" name="Google Shape;641;p38"/>
              <p:cNvSpPr txBox="1"/>
              <p:nvPr/>
            </p:nvSpPr>
            <p:spPr>
              <a:xfrm>
                <a:off x="2013594" y="537563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42" name="Google Shape;642;p38"/>
            <p:cNvGrpSpPr/>
            <p:nvPr/>
          </p:nvGrpSpPr>
          <p:grpSpPr>
            <a:xfrm>
              <a:off x="8705450" y="5143867"/>
              <a:ext cx="2832600" cy="806022"/>
              <a:chOff x="7334136" y="5375635"/>
              <a:chExt cx="2832600" cy="806022"/>
            </a:xfrm>
          </p:grpSpPr>
          <p:sp>
            <p:nvSpPr>
              <p:cNvPr id="643" name="Google Shape;643;p38"/>
              <p:cNvSpPr txBox="1"/>
              <p:nvPr/>
            </p:nvSpPr>
            <p:spPr>
              <a:xfrm>
                <a:off x="7334136" y="5742757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44" name="Google Shape;644;p38"/>
              <p:cNvSpPr txBox="1"/>
              <p:nvPr/>
            </p:nvSpPr>
            <p:spPr>
              <a:xfrm>
                <a:off x="7334136" y="5375635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Your start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645" name="Google Shape;645;p38"/>
            <p:cNvSpPr txBox="1"/>
            <p:nvPr/>
          </p:nvSpPr>
          <p:spPr>
            <a:xfrm>
              <a:off x="3784113" y="2005942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46" name="Google Shape;646;p38"/>
            <p:cNvSpPr txBox="1"/>
            <p:nvPr/>
          </p:nvSpPr>
          <p:spPr>
            <a:xfrm>
              <a:off x="7590600" y="2005942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47" name="Google Shape;647;p38"/>
            <p:cNvSpPr txBox="1"/>
            <p:nvPr/>
          </p:nvSpPr>
          <p:spPr>
            <a:xfrm>
              <a:off x="3784113" y="3681027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48" name="Google Shape;648;p38"/>
            <p:cNvSpPr txBox="1"/>
            <p:nvPr/>
          </p:nvSpPr>
          <p:spPr>
            <a:xfrm>
              <a:off x="7590600" y="3688601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4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49" name="Google Shape;649;p38"/>
            <p:cNvSpPr txBox="1"/>
            <p:nvPr/>
          </p:nvSpPr>
          <p:spPr>
            <a:xfrm>
              <a:off x="3784113" y="5343587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5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50" name="Google Shape;650;p38"/>
            <p:cNvSpPr txBox="1"/>
            <p:nvPr/>
          </p:nvSpPr>
          <p:spPr>
            <a:xfrm>
              <a:off x="7590600" y="5328548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6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651" name="Google Shape;651;p38"/>
            <p:cNvGrpSpPr/>
            <p:nvPr/>
          </p:nvGrpSpPr>
          <p:grpSpPr>
            <a:xfrm>
              <a:off x="4958081" y="3599717"/>
              <a:ext cx="492240" cy="540091"/>
              <a:chOff x="5897779" y="1453403"/>
              <a:chExt cx="390480" cy="428439"/>
            </a:xfrm>
          </p:grpSpPr>
          <p:grpSp>
            <p:nvGrpSpPr>
              <p:cNvPr id="652" name="Google Shape;652;p38"/>
              <p:cNvGrpSpPr/>
              <p:nvPr/>
            </p:nvGrpSpPr>
            <p:grpSpPr>
              <a:xfrm>
                <a:off x="5897779" y="1532356"/>
                <a:ext cx="351315" cy="349486"/>
                <a:chOff x="685475" y="2318350"/>
                <a:chExt cx="297750" cy="296200"/>
              </a:xfrm>
            </p:grpSpPr>
            <p:sp>
              <p:nvSpPr>
                <p:cNvPr id="653" name="Google Shape;653;p38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rect b="b" l="l" r="r" t="t"/>
                  <a:pathLst>
                    <a:path extrusionOk="0" h="9679" w="5704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4" name="Google Shape;654;p38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rect b="b" l="l" r="r" t="t"/>
                  <a:pathLst>
                    <a:path extrusionOk="0" h="9705" w="5735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655" name="Google Shape;655;p38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656" name="Google Shape;656;p38"/>
              <p:cNvSpPr/>
              <p:nvPr/>
            </p:nvSpPr>
            <p:spPr>
              <a:xfrm flipH="1">
                <a:off x="6144164" y="1453403"/>
                <a:ext cx="144095" cy="123978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57" name="Google Shape;657;p38"/>
            <p:cNvGrpSpPr/>
            <p:nvPr/>
          </p:nvGrpSpPr>
          <p:grpSpPr>
            <a:xfrm>
              <a:off x="6753318" y="3672264"/>
              <a:ext cx="442873" cy="440568"/>
              <a:chOff x="685475" y="2318350"/>
              <a:chExt cx="297750" cy="296200"/>
            </a:xfrm>
          </p:grpSpPr>
          <p:sp>
            <p:nvSpPr>
              <p:cNvPr id="658" name="Google Shape;658;p38"/>
              <p:cNvSpPr/>
              <p:nvPr/>
            </p:nvSpPr>
            <p:spPr>
              <a:xfrm>
                <a:off x="685475" y="2371925"/>
                <a:ext cx="142600" cy="241975"/>
              </a:xfrm>
              <a:custGeom>
                <a:rect b="b" l="l" r="r" t="t"/>
                <a:pathLst>
                  <a:path extrusionOk="0" h="9679" w="5704">
                    <a:moveTo>
                      <a:pt x="2080" y="662"/>
                    </a:moveTo>
                    <a:cubicBezTo>
                      <a:pt x="2458" y="662"/>
                      <a:pt x="2773" y="977"/>
                      <a:pt x="2773" y="1387"/>
                    </a:cubicBezTo>
                    <a:cubicBezTo>
                      <a:pt x="2773" y="1765"/>
                      <a:pt x="2458" y="2080"/>
                      <a:pt x="2080" y="2080"/>
                    </a:cubicBezTo>
                    <a:cubicBezTo>
                      <a:pt x="1671" y="2080"/>
                      <a:pt x="1356" y="1765"/>
                      <a:pt x="1356" y="1387"/>
                    </a:cubicBezTo>
                    <a:cubicBezTo>
                      <a:pt x="1356" y="977"/>
                      <a:pt x="1734" y="662"/>
                      <a:pt x="2080" y="662"/>
                    </a:cubicBezTo>
                    <a:close/>
                    <a:moveTo>
                      <a:pt x="2962" y="6900"/>
                    </a:moveTo>
                    <a:lnTo>
                      <a:pt x="3120" y="7593"/>
                    </a:lnTo>
                    <a:lnTo>
                      <a:pt x="1135" y="7593"/>
                    </a:lnTo>
                    <a:lnTo>
                      <a:pt x="1293" y="6900"/>
                    </a:lnTo>
                    <a:close/>
                    <a:moveTo>
                      <a:pt x="1742" y="2767"/>
                    </a:moveTo>
                    <a:cubicBezTo>
                      <a:pt x="1866" y="2767"/>
                      <a:pt x="1991" y="2831"/>
                      <a:pt x="2049" y="2962"/>
                    </a:cubicBezTo>
                    <a:lnTo>
                      <a:pt x="2553" y="3938"/>
                    </a:lnTo>
                    <a:cubicBezTo>
                      <a:pt x="2584" y="4064"/>
                      <a:pt x="2742" y="4127"/>
                      <a:pt x="2868" y="4127"/>
                    </a:cubicBezTo>
                    <a:lnTo>
                      <a:pt x="3813" y="4127"/>
                    </a:lnTo>
                    <a:cubicBezTo>
                      <a:pt x="4002" y="4127"/>
                      <a:pt x="4159" y="4285"/>
                      <a:pt x="4159" y="4474"/>
                    </a:cubicBezTo>
                    <a:cubicBezTo>
                      <a:pt x="4159" y="4695"/>
                      <a:pt x="4002" y="4852"/>
                      <a:pt x="3813" y="4852"/>
                    </a:cubicBezTo>
                    <a:lnTo>
                      <a:pt x="2427" y="4852"/>
                    </a:lnTo>
                    <a:cubicBezTo>
                      <a:pt x="2301" y="4852"/>
                      <a:pt x="2175" y="4758"/>
                      <a:pt x="2112" y="4631"/>
                    </a:cubicBezTo>
                    <a:cubicBezTo>
                      <a:pt x="2042" y="4515"/>
                      <a:pt x="1919" y="4450"/>
                      <a:pt x="1784" y="4450"/>
                    </a:cubicBezTo>
                    <a:cubicBezTo>
                      <a:pt x="1737" y="4450"/>
                      <a:pt x="1688" y="4458"/>
                      <a:pt x="1639" y="4474"/>
                    </a:cubicBezTo>
                    <a:cubicBezTo>
                      <a:pt x="1482" y="4568"/>
                      <a:pt x="1387" y="4758"/>
                      <a:pt x="1482" y="4947"/>
                    </a:cubicBezTo>
                    <a:cubicBezTo>
                      <a:pt x="1671" y="5325"/>
                      <a:pt x="2017" y="5545"/>
                      <a:pt x="2427" y="5545"/>
                    </a:cubicBezTo>
                    <a:lnTo>
                      <a:pt x="3813" y="5545"/>
                    </a:lnTo>
                    <a:cubicBezTo>
                      <a:pt x="3970" y="5545"/>
                      <a:pt x="4128" y="5671"/>
                      <a:pt x="4159" y="5829"/>
                    </a:cubicBezTo>
                    <a:lnTo>
                      <a:pt x="4853" y="8570"/>
                    </a:lnTo>
                    <a:cubicBezTo>
                      <a:pt x="4916" y="8790"/>
                      <a:pt x="4790" y="8979"/>
                      <a:pt x="4632" y="9011"/>
                    </a:cubicBezTo>
                    <a:cubicBezTo>
                      <a:pt x="4608" y="9015"/>
                      <a:pt x="4584" y="9017"/>
                      <a:pt x="4560" y="9017"/>
                    </a:cubicBezTo>
                    <a:cubicBezTo>
                      <a:pt x="4403" y="9017"/>
                      <a:pt x="4273" y="8927"/>
                      <a:pt x="4191" y="8790"/>
                    </a:cubicBezTo>
                    <a:lnTo>
                      <a:pt x="3655" y="6522"/>
                    </a:lnTo>
                    <a:cubicBezTo>
                      <a:pt x="3592" y="6364"/>
                      <a:pt x="3498" y="6270"/>
                      <a:pt x="3277" y="6270"/>
                    </a:cubicBezTo>
                    <a:lnTo>
                      <a:pt x="1040" y="6270"/>
                    </a:lnTo>
                    <a:cubicBezTo>
                      <a:pt x="914" y="6270"/>
                      <a:pt x="851" y="6207"/>
                      <a:pt x="757" y="6144"/>
                    </a:cubicBezTo>
                    <a:cubicBezTo>
                      <a:pt x="694" y="5986"/>
                      <a:pt x="694" y="5892"/>
                      <a:pt x="694" y="5797"/>
                    </a:cubicBezTo>
                    <a:lnTo>
                      <a:pt x="1419" y="3025"/>
                    </a:lnTo>
                    <a:cubicBezTo>
                      <a:pt x="1453" y="2855"/>
                      <a:pt x="1597" y="2767"/>
                      <a:pt x="1742" y="2767"/>
                    </a:cubicBezTo>
                    <a:close/>
                    <a:moveTo>
                      <a:pt x="2143" y="0"/>
                    </a:moveTo>
                    <a:cubicBezTo>
                      <a:pt x="1419" y="0"/>
                      <a:pt x="788" y="630"/>
                      <a:pt x="788" y="1387"/>
                    </a:cubicBezTo>
                    <a:cubicBezTo>
                      <a:pt x="788" y="1733"/>
                      <a:pt x="946" y="2080"/>
                      <a:pt x="1135" y="2332"/>
                    </a:cubicBezTo>
                    <a:cubicBezTo>
                      <a:pt x="977" y="2426"/>
                      <a:pt x="851" y="2647"/>
                      <a:pt x="788" y="2867"/>
                    </a:cubicBezTo>
                    <a:lnTo>
                      <a:pt x="64" y="5640"/>
                    </a:lnTo>
                    <a:cubicBezTo>
                      <a:pt x="1" y="5955"/>
                      <a:pt x="64" y="6270"/>
                      <a:pt x="253" y="6522"/>
                    </a:cubicBezTo>
                    <a:cubicBezTo>
                      <a:pt x="347" y="6648"/>
                      <a:pt x="473" y="6774"/>
                      <a:pt x="631" y="6805"/>
                    </a:cubicBezTo>
                    <a:lnTo>
                      <a:pt x="32" y="9263"/>
                    </a:lnTo>
                    <a:cubicBezTo>
                      <a:pt x="1" y="9452"/>
                      <a:pt x="95" y="9609"/>
                      <a:pt x="253" y="9672"/>
                    </a:cubicBezTo>
                    <a:cubicBezTo>
                      <a:pt x="281" y="9676"/>
                      <a:pt x="309" y="9678"/>
                      <a:pt x="335" y="9678"/>
                    </a:cubicBezTo>
                    <a:cubicBezTo>
                      <a:pt x="513" y="9678"/>
                      <a:pt x="639" y="9589"/>
                      <a:pt x="694" y="9452"/>
                    </a:cubicBezTo>
                    <a:lnTo>
                      <a:pt x="977" y="8318"/>
                    </a:lnTo>
                    <a:lnTo>
                      <a:pt x="3372" y="8318"/>
                    </a:lnTo>
                    <a:lnTo>
                      <a:pt x="3529" y="8885"/>
                    </a:lnTo>
                    <a:cubicBezTo>
                      <a:pt x="3661" y="9359"/>
                      <a:pt x="4079" y="9679"/>
                      <a:pt x="4526" y="9679"/>
                    </a:cubicBezTo>
                    <a:cubicBezTo>
                      <a:pt x="4613" y="9679"/>
                      <a:pt x="4702" y="9667"/>
                      <a:pt x="4790" y="9641"/>
                    </a:cubicBezTo>
                    <a:cubicBezTo>
                      <a:pt x="5357" y="9483"/>
                      <a:pt x="5703" y="8916"/>
                      <a:pt x="5546" y="8381"/>
                    </a:cubicBezTo>
                    <a:lnTo>
                      <a:pt x="4821" y="5640"/>
                    </a:lnTo>
                    <a:cubicBezTo>
                      <a:pt x="4790" y="5482"/>
                      <a:pt x="4727" y="5325"/>
                      <a:pt x="4601" y="5199"/>
                    </a:cubicBezTo>
                    <a:cubicBezTo>
                      <a:pt x="4758" y="5010"/>
                      <a:pt x="4884" y="4758"/>
                      <a:pt x="4884" y="4474"/>
                    </a:cubicBezTo>
                    <a:cubicBezTo>
                      <a:pt x="4884" y="3907"/>
                      <a:pt x="4412" y="3466"/>
                      <a:pt x="3844" y="3466"/>
                    </a:cubicBezTo>
                    <a:lnTo>
                      <a:pt x="3088" y="3466"/>
                    </a:lnTo>
                    <a:lnTo>
                      <a:pt x="2710" y="2647"/>
                    </a:lnTo>
                    <a:cubicBezTo>
                      <a:pt x="3183" y="2395"/>
                      <a:pt x="3529" y="1922"/>
                      <a:pt x="3529" y="1387"/>
                    </a:cubicBezTo>
                    <a:cubicBezTo>
                      <a:pt x="3529" y="630"/>
                      <a:pt x="2899" y="0"/>
                      <a:pt x="2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59" name="Google Shape;659;p38"/>
              <p:cNvSpPr/>
              <p:nvPr/>
            </p:nvSpPr>
            <p:spPr>
              <a:xfrm>
                <a:off x="839850" y="2371925"/>
                <a:ext cx="143375" cy="242625"/>
              </a:xfrm>
              <a:custGeom>
                <a:rect b="b" l="l" r="r" t="t"/>
                <a:pathLst>
                  <a:path extrusionOk="0" h="9705" w="5735">
                    <a:moveTo>
                      <a:pt x="3624" y="662"/>
                    </a:moveTo>
                    <a:cubicBezTo>
                      <a:pt x="4002" y="662"/>
                      <a:pt x="4317" y="977"/>
                      <a:pt x="4317" y="1355"/>
                    </a:cubicBezTo>
                    <a:cubicBezTo>
                      <a:pt x="4317" y="1765"/>
                      <a:pt x="4002" y="2080"/>
                      <a:pt x="3624" y="2080"/>
                    </a:cubicBezTo>
                    <a:cubicBezTo>
                      <a:pt x="3214" y="2080"/>
                      <a:pt x="2899" y="1765"/>
                      <a:pt x="2899" y="1355"/>
                    </a:cubicBezTo>
                    <a:cubicBezTo>
                      <a:pt x="2899" y="977"/>
                      <a:pt x="3214" y="662"/>
                      <a:pt x="3624" y="662"/>
                    </a:cubicBezTo>
                    <a:close/>
                    <a:moveTo>
                      <a:pt x="4317" y="6900"/>
                    </a:moveTo>
                    <a:lnTo>
                      <a:pt x="4474" y="7593"/>
                    </a:lnTo>
                    <a:lnTo>
                      <a:pt x="2490" y="7593"/>
                    </a:lnTo>
                    <a:lnTo>
                      <a:pt x="2647" y="6900"/>
                    </a:lnTo>
                    <a:close/>
                    <a:moveTo>
                      <a:pt x="3962" y="2731"/>
                    </a:moveTo>
                    <a:cubicBezTo>
                      <a:pt x="4108" y="2731"/>
                      <a:pt x="4250" y="2818"/>
                      <a:pt x="4285" y="2993"/>
                    </a:cubicBezTo>
                    <a:lnTo>
                      <a:pt x="4979" y="5734"/>
                    </a:lnTo>
                    <a:cubicBezTo>
                      <a:pt x="5010" y="6018"/>
                      <a:pt x="4853" y="6207"/>
                      <a:pt x="4632" y="6207"/>
                    </a:cubicBezTo>
                    <a:lnTo>
                      <a:pt x="2395" y="6207"/>
                    </a:lnTo>
                    <a:cubicBezTo>
                      <a:pt x="2238" y="6207"/>
                      <a:pt x="2080" y="6333"/>
                      <a:pt x="2049" y="6490"/>
                    </a:cubicBezTo>
                    <a:lnTo>
                      <a:pt x="1482" y="8727"/>
                    </a:lnTo>
                    <a:cubicBezTo>
                      <a:pt x="1456" y="8883"/>
                      <a:pt x="1323" y="8996"/>
                      <a:pt x="1154" y="8996"/>
                    </a:cubicBezTo>
                    <a:cubicBezTo>
                      <a:pt x="1118" y="8996"/>
                      <a:pt x="1080" y="8990"/>
                      <a:pt x="1040" y="8979"/>
                    </a:cubicBezTo>
                    <a:cubicBezTo>
                      <a:pt x="851" y="8916"/>
                      <a:pt x="725" y="8727"/>
                      <a:pt x="820" y="8538"/>
                    </a:cubicBezTo>
                    <a:lnTo>
                      <a:pt x="1513" y="5766"/>
                    </a:lnTo>
                    <a:cubicBezTo>
                      <a:pt x="1576" y="5608"/>
                      <a:pt x="1671" y="5514"/>
                      <a:pt x="1891" y="5514"/>
                    </a:cubicBezTo>
                    <a:lnTo>
                      <a:pt x="3246" y="5514"/>
                    </a:lnTo>
                    <a:cubicBezTo>
                      <a:pt x="3655" y="5514"/>
                      <a:pt x="4002" y="5262"/>
                      <a:pt x="4222" y="4915"/>
                    </a:cubicBezTo>
                    <a:cubicBezTo>
                      <a:pt x="4285" y="4758"/>
                      <a:pt x="4222" y="4537"/>
                      <a:pt x="4033" y="4442"/>
                    </a:cubicBezTo>
                    <a:cubicBezTo>
                      <a:pt x="3993" y="4426"/>
                      <a:pt x="3948" y="4418"/>
                      <a:pt x="3902" y="4418"/>
                    </a:cubicBezTo>
                    <a:cubicBezTo>
                      <a:pt x="3770" y="4418"/>
                      <a:pt x="3631" y="4483"/>
                      <a:pt x="3561" y="4600"/>
                    </a:cubicBezTo>
                    <a:cubicBezTo>
                      <a:pt x="3529" y="4726"/>
                      <a:pt x="3372" y="4789"/>
                      <a:pt x="3246" y="4789"/>
                    </a:cubicBezTo>
                    <a:lnTo>
                      <a:pt x="1891" y="4789"/>
                    </a:lnTo>
                    <a:cubicBezTo>
                      <a:pt x="1671" y="4789"/>
                      <a:pt x="1513" y="4631"/>
                      <a:pt x="1513" y="4442"/>
                    </a:cubicBezTo>
                    <a:cubicBezTo>
                      <a:pt x="1513" y="4253"/>
                      <a:pt x="1671" y="4096"/>
                      <a:pt x="1891" y="4096"/>
                    </a:cubicBezTo>
                    <a:lnTo>
                      <a:pt x="2836" y="4096"/>
                    </a:lnTo>
                    <a:cubicBezTo>
                      <a:pt x="2931" y="4096"/>
                      <a:pt x="3057" y="4001"/>
                      <a:pt x="3151" y="3907"/>
                    </a:cubicBezTo>
                    <a:cubicBezTo>
                      <a:pt x="3151" y="3844"/>
                      <a:pt x="3655" y="2899"/>
                      <a:pt x="3655" y="2899"/>
                    </a:cubicBezTo>
                    <a:cubicBezTo>
                      <a:pt x="3725" y="2787"/>
                      <a:pt x="3845" y="2731"/>
                      <a:pt x="3962" y="2731"/>
                    </a:cubicBezTo>
                    <a:close/>
                    <a:moveTo>
                      <a:pt x="3529" y="0"/>
                    </a:moveTo>
                    <a:cubicBezTo>
                      <a:pt x="2805" y="0"/>
                      <a:pt x="2175" y="630"/>
                      <a:pt x="2175" y="1355"/>
                    </a:cubicBezTo>
                    <a:cubicBezTo>
                      <a:pt x="2175" y="1922"/>
                      <a:pt x="2490" y="2395"/>
                      <a:pt x="2994" y="2615"/>
                    </a:cubicBezTo>
                    <a:lnTo>
                      <a:pt x="2584" y="3466"/>
                    </a:lnTo>
                    <a:lnTo>
                      <a:pt x="1860" y="3466"/>
                    </a:lnTo>
                    <a:cubicBezTo>
                      <a:pt x="1261" y="3466"/>
                      <a:pt x="820" y="3938"/>
                      <a:pt x="820" y="4474"/>
                    </a:cubicBezTo>
                    <a:cubicBezTo>
                      <a:pt x="820" y="4758"/>
                      <a:pt x="946" y="4978"/>
                      <a:pt x="1103" y="5199"/>
                    </a:cubicBezTo>
                    <a:cubicBezTo>
                      <a:pt x="977" y="5325"/>
                      <a:pt x="914" y="5451"/>
                      <a:pt x="851" y="5608"/>
                    </a:cubicBezTo>
                    <a:lnTo>
                      <a:pt x="158" y="8381"/>
                    </a:lnTo>
                    <a:cubicBezTo>
                      <a:pt x="1" y="8916"/>
                      <a:pt x="347" y="9483"/>
                      <a:pt x="914" y="9641"/>
                    </a:cubicBezTo>
                    <a:cubicBezTo>
                      <a:pt x="1002" y="9667"/>
                      <a:pt x="1091" y="9679"/>
                      <a:pt x="1178" y="9679"/>
                    </a:cubicBezTo>
                    <a:cubicBezTo>
                      <a:pt x="1624" y="9679"/>
                      <a:pt x="2038" y="9359"/>
                      <a:pt x="2143" y="8885"/>
                    </a:cubicBezTo>
                    <a:lnTo>
                      <a:pt x="2332" y="8286"/>
                    </a:lnTo>
                    <a:lnTo>
                      <a:pt x="4695" y="8286"/>
                    </a:lnTo>
                    <a:lnTo>
                      <a:pt x="4947" y="9452"/>
                    </a:lnTo>
                    <a:cubicBezTo>
                      <a:pt x="4995" y="9597"/>
                      <a:pt x="5118" y="9704"/>
                      <a:pt x="5257" y="9704"/>
                    </a:cubicBezTo>
                    <a:cubicBezTo>
                      <a:pt x="5300" y="9704"/>
                      <a:pt x="5344" y="9694"/>
                      <a:pt x="5388" y="9672"/>
                    </a:cubicBezTo>
                    <a:cubicBezTo>
                      <a:pt x="5577" y="9641"/>
                      <a:pt x="5703" y="9452"/>
                      <a:pt x="5609" y="9231"/>
                    </a:cubicBezTo>
                    <a:lnTo>
                      <a:pt x="5042" y="6805"/>
                    </a:lnTo>
                    <a:cubicBezTo>
                      <a:pt x="5514" y="6616"/>
                      <a:pt x="5735" y="6144"/>
                      <a:pt x="5640" y="5640"/>
                    </a:cubicBezTo>
                    <a:lnTo>
                      <a:pt x="4916" y="2867"/>
                    </a:lnTo>
                    <a:cubicBezTo>
                      <a:pt x="4884" y="2647"/>
                      <a:pt x="4758" y="2489"/>
                      <a:pt x="4569" y="2332"/>
                    </a:cubicBezTo>
                    <a:cubicBezTo>
                      <a:pt x="4790" y="2080"/>
                      <a:pt x="4916" y="1733"/>
                      <a:pt x="4916" y="1355"/>
                    </a:cubicBezTo>
                    <a:cubicBezTo>
                      <a:pt x="4916" y="630"/>
                      <a:pt x="4285" y="0"/>
                      <a:pt x="3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60" name="Google Shape;660;p38"/>
              <p:cNvSpPr/>
              <p:nvPr/>
            </p:nvSpPr>
            <p:spPr>
              <a:xfrm>
                <a:off x="772900" y="2318350"/>
                <a:ext cx="122125" cy="105075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61" name="Google Shape;661;p38"/>
            <p:cNvGrpSpPr/>
            <p:nvPr/>
          </p:nvGrpSpPr>
          <p:grpSpPr>
            <a:xfrm>
              <a:off x="4973707" y="5305619"/>
              <a:ext cx="461707" cy="453688"/>
              <a:chOff x="-60988625" y="2310475"/>
              <a:chExt cx="316650" cy="311150"/>
            </a:xfrm>
          </p:grpSpPr>
          <p:sp>
            <p:nvSpPr>
              <p:cNvPr id="662" name="Google Shape;662;p38"/>
              <p:cNvSpPr/>
              <p:nvPr/>
            </p:nvSpPr>
            <p:spPr>
              <a:xfrm>
                <a:off x="-60988625" y="2310475"/>
                <a:ext cx="311125" cy="311150"/>
              </a:xfrm>
              <a:custGeom>
                <a:rect b="b" l="l" r="r" t="t"/>
                <a:pathLst>
                  <a:path extrusionOk="0" h="12446" w="12445">
                    <a:moveTo>
                      <a:pt x="7877" y="883"/>
                    </a:moveTo>
                    <a:cubicBezTo>
                      <a:pt x="8097" y="883"/>
                      <a:pt x="8318" y="1072"/>
                      <a:pt x="8318" y="1324"/>
                    </a:cubicBezTo>
                    <a:lnTo>
                      <a:pt x="8318" y="10398"/>
                    </a:lnTo>
                    <a:cubicBezTo>
                      <a:pt x="8318" y="10870"/>
                      <a:pt x="8444" y="11311"/>
                      <a:pt x="8727" y="11626"/>
                    </a:cubicBezTo>
                    <a:lnTo>
                      <a:pt x="2111" y="11626"/>
                    </a:lnTo>
                    <a:cubicBezTo>
                      <a:pt x="1450" y="11626"/>
                      <a:pt x="851" y="11091"/>
                      <a:pt x="851" y="10398"/>
                    </a:cubicBezTo>
                    <a:lnTo>
                      <a:pt x="851" y="1324"/>
                    </a:lnTo>
                    <a:lnTo>
                      <a:pt x="820" y="1324"/>
                    </a:lnTo>
                    <a:cubicBezTo>
                      <a:pt x="820" y="1072"/>
                      <a:pt x="1009" y="883"/>
                      <a:pt x="1261" y="883"/>
                    </a:cubicBezTo>
                    <a:close/>
                    <a:moveTo>
                      <a:pt x="11500" y="10807"/>
                    </a:moveTo>
                    <a:cubicBezTo>
                      <a:pt x="11342" y="11280"/>
                      <a:pt x="10870" y="11626"/>
                      <a:pt x="10303" y="11626"/>
                    </a:cubicBezTo>
                    <a:cubicBezTo>
                      <a:pt x="9767" y="11626"/>
                      <a:pt x="9326" y="11280"/>
                      <a:pt x="9137" y="10807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30"/>
                    </a:cubicBezTo>
                    <a:lnTo>
                      <a:pt x="32" y="10334"/>
                    </a:lnTo>
                    <a:cubicBezTo>
                      <a:pt x="0" y="11563"/>
                      <a:pt x="946" y="12445"/>
                      <a:pt x="2080" y="12445"/>
                    </a:cubicBezTo>
                    <a:lnTo>
                      <a:pt x="10334" y="12445"/>
                    </a:lnTo>
                    <a:cubicBezTo>
                      <a:pt x="11500" y="12445"/>
                      <a:pt x="12445" y="11500"/>
                      <a:pt x="12445" y="10366"/>
                    </a:cubicBezTo>
                    <a:cubicBezTo>
                      <a:pt x="12445" y="10145"/>
                      <a:pt x="12224" y="9925"/>
                      <a:pt x="12004" y="9925"/>
                    </a:cubicBezTo>
                    <a:lnTo>
                      <a:pt x="9074" y="9925"/>
                    </a:lnTo>
                    <a:lnTo>
                      <a:pt x="9074" y="1230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63" name="Google Shape;663;p38"/>
              <p:cNvSpPr/>
              <p:nvPr/>
            </p:nvSpPr>
            <p:spPr>
              <a:xfrm>
                <a:off x="-60947675" y="2353025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441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441"/>
                    </a:cubicBezTo>
                    <a:cubicBezTo>
                      <a:pt x="5829" y="189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64" name="Google Shape;664;p38"/>
              <p:cNvSpPr/>
              <p:nvPr/>
            </p:nvSpPr>
            <p:spPr>
              <a:xfrm>
                <a:off x="-60947675" y="2415250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378"/>
                    </a:cubicBezTo>
                    <a:cubicBezTo>
                      <a:pt x="5829" y="158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65" name="Google Shape;665;p38"/>
              <p:cNvSpPr/>
              <p:nvPr/>
            </p:nvSpPr>
            <p:spPr>
              <a:xfrm>
                <a:off x="-60947675" y="2475875"/>
                <a:ext cx="145725" cy="22100"/>
              </a:xfrm>
              <a:custGeom>
                <a:rect b="b" l="l" r="r" t="t"/>
                <a:pathLst>
                  <a:path extrusionOk="0" h="884" w="5829">
                    <a:moveTo>
                      <a:pt x="442" y="1"/>
                    </a:moveTo>
                    <a:cubicBezTo>
                      <a:pt x="190" y="1"/>
                      <a:pt x="1" y="221"/>
                      <a:pt x="1" y="442"/>
                    </a:cubicBezTo>
                    <a:cubicBezTo>
                      <a:pt x="1" y="694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94"/>
                      <a:pt x="5829" y="442"/>
                    </a:cubicBezTo>
                    <a:cubicBezTo>
                      <a:pt x="5829" y="221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66" name="Google Shape;666;p38"/>
              <p:cNvSpPr/>
              <p:nvPr/>
            </p:nvSpPr>
            <p:spPr>
              <a:xfrm>
                <a:off x="-60947675" y="2538100"/>
                <a:ext cx="145725" cy="22075"/>
              </a:xfrm>
              <a:custGeom>
                <a:rect b="b" l="l" r="r" t="t"/>
                <a:pathLst>
                  <a:path extrusionOk="0" h="883" w="5829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62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62"/>
                      <a:pt x="5829" y="442"/>
                    </a:cubicBezTo>
                    <a:cubicBezTo>
                      <a:pt x="5829" y="190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67" name="Google Shape;667;p38"/>
              <p:cNvSpPr/>
              <p:nvPr/>
            </p:nvSpPr>
            <p:spPr>
              <a:xfrm>
                <a:off x="-60740525" y="2312050"/>
                <a:ext cx="68550" cy="233950"/>
              </a:xfrm>
              <a:custGeom>
                <a:rect b="b" l="l" r="r" t="t"/>
                <a:pathLst>
                  <a:path extrusionOk="0" h="9358" w="2742">
                    <a:moveTo>
                      <a:pt x="1796" y="789"/>
                    </a:moveTo>
                    <a:cubicBezTo>
                      <a:pt x="1891" y="789"/>
                      <a:pt x="1922" y="852"/>
                      <a:pt x="1922" y="946"/>
                    </a:cubicBezTo>
                    <a:lnTo>
                      <a:pt x="1922" y="1639"/>
                    </a:lnTo>
                    <a:lnTo>
                      <a:pt x="820" y="1639"/>
                    </a:lnTo>
                    <a:lnTo>
                      <a:pt x="820" y="946"/>
                    </a:lnTo>
                    <a:cubicBezTo>
                      <a:pt x="820" y="852"/>
                      <a:pt x="883" y="789"/>
                      <a:pt x="977" y="789"/>
                    </a:cubicBezTo>
                    <a:close/>
                    <a:moveTo>
                      <a:pt x="1922" y="2458"/>
                    </a:moveTo>
                    <a:lnTo>
                      <a:pt x="1922" y="6617"/>
                    </a:lnTo>
                    <a:lnTo>
                      <a:pt x="820" y="6617"/>
                    </a:lnTo>
                    <a:lnTo>
                      <a:pt x="820" y="2458"/>
                    </a:lnTo>
                    <a:close/>
                    <a:moveTo>
                      <a:pt x="1639" y="7436"/>
                    </a:moveTo>
                    <a:lnTo>
                      <a:pt x="1355" y="8035"/>
                    </a:lnTo>
                    <a:lnTo>
                      <a:pt x="1040" y="7436"/>
                    </a:lnTo>
                    <a:close/>
                    <a:moveTo>
                      <a:pt x="977" y="1"/>
                    </a:moveTo>
                    <a:cubicBezTo>
                      <a:pt x="410" y="1"/>
                      <a:pt x="1" y="410"/>
                      <a:pt x="1" y="946"/>
                    </a:cubicBezTo>
                    <a:lnTo>
                      <a:pt x="1" y="6995"/>
                    </a:lnTo>
                    <a:cubicBezTo>
                      <a:pt x="1" y="7090"/>
                      <a:pt x="1" y="7121"/>
                      <a:pt x="32" y="7184"/>
                    </a:cubicBezTo>
                    <a:lnTo>
                      <a:pt x="1009" y="9137"/>
                    </a:lnTo>
                    <a:cubicBezTo>
                      <a:pt x="1103" y="9295"/>
                      <a:pt x="1198" y="9358"/>
                      <a:pt x="1355" y="9358"/>
                    </a:cubicBezTo>
                    <a:cubicBezTo>
                      <a:pt x="1513" y="9358"/>
                      <a:pt x="1670" y="9295"/>
                      <a:pt x="1733" y="9137"/>
                    </a:cubicBezTo>
                    <a:lnTo>
                      <a:pt x="2678" y="7184"/>
                    </a:lnTo>
                    <a:cubicBezTo>
                      <a:pt x="2710" y="7153"/>
                      <a:pt x="2710" y="7090"/>
                      <a:pt x="2710" y="6995"/>
                    </a:cubicBezTo>
                    <a:lnTo>
                      <a:pt x="2710" y="946"/>
                    </a:lnTo>
                    <a:cubicBezTo>
                      <a:pt x="2741" y="410"/>
                      <a:pt x="2300" y="1"/>
                      <a:pt x="17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68" name="Google Shape;668;p38"/>
            <p:cNvGrpSpPr/>
            <p:nvPr/>
          </p:nvGrpSpPr>
          <p:grpSpPr>
            <a:xfrm>
              <a:off x="6750699" y="2027552"/>
              <a:ext cx="448327" cy="428800"/>
              <a:chOff x="5049750" y="832600"/>
              <a:chExt cx="505100" cy="483100"/>
            </a:xfrm>
          </p:grpSpPr>
          <p:sp>
            <p:nvSpPr>
              <p:cNvPr id="669" name="Google Shape;669;p38"/>
              <p:cNvSpPr/>
              <p:nvPr/>
            </p:nvSpPr>
            <p:spPr>
              <a:xfrm>
                <a:off x="5049750" y="832600"/>
                <a:ext cx="505100" cy="483100"/>
              </a:xfrm>
              <a:custGeom>
                <a:rect b="b" l="l" r="r" t="t"/>
                <a:pathLst>
                  <a:path extrusionOk="0" h="19324" w="20204">
                    <a:moveTo>
                      <a:pt x="12136" y="1129"/>
                    </a:moveTo>
                    <a:cubicBezTo>
                      <a:pt x="13730" y="1129"/>
                      <a:pt x="15325" y="1737"/>
                      <a:pt x="16538" y="2952"/>
                    </a:cubicBezTo>
                    <a:cubicBezTo>
                      <a:pt x="18969" y="5383"/>
                      <a:pt x="18969" y="9323"/>
                      <a:pt x="16538" y="11757"/>
                    </a:cubicBezTo>
                    <a:cubicBezTo>
                      <a:pt x="15341" y="12950"/>
                      <a:pt x="13747" y="13579"/>
                      <a:pt x="12129" y="13579"/>
                    </a:cubicBezTo>
                    <a:cubicBezTo>
                      <a:pt x="11233" y="13579"/>
                      <a:pt x="10329" y="13386"/>
                      <a:pt x="9482" y="12989"/>
                    </a:cubicBezTo>
                    <a:cubicBezTo>
                      <a:pt x="9461" y="12980"/>
                      <a:pt x="9440" y="12968"/>
                      <a:pt x="9419" y="12959"/>
                    </a:cubicBezTo>
                    <a:cubicBezTo>
                      <a:pt x="8794" y="12657"/>
                      <a:pt x="8223" y="12249"/>
                      <a:pt x="7734" y="11757"/>
                    </a:cubicBezTo>
                    <a:cubicBezTo>
                      <a:pt x="5306" y="9329"/>
                      <a:pt x="5306" y="5380"/>
                      <a:pt x="7734" y="2952"/>
                    </a:cubicBezTo>
                    <a:cubicBezTo>
                      <a:pt x="8948" y="1737"/>
                      <a:pt x="10542" y="1129"/>
                      <a:pt x="12136" y="1129"/>
                    </a:cubicBezTo>
                    <a:close/>
                    <a:moveTo>
                      <a:pt x="5871" y="11216"/>
                    </a:moveTo>
                    <a:cubicBezTo>
                      <a:pt x="6475" y="12195"/>
                      <a:pt x="7296" y="13016"/>
                      <a:pt x="8271" y="13620"/>
                    </a:cubicBezTo>
                    <a:lnTo>
                      <a:pt x="7734" y="14160"/>
                    </a:lnTo>
                    <a:cubicBezTo>
                      <a:pt x="7622" y="14271"/>
                      <a:pt x="7477" y="14326"/>
                      <a:pt x="7332" y="14326"/>
                    </a:cubicBezTo>
                    <a:cubicBezTo>
                      <a:pt x="7188" y="14326"/>
                      <a:pt x="7044" y="14271"/>
                      <a:pt x="6934" y="14160"/>
                    </a:cubicBezTo>
                    <a:lnTo>
                      <a:pt x="5330" y="12557"/>
                    </a:lnTo>
                    <a:cubicBezTo>
                      <a:pt x="5110" y="12337"/>
                      <a:pt x="5110" y="11977"/>
                      <a:pt x="5330" y="11757"/>
                    </a:cubicBezTo>
                    <a:lnTo>
                      <a:pt x="5871" y="11216"/>
                    </a:lnTo>
                    <a:close/>
                    <a:moveTo>
                      <a:pt x="4932" y="13762"/>
                    </a:moveTo>
                    <a:lnTo>
                      <a:pt x="5732" y="14562"/>
                    </a:lnTo>
                    <a:lnTo>
                      <a:pt x="4932" y="15362"/>
                    </a:lnTo>
                    <a:lnTo>
                      <a:pt x="4131" y="14562"/>
                    </a:lnTo>
                    <a:lnTo>
                      <a:pt x="4932" y="13762"/>
                    </a:lnTo>
                    <a:close/>
                    <a:moveTo>
                      <a:pt x="3328" y="15362"/>
                    </a:moveTo>
                    <a:lnTo>
                      <a:pt x="4128" y="16162"/>
                    </a:lnTo>
                    <a:lnTo>
                      <a:pt x="2268" y="18025"/>
                    </a:lnTo>
                    <a:cubicBezTo>
                      <a:pt x="2157" y="18135"/>
                      <a:pt x="2013" y="18190"/>
                      <a:pt x="1868" y="18190"/>
                    </a:cubicBezTo>
                    <a:cubicBezTo>
                      <a:pt x="1723" y="18190"/>
                      <a:pt x="1577" y="18134"/>
                      <a:pt x="1465" y="18022"/>
                    </a:cubicBezTo>
                    <a:cubicBezTo>
                      <a:pt x="1245" y="17802"/>
                      <a:pt x="1245" y="17443"/>
                      <a:pt x="1465" y="17222"/>
                    </a:cubicBezTo>
                    <a:lnTo>
                      <a:pt x="3328" y="15362"/>
                    </a:lnTo>
                    <a:close/>
                    <a:moveTo>
                      <a:pt x="12135" y="1"/>
                    </a:moveTo>
                    <a:cubicBezTo>
                      <a:pt x="10250" y="1"/>
                      <a:pt x="8365" y="718"/>
                      <a:pt x="6931" y="2152"/>
                    </a:cubicBezTo>
                    <a:cubicBezTo>
                      <a:pt x="4769" y="4311"/>
                      <a:pt x="4237" y="7493"/>
                      <a:pt x="5330" y="10157"/>
                    </a:cubicBezTo>
                    <a:lnTo>
                      <a:pt x="4527" y="10957"/>
                    </a:lnTo>
                    <a:cubicBezTo>
                      <a:pt x="4020" y="11467"/>
                      <a:pt x="3887" y="12240"/>
                      <a:pt x="4198" y="12892"/>
                    </a:cubicBezTo>
                    <a:lnTo>
                      <a:pt x="665" y="16422"/>
                    </a:lnTo>
                    <a:cubicBezTo>
                      <a:pt x="1" y="17086"/>
                      <a:pt x="1" y="18161"/>
                      <a:pt x="665" y="18825"/>
                    </a:cubicBezTo>
                    <a:cubicBezTo>
                      <a:pt x="996" y="19158"/>
                      <a:pt x="1431" y="19324"/>
                      <a:pt x="1865" y="19324"/>
                    </a:cubicBezTo>
                    <a:cubicBezTo>
                      <a:pt x="2300" y="19324"/>
                      <a:pt x="2735" y="19158"/>
                      <a:pt x="3066" y="18825"/>
                    </a:cubicBezTo>
                    <a:lnTo>
                      <a:pt x="6598" y="15293"/>
                    </a:lnTo>
                    <a:cubicBezTo>
                      <a:pt x="6831" y="15403"/>
                      <a:pt x="7081" y="15457"/>
                      <a:pt x="7328" y="15457"/>
                    </a:cubicBezTo>
                    <a:cubicBezTo>
                      <a:pt x="7770" y="15457"/>
                      <a:pt x="8206" y="15286"/>
                      <a:pt x="8531" y="14961"/>
                    </a:cubicBezTo>
                    <a:lnTo>
                      <a:pt x="9331" y="14163"/>
                    </a:lnTo>
                    <a:cubicBezTo>
                      <a:pt x="10241" y="14538"/>
                      <a:pt x="11190" y="14717"/>
                      <a:pt x="12127" y="14717"/>
                    </a:cubicBezTo>
                    <a:cubicBezTo>
                      <a:pt x="14530" y="14717"/>
                      <a:pt x="16858" y="13537"/>
                      <a:pt x="18256" y="11437"/>
                    </a:cubicBezTo>
                    <a:cubicBezTo>
                      <a:pt x="20204" y="8520"/>
                      <a:pt x="19821" y="4631"/>
                      <a:pt x="17342" y="2152"/>
                    </a:cubicBezTo>
                    <a:cubicBezTo>
                      <a:pt x="15906" y="718"/>
                      <a:pt x="14020" y="1"/>
                      <a:pt x="12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70" name="Google Shape;670;p38"/>
              <p:cNvSpPr/>
              <p:nvPr/>
            </p:nvSpPr>
            <p:spPr>
              <a:xfrm>
                <a:off x="5216725" y="889175"/>
                <a:ext cx="276000" cy="254400"/>
              </a:xfrm>
              <a:custGeom>
                <a:rect b="b" l="l" r="r" t="t"/>
                <a:pathLst>
                  <a:path extrusionOk="0" h="10176" w="11040">
                    <a:moveTo>
                      <a:pt x="5456" y="1133"/>
                    </a:moveTo>
                    <a:cubicBezTo>
                      <a:pt x="6487" y="1133"/>
                      <a:pt x="7500" y="1535"/>
                      <a:pt x="8259" y="2293"/>
                    </a:cubicBezTo>
                    <a:cubicBezTo>
                      <a:pt x="9802" y="3839"/>
                      <a:pt x="9802" y="6348"/>
                      <a:pt x="8259" y="7897"/>
                    </a:cubicBezTo>
                    <a:cubicBezTo>
                      <a:pt x="7501" y="8653"/>
                      <a:pt x="6489" y="9055"/>
                      <a:pt x="5460" y="9055"/>
                    </a:cubicBezTo>
                    <a:cubicBezTo>
                      <a:pt x="4948" y="9055"/>
                      <a:pt x="4433" y="8956"/>
                      <a:pt x="3941" y="8751"/>
                    </a:cubicBezTo>
                    <a:cubicBezTo>
                      <a:pt x="2462" y="8138"/>
                      <a:pt x="1499" y="6695"/>
                      <a:pt x="1499" y="5095"/>
                    </a:cubicBezTo>
                    <a:cubicBezTo>
                      <a:pt x="1499" y="3491"/>
                      <a:pt x="2462" y="2048"/>
                      <a:pt x="3941" y="1435"/>
                    </a:cubicBezTo>
                    <a:cubicBezTo>
                      <a:pt x="4431" y="1232"/>
                      <a:pt x="4946" y="1133"/>
                      <a:pt x="5456" y="1133"/>
                    </a:cubicBezTo>
                    <a:close/>
                    <a:moveTo>
                      <a:pt x="5468" y="1"/>
                    </a:moveTo>
                    <a:cubicBezTo>
                      <a:pt x="5465" y="1"/>
                      <a:pt x="5461" y="1"/>
                      <a:pt x="5457" y="1"/>
                    </a:cubicBezTo>
                    <a:cubicBezTo>
                      <a:pt x="3029" y="4"/>
                      <a:pt x="943" y="1719"/>
                      <a:pt x="472" y="4098"/>
                    </a:cubicBezTo>
                    <a:cubicBezTo>
                      <a:pt x="1" y="6481"/>
                      <a:pt x="1275" y="8860"/>
                      <a:pt x="3519" y="9787"/>
                    </a:cubicBezTo>
                    <a:cubicBezTo>
                      <a:pt x="4151" y="10049"/>
                      <a:pt x="4811" y="10175"/>
                      <a:pt x="5463" y="10175"/>
                    </a:cubicBezTo>
                    <a:cubicBezTo>
                      <a:pt x="7120" y="10175"/>
                      <a:pt x="8725" y="9362"/>
                      <a:pt x="9693" y="7912"/>
                    </a:cubicBezTo>
                    <a:cubicBezTo>
                      <a:pt x="11040" y="5895"/>
                      <a:pt x="10774" y="3207"/>
                      <a:pt x="9059" y="1492"/>
                    </a:cubicBezTo>
                    <a:cubicBezTo>
                      <a:pt x="8108" y="535"/>
                      <a:pt x="6814" y="1"/>
                      <a:pt x="54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671" name="Google Shape;671;p38"/>
            <p:cNvSpPr/>
            <p:nvPr/>
          </p:nvSpPr>
          <p:spPr>
            <a:xfrm>
              <a:off x="6754459" y="5328548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989639" y="2031778"/>
              <a:ext cx="428844" cy="402038"/>
            </a:xfrm>
            <a:custGeom>
              <a:rect b="b" l="l" r="r" t="t"/>
              <a:pathLst>
                <a:path extrusionOk="0" h="18118" w="19326">
                  <a:moveTo>
                    <a:pt x="17628" y="1133"/>
                  </a:moveTo>
                  <a:cubicBezTo>
                    <a:pt x="17939" y="1133"/>
                    <a:pt x="18193" y="1387"/>
                    <a:pt x="18193" y="1701"/>
                  </a:cubicBezTo>
                  <a:lnTo>
                    <a:pt x="18193" y="11324"/>
                  </a:lnTo>
                  <a:lnTo>
                    <a:pt x="1133" y="11324"/>
                  </a:lnTo>
                  <a:lnTo>
                    <a:pt x="1133" y="1701"/>
                  </a:lnTo>
                  <a:cubicBezTo>
                    <a:pt x="1133" y="1387"/>
                    <a:pt x="1387" y="1133"/>
                    <a:pt x="1701" y="1133"/>
                  </a:cubicBezTo>
                  <a:close/>
                  <a:moveTo>
                    <a:pt x="18193" y="12456"/>
                  </a:moveTo>
                  <a:lnTo>
                    <a:pt x="18193" y="13024"/>
                  </a:lnTo>
                  <a:cubicBezTo>
                    <a:pt x="18193" y="13335"/>
                    <a:pt x="17939" y="13588"/>
                    <a:pt x="17628" y="13588"/>
                  </a:cubicBezTo>
                  <a:lnTo>
                    <a:pt x="1701" y="13588"/>
                  </a:lnTo>
                  <a:cubicBezTo>
                    <a:pt x="1387" y="13588"/>
                    <a:pt x="1133" y="13335"/>
                    <a:pt x="1133" y="13024"/>
                  </a:cubicBezTo>
                  <a:lnTo>
                    <a:pt x="1133" y="12456"/>
                  </a:lnTo>
                  <a:close/>
                  <a:moveTo>
                    <a:pt x="11520" y="14720"/>
                  </a:moveTo>
                  <a:lnTo>
                    <a:pt x="12275" y="16985"/>
                  </a:lnTo>
                  <a:lnTo>
                    <a:pt x="7051" y="16985"/>
                  </a:lnTo>
                  <a:lnTo>
                    <a:pt x="7806" y="14720"/>
                  </a:lnTo>
                  <a:close/>
                  <a:moveTo>
                    <a:pt x="1701" y="1"/>
                  </a:moveTo>
                  <a:cubicBezTo>
                    <a:pt x="762" y="1"/>
                    <a:pt x="1" y="762"/>
                    <a:pt x="1" y="1701"/>
                  </a:cubicBezTo>
                  <a:lnTo>
                    <a:pt x="1" y="13024"/>
                  </a:lnTo>
                  <a:cubicBezTo>
                    <a:pt x="1" y="13960"/>
                    <a:pt x="762" y="14720"/>
                    <a:pt x="1701" y="14720"/>
                  </a:cubicBezTo>
                  <a:lnTo>
                    <a:pt x="6614" y="14720"/>
                  </a:lnTo>
                  <a:lnTo>
                    <a:pt x="5859" y="16985"/>
                  </a:lnTo>
                  <a:lnTo>
                    <a:pt x="4002" y="16985"/>
                  </a:lnTo>
                  <a:cubicBezTo>
                    <a:pt x="3688" y="16985"/>
                    <a:pt x="3437" y="17239"/>
                    <a:pt x="3437" y="17553"/>
                  </a:cubicBezTo>
                  <a:cubicBezTo>
                    <a:pt x="3437" y="17864"/>
                    <a:pt x="3688" y="18117"/>
                    <a:pt x="4002" y="18117"/>
                  </a:cubicBezTo>
                  <a:lnTo>
                    <a:pt x="15325" y="18117"/>
                  </a:lnTo>
                  <a:cubicBezTo>
                    <a:pt x="15639" y="18117"/>
                    <a:pt x="15889" y="17864"/>
                    <a:pt x="15889" y="17553"/>
                  </a:cubicBezTo>
                  <a:cubicBezTo>
                    <a:pt x="15889" y="17239"/>
                    <a:pt x="15639" y="16985"/>
                    <a:pt x="15325" y="16985"/>
                  </a:cubicBezTo>
                  <a:lnTo>
                    <a:pt x="13468" y="16985"/>
                  </a:lnTo>
                  <a:lnTo>
                    <a:pt x="12713" y="14720"/>
                  </a:lnTo>
                  <a:lnTo>
                    <a:pt x="17628" y="14720"/>
                  </a:lnTo>
                  <a:cubicBezTo>
                    <a:pt x="18565" y="14720"/>
                    <a:pt x="19325" y="13960"/>
                    <a:pt x="19325" y="13024"/>
                  </a:cubicBezTo>
                  <a:lnTo>
                    <a:pt x="19325" y="1701"/>
                  </a:lnTo>
                  <a:cubicBezTo>
                    <a:pt x="19325" y="762"/>
                    <a:pt x="18565" y="1"/>
                    <a:pt x="176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39"/>
          <p:cNvGrpSpPr/>
          <p:nvPr/>
        </p:nvGrpSpPr>
        <p:grpSpPr>
          <a:xfrm>
            <a:off x="533525" y="1753021"/>
            <a:ext cx="11125192" cy="4646147"/>
            <a:chOff x="723250" y="1196950"/>
            <a:chExt cx="7697497" cy="3536150"/>
          </a:xfrm>
        </p:grpSpPr>
        <p:grpSp>
          <p:nvGrpSpPr>
            <p:cNvPr id="678" name="Google Shape;678;p39"/>
            <p:cNvGrpSpPr/>
            <p:nvPr/>
          </p:nvGrpSpPr>
          <p:grpSpPr>
            <a:xfrm>
              <a:off x="723253" y="2461400"/>
              <a:ext cx="1816500" cy="1557600"/>
              <a:chOff x="723253" y="2461400"/>
              <a:chExt cx="1816500" cy="1557600"/>
            </a:xfrm>
          </p:grpSpPr>
          <p:sp>
            <p:nvSpPr>
              <p:cNvPr id="679" name="Google Shape;679;p39"/>
              <p:cNvSpPr/>
              <p:nvPr/>
            </p:nvSpPr>
            <p:spPr>
              <a:xfrm rot="10800000">
                <a:off x="723253" y="2461400"/>
                <a:ext cx="1816500" cy="1557600"/>
              </a:xfrm>
              <a:prstGeom prst="downArrowCallout">
                <a:avLst>
                  <a:gd fmla="val 34754" name="adj1"/>
                  <a:gd fmla="val 17377" name="adj2"/>
                  <a:gd fmla="val 21973" name="adj3"/>
                  <a:gd fmla="val 79879" name="adj4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80" name="Google Shape;680;p39"/>
              <p:cNvSpPr txBox="1"/>
              <p:nvPr/>
            </p:nvSpPr>
            <p:spPr>
              <a:xfrm>
                <a:off x="803193" y="3319240"/>
                <a:ext cx="1656900" cy="57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81" name="Google Shape;681;p39"/>
              <p:cNvSpPr txBox="1"/>
              <p:nvPr/>
            </p:nvSpPr>
            <p:spPr>
              <a:xfrm>
                <a:off x="803182" y="2635358"/>
                <a:ext cx="16569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01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82" name="Google Shape;682;p39"/>
              <p:cNvSpPr txBox="1"/>
              <p:nvPr/>
            </p:nvSpPr>
            <p:spPr>
              <a:xfrm>
                <a:off x="803182" y="3092364"/>
                <a:ext cx="16569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Hiring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83" name="Google Shape;683;p39"/>
            <p:cNvGrpSpPr/>
            <p:nvPr/>
          </p:nvGrpSpPr>
          <p:grpSpPr>
            <a:xfrm>
              <a:off x="3663750" y="2461400"/>
              <a:ext cx="1816500" cy="1557600"/>
              <a:chOff x="3663750" y="2461400"/>
              <a:chExt cx="1816500" cy="1557600"/>
            </a:xfrm>
          </p:grpSpPr>
          <p:sp>
            <p:nvSpPr>
              <p:cNvPr id="684" name="Google Shape;684;p39"/>
              <p:cNvSpPr/>
              <p:nvPr/>
            </p:nvSpPr>
            <p:spPr>
              <a:xfrm rot="10800000">
                <a:off x="3663750" y="2461400"/>
                <a:ext cx="1816500" cy="1557600"/>
              </a:xfrm>
              <a:prstGeom prst="downArrowCallout">
                <a:avLst>
                  <a:gd fmla="val 34754" name="adj1"/>
                  <a:gd fmla="val 17377" name="adj2"/>
                  <a:gd fmla="val 21973" name="adj3"/>
                  <a:gd fmla="val 79879" name="adj4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85" name="Google Shape;685;p39"/>
              <p:cNvSpPr txBox="1"/>
              <p:nvPr/>
            </p:nvSpPr>
            <p:spPr>
              <a:xfrm>
                <a:off x="3743683" y="3319220"/>
                <a:ext cx="1656900" cy="57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86" name="Google Shape;686;p39"/>
              <p:cNvSpPr txBox="1"/>
              <p:nvPr/>
            </p:nvSpPr>
            <p:spPr>
              <a:xfrm>
                <a:off x="3743672" y="2635342"/>
                <a:ext cx="16569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02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87" name="Google Shape;687;p39"/>
              <p:cNvSpPr txBox="1"/>
              <p:nvPr/>
            </p:nvSpPr>
            <p:spPr>
              <a:xfrm>
                <a:off x="3743672" y="3092345"/>
                <a:ext cx="16569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Retention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688" name="Google Shape;688;p39"/>
            <p:cNvGrpSpPr/>
            <p:nvPr/>
          </p:nvGrpSpPr>
          <p:grpSpPr>
            <a:xfrm>
              <a:off x="6604247" y="2461400"/>
              <a:ext cx="1816500" cy="1557600"/>
              <a:chOff x="6604247" y="2461400"/>
              <a:chExt cx="1816500" cy="1557600"/>
            </a:xfrm>
          </p:grpSpPr>
          <p:sp>
            <p:nvSpPr>
              <p:cNvPr id="689" name="Google Shape;689;p39"/>
              <p:cNvSpPr/>
              <p:nvPr/>
            </p:nvSpPr>
            <p:spPr>
              <a:xfrm rot="10800000">
                <a:off x="6604247" y="2461400"/>
                <a:ext cx="1816500" cy="1557600"/>
              </a:xfrm>
              <a:prstGeom prst="downArrowCallout">
                <a:avLst>
                  <a:gd fmla="val 34754" name="adj1"/>
                  <a:gd fmla="val 17377" name="adj2"/>
                  <a:gd fmla="val 21973" name="adj3"/>
                  <a:gd fmla="val 79879" name="adj4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90" name="Google Shape;690;p39"/>
              <p:cNvSpPr txBox="1"/>
              <p:nvPr/>
            </p:nvSpPr>
            <p:spPr>
              <a:xfrm>
                <a:off x="6684178" y="3319220"/>
                <a:ext cx="1656900" cy="57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691" name="Google Shape;691;p39"/>
              <p:cNvSpPr txBox="1"/>
              <p:nvPr/>
            </p:nvSpPr>
            <p:spPr>
              <a:xfrm>
                <a:off x="6684167" y="2635342"/>
                <a:ext cx="16569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03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692" name="Google Shape;692;p39"/>
              <p:cNvSpPr txBox="1"/>
              <p:nvPr/>
            </p:nvSpPr>
            <p:spPr>
              <a:xfrm>
                <a:off x="6684167" y="3092345"/>
                <a:ext cx="16569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Analytics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693" name="Google Shape;693;p39"/>
            <p:cNvSpPr txBox="1"/>
            <p:nvPr/>
          </p:nvSpPr>
          <p:spPr>
            <a:xfrm>
              <a:off x="3500400" y="1196950"/>
              <a:ext cx="2143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400"/>
                <a:buFont typeface="Lora"/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Human Resources</a:t>
              </a:r>
              <a:endParaRPr/>
            </a:p>
          </p:txBody>
        </p:sp>
        <p:cxnSp>
          <p:nvCxnSpPr>
            <p:cNvPr id="694" name="Google Shape;694;p39"/>
            <p:cNvCxnSpPr>
              <a:stCxn id="693" idx="1"/>
              <a:endCxn id="679" idx="2"/>
            </p:cNvCxnSpPr>
            <p:nvPr/>
          </p:nvCxnSpPr>
          <p:spPr>
            <a:xfrm flipH="1">
              <a:off x="1631400" y="1408150"/>
              <a:ext cx="1869000" cy="1053300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5" name="Google Shape;695;p39"/>
            <p:cNvCxnSpPr>
              <a:stCxn id="693" idx="3"/>
              <a:endCxn id="689" idx="2"/>
            </p:cNvCxnSpPr>
            <p:nvPr/>
          </p:nvCxnSpPr>
          <p:spPr>
            <a:xfrm>
              <a:off x="5643600" y="1408150"/>
              <a:ext cx="1869000" cy="1053300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6" name="Google Shape;696;p39"/>
            <p:cNvCxnSpPr>
              <a:stCxn id="693" idx="2"/>
              <a:endCxn id="684" idx="2"/>
            </p:cNvCxnSpPr>
            <p:nvPr/>
          </p:nvCxnSpPr>
          <p:spPr>
            <a:xfrm flipH="1" rot="-5400000">
              <a:off x="4151100" y="2040250"/>
              <a:ext cx="842100" cy="300"/>
            </a:xfrm>
            <a:prstGeom prst="bentConnector3">
              <a:avLst>
                <a:gd fmla="val -24187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7" name="Google Shape;697;p39"/>
            <p:cNvSpPr/>
            <p:nvPr/>
          </p:nvSpPr>
          <p:spPr>
            <a:xfrm>
              <a:off x="723250" y="4229100"/>
              <a:ext cx="7697400" cy="5040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dk2"/>
                </a:gs>
                <a:gs pos="48000">
                  <a:schemeClr val="l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Google Shape;702;p40"/>
          <p:cNvGrpSpPr/>
          <p:nvPr/>
        </p:nvGrpSpPr>
        <p:grpSpPr>
          <a:xfrm>
            <a:off x="657780" y="1749951"/>
            <a:ext cx="10875990" cy="4214224"/>
            <a:chOff x="421560" y="1749951"/>
            <a:chExt cx="10875990" cy="4214224"/>
          </a:xfrm>
        </p:grpSpPr>
        <p:grpSp>
          <p:nvGrpSpPr>
            <p:cNvPr id="703" name="Google Shape;703;p40"/>
            <p:cNvGrpSpPr/>
            <p:nvPr/>
          </p:nvGrpSpPr>
          <p:grpSpPr>
            <a:xfrm>
              <a:off x="7586889" y="3439206"/>
              <a:ext cx="1978026" cy="1435101"/>
              <a:chOff x="7586889" y="3439206"/>
              <a:chExt cx="1978026" cy="1435101"/>
            </a:xfrm>
          </p:grpSpPr>
          <p:sp>
            <p:nvSpPr>
              <p:cNvPr id="704" name="Google Shape;704;p40"/>
              <p:cNvSpPr/>
              <p:nvPr/>
            </p:nvSpPr>
            <p:spPr>
              <a:xfrm>
                <a:off x="9249002" y="4117069"/>
                <a:ext cx="228600" cy="762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40"/>
              <p:cNvSpPr/>
              <p:nvPr/>
            </p:nvSpPr>
            <p:spPr>
              <a:xfrm>
                <a:off x="9477602" y="4067856"/>
                <a:ext cx="87313" cy="174625"/>
              </a:xfrm>
              <a:custGeom>
                <a:rect b="b" l="l" r="r" t="t"/>
                <a:pathLst>
                  <a:path extrusionOk="0" h="110" w="55">
                    <a:moveTo>
                      <a:pt x="0" y="0"/>
                    </a:moveTo>
                    <a:lnTo>
                      <a:pt x="0" y="110"/>
                    </a:lnTo>
                    <a:lnTo>
                      <a:pt x="55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40"/>
              <p:cNvSpPr/>
              <p:nvPr/>
            </p:nvSpPr>
            <p:spPr>
              <a:xfrm>
                <a:off x="7586889" y="4117069"/>
                <a:ext cx="1736725" cy="757238"/>
              </a:xfrm>
              <a:custGeom>
                <a:rect b="b" l="l" r="r" t="t"/>
                <a:pathLst>
                  <a:path extrusionOk="0" h="477" w="1094">
                    <a:moveTo>
                      <a:pt x="273" y="477"/>
                    </a:moveTo>
                    <a:lnTo>
                      <a:pt x="821" y="47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273" y="47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40"/>
              <p:cNvSpPr/>
              <p:nvPr/>
            </p:nvSpPr>
            <p:spPr>
              <a:xfrm>
                <a:off x="7674202" y="3439206"/>
                <a:ext cx="1562100" cy="1358900"/>
              </a:xfrm>
              <a:custGeom>
                <a:rect b="b" l="l" r="r" t="t"/>
                <a:pathLst>
                  <a:path extrusionOk="0" h="856" w="984">
                    <a:moveTo>
                      <a:pt x="738" y="0"/>
                    </a:moveTo>
                    <a:lnTo>
                      <a:pt x="246" y="0"/>
                    </a:lnTo>
                    <a:lnTo>
                      <a:pt x="0" y="427"/>
                    </a:lnTo>
                    <a:lnTo>
                      <a:pt x="246" y="856"/>
                    </a:lnTo>
                    <a:lnTo>
                      <a:pt x="738" y="856"/>
                    </a:lnTo>
                    <a:lnTo>
                      <a:pt x="984" y="427"/>
                    </a:lnTo>
                    <a:lnTo>
                      <a:pt x="73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427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8" name="Google Shape;708;p40"/>
            <p:cNvGrpSpPr/>
            <p:nvPr/>
          </p:nvGrpSpPr>
          <p:grpSpPr>
            <a:xfrm>
              <a:off x="9309327" y="2777219"/>
              <a:ext cx="1736725" cy="1438275"/>
              <a:chOff x="9309327" y="2777219"/>
              <a:chExt cx="1736725" cy="1438275"/>
            </a:xfrm>
          </p:grpSpPr>
          <p:sp>
            <p:nvSpPr>
              <p:cNvPr id="709" name="Google Shape;709;p40"/>
              <p:cNvSpPr/>
              <p:nvPr/>
            </p:nvSpPr>
            <p:spPr>
              <a:xfrm>
                <a:off x="9309327" y="2777219"/>
                <a:ext cx="1736725" cy="757238"/>
              </a:xfrm>
              <a:custGeom>
                <a:rect b="b" l="l" r="r" t="t"/>
                <a:pathLst>
                  <a:path extrusionOk="0" h="477" w="1094">
                    <a:moveTo>
                      <a:pt x="272" y="0"/>
                    </a:moveTo>
                    <a:lnTo>
                      <a:pt x="821" y="0"/>
                    </a:lnTo>
                    <a:lnTo>
                      <a:pt x="1094" y="477"/>
                    </a:lnTo>
                    <a:lnTo>
                      <a:pt x="0" y="477"/>
                    </a:lnTo>
                    <a:lnTo>
                      <a:pt x="2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40"/>
              <p:cNvSpPr/>
              <p:nvPr/>
            </p:nvSpPr>
            <p:spPr>
              <a:xfrm>
                <a:off x="9395052" y="2856594"/>
                <a:ext cx="1563688" cy="1358900"/>
              </a:xfrm>
              <a:custGeom>
                <a:rect b="b" l="l" r="r" t="t"/>
                <a:pathLst>
                  <a:path extrusionOk="0" h="856" w="985">
                    <a:moveTo>
                      <a:pt x="738" y="856"/>
                    </a:moveTo>
                    <a:lnTo>
                      <a:pt x="247" y="856"/>
                    </a:lnTo>
                    <a:lnTo>
                      <a:pt x="0" y="427"/>
                    </a:lnTo>
                    <a:lnTo>
                      <a:pt x="247" y="0"/>
                    </a:lnTo>
                    <a:lnTo>
                      <a:pt x="738" y="0"/>
                    </a:lnTo>
                    <a:lnTo>
                      <a:pt x="985" y="427"/>
                    </a:lnTo>
                    <a:lnTo>
                      <a:pt x="738" y="85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42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40"/>
            <p:cNvGrpSpPr/>
            <p:nvPr/>
          </p:nvGrpSpPr>
          <p:grpSpPr>
            <a:xfrm>
              <a:off x="4143602" y="3428094"/>
              <a:ext cx="1978025" cy="1438274"/>
              <a:chOff x="4143602" y="3428094"/>
              <a:chExt cx="1978025" cy="1438274"/>
            </a:xfrm>
          </p:grpSpPr>
          <p:grpSp>
            <p:nvGrpSpPr>
              <p:cNvPr id="712" name="Google Shape;712;p40"/>
              <p:cNvGrpSpPr/>
              <p:nvPr/>
            </p:nvGrpSpPr>
            <p:grpSpPr>
              <a:xfrm>
                <a:off x="4143602" y="3428094"/>
                <a:ext cx="1978025" cy="1438274"/>
                <a:chOff x="4143602" y="3428094"/>
                <a:chExt cx="1978025" cy="1438274"/>
              </a:xfrm>
            </p:grpSpPr>
            <p:sp>
              <p:nvSpPr>
                <p:cNvPr id="713" name="Google Shape;713;p40"/>
                <p:cNvSpPr/>
                <p:nvPr/>
              </p:nvSpPr>
              <p:spPr>
                <a:xfrm>
                  <a:off x="5805714" y="4109131"/>
                  <a:ext cx="228600" cy="762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40"/>
                <p:cNvSpPr/>
                <p:nvPr/>
              </p:nvSpPr>
              <p:spPr>
                <a:xfrm>
                  <a:off x="6034314" y="4059919"/>
                  <a:ext cx="87313" cy="174625"/>
                </a:xfrm>
                <a:custGeom>
                  <a:rect b="b" l="l" r="r" t="t"/>
                  <a:pathLst>
                    <a:path extrusionOk="0" h="110" w="55">
                      <a:moveTo>
                        <a:pt x="0" y="0"/>
                      </a:moveTo>
                      <a:lnTo>
                        <a:pt x="0" y="110"/>
                      </a:lnTo>
                      <a:lnTo>
                        <a:pt x="55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5" name="Google Shape;715;p40"/>
                <p:cNvSpPr/>
                <p:nvPr/>
              </p:nvSpPr>
              <p:spPr>
                <a:xfrm>
                  <a:off x="4143602" y="4109131"/>
                  <a:ext cx="1736725" cy="757238"/>
                </a:xfrm>
                <a:custGeom>
                  <a:rect b="b" l="l" r="r" t="t"/>
                  <a:pathLst>
                    <a:path extrusionOk="0" h="477" w="1094">
                      <a:moveTo>
                        <a:pt x="273" y="477"/>
                      </a:moveTo>
                      <a:lnTo>
                        <a:pt x="821" y="477"/>
                      </a:lnTo>
                      <a:lnTo>
                        <a:pt x="1094" y="0"/>
                      </a:lnTo>
                      <a:lnTo>
                        <a:pt x="0" y="0"/>
                      </a:lnTo>
                      <a:lnTo>
                        <a:pt x="273" y="47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" name="Google Shape;716;p40"/>
                <p:cNvSpPr/>
                <p:nvPr/>
              </p:nvSpPr>
              <p:spPr>
                <a:xfrm>
                  <a:off x="4230914" y="3428094"/>
                  <a:ext cx="1563688" cy="1362075"/>
                </a:xfrm>
                <a:custGeom>
                  <a:rect b="b" l="l" r="r" t="t"/>
                  <a:pathLst>
                    <a:path extrusionOk="0" h="858" w="985">
                      <a:moveTo>
                        <a:pt x="738" y="0"/>
                      </a:moveTo>
                      <a:lnTo>
                        <a:pt x="247" y="0"/>
                      </a:lnTo>
                      <a:lnTo>
                        <a:pt x="0" y="429"/>
                      </a:lnTo>
                      <a:lnTo>
                        <a:pt x="247" y="858"/>
                      </a:lnTo>
                      <a:lnTo>
                        <a:pt x="738" y="858"/>
                      </a:lnTo>
                      <a:lnTo>
                        <a:pt x="985" y="429"/>
                      </a:lnTo>
                      <a:lnTo>
                        <a:pt x="73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17" name="Google Shape;717;p40"/>
              <p:cNvGrpSpPr/>
              <p:nvPr/>
            </p:nvGrpSpPr>
            <p:grpSpPr>
              <a:xfrm>
                <a:off x="4763429" y="3797333"/>
                <a:ext cx="492240" cy="540091"/>
                <a:chOff x="5897779" y="1453403"/>
                <a:chExt cx="390480" cy="428439"/>
              </a:xfrm>
            </p:grpSpPr>
            <p:grpSp>
              <p:nvGrpSpPr>
                <p:cNvPr id="718" name="Google Shape;718;p40"/>
                <p:cNvGrpSpPr/>
                <p:nvPr/>
              </p:nvGrpSpPr>
              <p:grpSpPr>
                <a:xfrm>
                  <a:off x="5897779" y="1532356"/>
                  <a:ext cx="351315" cy="349486"/>
                  <a:chOff x="685475" y="2318350"/>
                  <a:chExt cx="297750" cy="296200"/>
                </a:xfrm>
              </p:grpSpPr>
              <p:sp>
                <p:nvSpPr>
                  <p:cNvPr id="719" name="Google Shape;719;p40"/>
                  <p:cNvSpPr/>
                  <p:nvPr/>
                </p:nvSpPr>
                <p:spPr>
                  <a:xfrm>
                    <a:off x="685475" y="2371925"/>
                    <a:ext cx="142600" cy="241975"/>
                  </a:xfrm>
                  <a:custGeom>
                    <a:rect b="b" l="l" r="r" t="t"/>
                    <a:pathLst>
                      <a:path extrusionOk="0" h="9679" w="5704">
                        <a:moveTo>
                          <a:pt x="2080" y="662"/>
                        </a:moveTo>
                        <a:cubicBezTo>
                          <a:pt x="2458" y="662"/>
                          <a:pt x="2773" y="977"/>
                          <a:pt x="2773" y="1387"/>
                        </a:cubicBezTo>
                        <a:cubicBezTo>
                          <a:pt x="2773" y="1765"/>
                          <a:pt x="2458" y="2080"/>
                          <a:pt x="2080" y="2080"/>
                        </a:cubicBezTo>
                        <a:cubicBezTo>
                          <a:pt x="1671" y="2080"/>
                          <a:pt x="1356" y="1765"/>
                          <a:pt x="1356" y="1387"/>
                        </a:cubicBezTo>
                        <a:cubicBezTo>
                          <a:pt x="1356" y="977"/>
                          <a:pt x="1734" y="662"/>
                          <a:pt x="2080" y="662"/>
                        </a:cubicBezTo>
                        <a:close/>
                        <a:moveTo>
                          <a:pt x="2962" y="6900"/>
                        </a:moveTo>
                        <a:lnTo>
                          <a:pt x="3120" y="7593"/>
                        </a:lnTo>
                        <a:lnTo>
                          <a:pt x="1135" y="7593"/>
                        </a:lnTo>
                        <a:lnTo>
                          <a:pt x="1293" y="6900"/>
                        </a:lnTo>
                        <a:close/>
                        <a:moveTo>
                          <a:pt x="1742" y="2767"/>
                        </a:moveTo>
                        <a:cubicBezTo>
                          <a:pt x="1866" y="2767"/>
                          <a:pt x="1991" y="2831"/>
                          <a:pt x="2049" y="2962"/>
                        </a:cubicBezTo>
                        <a:lnTo>
                          <a:pt x="2553" y="3938"/>
                        </a:lnTo>
                        <a:cubicBezTo>
                          <a:pt x="2584" y="4064"/>
                          <a:pt x="2742" y="4127"/>
                          <a:pt x="2868" y="4127"/>
                        </a:cubicBezTo>
                        <a:lnTo>
                          <a:pt x="3813" y="4127"/>
                        </a:lnTo>
                        <a:cubicBezTo>
                          <a:pt x="4002" y="4127"/>
                          <a:pt x="4159" y="4285"/>
                          <a:pt x="4159" y="4474"/>
                        </a:cubicBezTo>
                        <a:cubicBezTo>
                          <a:pt x="4159" y="4695"/>
                          <a:pt x="4002" y="4852"/>
                          <a:pt x="3813" y="4852"/>
                        </a:cubicBezTo>
                        <a:lnTo>
                          <a:pt x="2427" y="4852"/>
                        </a:lnTo>
                        <a:cubicBezTo>
                          <a:pt x="2301" y="4852"/>
                          <a:pt x="2175" y="4758"/>
                          <a:pt x="2112" y="4631"/>
                        </a:cubicBezTo>
                        <a:cubicBezTo>
                          <a:pt x="2042" y="4515"/>
                          <a:pt x="1919" y="4450"/>
                          <a:pt x="1784" y="4450"/>
                        </a:cubicBezTo>
                        <a:cubicBezTo>
                          <a:pt x="1737" y="4450"/>
                          <a:pt x="1688" y="4458"/>
                          <a:pt x="1639" y="4474"/>
                        </a:cubicBezTo>
                        <a:cubicBezTo>
                          <a:pt x="1482" y="4568"/>
                          <a:pt x="1387" y="4758"/>
                          <a:pt x="1482" y="4947"/>
                        </a:cubicBezTo>
                        <a:cubicBezTo>
                          <a:pt x="1671" y="5325"/>
                          <a:pt x="2017" y="5545"/>
                          <a:pt x="2427" y="5545"/>
                        </a:cubicBezTo>
                        <a:lnTo>
                          <a:pt x="3813" y="5545"/>
                        </a:lnTo>
                        <a:cubicBezTo>
                          <a:pt x="3970" y="5545"/>
                          <a:pt x="4128" y="5671"/>
                          <a:pt x="4159" y="5829"/>
                        </a:cubicBezTo>
                        <a:lnTo>
                          <a:pt x="4853" y="8570"/>
                        </a:lnTo>
                        <a:cubicBezTo>
                          <a:pt x="4916" y="8790"/>
                          <a:pt x="4790" y="8979"/>
                          <a:pt x="4632" y="9011"/>
                        </a:cubicBezTo>
                        <a:cubicBezTo>
                          <a:pt x="4608" y="9015"/>
                          <a:pt x="4584" y="9017"/>
                          <a:pt x="4560" y="9017"/>
                        </a:cubicBezTo>
                        <a:cubicBezTo>
                          <a:pt x="4403" y="9017"/>
                          <a:pt x="4273" y="8927"/>
                          <a:pt x="4191" y="8790"/>
                        </a:cubicBezTo>
                        <a:lnTo>
                          <a:pt x="3655" y="6522"/>
                        </a:lnTo>
                        <a:cubicBezTo>
                          <a:pt x="3592" y="6364"/>
                          <a:pt x="3498" y="6270"/>
                          <a:pt x="3277" y="6270"/>
                        </a:cubicBezTo>
                        <a:lnTo>
                          <a:pt x="1040" y="6270"/>
                        </a:lnTo>
                        <a:cubicBezTo>
                          <a:pt x="914" y="6270"/>
                          <a:pt x="851" y="6207"/>
                          <a:pt x="757" y="6144"/>
                        </a:cubicBezTo>
                        <a:cubicBezTo>
                          <a:pt x="694" y="5986"/>
                          <a:pt x="694" y="5892"/>
                          <a:pt x="694" y="5797"/>
                        </a:cubicBezTo>
                        <a:lnTo>
                          <a:pt x="1419" y="3025"/>
                        </a:lnTo>
                        <a:cubicBezTo>
                          <a:pt x="1453" y="2855"/>
                          <a:pt x="1597" y="2767"/>
                          <a:pt x="1742" y="2767"/>
                        </a:cubicBezTo>
                        <a:close/>
                        <a:moveTo>
                          <a:pt x="2143" y="0"/>
                        </a:moveTo>
                        <a:cubicBezTo>
                          <a:pt x="1419" y="0"/>
                          <a:pt x="788" y="630"/>
                          <a:pt x="788" y="1387"/>
                        </a:cubicBezTo>
                        <a:cubicBezTo>
                          <a:pt x="788" y="1733"/>
                          <a:pt x="946" y="2080"/>
                          <a:pt x="1135" y="2332"/>
                        </a:cubicBezTo>
                        <a:cubicBezTo>
                          <a:pt x="977" y="2426"/>
                          <a:pt x="851" y="2647"/>
                          <a:pt x="788" y="2867"/>
                        </a:cubicBezTo>
                        <a:lnTo>
                          <a:pt x="64" y="5640"/>
                        </a:lnTo>
                        <a:cubicBezTo>
                          <a:pt x="1" y="5955"/>
                          <a:pt x="64" y="6270"/>
                          <a:pt x="253" y="6522"/>
                        </a:cubicBezTo>
                        <a:cubicBezTo>
                          <a:pt x="347" y="6648"/>
                          <a:pt x="473" y="6774"/>
                          <a:pt x="631" y="6805"/>
                        </a:cubicBezTo>
                        <a:lnTo>
                          <a:pt x="32" y="9263"/>
                        </a:lnTo>
                        <a:cubicBezTo>
                          <a:pt x="1" y="9452"/>
                          <a:pt x="95" y="9609"/>
                          <a:pt x="253" y="9672"/>
                        </a:cubicBezTo>
                        <a:cubicBezTo>
                          <a:pt x="281" y="9676"/>
                          <a:pt x="309" y="9678"/>
                          <a:pt x="335" y="9678"/>
                        </a:cubicBezTo>
                        <a:cubicBezTo>
                          <a:pt x="513" y="9678"/>
                          <a:pt x="639" y="9589"/>
                          <a:pt x="694" y="9452"/>
                        </a:cubicBezTo>
                        <a:lnTo>
                          <a:pt x="977" y="8318"/>
                        </a:lnTo>
                        <a:lnTo>
                          <a:pt x="3372" y="8318"/>
                        </a:lnTo>
                        <a:lnTo>
                          <a:pt x="3529" y="8885"/>
                        </a:lnTo>
                        <a:cubicBezTo>
                          <a:pt x="3661" y="9359"/>
                          <a:pt x="4079" y="9679"/>
                          <a:pt x="4526" y="9679"/>
                        </a:cubicBezTo>
                        <a:cubicBezTo>
                          <a:pt x="4613" y="9679"/>
                          <a:pt x="4702" y="9667"/>
                          <a:pt x="4790" y="9641"/>
                        </a:cubicBezTo>
                        <a:cubicBezTo>
                          <a:pt x="5357" y="9483"/>
                          <a:pt x="5703" y="8916"/>
                          <a:pt x="5546" y="8381"/>
                        </a:cubicBezTo>
                        <a:lnTo>
                          <a:pt x="4821" y="5640"/>
                        </a:lnTo>
                        <a:cubicBezTo>
                          <a:pt x="4790" y="5482"/>
                          <a:pt x="4727" y="5325"/>
                          <a:pt x="4601" y="5199"/>
                        </a:cubicBezTo>
                        <a:cubicBezTo>
                          <a:pt x="4758" y="5010"/>
                          <a:pt x="4884" y="4758"/>
                          <a:pt x="4884" y="4474"/>
                        </a:cubicBezTo>
                        <a:cubicBezTo>
                          <a:pt x="4884" y="3907"/>
                          <a:pt x="4412" y="3466"/>
                          <a:pt x="3844" y="3466"/>
                        </a:cubicBezTo>
                        <a:lnTo>
                          <a:pt x="3088" y="3466"/>
                        </a:lnTo>
                        <a:lnTo>
                          <a:pt x="2710" y="2647"/>
                        </a:lnTo>
                        <a:cubicBezTo>
                          <a:pt x="3183" y="2395"/>
                          <a:pt x="3529" y="1922"/>
                          <a:pt x="3529" y="1387"/>
                        </a:cubicBezTo>
                        <a:cubicBezTo>
                          <a:pt x="3529" y="630"/>
                          <a:pt x="2899" y="0"/>
                          <a:pt x="214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Calibri"/>
                      <a:buNone/>
                    </a:pPr>
                    <a:r>
                      <a:t/>
                    </a:r>
                    <a:endParaRPr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720" name="Google Shape;720;p40"/>
                  <p:cNvSpPr/>
                  <p:nvPr/>
                </p:nvSpPr>
                <p:spPr>
                  <a:xfrm>
                    <a:off x="839850" y="2371925"/>
                    <a:ext cx="143375" cy="242625"/>
                  </a:xfrm>
                  <a:custGeom>
                    <a:rect b="b" l="l" r="r" t="t"/>
                    <a:pathLst>
                      <a:path extrusionOk="0" h="9705" w="5735">
                        <a:moveTo>
                          <a:pt x="3624" y="662"/>
                        </a:moveTo>
                        <a:cubicBezTo>
                          <a:pt x="4002" y="662"/>
                          <a:pt x="4317" y="977"/>
                          <a:pt x="4317" y="1355"/>
                        </a:cubicBezTo>
                        <a:cubicBezTo>
                          <a:pt x="4317" y="1765"/>
                          <a:pt x="4002" y="2080"/>
                          <a:pt x="3624" y="2080"/>
                        </a:cubicBezTo>
                        <a:cubicBezTo>
                          <a:pt x="3214" y="2080"/>
                          <a:pt x="2899" y="1765"/>
                          <a:pt x="2899" y="1355"/>
                        </a:cubicBezTo>
                        <a:cubicBezTo>
                          <a:pt x="2899" y="977"/>
                          <a:pt x="3214" y="662"/>
                          <a:pt x="3624" y="662"/>
                        </a:cubicBezTo>
                        <a:close/>
                        <a:moveTo>
                          <a:pt x="4317" y="6900"/>
                        </a:moveTo>
                        <a:lnTo>
                          <a:pt x="4474" y="7593"/>
                        </a:lnTo>
                        <a:lnTo>
                          <a:pt x="2490" y="7593"/>
                        </a:lnTo>
                        <a:lnTo>
                          <a:pt x="2647" y="6900"/>
                        </a:lnTo>
                        <a:close/>
                        <a:moveTo>
                          <a:pt x="3962" y="2731"/>
                        </a:moveTo>
                        <a:cubicBezTo>
                          <a:pt x="4108" y="2731"/>
                          <a:pt x="4250" y="2818"/>
                          <a:pt x="4285" y="2993"/>
                        </a:cubicBezTo>
                        <a:lnTo>
                          <a:pt x="4979" y="5734"/>
                        </a:lnTo>
                        <a:cubicBezTo>
                          <a:pt x="5010" y="6018"/>
                          <a:pt x="4853" y="6207"/>
                          <a:pt x="4632" y="6207"/>
                        </a:cubicBezTo>
                        <a:lnTo>
                          <a:pt x="2395" y="6207"/>
                        </a:lnTo>
                        <a:cubicBezTo>
                          <a:pt x="2238" y="6207"/>
                          <a:pt x="2080" y="6333"/>
                          <a:pt x="2049" y="6490"/>
                        </a:cubicBezTo>
                        <a:lnTo>
                          <a:pt x="1482" y="8727"/>
                        </a:lnTo>
                        <a:cubicBezTo>
                          <a:pt x="1456" y="8883"/>
                          <a:pt x="1323" y="8996"/>
                          <a:pt x="1154" y="8996"/>
                        </a:cubicBezTo>
                        <a:cubicBezTo>
                          <a:pt x="1118" y="8996"/>
                          <a:pt x="1080" y="8990"/>
                          <a:pt x="1040" y="8979"/>
                        </a:cubicBezTo>
                        <a:cubicBezTo>
                          <a:pt x="851" y="8916"/>
                          <a:pt x="725" y="8727"/>
                          <a:pt x="820" y="8538"/>
                        </a:cubicBezTo>
                        <a:lnTo>
                          <a:pt x="1513" y="5766"/>
                        </a:lnTo>
                        <a:cubicBezTo>
                          <a:pt x="1576" y="5608"/>
                          <a:pt x="1671" y="5514"/>
                          <a:pt x="1891" y="5514"/>
                        </a:cubicBezTo>
                        <a:lnTo>
                          <a:pt x="3246" y="5514"/>
                        </a:lnTo>
                        <a:cubicBezTo>
                          <a:pt x="3655" y="5514"/>
                          <a:pt x="4002" y="5262"/>
                          <a:pt x="4222" y="4915"/>
                        </a:cubicBezTo>
                        <a:cubicBezTo>
                          <a:pt x="4285" y="4758"/>
                          <a:pt x="4222" y="4537"/>
                          <a:pt x="4033" y="4442"/>
                        </a:cubicBezTo>
                        <a:cubicBezTo>
                          <a:pt x="3993" y="4426"/>
                          <a:pt x="3948" y="4418"/>
                          <a:pt x="3902" y="4418"/>
                        </a:cubicBezTo>
                        <a:cubicBezTo>
                          <a:pt x="3770" y="4418"/>
                          <a:pt x="3631" y="4483"/>
                          <a:pt x="3561" y="4600"/>
                        </a:cubicBezTo>
                        <a:cubicBezTo>
                          <a:pt x="3529" y="4726"/>
                          <a:pt x="3372" y="4789"/>
                          <a:pt x="3246" y="4789"/>
                        </a:cubicBezTo>
                        <a:lnTo>
                          <a:pt x="1891" y="4789"/>
                        </a:lnTo>
                        <a:cubicBezTo>
                          <a:pt x="1671" y="4789"/>
                          <a:pt x="1513" y="4631"/>
                          <a:pt x="1513" y="4442"/>
                        </a:cubicBezTo>
                        <a:cubicBezTo>
                          <a:pt x="1513" y="4253"/>
                          <a:pt x="1671" y="4096"/>
                          <a:pt x="1891" y="4096"/>
                        </a:cubicBezTo>
                        <a:lnTo>
                          <a:pt x="2836" y="4096"/>
                        </a:lnTo>
                        <a:cubicBezTo>
                          <a:pt x="2931" y="4096"/>
                          <a:pt x="3057" y="4001"/>
                          <a:pt x="3151" y="3907"/>
                        </a:cubicBezTo>
                        <a:cubicBezTo>
                          <a:pt x="3151" y="3844"/>
                          <a:pt x="3655" y="2899"/>
                          <a:pt x="3655" y="2899"/>
                        </a:cubicBezTo>
                        <a:cubicBezTo>
                          <a:pt x="3725" y="2787"/>
                          <a:pt x="3845" y="2731"/>
                          <a:pt x="3962" y="2731"/>
                        </a:cubicBezTo>
                        <a:close/>
                        <a:moveTo>
                          <a:pt x="3529" y="0"/>
                        </a:moveTo>
                        <a:cubicBezTo>
                          <a:pt x="2805" y="0"/>
                          <a:pt x="2175" y="630"/>
                          <a:pt x="2175" y="1355"/>
                        </a:cubicBezTo>
                        <a:cubicBezTo>
                          <a:pt x="2175" y="1922"/>
                          <a:pt x="2490" y="2395"/>
                          <a:pt x="2994" y="2615"/>
                        </a:cubicBezTo>
                        <a:lnTo>
                          <a:pt x="2584" y="3466"/>
                        </a:lnTo>
                        <a:lnTo>
                          <a:pt x="1860" y="3466"/>
                        </a:lnTo>
                        <a:cubicBezTo>
                          <a:pt x="1261" y="3466"/>
                          <a:pt x="820" y="3938"/>
                          <a:pt x="820" y="4474"/>
                        </a:cubicBezTo>
                        <a:cubicBezTo>
                          <a:pt x="820" y="4758"/>
                          <a:pt x="946" y="4978"/>
                          <a:pt x="1103" y="5199"/>
                        </a:cubicBezTo>
                        <a:cubicBezTo>
                          <a:pt x="977" y="5325"/>
                          <a:pt x="914" y="5451"/>
                          <a:pt x="851" y="5608"/>
                        </a:cubicBezTo>
                        <a:lnTo>
                          <a:pt x="158" y="8381"/>
                        </a:lnTo>
                        <a:cubicBezTo>
                          <a:pt x="1" y="8916"/>
                          <a:pt x="347" y="9483"/>
                          <a:pt x="914" y="9641"/>
                        </a:cubicBezTo>
                        <a:cubicBezTo>
                          <a:pt x="1002" y="9667"/>
                          <a:pt x="1091" y="9679"/>
                          <a:pt x="1178" y="9679"/>
                        </a:cubicBezTo>
                        <a:cubicBezTo>
                          <a:pt x="1624" y="9679"/>
                          <a:pt x="2038" y="9359"/>
                          <a:pt x="2143" y="8885"/>
                        </a:cubicBezTo>
                        <a:lnTo>
                          <a:pt x="2332" y="8286"/>
                        </a:lnTo>
                        <a:lnTo>
                          <a:pt x="4695" y="8286"/>
                        </a:lnTo>
                        <a:lnTo>
                          <a:pt x="4947" y="9452"/>
                        </a:lnTo>
                        <a:cubicBezTo>
                          <a:pt x="4995" y="9597"/>
                          <a:pt x="5118" y="9704"/>
                          <a:pt x="5257" y="9704"/>
                        </a:cubicBezTo>
                        <a:cubicBezTo>
                          <a:pt x="5300" y="9704"/>
                          <a:pt x="5344" y="9694"/>
                          <a:pt x="5388" y="9672"/>
                        </a:cubicBezTo>
                        <a:cubicBezTo>
                          <a:pt x="5577" y="9641"/>
                          <a:pt x="5703" y="9452"/>
                          <a:pt x="5609" y="9231"/>
                        </a:cubicBezTo>
                        <a:lnTo>
                          <a:pt x="5042" y="6805"/>
                        </a:lnTo>
                        <a:cubicBezTo>
                          <a:pt x="5514" y="6616"/>
                          <a:pt x="5735" y="6144"/>
                          <a:pt x="5640" y="5640"/>
                        </a:cubicBezTo>
                        <a:lnTo>
                          <a:pt x="4916" y="2867"/>
                        </a:lnTo>
                        <a:cubicBezTo>
                          <a:pt x="4884" y="2647"/>
                          <a:pt x="4758" y="2489"/>
                          <a:pt x="4569" y="2332"/>
                        </a:cubicBezTo>
                        <a:cubicBezTo>
                          <a:pt x="4790" y="2080"/>
                          <a:pt x="4916" y="1733"/>
                          <a:pt x="4916" y="1355"/>
                        </a:cubicBezTo>
                        <a:cubicBezTo>
                          <a:pt x="4916" y="630"/>
                          <a:pt x="4285" y="0"/>
                          <a:pt x="352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Calibri"/>
                      <a:buNone/>
                    </a:pPr>
                    <a:r>
                      <a:t/>
                    </a:r>
                    <a:endParaRPr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721" name="Google Shape;721;p40"/>
                  <p:cNvSpPr/>
                  <p:nvPr/>
                </p:nvSpPr>
                <p:spPr>
                  <a:xfrm>
                    <a:off x="772900" y="2318350"/>
                    <a:ext cx="122125" cy="105075"/>
                  </a:xfrm>
                  <a:custGeom>
                    <a:rect b="b" l="l" r="r" t="t"/>
                    <a:pathLst>
                      <a:path extrusionOk="0" h="4203" w="4885">
                        <a:moveTo>
                          <a:pt x="3844" y="631"/>
                        </a:moveTo>
                        <a:cubicBezTo>
                          <a:pt x="4034" y="631"/>
                          <a:pt x="4223" y="789"/>
                          <a:pt x="4223" y="978"/>
                        </a:cubicBezTo>
                        <a:lnTo>
                          <a:pt x="4223" y="1734"/>
                        </a:lnTo>
                        <a:cubicBezTo>
                          <a:pt x="4223" y="1923"/>
                          <a:pt x="4034" y="2112"/>
                          <a:pt x="3844" y="2112"/>
                        </a:cubicBezTo>
                        <a:cubicBezTo>
                          <a:pt x="3655" y="2143"/>
                          <a:pt x="3498" y="2301"/>
                          <a:pt x="3498" y="2458"/>
                        </a:cubicBezTo>
                        <a:lnTo>
                          <a:pt x="3498" y="2994"/>
                        </a:lnTo>
                        <a:lnTo>
                          <a:pt x="2679" y="2206"/>
                        </a:lnTo>
                        <a:cubicBezTo>
                          <a:pt x="2584" y="2143"/>
                          <a:pt x="2521" y="2112"/>
                          <a:pt x="2427" y="2112"/>
                        </a:cubicBezTo>
                        <a:lnTo>
                          <a:pt x="1009" y="2112"/>
                        </a:lnTo>
                        <a:cubicBezTo>
                          <a:pt x="820" y="2112"/>
                          <a:pt x="662" y="1923"/>
                          <a:pt x="662" y="1734"/>
                        </a:cubicBezTo>
                        <a:lnTo>
                          <a:pt x="662" y="978"/>
                        </a:lnTo>
                        <a:cubicBezTo>
                          <a:pt x="662" y="789"/>
                          <a:pt x="820" y="631"/>
                          <a:pt x="1009" y="631"/>
                        </a:cubicBezTo>
                        <a:close/>
                        <a:moveTo>
                          <a:pt x="1009" y="1"/>
                        </a:moveTo>
                        <a:cubicBezTo>
                          <a:pt x="442" y="1"/>
                          <a:pt x="1" y="474"/>
                          <a:pt x="1" y="1041"/>
                        </a:cubicBezTo>
                        <a:lnTo>
                          <a:pt x="1" y="1765"/>
                        </a:lnTo>
                        <a:cubicBezTo>
                          <a:pt x="1" y="2364"/>
                          <a:pt x="473" y="2805"/>
                          <a:pt x="1009" y="2805"/>
                        </a:cubicBezTo>
                        <a:lnTo>
                          <a:pt x="2269" y="2805"/>
                        </a:lnTo>
                        <a:lnTo>
                          <a:pt x="3592" y="4097"/>
                        </a:lnTo>
                        <a:cubicBezTo>
                          <a:pt x="3663" y="4167"/>
                          <a:pt x="3770" y="4203"/>
                          <a:pt x="3872" y="4203"/>
                        </a:cubicBezTo>
                        <a:cubicBezTo>
                          <a:pt x="3906" y="4203"/>
                          <a:pt x="3939" y="4199"/>
                          <a:pt x="3970" y="4191"/>
                        </a:cubicBezTo>
                        <a:cubicBezTo>
                          <a:pt x="4097" y="4160"/>
                          <a:pt x="4160" y="4002"/>
                          <a:pt x="4160" y="3876"/>
                        </a:cubicBezTo>
                        <a:lnTo>
                          <a:pt x="4160" y="2773"/>
                        </a:lnTo>
                        <a:cubicBezTo>
                          <a:pt x="4569" y="2616"/>
                          <a:pt x="4884" y="2238"/>
                          <a:pt x="4884" y="1765"/>
                        </a:cubicBezTo>
                        <a:lnTo>
                          <a:pt x="4884" y="1041"/>
                        </a:lnTo>
                        <a:cubicBezTo>
                          <a:pt x="4884" y="442"/>
                          <a:pt x="4412" y="1"/>
                          <a:pt x="384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Calibri"/>
                      <a:buNone/>
                    </a:pPr>
                    <a:r>
                      <a:t/>
                    </a:r>
                    <a:endParaRPr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722" name="Google Shape;722;p40"/>
                <p:cNvSpPr/>
                <p:nvPr/>
              </p:nvSpPr>
              <p:spPr>
                <a:xfrm flipH="1">
                  <a:off x="6144164" y="1453403"/>
                  <a:ext cx="144095" cy="123978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723" name="Google Shape;723;p40"/>
            <p:cNvGrpSpPr/>
            <p:nvPr/>
          </p:nvGrpSpPr>
          <p:grpSpPr>
            <a:xfrm>
              <a:off x="5866039" y="2769281"/>
              <a:ext cx="1976438" cy="1435100"/>
              <a:chOff x="5866039" y="2769281"/>
              <a:chExt cx="1976438" cy="1435100"/>
            </a:xfrm>
          </p:grpSpPr>
          <p:grpSp>
            <p:nvGrpSpPr>
              <p:cNvPr id="724" name="Google Shape;724;p40"/>
              <p:cNvGrpSpPr/>
              <p:nvPr/>
            </p:nvGrpSpPr>
            <p:grpSpPr>
              <a:xfrm>
                <a:off x="5866039" y="2769281"/>
                <a:ext cx="1976438" cy="1435100"/>
                <a:chOff x="5866039" y="2769281"/>
                <a:chExt cx="1976438" cy="1435100"/>
              </a:xfrm>
            </p:grpSpPr>
            <p:sp>
              <p:nvSpPr>
                <p:cNvPr id="725" name="Google Shape;725;p40"/>
                <p:cNvSpPr/>
                <p:nvPr/>
              </p:nvSpPr>
              <p:spPr>
                <a:xfrm>
                  <a:off x="7526564" y="3450319"/>
                  <a:ext cx="230100" cy="76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6" name="Google Shape;726;p40"/>
                <p:cNvSpPr/>
                <p:nvPr/>
              </p:nvSpPr>
              <p:spPr>
                <a:xfrm>
                  <a:off x="7756752" y="3401106"/>
                  <a:ext cx="85725" cy="174625"/>
                </a:xfrm>
                <a:custGeom>
                  <a:rect b="b" l="l" r="r" t="t"/>
                  <a:pathLst>
                    <a:path extrusionOk="0" h="110" w="54">
                      <a:moveTo>
                        <a:pt x="0" y="110"/>
                      </a:moveTo>
                      <a:lnTo>
                        <a:pt x="0" y="0"/>
                      </a:lnTo>
                      <a:lnTo>
                        <a:pt x="54" y="55"/>
                      </a:lnTo>
                      <a:lnTo>
                        <a:pt x="0" y="11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7" name="Google Shape;727;p40"/>
                <p:cNvSpPr/>
                <p:nvPr/>
              </p:nvSpPr>
              <p:spPr>
                <a:xfrm>
                  <a:off x="5866039" y="2769281"/>
                  <a:ext cx="1736725" cy="757237"/>
                </a:xfrm>
                <a:custGeom>
                  <a:rect b="b" l="l" r="r" t="t"/>
                  <a:pathLst>
                    <a:path extrusionOk="0" h="477" w="1094">
                      <a:moveTo>
                        <a:pt x="273" y="0"/>
                      </a:moveTo>
                      <a:lnTo>
                        <a:pt x="821" y="0"/>
                      </a:lnTo>
                      <a:lnTo>
                        <a:pt x="1094" y="477"/>
                      </a:lnTo>
                      <a:lnTo>
                        <a:pt x="0" y="477"/>
                      </a:ln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8" name="Google Shape;728;p40"/>
                <p:cNvSpPr/>
                <p:nvPr/>
              </p:nvSpPr>
              <p:spPr>
                <a:xfrm>
                  <a:off x="5951764" y="2845481"/>
                  <a:ext cx="1563688" cy="1358900"/>
                </a:xfrm>
                <a:custGeom>
                  <a:rect b="b" l="l" r="r" t="t"/>
                  <a:pathLst>
                    <a:path extrusionOk="0" h="856" w="985">
                      <a:moveTo>
                        <a:pt x="738" y="856"/>
                      </a:moveTo>
                      <a:lnTo>
                        <a:pt x="247" y="856"/>
                      </a:lnTo>
                      <a:lnTo>
                        <a:pt x="0" y="429"/>
                      </a:lnTo>
                      <a:lnTo>
                        <a:pt x="247" y="0"/>
                      </a:lnTo>
                      <a:lnTo>
                        <a:pt x="738" y="0"/>
                      </a:lnTo>
                      <a:lnTo>
                        <a:pt x="985" y="429"/>
                      </a:lnTo>
                      <a:lnTo>
                        <a:pt x="738" y="8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accent3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29" name="Google Shape;729;p40"/>
              <p:cNvGrpSpPr/>
              <p:nvPr/>
            </p:nvGrpSpPr>
            <p:grpSpPr>
              <a:xfrm>
                <a:off x="6522312" y="3304763"/>
                <a:ext cx="442873" cy="440568"/>
                <a:chOff x="685475" y="2318350"/>
                <a:chExt cx="297750" cy="296200"/>
              </a:xfrm>
            </p:grpSpPr>
            <p:sp>
              <p:nvSpPr>
                <p:cNvPr id="730" name="Google Shape;730;p40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rect b="b" l="l" r="r" t="t"/>
                  <a:pathLst>
                    <a:path extrusionOk="0" h="9679" w="5704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31" name="Google Shape;731;p40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rect b="b" l="l" r="r" t="t"/>
                  <a:pathLst>
                    <a:path extrusionOk="0" h="9705" w="5735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32" name="Google Shape;732;p40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733" name="Google Shape;733;p40"/>
            <p:cNvGrpSpPr/>
            <p:nvPr/>
          </p:nvGrpSpPr>
          <p:grpSpPr>
            <a:xfrm>
              <a:off x="8224904" y="3898191"/>
              <a:ext cx="461707" cy="453688"/>
              <a:chOff x="-60988625" y="2310475"/>
              <a:chExt cx="316650" cy="311150"/>
            </a:xfrm>
          </p:grpSpPr>
          <p:sp>
            <p:nvSpPr>
              <p:cNvPr id="734" name="Google Shape;734;p40"/>
              <p:cNvSpPr/>
              <p:nvPr/>
            </p:nvSpPr>
            <p:spPr>
              <a:xfrm>
                <a:off x="-60988625" y="2310475"/>
                <a:ext cx="311125" cy="311150"/>
              </a:xfrm>
              <a:custGeom>
                <a:rect b="b" l="l" r="r" t="t"/>
                <a:pathLst>
                  <a:path extrusionOk="0" h="12446" w="12445">
                    <a:moveTo>
                      <a:pt x="7877" y="883"/>
                    </a:moveTo>
                    <a:cubicBezTo>
                      <a:pt x="8097" y="883"/>
                      <a:pt x="8318" y="1072"/>
                      <a:pt x="8318" y="1324"/>
                    </a:cubicBezTo>
                    <a:lnTo>
                      <a:pt x="8318" y="10398"/>
                    </a:lnTo>
                    <a:cubicBezTo>
                      <a:pt x="8318" y="10870"/>
                      <a:pt x="8444" y="11311"/>
                      <a:pt x="8727" y="11626"/>
                    </a:cubicBezTo>
                    <a:lnTo>
                      <a:pt x="2111" y="11626"/>
                    </a:lnTo>
                    <a:cubicBezTo>
                      <a:pt x="1450" y="11626"/>
                      <a:pt x="851" y="11091"/>
                      <a:pt x="851" y="10398"/>
                    </a:cubicBezTo>
                    <a:lnTo>
                      <a:pt x="851" y="1324"/>
                    </a:lnTo>
                    <a:lnTo>
                      <a:pt x="820" y="1324"/>
                    </a:lnTo>
                    <a:cubicBezTo>
                      <a:pt x="820" y="1072"/>
                      <a:pt x="1009" y="883"/>
                      <a:pt x="1261" y="883"/>
                    </a:cubicBezTo>
                    <a:close/>
                    <a:moveTo>
                      <a:pt x="11500" y="10807"/>
                    </a:moveTo>
                    <a:cubicBezTo>
                      <a:pt x="11342" y="11280"/>
                      <a:pt x="10870" y="11626"/>
                      <a:pt x="10303" y="11626"/>
                    </a:cubicBezTo>
                    <a:cubicBezTo>
                      <a:pt x="9767" y="11626"/>
                      <a:pt x="9326" y="11280"/>
                      <a:pt x="9137" y="10807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30"/>
                    </a:cubicBezTo>
                    <a:lnTo>
                      <a:pt x="32" y="10334"/>
                    </a:lnTo>
                    <a:cubicBezTo>
                      <a:pt x="0" y="11563"/>
                      <a:pt x="946" y="12445"/>
                      <a:pt x="2080" y="12445"/>
                    </a:cubicBezTo>
                    <a:lnTo>
                      <a:pt x="10334" y="12445"/>
                    </a:lnTo>
                    <a:cubicBezTo>
                      <a:pt x="11500" y="12445"/>
                      <a:pt x="12445" y="11500"/>
                      <a:pt x="12445" y="10366"/>
                    </a:cubicBezTo>
                    <a:cubicBezTo>
                      <a:pt x="12445" y="10145"/>
                      <a:pt x="12224" y="9925"/>
                      <a:pt x="12004" y="9925"/>
                    </a:cubicBezTo>
                    <a:lnTo>
                      <a:pt x="9074" y="9925"/>
                    </a:lnTo>
                    <a:lnTo>
                      <a:pt x="9074" y="1230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-60947675" y="2353025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441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441"/>
                    </a:cubicBezTo>
                    <a:cubicBezTo>
                      <a:pt x="5829" y="189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6" name="Google Shape;736;p40"/>
              <p:cNvSpPr/>
              <p:nvPr/>
            </p:nvSpPr>
            <p:spPr>
              <a:xfrm>
                <a:off x="-60947675" y="2415250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378"/>
                    </a:cubicBezTo>
                    <a:cubicBezTo>
                      <a:pt x="5829" y="158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7" name="Google Shape;737;p40"/>
              <p:cNvSpPr/>
              <p:nvPr/>
            </p:nvSpPr>
            <p:spPr>
              <a:xfrm>
                <a:off x="-60947675" y="2475875"/>
                <a:ext cx="145725" cy="22100"/>
              </a:xfrm>
              <a:custGeom>
                <a:rect b="b" l="l" r="r" t="t"/>
                <a:pathLst>
                  <a:path extrusionOk="0" h="884" w="5829">
                    <a:moveTo>
                      <a:pt x="442" y="1"/>
                    </a:moveTo>
                    <a:cubicBezTo>
                      <a:pt x="190" y="1"/>
                      <a:pt x="1" y="221"/>
                      <a:pt x="1" y="442"/>
                    </a:cubicBezTo>
                    <a:cubicBezTo>
                      <a:pt x="1" y="694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94"/>
                      <a:pt x="5829" y="442"/>
                    </a:cubicBezTo>
                    <a:cubicBezTo>
                      <a:pt x="5829" y="221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-60947675" y="2538100"/>
                <a:ext cx="145725" cy="22075"/>
              </a:xfrm>
              <a:custGeom>
                <a:rect b="b" l="l" r="r" t="t"/>
                <a:pathLst>
                  <a:path extrusionOk="0" h="883" w="5829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62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62"/>
                      <a:pt x="5829" y="442"/>
                    </a:cubicBezTo>
                    <a:cubicBezTo>
                      <a:pt x="5829" y="190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-60740525" y="2312050"/>
                <a:ext cx="68550" cy="233950"/>
              </a:xfrm>
              <a:custGeom>
                <a:rect b="b" l="l" r="r" t="t"/>
                <a:pathLst>
                  <a:path extrusionOk="0" h="9358" w="2742">
                    <a:moveTo>
                      <a:pt x="1796" y="789"/>
                    </a:moveTo>
                    <a:cubicBezTo>
                      <a:pt x="1891" y="789"/>
                      <a:pt x="1922" y="852"/>
                      <a:pt x="1922" y="946"/>
                    </a:cubicBezTo>
                    <a:lnTo>
                      <a:pt x="1922" y="1639"/>
                    </a:lnTo>
                    <a:lnTo>
                      <a:pt x="820" y="1639"/>
                    </a:lnTo>
                    <a:lnTo>
                      <a:pt x="820" y="946"/>
                    </a:lnTo>
                    <a:cubicBezTo>
                      <a:pt x="820" y="852"/>
                      <a:pt x="883" y="789"/>
                      <a:pt x="977" y="789"/>
                    </a:cubicBezTo>
                    <a:close/>
                    <a:moveTo>
                      <a:pt x="1922" y="2458"/>
                    </a:moveTo>
                    <a:lnTo>
                      <a:pt x="1922" y="6617"/>
                    </a:lnTo>
                    <a:lnTo>
                      <a:pt x="820" y="6617"/>
                    </a:lnTo>
                    <a:lnTo>
                      <a:pt x="820" y="2458"/>
                    </a:lnTo>
                    <a:close/>
                    <a:moveTo>
                      <a:pt x="1639" y="7436"/>
                    </a:moveTo>
                    <a:lnTo>
                      <a:pt x="1355" y="8035"/>
                    </a:lnTo>
                    <a:lnTo>
                      <a:pt x="1040" y="7436"/>
                    </a:lnTo>
                    <a:close/>
                    <a:moveTo>
                      <a:pt x="977" y="1"/>
                    </a:moveTo>
                    <a:cubicBezTo>
                      <a:pt x="410" y="1"/>
                      <a:pt x="1" y="410"/>
                      <a:pt x="1" y="946"/>
                    </a:cubicBezTo>
                    <a:lnTo>
                      <a:pt x="1" y="6995"/>
                    </a:lnTo>
                    <a:cubicBezTo>
                      <a:pt x="1" y="7090"/>
                      <a:pt x="1" y="7121"/>
                      <a:pt x="32" y="7184"/>
                    </a:cubicBezTo>
                    <a:lnTo>
                      <a:pt x="1009" y="9137"/>
                    </a:lnTo>
                    <a:cubicBezTo>
                      <a:pt x="1103" y="9295"/>
                      <a:pt x="1198" y="9358"/>
                      <a:pt x="1355" y="9358"/>
                    </a:cubicBezTo>
                    <a:cubicBezTo>
                      <a:pt x="1513" y="9358"/>
                      <a:pt x="1670" y="9295"/>
                      <a:pt x="1733" y="9137"/>
                    </a:cubicBezTo>
                    <a:lnTo>
                      <a:pt x="2678" y="7184"/>
                    </a:lnTo>
                    <a:cubicBezTo>
                      <a:pt x="2710" y="7153"/>
                      <a:pt x="2710" y="7090"/>
                      <a:pt x="2710" y="6995"/>
                    </a:cubicBezTo>
                    <a:lnTo>
                      <a:pt x="2710" y="946"/>
                    </a:lnTo>
                    <a:cubicBezTo>
                      <a:pt x="2741" y="410"/>
                      <a:pt x="2300" y="1"/>
                      <a:pt x="17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740" name="Google Shape;740;p40"/>
            <p:cNvGrpSpPr/>
            <p:nvPr/>
          </p:nvGrpSpPr>
          <p:grpSpPr>
            <a:xfrm>
              <a:off x="2422752" y="2762931"/>
              <a:ext cx="1978025" cy="1433513"/>
              <a:chOff x="2422752" y="2762931"/>
              <a:chExt cx="1978025" cy="1433513"/>
            </a:xfrm>
          </p:grpSpPr>
          <p:grpSp>
            <p:nvGrpSpPr>
              <p:cNvPr id="741" name="Google Shape;741;p40"/>
              <p:cNvGrpSpPr/>
              <p:nvPr/>
            </p:nvGrpSpPr>
            <p:grpSpPr>
              <a:xfrm>
                <a:off x="2422752" y="2762931"/>
                <a:ext cx="1978025" cy="1433513"/>
                <a:chOff x="2422752" y="2762931"/>
                <a:chExt cx="1978025" cy="1433513"/>
              </a:xfrm>
            </p:grpSpPr>
            <p:sp>
              <p:nvSpPr>
                <p:cNvPr id="742" name="Google Shape;742;p40"/>
                <p:cNvSpPr/>
                <p:nvPr/>
              </p:nvSpPr>
              <p:spPr>
                <a:xfrm>
                  <a:off x="4083277" y="3443969"/>
                  <a:ext cx="230100" cy="747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" name="Google Shape;743;p40"/>
                <p:cNvSpPr/>
                <p:nvPr/>
              </p:nvSpPr>
              <p:spPr>
                <a:xfrm>
                  <a:off x="4313464" y="3394756"/>
                  <a:ext cx="87313" cy="169863"/>
                </a:xfrm>
                <a:custGeom>
                  <a:rect b="b" l="l" r="r" t="t"/>
                  <a:pathLst>
                    <a:path extrusionOk="0" h="107" w="55">
                      <a:moveTo>
                        <a:pt x="0" y="107"/>
                      </a:moveTo>
                      <a:lnTo>
                        <a:pt x="0" y="0"/>
                      </a:lnTo>
                      <a:lnTo>
                        <a:pt x="55" y="5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4" name="Google Shape;744;p40"/>
                <p:cNvSpPr/>
                <p:nvPr/>
              </p:nvSpPr>
              <p:spPr>
                <a:xfrm>
                  <a:off x="2422752" y="2762931"/>
                  <a:ext cx="1736725" cy="755650"/>
                </a:xfrm>
                <a:custGeom>
                  <a:rect b="b" l="l" r="r" t="t"/>
                  <a:pathLst>
                    <a:path extrusionOk="0" h="476" w="1094">
                      <a:moveTo>
                        <a:pt x="273" y="0"/>
                      </a:moveTo>
                      <a:lnTo>
                        <a:pt x="821" y="0"/>
                      </a:lnTo>
                      <a:lnTo>
                        <a:pt x="1094" y="476"/>
                      </a:lnTo>
                      <a:lnTo>
                        <a:pt x="0" y="476"/>
                      </a:ln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" name="Google Shape;745;p40"/>
                <p:cNvSpPr/>
                <p:nvPr/>
              </p:nvSpPr>
              <p:spPr>
                <a:xfrm>
                  <a:off x="2508477" y="2837544"/>
                  <a:ext cx="1563688" cy="1358900"/>
                </a:xfrm>
                <a:custGeom>
                  <a:rect b="b" l="l" r="r" t="t"/>
                  <a:pathLst>
                    <a:path extrusionOk="0" h="856" w="985">
                      <a:moveTo>
                        <a:pt x="738" y="856"/>
                      </a:moveTo>
                      <a:lnTo>
                        <a:pt x="247" y="856"/>
                      </a:lnTo>
                      <a:lnTo>
                        <a:pt x="0" y="429"/>
                      </a:lnTo>
                      <a:lnTo>
                        <a:pt x="247" y="0"/>
                      </a:lnTo>
                      <a:lnTo>
                        <a:pt x="738" y="0"/>
                      </a:lnTo>
                      <a:lnTo>
                        <a:pt x="985" y="429"/>
                      </a:lnTo>
                      <a:lnTo>
                        <a:pt x="738" y="8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dk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46" name="Google Shape;746;p40"/>
              <p:cNvGrpSpPr/>
              <p:nvPr/>
            </p:nvGrpSpPr>
            <p:grpSpPr>
              <a:xfrm>
                <a:off x="3066302" y="3276714"/>
                <a:ext cx="448327" cy="428800"/>
                <a:chOff x="5049750" y="832600"/>
                <a:chExt cx="505100" cy="483100"/>
              </a:xfrm>
            </p:grpSpPr>
            <p:sp>
              <p:nvSpPr>
                <p:cNvPr id="747" name="Google Shape;747;p40"/>
                <p:cNvSpPr/>
                <p:nvPr/>
              </p:nvSpPr>
              <p:spPr>
                <a:xfrm>
                  <a:off x="5049750" y="832600"/>
                  <a:ext cx="505100" cy="483100"/>
                </a:xfrm>
                <a:custGeom>
                  <a:rect b="b" l="l" r="r" t="t"/>
                  <a:pathLst>
                    <a:path extrusionOk="0" h="19324" w="20204">
                      <a:moveTo>
                        <a:pt x="12136" y="1129"/>
                      </a:moveTo>
                      <a:cubicBezTo>
                        <a:pt x="13730" y="1129"/>
                        <a:pt x="15325" y="1737"/>
                        <a:pt x="16538" y="2952"/>
                      </a:cubicBezTo>
                      <a:cubicBezTo>
                        <a:pt x="18969" y="5383"/>
                        <a:pt x="18969" y="9323"/>
                        <a:pt x="16538" y="11757"/>
                      </a:cubicBezTo>
                      <a:cubicBezTo>
                        <a:pt x="15341" y="12950"/>
                        <a:pt x="13747" y="13579"/>
                        <a:pt x="12129" y="13579"/>
                      </a:cubicBezTo>
                      <a:cubicBezTo>
                        <a:pt x="11233" y="13579"/>
                        <a:pt x="10329" y="13386"/>
                        <a:pt x="9482" y="12989"/>
                      </a:cubicBezTo>
                      <a:cubicBezTo>
                        <a:pt x="9461" y="12980"/>
                        <a:pt x="9440" y="12968"/>
                        <a:pt x="9419" y="12959"/>
                      </a:cubicBezTo>
                      <a:cubicBezTo>
                        <a:pt x="8794" y="12657"/>
                        <a:pt x="8223" y="12249"/>
                        <a:pt x="7734" y="11757"/>
                      </a:cubicBezTo>
                      <a:cubicBezTo>
                        <a:pt x="5306" y="9329"/>
                        <a:pt x="5306" y="5380"/>
                        <a:pt x="7734" y="2952"/>
                      </a:cubicBezTo>
                      <a:cubicBezTo>
                        <a:pt x="8948" y="1737"/>
                        <a:pt x="10542" y="1129"/>
                        <a:pt x="12136" y="1129"/>
                      </a:cubicBezTo>
                      <a:close/>
                      <a:moveTo>
                        <a:pt x="5871" y="11216"/>
                      </a:moveTo>
                      <a:cubicBezTo>
                        <a:pt x="6475" y="12195"/>
                        <a:pt x="7296" y="13016"/>
                        <a:pt x="8271" y="13620"/>
                      </a:cubicBezTo>
                      <a:lnTo>
                        <a:pt x="7734" y="14160"/>
                      </a:lnTo>
                      <a:cubicBezTo>
                        <a:pt x="7622" y="14271"/>
                        <a:pt x="7477" y="14326"/>
                        <a:pt x="7332" y="14326"/>
                      </a:cubicBezTo>
                      <a:cubicBezTo>
                        <a:pt x="7188" y="14326"/>
                        <a:pt x="7044" y="14271"/>
                        <a:pt x="6934" y="14160"/>
                      </a:cubicBezTo>
                      <a:lnTo>
                        <a:pt x="5330" y="12557"/>
                      </a:lnTo>
                      <a:cubicBezTo>
                        <a:pt x="5110" y="12337"/>
                        <a:pt x="5110" y="11977"/>
                        <a:pt x="5330" y="11757"/>
                      </a:cubicBezTo>
                      <a:lnTo>
                        <a:pt x="5871" y="11216"/>
                      </a:lnTo>
                      <a:close/>
                      <a:moveTo>
                        <a:pt x="4932" y="13762"/>
                      </a:moveTo>
                      <a:lnTo>
                        <a:pt x="5732" y="14562"/>
                      </a:lnTo>
                      <a:lnTo>
                        <a:pt x="4932" y="15362"/>
                      </a:lnTo>
                      <a:lnTo>
                        <a:pt x="4131" y="14562"/>
                      </a:lnTo>
                      <a:lnTo>
                        <a:pt x="4932" y="13762"/>
                      </a:lnTo>
                      <a:close/>
                      <a:moveTo>
                        <a:pt x="3328" y="15362"/>
                      </a:moveTo>
                      <a:lnTo>
                        <a:pt x="4128" y="16162"/>
                      </a:lnTo>
                      <a:lnTo>
                        <a:pt x="2268" y="18025"/>
                      </a:lnTo>
                      <a:cubicBezTo>
                        <a:pt x="2157" y="18135"/>
                        <a:pt x="2013" y="18190"/>
                        <a:pt x="1868" y="18190"/>
                      </a:cubicBezTo>
                      <a:cubicBezTo>
                        <a:pt x="1723" y="18190"/>
                        <a:pt x="1577" y="18134"/>
                        <a:pt x="1465" y="18022"/>
                      </a:cubicBezTo>
                      <a:cubicBezTo>
                        <a:pt x="1245" y="17802"/>
                        <a:pt x="1245" y="17443"/>
                        <a:pt x="1465" y="17222"/>
                      </a:cubicBezTo>
                      <a:lnTo>
                        <a:pt x="3328" y="15362"/>
                      </a:lnTo>
                      <a:close/>
                      <a:moveTo>
                        <a:pt x="12135" y="1"/>
                      </a:moveTo>
                      <a:cubicBezTo>
                        <a:pt x="10250" y="1"/>
                        <a:pt x="8365" y="718"/>
                        <a:pt x="6931" y="2152"/>
                      </a:cubicBezTo>
                      <a:cubicBezTo>
                        <a:pt x="4769" y="4311"/>
                        <a:pt x="4237" y="7493"/>
                        <a:pt x="5330" y="10157"/>
                      </a:cubicBezTo>
                      <a:lnTo>
                        <a:pt x="4527" y="10957"/>
                      </a:lnTo>
                      <a:cubicBezTo>
                        <a:pt x="4020" y="11467"/>
                        <a:pt x="3887" y="12240"/>
                        <a:pt x="4198" y="12892"/>
                      </a:cubicBezTo>
                      <a:lnTo>
                        <a:pt x="665" y="16422"/>
                      </a:lnTo>
                      <a:cubicBezTo>
                        <a:pt x="1" y="17086"/>
                        <a:pt x="1" y="18161"/>
                        <a:pt x="665" y="18825"/>
                      </a:cubicBezTo>
                      <a:cubicBezTo>
                        <a:pt x="996" y="19158"/>
                        <a:pt x="1431" y="19324"/>
                        <a:pt x="1865" y="19324"/>
                      </a:cubicBezTo>
                      <a:cubicBezTo>
                        <a:pt x="2300" y="19324"/>
                        <a:pt x="2735" y="19158"/>
                        <a:pt x="3066" y="18825"/>
                      </a:cubicBezTo>
                      <a:lnTo>
                        <a:pt x="6598" y="15293"/>
                      </a:lnTo>
                      <a:cubicBezTo>
                        <a:pt x="6831" y="15403"/>
                        <a:pt x="7081" y="15457"/>
                        <a:pt x="7328" y="15457"/>
                      </a:cubicBezTo>
                      <a:cubicBezTo>
                        <a:pt x="7770" y="15457"/>
                        <a:pt x="8206" y="15286"/>
                        <a:pt x="8531" y="14961"/>
                      </a:cubicBezTo>
                      <a:lnTo>
                        <a:pt x="9331" y="14163"/>
                      </a:lnTo>
                      <a:cubicBezTo>
                        <a:pt x="10241" y="14538"/>
                        <a:pt x="11190" y="14717"/>
                        <a:pt x="12127" y="14717"/>
                      </a:cubicBezTo>
                      <a:cubicBezTo>
                        <a:pt x="14530" y="14717"/>
                        <a:pt x="16858" y="13537"/>
                        <a:pt x="18256" y="11437"/>
                      </a:cubicBezTo>
                      <a:cubicBezTo>
                        <a:pt x="20204" y="8520"/>
                        <a:pt x="19821" y="4631"/>
                        <a:pt x="17342" y="2152"/>
                      </a:cubicBezTo>
                      <a:cubicBezTo>
                        <a:pt x="15906" y="718"/>
                        <a:pt x="14020" y="1"/>
                        <a:pt x="1213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748" name="Google Shape;748;p40"/>
                <p:cNvSpPr/>
                <p:nvPr/>
              </p:nvSpPr>
              <p:spPr>
                <a:xfrm>
                  <a:off x="5216725" y="889175"/>
                  <a:ext cx="276000" cy="254400"/>
                </a:xfrm>
                <a:custGeom>
                  <a:rect b="b" l="l" r="r" t="t"/>
                  <a:pathLst>
                    <a:path extrusionOk="0" h="10176" w="11040">
                      <a:moveTo>
                        <a:pt x="5456" y="1133"/>
                      </a:moveTo>
                      <a:cubicBezTo>
                        <a:pt x="6487" y="1133"/>
                        <a:pt x="7500" y="1535"/>
                        <a:pt x="8259" y="2293"/>
                      </a:cubicBezTo>
                      <a:cubicBezTo>
                        <a:pt x="9802" y="3839"/>
                        <a:pt x="9802" y="6348"/>
                        <a:pt x="8259" y="7897"/>
                      </a:cubicBezTo>
                      <a:cubicBezTo>
                        <a:pt x="7501" y="8653"/>
                        <a:pt x="6489" y="9055"/>
                        <a:pt x="5460" y="9055"/>
                      </a:cubicBezTo>
                      <a:cubicBezTo>
                        <a:pt x="4948" y="9055"/>
                        <a:pt x="4433" y="8956"/>
                        <a:pt x="3941" y="8751"/>
                      </a:cubicBezTo>
                      <a:cubicBezTo>
                        <a:pt x="2462" y="8138"/>
                        <a:pt x="1499" y="6695"/>
                        <a:pt x="1499" y="5095"/>
                      </a:cubicBezTo>
                      <a:cubicBezTo>
                        <a:pt x="1499" y="3491"/>
                        <a:pt x="2462" y="2048"/>
                        <a:pt x="3941" y="1435"/>
                      </a:cubicBezTo>
                      <a:cubicBezTo>
                        <a:pt x="4431" y="1232"/>
                        <a:pt x="4946" y="1133"/>
                        <a:pt x="5456" y="1133"/>
                      </a:cubicBezTo>
                      <a:close/>
                      <a:moveTo>
                        <a:pt x="5468" y="1"/>
                      </a:moveTo>
                      <a:cubicBezTo>
                        <a:pt x="5465" y="1"/>
                        <a:pt x="5461" y="1"/>
                        <a:pt x="5457" y="1"/>
                      </a:cubicBezTo>
                      <a:cubicBezTo>
                        <a:pt x="3029" y="4"/>
                        <a:pt x="943" y="1719"/>
                        <a:pt x="472" y="4098"/>
                      </a:cubicBezTo>
                      <a:cubicBezTo>
                        <a:pt x="1" y="6481"/>
                        <a:pt x="1275" y="8860"/>
                        <a:pt x="3519" y="9787"/>
                      </a:cubicBezTo>
                      <a:cubicBezTo>
                        <a:pt x="4151" y="10049"/>
                        <a:pt x="4811" y="10175"/>
                        <a:pt x="5463" y="10175"/>
                      </a:cubicBezTo>
                      <a:cubicBezTo>
                        <a:pt x="7120" y="10175"/>
                        <a:pt x="8725" y="9362"/>
                        <a:pt x="9693" y="7912"/>
                      </a:cubicBezTo>
                      <a:cubicBezTo>
                        <a:pt x="11040" y="5895"/>
                        <a:pt x="10774" y="3207"/>
                        <a:pt x="9059" y="1492"/>
                      </a:cubicBezTo>
                      <a:cubicBezTo>
                        <a:pt x="8108" y="535"/>
                        <a:pt x="6814" y="1"/>
                        <a:pt x="546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sp>
          <p:nvSpPr>
            <p:cNvPr id="749" name="Google Shape;749;p40"/>
            <p:cNvSpPr/>
            <p:nvPr/>
          </p:nvSpPr>
          <p:spPr>
            <a:xfrm>
              <a:off x="9957431" y="3276692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750" name="Google Shape;750;p40"/>
            <p:cNvGrpSpPr/>
            <p:nvPr/>
          </p:nvGrpSpPr>
          <p:grpSpPr>
            <a:xfrm>
              <a:off x="700314" y="3420156"/>
              <a:ext cx="1978025" cy="1438276"/>
              <a:chOff x="700314" y="3420156"/>
              <a:chExt cx="1978025" cy="1438276"/>
            </a:xfrm>
          </p:grpSpPr>
          <p:grpSp>
            <p:nvGrpSpPr>
              <p:cNvPr id="751" name="Google Shape;751;p40"/>
              <p:cNvGrpSpPr/>
              <p:nvPr/>
            </p:nvGrpSpPr>
            <p:grpSpPr>
              <a:xfrm>
                <a:off x="700314" y="3420156"/>
                <a:ext cx="1978025" cy="1438276"/>
                <a:chOff x="700314" y="3420156"/>
                <a:chExt cx="1978025" cy="1438276"/>
              </a:xfrm>
            </p:grpSpPr>
            <p:sp>
              <p:nvSpPr>
                <p:cNvPr id="752" name="Google Shape;752;p40"/>
                <p:cNvSpPr/>
                <p:nvPr/>
              </p:nvSpPr>
              <p:spPr>
                <a:xfrm>
                  <a:off x="2362427" y="4101194"/>
                  <a:ext cx="230100" cy="762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3" name="Google Shape;753;p40"/>
                <p:cNvSpPr/>
                <p:nvPr/>
              </p:nvSpPr>
              <p:spPr>
                <a:xfrm>
                  <a:off x="2592614" y="4051981"/>
                  <a:ext cx="85725" cy="174625"/>
                </a:xfrm>
                <a:custGeom>
                  <a:rect b="b" l="l" r="r" t="t"/>
                  <a:pathLst>
                    <a:path extrusionOk="0" h="110" w="54">
                      <a:moveTo>
                        <a:pt x="0" y="0"/>
                      </a:moveTo>
                      <a:lnTo>
                        <a:pt x="0" y="110"/>
                      </a:lnTo>
                      <a:lnTo>
                        <a:pt x="54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4" name="Google Shape;754;p40"/>
                <p:cNvSpPr/>
                <p:nvPr/>
              </p:nvSpPr>
              <p:spPr>
                <a:xfrm>
                  <a:off x="700314" y="4101194"/>
                  <a:ext cx="1736725" cy="757238"/>
                </a:xfrm>
                <a:custGeom>
                  <a:rect b="b" l="l" r="r" t="t"/>
                  <a:pathLst>
                    <a:path extrusionOk="0" h="477" w="1094">
                      <a:moveTo>
                        <a:pt x="273" y="477"/>
                      </a:moveTo>
                      <a:lnTo>
                        <a:pt x="821" y="477"/>
                      </a:lnTo>
                      <a:lnTo>
                        <a:pt x="1094" y="0"/>
                      </a:lnTo>
                      <a:lnTo>
                        <a:pt x="0" y="0"/>
                      </a:lnTo>
                      <a:lnTo>
                        <a:pt x="273" y="47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5" name="Google Shape;755;p40"/>
                <p:cNvSpPr/>
                <p:nvPr/>
              </p:nvSpPr>
              <p:spPr>
                <a:xfrm>
                  <a:off x="787627" y="3420156"/>
                  <a:ext cx="1563688" cy="1358900"/>
                </a:xfrm>
                <a:custGeom>
                  <a:rect b="b" l="l" r="r" t="t"/>
                  <a:pathLst>
                    <a:path extrusionOk="0" h="856" w="985">
                      <a:moveTo>
                        <a:pt x="738" y="0"/>
                      </a:moveTo>
                      <a:lnTo>
                        <a:pt x="247" y="0"/>
                      </a:lnTo>
                      <a:lnTo>
                        <a:pt x="0" y="429"/>
                      </a:lnTo>
                      <a:lnTo>
                        <a:pt x="247" y="856"/>
                      </a:lnTo>
                      <a:lnTo>
                        <a:pt x="738" y="856"/>
                      </a:lnTo>
                      <a:lnTo>
                        <a:pt x="985" y="429"/>
                      </a:lnTo>
                      <a:lnTo>
                        <a:pt x="73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56" name="Google Shape;756;p40"/>
              <p:cNvSpPr/>
              <p:nvPr/>
            </p:nvSpPr>
            <p:spPr>
              <a:xfrm>
                <a:off x="1377678" y="3863429"/>
                <a:ext cx="428844" cy="402038"/>
              </a:xfrm>
              <a:custGeom>
                <a:rect b="b" l="l" r="r" t="t"/>
                <a:pathLst>
                  <a:path extrusionOk="0" h="18118" w="19326">
                    <a:moveTo>
                      <a:pt x="17628" y="1133"/>
                    </a:moveTo>
                    <a:cubicBezTo>
                      <a:pt x="17939" y="1133"/>
                      <a:pt x="18193" y="1387"/>
                      <a:pt x="18193" y="1701"/>
                    </a:cubicBezTo>
                    <a:lnTo>
                      <a:pt x="18193" y="11324"/>
                    </a:lnTo>
                    <a:lnTo>
                      <a:pt x="1133" y="11324"/>
                    </a:lnTo>
                    <a:lnTo>
                      <a:pt x="1133" y="1701"/>
                    </a:lnTo>
                    <a:cubicBezTo>
                      <a:pt x="1133" y="1387"/>
                      <a:pt x="1387" y="1133"/>
                      <a:pt x="1701" y="1133"/>
                    </a:cubicBezTo>
                    <a:close/>
                    <a:moveTo>
                      <a:pt x="18193" y="12456"/>
                    </a:moveTo>
                    <a:lnTo>
                      <a:pt x="18193" y="13024"/>
                    </a:lnTo>
                    <a:cubicBezTo>
                      <a:pt x="18193" y="13335"/>
                      <a:pt x="17939" y="13588"/>
                      <a:pt x="17628" y="13588"/>
                    </a:cubicBezTo>
                    <a:lnTo>
                      <a:pt x="1701" y="13588"/>
                    </a:lnTo>
                    <a:cubicBezTo>
                      <a:pt x="1387" y="13588"/>
                      <a:pt x="1133" y="13335"/>
                      <a:pt x="1133" y="13024"/>
                    </a:cubicBezTo>
                    <a:lnTo>
                      <a:pt x="1133" y="12456"/>
                    </a:lnTo>
                    <a:close/>
                    <a:moveTo>
                      <a:pt x="11520" y="14720"/>
                    </a:moveTo>
                    <a:lnTo>
                      <a:pt x="12275" y="16985"/>
                    </a:lnTo>
                    <a:lnTo>
                      <a:pt x="7051" y="16985"/>
                    </a:lnTo>
                    <a:lnTo>
                      <a:pt x="7806" y="14720"/>
                    </a:lnTo>
                    <a:close/>
                    <a:moveTo>
                      <a:pt x="1701" y="1"/>
                    </a:moveTo>
                    <a:cubicBezTo>
                      <a:pt x="762" y="1"/>
                      <a:pt x="1" y="762"/>
                      <a:pt x="1" y="1701"/>
                    </a:cubicBezTo>
                    <a:lnTo>
                      <a:pt x="1" y="13024"/>
                    </a:lnTo>
                    <a:cubicBezTo>
                      <a:pt x="1" y="13960"/>
                      <a:pt x="762" y="14720"/>
                      <a:pt x="1701" y="14720"/>
                    </a:cubicBezTo>
                    <a:lnTo>
                      <a:pt x="6614" y="14720"/>
                    </a:lnTo>
                    <a:lnTo>
                      <a:pt x="5859" y="16985"/>
                    </a:lnTo>
                    <a:lnTo>
                      <a:pt x="4002" y="16985"/>
                    </a:lnTo>
                    <a:cubicBezTo>
                      <a:pt x="3688" y="16985"/>
                      <a:pt x="3437" y="17239"/>
                      <a:pt x="3437" y="17553"/>
                    </a:cubicBezTo>
                    <a:cubicBezTo>
                      <a:pt x="3437" y="17864"/>
                      <a:pt x="3688" y="18117"/>
                      <a:pt x="4002" y="18117"/>
                    </a:cubicBezTo>
                    <a:lnTo>
                      <a:pt x="15325" y="18117"/>
                    </a:lnTo>
                    <a:cubicBezTo>
                      <a:pt x="15639" y="18117"/>
                      <a:pt x="15889" y="17864"/>
                      <a:pt x="15889" y="17553"/>
                    </a:cubicBezTo>
                    <a:cubicBezTo>
                      <a:pt x="15889" y="17239"/>
                      <a:pt x="15639" y="16985"/>
                      <a:pt x="15325" y="16985"/>
                    </a:cubicBezTo>
                    <a:lnTo>
                      <a:pt x="13468" y="16985"/>
                    </a:lnTo>
                    <a:lnTo>
                      <a:pt x="12713" y="14720"/>
                    </a:lnTo>
                    <a:lnTo>
                      <a:pt x="17628" y="14720"/>
                    </a:lnTo>
                    <a:cubicBezTo>
                      <a:pt x="18565" y="14720"/>
                      <a:pt x="19325" y="13960"/>
                      <a:pt x="19325" y="13024"/>
                    </a:cubicBezTo>
                    <a:lnTo>
                      <a:pt x="19325" y="1701"/>
                    </a:lnTo>
                    <a:cubicBezTo>
                      <a:pt x="19325" y="762"/>
                      <a:pt x="18565" y="1"/>
                      <a:pt x="176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757" name="Google Shape;757;p40"/>
            <p:cNvGrpSpPr/>
            <p:nvPr/>
          </p:nvGrpSpPr>
          <p:grpSpPr>
            <a:xfrm>
              <a:off x="2116644" y="1749951"/>
              <a:ext cx="2340861" cy="806028"/>
              <a:chOff x="7334135" y="1981003"/>
              <a:chExt cx="2832600" cy="806028"/>
            </a:xfrm>
          </p:grpSpPr>
          <p:sp>
            <p:nvSpPr>
              <p:cNvPr id="758" name="Google Shape;758;p40"/>
              <p:cNvSpPr txBox="1"/>
              <p:nvPr/>
            </p:nvSpPr>
            <p:spPr>
              <a:xfrm>
                <a:off x="7334135" y="2348131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759" name="Google Shape;759;p40"/>
              <p:cNvSpPr txBox="1"/>
              <p:nvPr/>
            </p:nvSpPr>
            <p:spPr>
              <a:xfrm>
                <a:off x="7334135" y="1981003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760" name="Google Shape;760;p40"/>
            <p:cNvGrpSpPr/>
            <p:nvPr/>
          </p:nvGrpSpPr>
          <p:grpSpPr>
            <a:xfrm>
              <a:off x="421560" y="5158147"/>
              <a:ext cx="2340861" cy="806028"/>
              <a:chOff x="2013594" y="1981004"/>
              <a:chExt cx="2832600" cy="806028"/>
            </a:xfrm>
          </p:grpSpPr>
          <p:sp>
            <p:nvSpPr>
              <p:cNvPr id="761" name="Google Shape;761;p40"/>
              <p:cNvSpPr txBox="1"/>
              <p:nvPr/>
            </p:nvSpPr>
            <p:spPr>
              <a:xfrm>
                <a:off x="2013594" y="2348132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762" name="Google Shape;762;p40"/>
              <p:cNvSpPr txBox="1"/>
              <p:nvPr/>
            </p:nvSpPr>
            <p:spPr>
              <a:xfrm>
                <a:off x="2013594" y="1981004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800"/>
                  <a:buFont typeface="Lora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763" name="Google Shape;763;p40"/>
            <p:cNvGrpSpPr/>
            <p:nvPr/>
          </p:nvGrpSpPr>
          <p:grpSpPr>
            <a:xfrm>
              <a:off x="3918590" y="5158147"/>
              <a:ext cx="2340861" cy="806028"/>
              <a:chOff x="2013594" y="3678326"/>
              <a:chExt cx="2832600" cy="806028"/>
            </a:xfrm>
          </p:grpSpPr>
          <p:sp>
            <p:nvSpPr>
              <p:cNvPr id="764" name="Google Shape;764;p40"/>
              <p:cNvSpPr txBox="1"/>
              <p:nvPr/>
            </p:nvSpPr>
            <p:spPr>
              <a:xfrm>
                <a:off x="2013594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765" name="Google Shape;765;p40"/>
              <p:cNvSpPr txBox="1"/>
              <p:nvPr/>
            </p:nvSpPr>
            <p:spPr>
              <a:xfrm>
                <a:off x="2013594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Second interview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766" name="Google Shape;766;p40"/>
            <p:cNvGrpSpPr/>
            <p:nvPr/>
          </p:nvGrpSpPr>
          <p:grpSpPr>
            <a:xfrm>
              <a:off x="5536667" y="1749951"/>
              <a:ext cx="2340861" cy="806028"/>
              <a:chOff x="7334135" y="3678326"/>
              <a:chExt cx="2832600" cy="806028"/>
            </a:xfrm>
          </p:grpSpPr>
          <p:sp>
            <p:nvSpPr>
              <p:cNvPr id="767" name="Google Shape;767;p40"/>
              <p:cNvSpPr txBox="1"/>
              <p:nvPr/>
            </p:nvSpPr>
            <p:spPr>
              <a:xfrm>
                <a:off x="7334135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768" name="Google Shape;768;p40"/>
              <p:cNvSpPr txBox="1"/>
              <p:nvPr/>
            </p:nvSpPr>
            <p:spPr>
              <a:xfrm>
                <a:off x="7334135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First interview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769" name="Google Shape;769;p40"/>
            <p:cNvGrpSpPr/>
            <p:nvPr/>
          </p:nvGrpSpPr>
          <p:grpSpPr>
            <a:xfrm>
              <a:off x="7415620" y="5158150"/>
              <a:ext cx="2340861" cy="806022"/>
              <a:chOff x="2013594" y="5375636"/>
              <a:chExt cx="2832600" cy="806022"/>
            </a:xfrm>
          </p:grpSpPr>
          <p:sp>
            <p:nvSpPr>
              <p:cNvPr id="770" name="Google Shape;770;p40"/>
              <p:cNvSpPr txBox="1"/>
              <p:nvPr/>
            </p:nvSpPr>
            <p:spPr>
              <a:xfrm>
                <a:off x="2013594" y="5742758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771" name="Google Shape;771;p40"/>
              <p:cNvSpPr txBox="1"/>
              <p:nvPr/>
            </p:nvSpPr>
            <p:spPr>
              <a:xfrm>
                <a:off x="2013594" y="537563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772" name="Google Shape;772;p40"/>
            <p:cNvGrpSpPr/>
            <p:nvPr/>
          </p:nvGrpSpPr>
          <p:grpSpPr>
            <a:xfrm>
              <a:off x="8956689" y="1749954"/>
              <a:ext cx="2340861" cy="806022"/>
              <a:chOff x="7334136" y="5375635"/>
              <a:chExt cx="2832600" cy="806022"/>
            </a:xfrm>
          </p:grpSpPr>
          <p:sp>
            <p:nvSpPr>
              <p:cNvPr id="773" name="Google Shape;773;p40"/>
              <p:cNvSpPr txBox="1"/>
              <p:nvPr/>
            </p:nvSpPr>
            <p:spPr>
              <a:xfrm>
                <a:off x="7334136" y="5742757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774" name="Google Shape;774;p40"/>
              <p:cNvSpPr txBox="1"/>
              <p:nvPr/>
            </p:nvSpPr>
            <p:spPr>
              <a:xfrm>
                <a:off x="7334136" y="5375635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Your start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" name="Google Shape;779;p41"/>
          <p:cNvGrpSpPr/>
          <p:nvPr/>
        </p:nvGrpSpPr>
        <p:grpSpPr>
          <a:xfrm>
            <a:off x="657887" y="1962439"/>
            <a:ext cx="10975286" cy="3816824"/>
            <a:chOff x="657887" y="1962439"/>
            <a:chExt cx="10975286" cy="3816824"/>
          </a:xfrm>
        </p:grpSpPr>
        <p:grpSp>
          <p:nvGrpSpPr>
            <p:cNvPr id="780" name="Google Shape;780;p41"/>
            <p:cNvGrpSpPr/>
            <p:nvPr/>
          </p:nvGrpSpPr>
          <p:grpSpPr>
            <a:xfrm>
              <a:off x="657887" y="1962439"/>
              <a:ext cx="2606596" cy="868442"/>
              <a:chOff x="657887" y="1989446"/>
              <a:chExt cx="2606596" cy="868442"/>
            </a:xfrm>
          </p:grpSpPr>
          <p:sp>
            <p:nvSpPr>
              <p:cNvPr id="781" name="Google Shape;781;p41"/>
              <p:cNvSpPr txBox="1"/>
              <p:nvPr/>
            </p:nvSpPr>
            <p:spPr>
              <a:xfrm>
                <a:off x="657887" y="1989446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First interview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82" name="Google Shape;782;p41"/>
              <p:cNvSpPr txBox="1"/>
              <p:nvPr/>
            </p:nvSpPr>
            <p:spPr>
              <a:xfrm>
                <a:off x="1014183" y="2279188"/>
                <a:ext cx="2250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grpSp>
          <p:nvGrpSpPr>
            <p:cNvPr id="783" name="Google Shape;783;p41"/>
            <p:cNvGrpSpPr/>
            <p:nvPr/>
          </p:nvGrpSpPr>
          <p:grpSpPr>
            <a:xfrm>
              <a:off x="657893" y="4910885"/>
              <a:ext cx="2606473" cy="868378"/>
              <a:chOff x="258450" y="3745677"/>
              <a:chExt cx="2067645" cy="688861"/>
            </a:xfrm>
          </p:grpSpPr>
          <p:sp>
            <p:nvSpPr>
              <p:cNvPr id="784" name="Google Shape;784;p41"/>
              <p:cNvSpPr txBox="1"/>
              <p:nvPr/>
            </p:nvSpPr>
            <p:spPr>
              <a:xfrm>
                <a:off x="258450" y="3745677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85" name="Google Shape;785;p41"/>
              <p:cNvSpPr txBox="1"/>
              <p:nvPr/>
            </p:nvSpPr>
            <p:spPr>
              <a:xfrm>
                <a:off x="541095" y="3975538"/>
                <a:ext cx="17850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grpSp>
          <p:nvGrpSpPr>
            <p:cNvPr id="786" name="Google Shape;786;p41"/>
            <p:cNvGrpSpPr/>
            <p:nvPr/>
          </p:nvGrpSpPr>
          <p:grpSpPr>
            <a:xfrm>
              <a:off x="657893" y="3436550"/>
              <a:ext cx="2606473" cy="868369"/>
              <a:chOff x="258450" y="2575845"/>
              <a:chExt cx="2067645" cy="688854"/>
            </a:xfrm>
          </p:grpSpPr>
          <p:sp>
            <p:nvSpPr>
              <p:cNvPr id="787" name="Google Shape;787;p41"/>
              <p:cNvSpPr txBox="1"/>
              <p:nvPr/>
            </p:nvSpPr>
            <p:spPr>
              <a:xfrm>
                <a:off x="258450" y="2575845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88" name="Google Shape;788;p41"/>
              <p:cNvSpPr txBox="1"/>
              <p:nvPr/>
            </p:nvSpPr>
            <p:spPr>
              <a:xfrm>
                <a:off x="541095" y="2805699"/>
                <a:ext cx="17850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grpSp>
          <p:nvGrpSpPr>
            <p:cNvPr id="789" name="Google Shape;789;p41"/>
            <p:cNvGrpSpPr/>
            <p:nvPr/>
          </p:nvGrpSpPr>
          <p:grpSpPr>
            <a:xfrm>
              <a:off x="9026757" y="1962538"/>
              <a:ext cx="2606417" cy="868362"/>
              <a:chOff x="6818825" y="1406802"/>
              <a:chExt cx="2067600" cy="688848"/>
            </a:xfrm>
          </p:grpSpPr>
          <p:sp>
            <p:nvSpPr>
              <p:cNvPr id="790" name="Google Shape;790;p41"/>
              <p:cNvSpPr txBox="1"/>
              <p:nvPr/>
            </p:nvSpPr>
            <p:spPr>
              <a:xfrm>
                <a:off x="6818825" y="1406802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Second interview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91" name="Google Shape;791;p41"/>
              <p:cNvSpPr txBox="1"/>
              <p:nvPr/>
            </p:nvSpPr>
            <p:spPr>
              <a:xfrm>
                <a:off x="6818825" y="1636650"/>
                <a:ext cx="18771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grpSp>
          <p:nvGrpSpPr>
            <p:cNvPr id="792" name="Google Shape;792;p41"/>
            <p:cNvGrpSpPr/>
            <p:nvPr/>
          </p:nvGrpSpPr>
          <p:grpSpPr>
            <a:xfrm>
              <a:off x="9026600" y="4910800"/>
              <a:ext cx="2606400" cy="868461"/>
              <a:chOff x="8927744" y="4937776"/>
              <a:chExt cx="2606400" cy="868461"/>
            </a:xfrm>
          </p:grpSpPr>
          <p:sp>
            <p:nvSpPr>
              <p:cNvPr id="793" name="Google Shape;793;p41"/>
              <p:cNvSpPr txBox="1"/>
              <p:nvPr/>
            </p:nvSpPr>
            <p:spPr>
              <a:xfrm>
                <a:off x="8927744" y="4937776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Your start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94" name="Google Shape;794;p41"/>
              <p:cNvSpPr txBox="1"/>
              <p:nvPr/>
            </p:nvSpPr>
            <p:spPr>
              <a:xfrm>
                <a:off x="8927744" y="5227537"/>
                <a:ext cx="23664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grpSp>
          <p:nvGrpSpPr>
            <p:cNvPr id="795" name="Google Shape;795;p41"/>
            <p:cNvGrpSpPr/>
            <p:nvPr/>
          </p:nvGrpSpPr>
          <p:grpSpPr>
            <a:xfrm>
              <a:off x="9026600" y="3436492"/>
              <a:ext cx="2606400" cy="868450"/>
              <a:chOff x="8927744" y="3463114"/>
              <a:chExt cx="2606400" cy="868450"/>
            </a:xfrm>
          </p:grpSpPr>
          <p:sp>
            <p:nvSpPr>
              <p:cNvPr id="796" name="Google Shape;796;p41"/>
              <p:cNvSpPr txBox="1"/>
              <p:nvPr/>
            </p:nvSpPr>
            <p:spPr>
              <a:xfrm>
                <a:off x="8927744" y="3463114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797" name="Google Shape;797;p41"/>
              <p:cNvSpPr txBox="1"/>
              <p:nvPr/>
            </p:nvSpPr>
            <p:spPr>
              <a:xfrm>
                <a:off x="8927744" y="3752864"/>
                <a:ext cx="23664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grpSp>
          <p:nvGrpSpPr>
            <p:cNvPr id="798" name="Google Shape;798;p41"/>
            <p:cNvGrpSpPr/>
            <p:nvPr/>
          </p:nvGrpSpPr>
          <p:grpSpPr>
            <a:xfrm>
              <a:off x="3391490" y="4912457"/>
              <a:ext cx="865038" cy="865038"/>
              <a:chOff x="3391490" y="4883825"/>
              <a:chExt cx="865038" cy="865038"/>
            </a:xfrm>
          </p:grpSpPr>
          <p:sp>
            <p:nvSpPr>
              <p:cNvPr id="799" name="Google Shape;799;p41"/>
              <p:cNvSpPr/>
              <p:nvPr/>
            </p:nvSpPr>
            <p:spPr>
              <a:xfrm>
                <a:off x="3391490" y="4883825"/>
                <a:ext cx="865038" cy="865038"/>
              </a:xfrm>
              <a:custGeom>
                <a:rect b="b" l="l" r="r" t="t"/>
                <a:pathLst>
                  <a:path extrusionOk="0" h="19351" w="19351">
                    <a:moveTo>
                      <a:pt x="9692" y="1"/>
                    </a:moveTo>
                    <a:cubicBezTo>
                      <a:pt x="4340" y="1"/>
                      <a:pt x="1" y="4339"/>
                      <a:pt x="1" y="9691"/>
                    </a:cubicBezTo>
                    <a:cubicBezTo>
                      <a:pt x="1" y="15012"/>
                      <a:pt x="4340" y="19350"/>
                      <a:pt x="9692" y="19350"/>
                    </a:cubicBezTo>
                    <a:cubicBezTo>
                      <a:pt x="15012" y="19350"/>
                      <a:pt x="19351" y="15012"/>
                      <a:pt x="19351" y="9691"/>
                    </a:cubicBezTo>
                    <a:cubicBezTo>
                      <a:pt x="19351" y="4339"/>
                      <a:pt x="15012" y="1"/>
                      <a:pt x="96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19050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00" name="Google Shape;800;p41"/>
              <p:cNvSpPr/>
              <p:nvPr/>
            </p:nvSpPr>
            <p:spPr>
              <a:xfrm>
                <a:off x="3609601" y="5115336"/>
                <a:ext cx="428844" cy="402038"/>
              </a:xfrm>
              <a:custGeom>
                <a:rect b="b" l="l" r="r" t="t"/>
                <a:pathLst>
                  <a:path extrusionOk="0" h="18118" w="19326">
                    <a:moveTo>
                      <a:pt x="17628" y="1133"/>
                    </a:moveTo>
                    <a:cubicBezTo>
                      <a:pt x="17939" y="1133"/>
                      <a:pt x="18193" y="1387"/>
                      <a:pt x="18193" y="1701"/>
                    </a:cubicBezTo>
                    <a:lnTo>
                      <a:pt x="18193" y="11324"/>
                    </a:lnTo>
                    <a:lnTo>
                      <a:pt x="1133" y="11324"/>
                    </a:lnTo>
                    <a:lnTo>
                      <a:pt x="1133" y="1701"/>
                    </a:lnTo>
                    <a:cubicBezTo>
                      <a:pt x="1133" y="1387"/>
                      <a:pt x="1387" y="1133"/>
                      <a:pt x="1701" y="1133"/>
                    </a:cubicBezTo>
                    <a:close/>
                    <a:moveTo>
                      <a:pt x="18193" y="12456"/>
                    </a:moveTo>
                    <a:lnTo>
                      <a:pt x="18193" y="13024"/>
                    </a:lnTo>
                    <a:cubicBezTo>
                      <a:pt x="18193" y="13335"/>
                      <a:pt x="17939" y="13588"/>
                      <a:pt x="17628" y="13588"/>
                    </a:cubicBezTo>
                    <a:lnTo>
                      <a:pt x="1701" y="13588"/>
                    </a:lnTo>
                    <a:cubicBezTo>
                      <a:pt x="1387" y="13588"/>
                      <a:pt x="1133" y="13335"/>
                      <a:pt x="1133" y="13024"/>
                    </a:cubicBezTo>
                    <a:lnTo>
                      <a:pt x="1133" y="12456"/>
                    </a:lnTo>
                    <a:close/>
                    <a:moveTo>
                      <a:pt x="11520" y="14720"/>
                    </a:moveTo>
                    <a:lnTo>
                      <a:pt x="12275" y="16985"/>
                    </a:lnTo>
                    <a:lnTo>
                      <a:pt x="7051" y="16985"/>
                    </a:lnTo>
                    <a:lnTo>
                      <a:pt x="7806" y="14720"/>
                    </a:lnTo>
                    <a:close/>
                    <a:moveTo>
                      <a:pt x="1701" y="1"/>
                    </a:moveTo>
                    <a:cubicBezTo>
                      <a:pt x="762" y="1"/>
                      <a:pt x="1" y="762"/>
                      <a:pt x="1" y="1701"/>
                    </a:cubicBezTo>
                    <a:lnTo>
                      <a:pt x="1" y="13024"/>
                    </a:lnTo>
                    <a:cubicBezTo>
                      <a:pt x="1" y="13960"/>
                      <a:pt x="762" y="14720"/>
                      <a:pt x="1701" y="14720"/>
                    </a:cubicBezTo>
                    <a:lnTo>
                      <a:pt x="6614" y="14720"/>
                    </a:lnTo>
                    <a:lnTo>
                      <a:pt x="5859" y="16985"/>
                    </a:lnTo>
                    <a:lnTo>
                      <a:pt x="4002" y="16985"/>
                    </a:lnTo>
                    <a:cubicBezTo>
                      <a:pt x="3688" y="16985"/>
                      <a:pt x="3437" y="17239"/>
                      <a:pt x="3437" y="17553"/>
                    </a:cubicBezTo>
                    <a:cubicBezTo>
                      <a:pt x="3437" y="17864"/>
                      <a:pt x="3688" y="18117"/>
                      <a:pt x="4002" y="18117"/>
                    </a:cubicBezTo>
                    <a:lnTo>
                      <a:pt x="15325" y="18117"/>
                    </a:lnTo>
                    <a:cubicBezTo>
                      <a:pt x="15639" y="18117"/>
                      <a:pt x="15889" y="17864"/>
                      <a:pt x="15889" y="17553"/>
                    </a:cubicBezTo>
                    <a:cubicBezTo>
                      <a:pt x="15889" y="17239"/>
                      <a:pt x="15639" y="16985"/>
                      <a:pt x="15325" y="16985"/>
                    </a:cubicBezTo>
                    <a:lnTo>
                      <a:pt x="13468" y="16985"/>
                    </a:lnTo>
                    <a:lnTo>
                      <a:pt x="12713" y="14720"/>
                    </a:lnTo>
                    <a:lnTo>
                      <a:pt x="17628" y="14720"/>
                    </a:lnTo>
                    <a:cubicBezTo>
                      <a:pt x="18565" y="14720"/>
                      <a:pt x="19325" y="13960"/>
                      <a:pt x="19325" y="13024"/>
                    </a:cubicBezTo>
                    <a:lnTo>
                      <a:pt x="19325" y="1701"/>
                    </a:lnTo>
                    <a:cubicBezTo>
                      <a:pt x="19325" y="762"/>
                      <a:pt x="18565" y="1"/>
                      <a:pt x="176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801" name="Google Shape;801;p41"/>
            <p:cNvGrpSpPr/>
            <p:nvPr/>
          </p:nvGrpSpPr>
          <p:grpSpPr>
            <a:xfrm>
              <a:off x="3391490" y="3438859"/>
              <a:ext cx="865038" cy="863608"/>
              <a:chOff x="3391490" y="3409870"/>
              <a:chExt cx="865038" cy="863608"/>
            </a:xfrm>
          </p:grpSpPr>
          <p:sp>
            <p:nvSpPr>
              <p:cNvPr id="802" name="Google Shape;802;p41"/>
              <p:cNvSpPr/>
              <p:nvPr/>
            </p:nvSpPr>
            <p:spPr>
              <a:xfrm>
                <a:off x="3391490" y="3409870"/>
                <a:ext cx="865038" cy="863608"/>
              </a:xfrm>
              <a:custGeom>
                <a:rect b="b" l="l" r="r" t="t"/>
                <a:pathLst>
                  <a:path extrusionOk="0" h="19319" w="19351">
                    <a:moveTo>
                      <a:pt x="9691" y="1"/>
                    </a:moveTo>
                    <a:cubicBezTo>
                      <a:pt x="4339" y="1"/>
                      <a:pt x="1" y="4308"/>
                      <a:pt x="1" y="9660"/>
                    </a:cubicBezTo>
                    <a:cubicBezTo>
                      <a:pt x="1" y="15012"/>
                      <a:pt x="4339" y="19319"/>
                      <a:pt x="9691" y="19319"/>
                    </a:cubicBezTo>
                    <a:cubicBezTo>
                      <a:pt x="15012" y="19319"/>
                      <a:pt x="19351" y="15012"/>
                      <a:pt x="19351" y="9660"/>
                    </a:cubicBezTo>
                    <a:cubicBezTo>
                      <a:pt x="19351" y="4308"/>
                      <a:pt x="15012" y="1"/>
                      <a:pt x="96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803" name="Google Shape;803;p41"/>
              <p:cNvGrpSpPr/>
              <p:nvPr/>
            </p:nvGrpSpPr>
            <p:grpSpPr>
              <a:xfrm>
                <a:off x="3599997" y="3627832"/>
                <a:ext cx="448327" cy="428800"/>
                <a:chOff x="5049750" y="832600"/>
                <a:chExt cx="505100" cy="483100"/>
              </a:xfrm>
            </p:grpSpPr>
            <p:sp>
              <p:nvSpPr>
                <p:cNvPr id="804" name="Google Shape;804;p41"/>
                <p:cNvSpPr/>
                <p:nvPr/>
              </p:nvSpPr>
              <p:spPr>
                <a:xfrm>
                  <a:off x="5049750" y="832600"/>
                  <a:ext cx="505100" cy="483100"/>
                </a:xfrm>
                <a:custGeom>
                  <a:rect b="b" l="l" r="r" t="t"/>
                  <a:pathLst>
                    <a:path extrusionOk="0" h="19324" w="20204">
                      <a:moveTo>
                        <a:pt x="12136" y="1129"/>
                      </a:moveTo>
                      <a:cubicBezTo>
                        <a:pt x="13730" y="1129"/>
                        <a:pt x="15325" y="1737"/>
                        <a:pt x="16538" y="2952"/>
                      </a:cubicBezTo>
                      <a:cubicBezTo>
                        <a:pt x="18969" y="5383"/>
                        <a:pt x="18969" y="9323"/>
                        <a:pt x="16538" y="11757"/>
                      </a:cubicBezTo>
                      <a:cubicBezTo>
                        <a:pt x="15341" y="12950"/>
                        <a:pt x="13747" y="13579"/>
                        <a:pt x="12129" y="13579"/>
                      </a:cubicBezTo>
                      <a:cubicBezTo>
                        <a:pt x="11233" y="13579"/>
                        <a:pt x="10329" y="13386"/>
                        <a:pt x="9482" y="12989"/>
                      </a:cubicBezTo>
                      <a:cubicBezTo>
                        <a:pt x="9461" y="12980"/>
                        <a:pt x="9440" y="12968"/>
                        <a:pt x="9419" y="12959"/>
                      </a:cubicBezTo>
                      <a:cubicBezTo>
                        <a:pt x="8794" y="12657"/>
                        <a:pt x="8223" y="12249"/>
                        <a:pt x="7734" y="11757"/>
                      </a:cubicBezTo>
                      <a:cubicBezTo>
                        <a:pt x="5306" y="9329"/>
                        <a:pt x="5306" y="5380"/>
                        <a:pt x="7734" y="2952"/>
                      </a:cubicBezTo>
                      <a:cubicBezTo>
                        <a:pt x="8948" y="1737"/>
                        <a:pt x="10542" y="1129"/>
                        <a:pt x="12136" y="1129"/>
                      </a:cubicBezTo>
                      <a:close/>
                      <a:moveTo>
                        <a:pt x="5871" y="11216"/>
                      </a:moveTo>
                      <a:cubicBezTo>
                        <a:pt x="6475" y="12195"/>
                        <a:pt x="7296" y="13016"/>
                        <a:pt x="8271" y="13620"/>
                      </a:cubicBezTo>
                      <a:lnTo>
                        <a:pt x="7734" y="14160"/>
                      </a:lnTo>
                      <a:cubicBezTo>
                        <a:pt x="7622" y="14271"/>
                        <a:pt x="7477" y="14326"/>
                        <a:pt x="7332" y="14326"/>
                      </a:cubicBezTo>
                      <a:cubicBezTo>
                        <a:pt x="7188" y="14326"/>
                        <a:pt x="7044" y="14271"/>
                        <a:pt x="6934" y="14160"/>
                      </a:cubicBezTo>
                      <a:lnTo>
                        <a:pt x="5330" y="12557"/>
                      </a:lnTo>
                      <a:cubicBezTo>
                        <a:pt x="5110" y="12337"/>
                        <a:pt x="5110" y="11977"/>
                        <a:pt x="5330" y="11757"/>
                      </a:cubicBezTo>
                      <a:lnTo>
                        <a:pt x="5871" y="11216"/>
                      </a:lnTo>
                      <a:close/>
                      <a:moveTo>
                        <a:pt x="4932" y="13762"/>
                      </a:moveTo>
                      <a:lnTo>
                        <a:pt x="5732" y="14562"/>
                      </a:lnTo>
                      <a:lnTo>
                        <a:pt x="4932" y="15362"/>
                      </a:lnTo>
                      <a:lnTo>
                        <a:pt x="4131" y="14562"/>
                      </a:lnTo>
                      <a:lnTo>
                        <a:pt x="4932" y="13762"/>
                      </a:lnTo>
                      <a:close/>
                      <a:moveTo>
                        <a:pt x="3328" y="15362"/>
                      </a:moveTo>
                      <a:lnTo>
                        <a:pt x="4128" y="16162"/>
                      </a:lnTo>
                      <a:lnTo>
                        <a:pt x="2268" y="18025"/>
                      </a:lnTo>
                      <a:cubicBezTo>
                        <a:pt x="2157" y="18135"/>
                        <a:pt x="2013" y="18190"/>
                        <a:pt x="1868" y="18190"/>
                      </a:cubicBezTo>
                      <a:cubicBezTo>
                        <a:pt x="1723" y="18190"/>
                        <a:pt x="1577" y="18134"/>
                        <a:pt x="1465" y="18022"/>
                      </a:cubicBezTo>
                      <a:cubicBezTo>
                        <a:pt x="1245" y="17802"/>
                        <a:pt x="1245" y="17443"/>
                        <a:pt x="1465" y="17222"/>
                      </a:cubicBezTo>
                      <a:lnTo>
                        <a:pt x="3328" y="15362"/>
                      </a:lnTo>
                      <a:close/>
                      <a:moveTo>
                        <a:pt x="12135" y="1"/>
                      </a:moveTo>
                      <a:cubicBezTo>
                        <a:pt x="10250" y="1"/>
                        <a:pt x="8365" y="718"/>
                        <a:pt x="6931" y="2152"/>
                      </a:cubicBezTo>
                      <a:cubicBezTo>
                        <a:pt x="4769" y="4311"/>
                        <a:pt x="4237" y="7493"/>
                        <a:pt x="5330" y="10157"/>
                      </a:cubicBezTo>
                      <a:lnTo>
                        <a:pt x="4527" y="10957"/>
                      </a:lnTo>
                      <a:cubicBezTo>
                        <a:pt x="4020" y="11467"/>
                        <a:pt x="3887" y="12240"/>
                        <a:pt x="4198" y="12892"/>
                      </a:cubicBezTo>
                      <a:lnTo>
                        <a:pt x="665" y="16422"/>
                      </a:lnTo>
                      <a:cubicBezTo>
                        <a:pt x="1" y="17086"/>
                        <a:pt x="1" y="18161"/>
                        <a:pt x="665" y="18825"/>
                      </a:cubicBezTo>
                      <a:cubicBezTo>
                        <a:pt x="996" y="19158"/>
                        <a:pt x="1431" y="19324"/>
                        <a:pt x="1865" y="19324"/>
                      </a:cubicBezTo>
                      <a:cubicBezTo>
                        <a:pt x="2300" y="19324"/>
                        <a:pt x="2735" y="19158"/>
                        <a:pt x="3066" y="18825"/>
                      </a:cubicBezTo>
                      <a:lnTo>
                        <a:pt x="6598" y="15293"/>
                      </a:lnTo>
                      <a:cubicBezTo>
                        <a:pt x="6831" y="15403"/>
                        <a:pt x="7081" y="15457"/>
                        <a:pt x="7328" y="15457"/>
                      </a:cubicBezTo>
                      <a:cubicBezTo>
                        <a:pt x="7770" y="15457"/>
                        <a:pt x="8206" y="15286"/>
                        <a:pt x="8531" y="14961"/>
                      </a:cubicBezTo>
                      <a:lnTo>
                        <a:pt x="9331" y="14163"/>
                      </a:lnTo>
                      <a:cubicBezTo>
                        <a:pt x="10241" y="14538"/>
                        <a:pt x="11190" y="14717"/>
                        <a:pt x="12127" y="14717"/>
                      </a:cubicBezTo>
                      <a:cubicBezTo>
                        <a:pt x="14530" y="14717"/>
                        <a:pt x="16858" y="13537"/>
                        <a:pt x="18256" y="11437"/>
                      </a:cubicBezTo>
                      <a:cubicBezTo>
                        <a:pt x="20204" y="8520"/>
                        <a:pt x="19821" y="4631"/>
                        <a:pt x="17342" y="2152"/>
                      </a:cubicBezTo>
                      <a:cubicBezTo>
                        <a:pt x="15906" y="718"/>
                        <a:pt x="14020" y="1"/>
                        <a:pt x="1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05" name="Google Shape;805;p41"/>
                <p:cNvSpPr/>
                <p:nvPr/>
              </p:nvSpPr>
              <p:spPr>
                <a:xfrm>
                  <a:off x="5216725" y="889175"/>
                  <a:ext cx="276000" cy="254400"/>
                </a:xfrm>
                <a:custGeom>
                  <a:rect b="b" l="l" r="r" t="t"/>
                  <a:pathLst>
                    <a:path extrusionOk="0" h="10176" w="11040">
                      <a:moveTo>
                        <a:pt x="5456" y="1133"/>
                      </a:moveTo>
                      <a:cubicBezTo>
                        <a:pt x="6487" y="1133"/>
                        <a:pt x="7500" y="1535"/>
                        <a:pt x="8259" y="2293"/>
                      </a:cubicBezTo>
                      <a:cubicBezTo>
                        <a:pt x="9802" y="3839"/>
                        <a:pt x="9802" y="6348"/>
                        <a:pt x="8259" y="7897"/>
                      </a:cubicBezTo>
                      <a:cubicBezTo>
                        <a:pt x="7501" y="8653"/>
                        <a:pt x="6489" y="9055"/>
                        <a:pt x="5460" y="9055"/>
                      </a:cubicBezTo>
                      <a:cubicBezTo>
                        <a:pt x="4948" y="9055"/>
                        <a:pt x="4433" y="8956"/>
                        <a:pt x="3941" y="8751"/>
                      </a:cubicBezTo>
                      <a:cubicBezTo>
                        <a:pt x="2462" y="8138"/>
                        <a:pt x="1499" y="6695"/>
                        <a:pt x="1499" y="5095"/>
                      </a:cubicBezTo>
                      <a:cubicBezTo>
                        <a:pt x="1499" y="3491"/>
                        <a:pt x="2462" y="2048"/>
                        <a:pt x="3941" y="1435"/>
                      </a:cubicBezTo>
                      <a:cubicBezTo>
                        <a:pt x="4431" y="1232"/>
                        <a:pt x="4946" y="1133"/>
                        <a:pt x="5456" y="1133"/>
                      </a:cubicBezTo>
                      <a:close/>
                      <a:moveTo>
                        <a:pt x="5468" y="1"/>
                      </a:moveTo>
                      <a:cubicBezTo>
                        <a:pt x="5465" y="1"/>
                        <a:pt x="5461" y="1"/>
                        <a:pt x="5457" y="1"/>
                      </a:cubicBezTo>
                      <a:cubicBezTo>
                        <a:pt x="3029" y="4"/>
                        <a:pt x="943" y="1719"/>
                        <a:pt x="472" y="4098"/>
                      </a:cubicBezTo>
                      <a:cubicBezTo>
                        <a:pt x="1" y="6481"/>
                        <a:pt x="1275" y="8860"/>
                        <a:pt x="3519" y="9787"/>
                      </a:cubicBezTo>
                      <a:cubicBezTo>
                        <a:pt x="4151" y="10049"/>
                        <a:pt x="4811" y="10175"/>
                        <a:pt x="5463" y="10175"/>
                      </a:cubicBezTo>
                      <a:cubicBezTo>
                        <a:pt x="7120" y="10175"/>
                        <a:pt x="8725" y="9362"/>
                        <a:pt x="9693" y="7912"/>
                      </a:cubicBezTo>
                      <a:cubicBezTo>
                        <a:pt x="11040" y="5895"/>
                        <a:pt x="10774" y="3207"/>
                        <a:pt x="9059" y="1492"/>
                      </a:cubicBezTo>
                      <a:cubicBezTo>
                        <a:pt x="8108" y="535"/>
                        <a:pt x="6814" y="1"/>
                        <a:pt x="546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806" name="Google Shape;806;p41"/>
            <p:cNvGrpSpPr/>
            <p:nvPr/>
          </p:nvGrpSpPr>
          <p:grpSpPr>
            <a:xfrm>
              <a:off x="3347614" y="1964041"/>
              <a:ext cx="952789" cy="865127"/>
              <a:chOff x="3347614" y="1935432"/>
              <a:chExt cx="952789" cy="865127"/>
            </a:xfrm>
          </p:grpSpPr>
          <p:sp>
            <p:nvSpPr>
              <p:cNvPr id="807" name="Google Shape;807;p41"/>
              <p:cNvSpPr/>
              <p:nvPr/>
            </p:nvSpPr>
            <p:spPr>
              <a:xfrm>
                <a:off x="3347614" y="1935432"/>
                <a:ext cx="952789" cy="865127"/>
              </a:xfrm>
              <a:custGeom>
                <a:rect b="b" l="l" r="r" t="t"/>
                <a:pathLst>
                  <a:path extrusionOk="0" h="19353" w="21314">
                    <a:moveTo>
                      <a:pt x="10671" y="1"/>
                    </a:moveTo>
                    <a:cubicBezTo>
                      <a:pt x="6295" y="1"/>
                      <a:pt x="2319" y="2983"/>
                      <a:pt x="1236" y="7423"/>
                    </a:cubicBezTo>
                    <a:cubicBezTo>
                      <a:pt x="1" y="12617"/>
                      <a:pt x="3199" y="17842"/>
                      <a:pt x="8393" y="19077"/>
                    </a:cubicBezTo>
                    <a:cubicBezTo>
                      <a:pt x="9156" y="19263"/>
                      <a:pt x="9920" y="19352"/>
                      <a:pt x="10671" y="19352"/>
                    </a:cubicBezTo>
                    <a:cubicBezTo>
                      <a:pt x="15036" y="19352"/>
                      <a:pt x="18993" y="16351"/>
                      <a:pt x="20047" y="11920"/>
                    </a:cubicBezTo>
                    <a:cubicBezTo>
                      <a:pt x="21314" y="6726"/>
                      <a:pt x="18115" y="1533"/>
                      <a:pt x="12922" y="266"/>
                    </a:cubicBezTo>
                    <a:cubicBezTo>
                      <a:pt x="12168" y="87"/>
                      <a:pt x="11414" y="1"/>
                      <a:pt x="106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190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808" name="Google Shape;808;p41"/>
              <p:cNvGrpSpPr/>
              <p:nvPr/>
            </p:nvGrpSpPr>
            <p:grpSpPr>
              <a:xfrm>
                <a:off x="3602617" y="2147822"/>
                <a:ext cx="442873" cy="440568"/>
                <a:chOff x="685475" y="2318350"/>
                <a:chExt cx="297750" cy="296200"/>
              </a:xfrm>
            </p:grpSpPr>
            <p:sp>
              <p:nvSpPr>
                <p:cNvPr id="809" name="Google Shape;809;p41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rect b="b" l="l" r="r" t="t"/>
                  <a:pathLst>
                    <a:path extrusionOk="0" h="9679" w="5704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10" name="Google Shape;810;p41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rect b="b" l="l" r="r" t="t"/>
                  <a:pathLst>
                    <a:path extrusionOk="0" h="9705" w="5735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11" name="Google Shape;811;p41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812" name="Google Shape;812;p41"/>
            <p:cNvGrpSpPr/>
            <p:nvPr/>
          </p:nvGrpSpPr>
          <p:grpSpPr>
            <a:xfrm>
              <a:off x="7980165" y="1964243"/>
              <a:ext cx="965529" cy="864859"/>
              <a:chOff x="7980165" y="1935567"/>
              <a:chExt cx="965529" cy="864859"/>
            </a:xfrm>
          </p:grpSpPr>
          <p:sp>
            <p:nvSpPr>
              <p:cNvPr id="813" name="Google Shape;813;p41"/>
              <p:cNvSpPr/>
              <p:nvPr/>
            </p:nvSpPr>
            <p:spPr>
              <a:xfrm>
                <a:off x="7980165" y="1935567"/>
                <a:ext cx="965529" cy="864859"/>
              </a:xfrm>
              <a:custGeom>
                <a:rect b="b" l="l" r="r" t="t"/>
                <a:pathLst>
                  <a:path extrusionOk="0" h="19347" w="21599">
                    <a:moveTo>
                      <a:pt x="10804" y="1"/>
                    </a:moveTo>
                    <a:cubicBezTo>
                      <a:pt x="8109" y="1"/>
                      <a:pt x="5428" y="1120"/>
                      <a:pt x="3516" y="3308"/>
                    </a:cubicBezTo>
                    <a:cubicBezTo>
                      <a:pt x="0" y="7330"/>
                      <a:pt x="412" y="13442"/>
                      <a:pt x="4434" y="16958"/>
                    </a:cubicBezTo>
                    <a:cubicBezTo>
                      <a:pt x="6268" y="18560"/>
                      <a:pt x="8536" y="19347"/>
                      <a:pt x="10795" y="19347"/>
                    </a:cubicBezTo>
                    <a:cubicBezTo>
                      <a:pt x="13490" y="19347"/>
                      <a:pt x="16171" y="18227"/>
                      <a:pt x="18083" y="16039"/>
                    </a:cubicBezTo>
                    <a:cubicBezTo>
                      <a:pt x="21599" y="12017"/>
                      <a:pt x="21187" y="5905"/>
                      <a:pt x="17165" y="2390"/>
                    </a:cubicBezTo>
                    <a:cubicBezTo>
                      <a:pt x="15331" y="787"/>
                      <a:pt x="13063" y="1"/>
                      <a:pt x="1080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814" name="Google Shape;814;p41"/>
              <p:cNvGrpSpPr/>
              <p:nvPr/>
            </p:nvGrpSpPr>
            <p:grpSpPr>
              <a:xfrm>
                <a:off x="8216964" y="2048223"/>
                <a:ext cx="492240" cy="540091"/>
                <a:chOff x="5897779" y="1453403"/>
                <a:chExt cx="390480" cy="428439"/>
              </a:xfrm>
            </p:grpSpPr>
            <p:grpSp>
              <p:nvGrpSpPr>
                <p:cNvPr id="815" name="Google Shape;815;p41"/>
                <p:cNvGrpSpPr/>
                <p:nvPr/>
              </p:nvGrpSpPr>
              <p:grpSpPr>
                <a:xfrm>
                  <a:off x="5897779" y="1532356"/>
                  <a:ext cx="351315" cy="349486"/>
                  <a:chOff x="685475" y="2318350"/>
                  <a:chExt cx="297750" cy="296200"/>
                </a:xfrm>
              </p:grpSpPr>
              <p:sp>
                <p:nvSpPr>
                  <p:cNvPr id="816" name="Google Shape;816;p41"/>
                  <p:cNvSpPr/>
                  <p:nvPr/>
                </p:nvSpPr>
                <p:spPr>
                  <a:xfrm>
                    <a:off x="685475" y="2371925"/>
                    <a:ext cx="142600" cy="241975"/>
                  </a:xfrm>
                  <a:custGeom>
                    <a:rect b="b" l="l" r="r" t="t"/>
                    <a:pathLst>
                      <a:path extrusionOk="0" h="9679" w="5704">
                        <a:moveTo>
                          <a:pt x="2080" y="662"/>
                        </a:moveTo>
                        <a:cubicBezTo>
                          <a:pt x="2458" y="662"/>
                          <a:pt x="2773" y="977"/>
                          <a:pt x="2773" y="1387"/>
                        </a:cubicBezTo>
                        <a:cubicBezTo>
                          <a:pt x="2773" y="1765"/>
                          <a:pt x="2458" y="2080"/>
                          <a:pt x="2080" y="2080"/>
                        </a:cubicBezTo>
                        <a:cubicBezTo>
                          <a:pt x="1671" y="2080"/>
                          <a:pt x="1356" y="1765"/>
                          <a:pt x="1356" y="1387"/>
                        </a:cubicBezTo>
                        <a:cubicBezTo>
                          <a:pt x="1356" y="977"/>
                          <a:pt x="1734" y="662"/>
                          <a:pt x="2080" y="662"/>
                        </a:cubicBezTo>
                        <a:close/>
                        <a:moveTo>
                          <a:pt x="2962" y="6900"/>
                        </a:moveTo>
                        <a:lnTo>
                          <a:pt x="3120" y="7593"/>
                        </a:lnTo>
                        <a:lnTo>
                          <a:pt x="1135" y="7593"/>
                        </a:lnTo>
                        <a:lnTo>
                          <a:pt x="1293" y="6900"/>
                        </a:lnTo>
                        <a:close/>
                        <a:moveTo>
                          <a:pt x="1742" y="2767"/>
                        </a:moveTo>
                        <a:cubicBezTo>
                          <a:pt x="1866" y="2767"/>
                          <a:pt x="1991" y="2831"/>
                          <a:pt x="2049" y="2962"/>
                        </a:cubicBezTo>
                        <a:lnTo>
                          <a:pt x="2553" y="3938"/>
                        </a:lnTo>
                        <a:cubicBezTo>
                          <a:pt x="2584" y="4064"/>
                          <a:pt x="2742" y="4127"/>
                          <a:pt x="2868" y="4127"/>
                        </a:cubicBezTo>
                        <a:lnTo>
                          <a:pt x="3813" y="4127"/>
                        </a:lnTo>
                        <a:cubicBezTo>
                          <a:pt x="4002" y="4127"/>
                          <a:pt x="4159" y="4285"/>
                          <a:pt x="4159" y="4474"/>
                        </a:cubicBezTo>
                        <a:cubicBezTo>
                          <a:pt x="4159" y="4695"/>
                          <a:pt x="4002" y="4852"/>
                          <a:pt x="3813" y="4852"/>
                        </a:cubicBezTo>
                        <a:lnTo>
                          <a:pt x="2427" y="4852"/>
                        </a:lnTo>
                        <a:cubicBezTo>
                          <a:pt x="2301" y="4852"/>
                          <a:pt x="2175" y="4758"/>
                          <a:pt x="2112" y="4631"/>
                        </a:cubicBezTo>
                        <a:cubicBezTo>
                          <a:pt x="2042" y="4515"/>
                          <a:pt x="1919" y="4450"/>
                          <a:pt x="1784" y="4450"/>
                        </a:cubicBezTo>
                        <a:cubicBezTo>
                          <a:pt x="1737" y="4450"/>
                          <a:pt x="1688" y="4458"/>
                          <a:pt x="1639" y="4474"/>
                        </a:cubicBezTo>
                        <a:cubicBezTo>
                          <a:pt x="1482" y="4568"/>
                          <a:pt x="1387" y="4758"/>
                          <a:pt x="1482" y="4947"/>
                        </a:cubicBezTo>
                        <a:cubicBezTo>
                          <a:pt x="1671" y="5325"/>
                          <a:pt x="2017" y="5545"/>
                          <a:pt x="2427" y="5545"/>
                        </a:cubicBezTo>
                        <a:lnTo>
                          <a:pt x="3813" y="5545"/>
                        </a:lnTo>
                        <a:cubicBezTo>
                          <a:pt x="3970" y="5545"/>
                          <a:pt x="4128" y="5671"/>
                          <a:pt x="4159" y="5829"/>
                        </a:cubicBezTo>
                        <a:lnTo>
                          <a:pt x="4853" y="8570"/>
                        </a:lnTo>
                        <a:cubicBezTo>
                          <a:pt x="4916" y="8790"/>
                          <a:pt x="4790" y="8979"/>
                          <a:pt x="4632" y="9011"/>
                        </a:cubicBezTo>
                        <a:cubicBezTo>
                          <a:pt x="4608" y="9015"/>
                          <a:pt x="4584" y="9017"/>
                          <a:pt x="4560" y="9017"/>
                        </a:cubicBezTo>
                        <a:cubicBezTo>
                          <a:pt x="4403" y="9017"/>
                          <a:pt x="4273" y="8927"/>
                          <a:pt x="4191" y="8790"/>
                        </a:cubicBezTo>
                        <a:lnTo>
                          <a:pt x="3655" y="6522"/>
                        </a:lnTo>
                        <a:cubicBezTo>
                          <a:pt x="3592" y="6364"/>
                          <a:pt x="3498" y="6270"/>
                          <a:pt x="3277" y="6270"/>
                        </a:cubicBezTo>
                        <a:lnTo>
                          <a:pt x="1040" y="6270"/>
                        </a:lnTo>
                        <a:cubicBezTo>
                          <a:pt x="914" y="6270"/>
                          <a:pt x="851" y="6207"/>
                          <a:pt x="757" y="6144"/>
                        </a:cubicBezTo>
                        <a:cubicBezTo>
                          <a:pt x="694" y="5986"/>
                          <a:pt x="694" y="5892"/>
                          <a:pt x="694" y="5797"/>
                        </a:cubicBezTo>
                        <a:lnTo>
                          <a:pt x="1419" y="3025"/>
                        </a:lnTo>
                        <a:cubicBezTo>
                          <a:pt x="1453" y="2855"/>
                          <a:pt x="1597" y="2767"/>
                          <a:pt x="1742" y="2767"/>
                        </a:cubicBezTo>
                        <a:close/>
                        <a:moveTo>
                          <a:pt x="2143" y="0"/>
                        </a:moveTo>
                        <a:cubicBezTo>
                          <a:pt x="1419" y="0"/>
                          <a:pt x="788" y="630"/>
                          <a:pt x="788" y="1387"/>
                        </a:cubicBezTo>
                        <a:cubicBezTo>
                          <a:pt x="788" y="1733"/>
                          <a:pt x="946" y="2080"/>
                          <a:pt x="1135" y="2332"/>
                        </a:cubicBezTo>
                        <a:cubicBezTo>
                          <a:pt x="977" y="2426"/>
                          <a:pt x="851" y="2647"/>
                          <a:pt x="788" y="2867"/>
                        </a:cubicBezTo>
                        <a:lnTo>
                          <a:pt x="64" y="5640"/>
                        </a:lnTo>
                        <a:cubicBezTo>
                          <a:pt x="1" y="5955"/>
                          <a:pt x="64" y="6270"/>
                          <a:pt x="253" y="6522"/>
                        </a:cubicBezTo>
                        <a:cubicBezTo>
                          <a:pt x="347" y="6648"/>
                          <a:pt x="473" y="6774"/>
                          <a:pt x="631" y="6805"/>
                        </a:cubicBezTo>
                        <a:lnTo>
                          <a:pt x="32" y="9263"/>
                        </a:lnTo>
                        <a:cubicBezTo>
                          <a:pt x="1" y="9452"/>
                          <a:pt x="95" y="9609"/>
                          <a:pt x="253" y="9672"/>
                        </a:cubicBezTo>
                        <a:cubicBezTo>
                          <a:pt x="281" y="9676"/>
                          <a:pt x="309" y="9678"/>
                          <a:pt x="335" y="9678"/>
                        </a:cubicBezTo>
                        <a:cubicBezTo>
                          <a:pt x="513" y="9678"/>
                          <a:pt x="639" y="9589"/>
                          <a:pt x="694" y="9452"/>
                        </a:cubicBezTo>
                        <a:lnTo>
                          <a:pt x="977" y="8318"/>
                        </a:lnTo>
                        <a:lnTo>
                          <a:pt x="3372" y="8318"/>
                        </a:lnTo>
                        <a:lnTo>
                          <a:pt x="3529" y="8885"/>
                        </a:lnTo>
                        <a:cubicBezTo>
                          <a:pt x="3661" y="9359"/>
                          <a:pt x="4079" y="9679"/>
                          <a:pt x="4526" y="9679"/>
                        </a:cubicBezTo>
                        <a:cubicBezTo>
                          <a:pt x="4613" y="9679"/>
                          <a:pt x="4702" y="9667"/>
                          <a:pt x="4790" y="9641"/>
                        </a:cubicBezTo>
                        <a:cubicBezTo>
                          <a:pt x="5357" y="9483"/>
                          <a:pt x="5703" y="8916"/>
                          <a:pt x="5546" y="8381"/>
                        </a:cubicBezTo>
                        <a:lnTo>
                          <a:pt x="4821" y="5640"/>
                        </a:lnTo>
                        <a:cubicBezTo>
                          <a:pt x="4790" y="5482"/>
                          <a:pt x="4727" y="5325"/>
                          <a:pt x="4601" y="5199"/>
                        </a:cubicBezTo>
                        <a:cubicBezTo>
                          <a:pt x="4758" y="5010"/>
                          <a:pt x="4884" y="4758"/>
                          <a:pt x="4884" y="4474"/>
                        </a:cubicBezTo>
                        <a:cubicBezTo>
                          <a:pt x="4884" y="3907"/>
                          <a:pt x="4412" y="3466"/>
                          <a:pt x="3844" y="3466"/>
                        </a:cubicBezTo>
                        <a:lnTo>
                          <a:pt x="3088" y="3466"/>
                        </a:lnTo>
                        <a:lnTo>
                          <a:pt x="2710" y="2647"/>
                        </a:lnTo>
                        <a:cubicBezTo>
                          <a:pt x="3183" y="2395"/>
                          <a:pt x="3529" y="1922"/>
                          <a:pt x="3529" y="1387"/>
                        </a:cubicBezTo>
                        <a:cubicBezTo>
                          <a:pt x="3529" y="630"/>
                          <a:pt x="2899" y="0"/>
                          <a:pt x="2143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sz="18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817" name="Google Shape;817;p41"/>
                  <p:cNvSpPr/>
                  <p:nvPr/>
                </p:nvSpPr>
                <p:spPr>
                  <a:xfrm>
                    <a:off x="839850" y="2371925"/>
                    <a:ext cx="143375" cy="242625"/>
                  </a:xfrm>
                  <a:custGeom>
                    <a:rect b="b" l="l" r="r" t="t"/>
                    <a:pathLst>
                      <a:path extrusionOk="0" h="9705" w="5735">
                        <a:moveTo>
                          <a:pt x="3624" y="662"/>
                        </a:moveTo>
                        <a:cubicBezTo>
                          <a:pt x="4002" y="662"/>
                          <a:pt x="4317" y="977"/>
                          <a:pt x="4317" y="1355"/>
                        </a:cubicBezTo>
                        <a:cubicBezTo>
                          <a:pt x="4317" y="1765"/>
                          <a:pt x="4002" y="2080"/>
                          <a:pt x="3624" y="2080"/>
                        </a:cubicBezTo>
                        <a:cubicBezTo>
                          <a:pt x="3214" y="2080"/>
                          <a:pt x="2899" y="1765"/>
                          <a:pt x="2899" y="1355"/>
                        </a:cubicBezTo>
                        <a:cubicBezTo>
                          <a:pt x="2899" y="977"/>
                          <a:pt x="3214" y="662"/>
                          <a:pt x="3624" y="662"/>
                        </a:cubicBezTo>
                        <a:close/>
                        <a:moveTo>
                          <a:pt x="4317" y="6900"/>
                        </a:moveTo>
                        <a:lnTo>
                          <a:pt x="4474" y="7593"/>
                        </a:lnTo>
                        <a:lnTo>
                          <a:pt x="2490" y="7593"/>
                        </a:lnTo>
                        <a:lnTo>
                          <a:pt x="2647" y="6900"/>
                        </a:lnTo>
                        <a:close/>
                        <a:moveTo>
                          <a:pt x="3962" y="2731"/>
                        </a:moveTo>
                        <a:cubicBezTo>
                          <a:pt x="4108" y="2731"/>
                          <a:pt x="4250" y="2818"/>
                          <a:pt x="4285" y="2993"/>
                        </a:cubicBezTo>
                        <a:lnTo>
                          <a:pt x="4979" y="5734"/>
                        </a:lnTo>
                        <a:cubicBezTo>
                          <a:pt x="5010" y="6018"/>
                          <a:pt x="4853" y="6207"/>
                          <a:pt x="4632" y="6207"/>
                        </a:cubicBezTo>
                        <a:lnTo>
                          <a:pt x="2395" y="6207"/>
                        </a:lnTo>
                        <a:cubicBezTo>
                          <a:pt x="2238" y="6207"/>
                          <a:pt x="2080" y="6333"/>
                          <a:pt x="2049" y="6490"/>
                        </a:cubicBezTo>
                        <a:lnTo>
                          <a:pt x="1482" y="8727"/>
                        </a:lnTo>
                        <a:cubicBezTo>
                          <a:pt x="1456" y="8883"/>
                          <a:pt x="1323" y="8996"/>
                          <a:pt x="1154" y="8996"/>
                        </a:cubicBezTo>
                        <a:cubicBezTo>
                          <a:pt x="1118" y="8996"/>
                          <a:pt x="1080" y="8990"/>
                          <a:pt x="1040" y="8979"/>
                        </a:cubicBezTo>
                        <a:cubicBezTo>
                          <a:pt x="851" y="8916"/>
                          <a:pt x="725" y="8727"/>
                          <a:pt x="820" y="8538"/>
                        </a:cubicBezTo>
                        <a:lnTo>
                          <a:pt x="1513" y="5766"/>
                        </a:lnTo>
                        <a:cubicBezTo>
                          <a:pt x="1576" y="5608"/>
                          <a:pt x="1671" y="5514"/>
                          <a:pt x="1891" y="5514"/>
                        </a:cubicBezTo>
                        <a:lnTo>
                          <a:pt x="3246" y="5514"/>
                        </a:lnTo>
                        <a:cubicBezTo>
                          <a:pt x="3655" y="5514"/>
                          <a:pt x="4002" y="5262"/>
                          <a:pt x="4222" y="4915"/>
                        </a:cubicBezTo>
                        <a:cubicBezTo>
                          <a:pt x="4285" y="4758"/>
                          <a:pt x="4222" y="4537"/>
                          <a:pt x="4033" y="4442"/>
                        </a:cubicBezTo>
                        <a:cubicBezTo>
                          <a:pt x="3993" y="4426"/>
                          <a:pt x="3948" y="4418"/>
                          <a:pt x="3902" y="4418"/>
                        </a:cubicBezTo>
                        <a:cubicBezTo>
                          <a:pt x="3770" y="4418"/>
                          <a:pt x="3631" y="4483"/>
                          <a:pt x="3561" y="4600"/>
                        </a:cubicBezTo>
                        <a:cubicBezTo>
                          <a:pt x="3529" y="4726"/>
                          <a:pt x="3372" y="4789"/>
                          <a:pt x="3246" y="4789"/>
                        </a:cubicBezTo>
                        <a:lnTo>
                          <a:pt x="1891" y="4789"/>
                        </a:lnTo>
                        <a:cubicBezTo>
                          <a:pt x="1671" y="4789"/>
                          <a:pt x="1513" y="4631"/>
                          <a:pt x="1513" y="4442"/>
                        </a:cubicBezTo>
                        <a:cubicBezTo>
                          <a:pt x="1513" y="4253"/>
                          <a:pt x="1671" y="4096"/>
                          <a:pt x="1891" y="4096"/>
                        </a:cubicBezTo>
                        <a:lnTo>
                          <a:pt x="2836" y="4096"/>
                        </a:lnTo>
                        <a:cubicBezTo>
                          <a:pt x="2931" y="4096"/>
                          <a:pt x="3057" y="4001"/>
                          <a:pt x="3151" y="3907"/>
                        </a:cubicBezTo>
                        <a:cubicBezTo>
                          <a:pt x="3151" y="3844"/>
                          <a:pt x="3655" y="2899"/>
                          <a:pt x="3655" y="2899"/>
                        </a:cubicBezTo>
                        <a:cubicBezTo>
                          <a:pt x="3725" y="2787"/>
                          <a:pt x="3845" y="2731"/>
                          <a:pt x="3962" y="2731"/>
                        </a:cubicBezTo>
                        <a:close/>
                        <a:moveTo>
                          <a:pt x="3529" y="0"/>
                        </a:moveTo>
                        <a:cubicBezTo>
                          <a:pt x="2805" y="0"/>
                          <a:pt x="2175" y="630"/>
                          <a:pt x="2175" y="1355"/>
                        </a:cubicBezTo>
                        <a:cubicBezTo>
                          <a:pt x="2175" y="1922"/>
                          <a:pt x="2490" y="2395"/>
                          <a:pt x="2994" y="2615"/>
                        </a:cubicBezTo>
                        <a:lnTo>
                          <a:pt x="2584" y="3466"/>
                        </a:lnTo>
                        <a:lnTo>
                          <a:pt x="1860" y="3466"/>
                        </a:lnTo>
                        <a:cubicBezTo>
                          <a:pt x="1261" y="3466"/>
                          <a:pt x="820" y="3938"/>
                          <a:pt x="820" y="4474"/>
                        </a:cubicBezTo>
                        <a:cubicBezTo>
                          <a:pt x="820" y="4758"/>
                          <a:pt x="946" y="4978"/>
                          <a:pt x="1103" y="5199"/>
                        </a:cubicBezTo>
                        <a:cubicBezTo>
                          <a:pt x="977" y="5325"/>
                          <a:pt x="914" y="5451"/>
                          <a:pt x="851" y="5608"/>
                        </a:cubicBezTo>
                        <a:lnTo>
                          <a:pt x="158" y="8381"/>
                        </a:lnTo>
                        <a:cubicBezTo>
                          <a:pt x="1" y="8916"/>
                          <a:pt x="347" y="9483"/>
                          <a:pt x="914" y="9641"/>
                        </a:cubicBezTo>
                        <a:cubicBezTo>
                          <a:pt x="1002" y="9667"/>
                          <a:pt x="1091" y="9679"/>
                          <a:pt x="1178" y="9679"/>
                        </a:cubicBezTo>
                        <a:cubicBezTo>
                          <a:pt x="1624" y="9679"/>
                          <a:pt x="2038" y="9359"/>
                          <a:pt x="2143" y="8885"/>
                        </a:cubicBezTo>
                        <a:lnTo>
                          <a:pt x="2332" y="8286"/>
                        </a:lnTo>
                        <a:lnTo>
                          <a:pt x="4695" y="8286"/>
                        </a:lnTo>
                        <a:lnTo>
                          <a:pt x="4947" y="9452"/>
                        </a:lnTo>
                        <a:cubicBezTo>
                          <a:pt x="4995" y="9597"/>
                          <a:pt x="5118" y="9704"/>
                          <a:pt x="5257" y="9704"/>
                        </a:cubicBezTo>
                        <a:cubicBezTo>
                          <a:pt x="5300" y="9704"/>
                          <a:pt x="5344" y="9694"/>
                          <a:pt x="5388" y="9672"/>
                        </a:cubicBezTo>
                        <a:cubicBezTo>
                          <a:pt x="5577" y="9641"/>
                          <a:pt x="5703" y="9452"/>
                          <a:pt x="5609" y="9231"/>
                        </a:cubicBezTo>
                        <a:lnTo>
                          <a:pt x="5042" y="6805"/>
                        </a:lnTo>
                        <a:cubicBezTo>
                          <a:pt x="5514" y="6616"/>
                          <a:pt x="5735" y="6144"/>
                          <a:pt x="5640" y="5640"/>
                        </a:cubicBezTo>
                        <a:lnTo>
                          <a:pt x="4916" y="2867"/>
                        </a:lnTo>
                        <a:cubicBezTo>
                          <a:pt x="4884" y="2647"/>
                          <a:pt x="4758" y="2489"/>
                          <a:pt x="4569" y="2332"/>
                        </a:cubicBezTo>
                        <a:cubicBezTo>
                          <a:pt x="4790" y="2080"/>
                          <a:pt x="4916" y="1733"/>
                          <a:pt x="4916" y="1355"/>
                        </a:cubicBezTo>
                        <a:cubicBezTo>
                          <a:pt x="4916" y="630"/>
                          <a:pt x="4285" y="0"/>
                          <a:pt x="352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sz="18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818" name="Google Shape;818;p41"/>
                  <p:cNvSpPr/>
                  <p:nvPr/>
                </p:nvSpPr>
                <p:spPr>
                  <a:xfrm>
                    <a:off x="772900" y="2318350"/>
                    <a:ext cx="122125" cy="105075"/>
                  </a:xfrm>
                  <a:custGeom>
                    <a:rect b="b" l="l" r="r" t="t"/>
                    <a:pathLst>
                      <a:path extrusionOk="0" h="4203" w="4885">
                        <a:moveTo>
                          <a:pt x="3844" y="631"/>
                        </a:moveTo>
                        <a:cubicBezTo>
                          <a:pt x="4034" y="631"/>
                          <a:pt x="4223" y="789"/>
                          <a:pt x="4223" y="978"/>
                        </a:cubicBezTo>
                        <a:lnTo>
                          <a:pt x="4223" y="1734"/>
                        </a:lnTo>
                        <a:cubicBezTo>
                          <a:pt x="4223" y="1923"/>
                          <a:pt x="4034" y="2112"/>
                          <a:pt x="3844" y="2112"/>
                        </a:cubicBezTo>
                        <a:cubicBezTo>
                          <a:pt x="3655" y="2143"/>
                          <a:pt x="3498" y="2301"/>
                          <a:pt x="3498" y="2458"/>
                        </a:cubicBezTo>
                        <a:lnTo>
                          <a:pt x="3498" y="2994"/>
                        </a:lnTo>
                        <a:lnTo>
                          <a:pt x="2679" y="2206"/>
                        </a:lnTo>
                        <a:cubicBezTo>
                          <a:pt x="2584" y="2143"/>
                          <a:pt x="2521" y="2112"/>
                          <a:pt x="2427" y="2112"/>
                        </a:cubicBezTo>
                        <a:lnTo>
                          <a:pt x="1009" y="2112"/>
                        </a:lnTo>
                        <a:cubicBezTo>
                          <a:pt x="820" y="2112"/>
                          <a:pt x="662" y="1923"/>
                          <a:pt x="662" y="1734"/>
                        </a:cubicBezTo>
                        <a:lnTo>
                          <a:pt x="662" y="978"/>
                        </a:lnTo>
                        <a:cubicBezTo>
                          <a:pt x="662" y="789"/>
                          <a:pt x="820" y="631"/>
                          <a:pt x="1009" y="631"/>
                        </a:cubicBezTo>
                        <a:close/>
                        <a:moveTo>
                          <a:pt x="1009" y="1"/>
                        </a:moveTo>
                        <a:cubicBezTo>
                          <a:pt x="442" y="1"/>
                          <a:pt x="1" y="474"/>
                          <a:pt x="1" y="1041"/>
                        </a:cubicBezTo>
                        <a:lnTo>
                          <a:pt x="1" y="1765"/>
                        </a:lnTo>
                        <a:cubicBezTo>
                          <a:pt x="1" y="2364"/>
                          <a:pt x="473" y="2805"/>
                          <a:pt x="1009" y="2805"/>
                        </a:cubicBezTo>
                        <a:lnTo>
                          <a:pt x="2269" y="2805"/>
                        </a:lnTo>
                        <a:lnTo>
                          <a:pt x="3592" y="4097"/>
                        </a:lnTo>
                        <a:cubicBezTo>
                          <a:pt x="3663" y="4167"/>
                          <a:pt x="3770" y="4203"/>
                          <a:pt x="3872" y="4203"/>
                        </a:cubicBezTo>
                        <a:cubicBezTo>
                          <a:pt x="3906" y="4203"/>
                          <a:pt x="3939" y="4199"/>
                          <a:pt x="3970" y="4191"/>
                        </a:cubicBezTo>
                        <a:cubicBezTo>
                          <a:pt x="4097" y="4160"/>
                          <a:pt x="4160" y="4002"/>
                          <a:pt x="4160" y="3876"/>
                        </a:cubicBezTo>
                        <a:lnTo>
                          <a:pt x="4160" y="2773"/>
                        </a:lnTo>
                        <a:cubicBezTo>
                          <a:pt x="4569" y="2616"/>
                          <a:pt x="4884" y="2238"/>
                          <a:pt x="4884" y="1765"/>
                        </a:cubicBezTo>
                        <a:lnTo>
                          <a:pt x="4884" y="1041"/>
                        </a:lnTo>
                        <a:cubicBezTo>
                          <a:pt x="4884" y="442"/>
                          <a:pt x="4412" y="1"/>
                          <a:pt x="38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sz="18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819" name="Google Shape;819;p41"/>
                <p:cNvSpPr/>
                <p:nvPr/>
              </p:nvSpPr>
              <p:spPr>
                <a:xfrm flipH="1">
                  <a:off x="6144164" y="1453403"/>
                  <a:ext cx="144095" cy="123978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820" name="Google Shape;820;p41"/>
            <p:cNvGrpSpPr/>
            <p:nvPr/>
          </p:nvGrpSpPr>
          <p:grpSpPr>
            <a:xfrm>
              <a:off x="8030411" y="3438858"/>
              <a:ext cx="865038" cy="863608"/>
              <a:chOff x="8030411" y="3409870"/>
              <a:chExt cx="865038" cy="863608"/>
            </a:xfrm>
          </p:grpSpPr>
          <p:sp>
            <p:nvSpPr>
              <p:cNvPr id="821" name="Google Shape;821;p41"/>
              <p:cNvSpPr/>
              <p:nvPr/>
            </p:nvSpPr>
            <p:spPr>
              <a:xfrm>
                <a:off x="8030411" y="3409870"/>
                <a:ext cx="865038" cy="863608"/>
              </a:xfrm>
              <a:custGeom>
                <a:rect b="b" l="l" r="r" t="t"/>
                <a:pathLst>
                  <a:path extrusionOk="0" h="19319" w="19351">
                    <a:moveTo>
                      <a:pt x="9660" y="1"/>
                    </a:moveTo>
                    <a:cubicBezTo>
                      <a:pt x="4340" y="1"/>
                      <a:pt x="1" y="4308"/>
                      <a:pt x="1" y="9660"/>
                    </a:cubicBezTo>
                    <a:cubicBezTo>
                      <a:pt x="1" y="15012"/>
                      <a:pt x="4340" y="19319"/>
                      <a:pt x="9660" y="19319"/>
                    </a:cubicBezTo>
                    <a:cubicBezTo>
                      <a:pt x="15012" y="19319"/>
                      <a:pt x="19351" y="15012"/>
                      <a:pt x="19351" y="9660"/>
                    </a:cubicBezTo>
                    <a:cubicBezTo>
                      <a:pt x="19351" y="4308"/>
                      <a:pt x="15012" y="1"/>
                      <a:pt x="966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822" name="Google Shape;822;p41"/>
              <p:cNvGrpSpPr/>
              <p:nvPr/>
            </p:nvGrpSpPr>
            <p:grpSpPr>
              <a:xfrm>
                <a:off x="8232590" y="3615260"/>
                <a:ext cx="461707" cy="453688"/>
                <a:chOff x="-60988625" y="2310475"/>
                <a:chExt cx="316650" cy="311150"/>
              </a:xfrm>
            </p:grpSpPr>
            <p:sp>
              <p:nvSpPr>
                <p:cNvPr id="823" name="Google Shape;823;p41"/>
                <p:cNvSpPr/>
                <p:nvPr/>
              </p:nvSpPr>
              <p:spPr>
                <a:xfrm>
                  <a:off x="-60988625" y="2310475"/>
                  <a:ext cx="311125" cy="311150"/>
                </a:xfrm>
                <a:custGeom>
                  <a:rect b="b" l="l" r="r" t="t"/>
                  <a:pathLst>
                    <a:path extrusionOk="0" h="12446" w="12445">
                      <a:moveTo>
                        <a:pt x="7877" y="883"/>
                      </a:moveTo>
                      <a:cubicBezTo>
                        <a:pt x="8097" y="883"/>
                        <a:pt x="8318" y="1072"/>
                        <a:pt x="8318" y="1324"/>
                      </a:cubicBezTo>
                      <a:lnTo>
                        <a:pt x="8318" y="10398"/>
                      </a:lnTo>
                      <a:cubicBezTo>
                        <a:pt x="8318" y="10870"/>
                        <a:pt x="8444" y="11311"/>
                        <a:pt x="8727" y="11626"/>
                      </a:cubicBezTo>
                      <a:lnTo>
                        <a:pt x="2111" y="11626"/>
                      </a:lnTo>
                      <a:cubicBezTo>
                        <a:pt x="1450" y="11626"/>
                        <a:pt x="851" y="11091"/>
                        <a:pt x="851" y="10398"/>
                      </a:cubicBezTo>
                      <a:lnTo>
                        <a:pt x="851" y="1324"/>
                      </a:lnTo>
                      <a:lnTo>
                        <a:pt x="820" y="1324"/>
                      </a:lnTo>
                      <a:cubicBezTo>
                        <a:pt x="820" y="1072"/>
                        <a:pt x="1009" y="883"/>
                        <a:pt x="1261" y="883"/>
                      </a:cubicBezTo>
                      <a:close/>
                      <a:moveTo>
                        <a:pt x="11500" y="10807"/>
                      </a:moveTo>
                      <a:cubicBezTo>
                        <a:pt x="11342" y="11280"/>
                        <a:pt x="10870" y="11626"/>
                        <a:pt x="10303" y="11626"/>
                      </a:cubicBezTo>
                      <a:cubicBezTo>
                        <a:pt x="9767" y="11626"/>
                        <a:pt x="9326" y="11280"/>
                        <a:pt x="9137" y="10807"/>
                      </a:cubicBezTo>
                      <a:close/>
                      <a:moveTo>
                        <a:pt x="1261" y="1"/>
                      </a:moveTo>
                      <a:cubicBezTo>
                        <a:pt x="568" y="1"/>
                        <a:pt x="32" y="568"/>
                        <a:pt x="32" y="1230"/>
                      </a:cubicBezTo>
                      <a:lnTo>
                        <a:pt x="32" y="10334"/>
                      </a:lnTo>
                      <a:cubicBezTo>
                        <a:pt x="0" y="11563"/>
                        <a:pt x="946" y="12445"/>
                        <a:pt x="2080" y="12445"/>
                      </a:cubicBezTo>
                      <a:lnTo>
                        <a:pt x="10334" y="12445"/>
                      </a:lnTo>
                      <a:cubicBezTo>
                        <a:pt x="11500" y="12445"/>
                        <a:pt x="12445" y="11500"/>
                        <a:pt x="12445" y="10366"/>
                      </a:cubicBezTo>
                      <a:cubicBezTo>
                        <a:pt x="12445" y="10145"/>
                        <a:pt x="12224" y="9925"/>
                        <a:pt x="12004" y="9925"/>
                      </a:cubicBezTo>
                      <a:lnTo>
                        <a:pt x="9074" y="9925"/>
                      </a:lnTo>
                      <a:lnTo>
                        <a:pt x="9074" y="1230"/>
                      </a:lnTo>
                      <a:cubicBezTo>
                        <a:pt x="9074" y="568"/>
                        <a:pt x="8538" y="1"/>
                        <a:pt x="787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24" name="Google Shape;824;p41"/>
                <p:cNvSpPr/>
                <p:nvPr/>
              </p:nvSpPr>
              <p:spPr>
                <a:xfrm>
                  <a:off x="-60947675" y="2353025"/>
                  <a:ext cx="145725" cy="20500"/>
                </a:xfrm>
                <a:custGeom>
                  <a:rect b="b" l="l" r="r" t="t"/>
                  <a:pathLst>
                    <a:path extrusionOk="0" h="820" w="5829">
                      <a:moveTo>
                        <a:pt x="442" y="0"/>
                      </a:moveTo>
                      <a:cubicBezTo>
                        <a:pt x="190" y="0"/>
                        <a:pt x="1" y="189"/>
                        <a:pt x="1" y="441"/>
                      </a:cubicBezTo>
                      <a:cubicBezTo>
                        <a:pt x="1" y="630"/>
                        <a:pt x="190" y="819"/>
                        <a:pt x="442" y="819"/>
                      </a:cubicBezTo>
                      <a:lnTo>
                        <a:pt x="5388" y="819"/>
                      </a:lnTo>
                      <a:cubicBezTo>
                        <a:pt x="5640" y="819"/>
                        <a:pt x="5829" y="630"/>
                        <a:pt x="5829" y="441"/>
                      </a:cubicBezTo>
                      <a:cubicBezTo>
                        <a:pt x="5829" y="189"/>
                        <a:pt x="5640" y="0"/>
                        <a:pt x="53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25" name="Google Shape;825;p41"/>
                <p:cNvSpPr/>
                <p:nvPr/>
              </p:nvSpPr>
              <p:spPr>
                <a:xfrm>
                  <a:off x="-60947675" y="2415250"/>
                  <a:ext cx="145725" cy="20500"/>
                </a:xfrm>
                <a:custGeom>
                  <a:rect b="b" l="l" r="r" t="t"/>
                  <a:pathLst>
                    <a:path extrusionOk="0" h="820" w="5829">
                      <a:moveTo>
                        <a:pt x="442" y="0"/>
                      </a:moveTo>
                      <a:cubicBezTo>
                        <a:pt x="190" y="0"/>
                        <a:pt x="1" y="189"/>
                        <a:pt x="1" y="378"/>
                      </a:cubicBezTo>
                      <a:cubicBezTo>
                        <a:pt x="1" y="630"/>
                        <a:pt x="190" y="819"/>
                        <a:pt x="442" y="819"/>
                      </a:cubicBezTo>
                      <a:lnTo>
                        <a:pt x="5388" y="819"/>
                      </a:lnTo>
                      <a:cubicBezTo>
                        <a:pt x="5640" y="819"/>
                        <a:pt x="5829" y="630"/>
                        <a:pt x="5829" y="378"/>
                      </a:cubicBezTo>
                      <a:cubicBezTo>
                        <a:pt x="5829" y="158"/>
                        <a:pt x="5640" y="0"/>
                        <a:pt x="538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26" name="Google Shape;826;p41"/>
                <p:cNvSpPr/>
                <p:nvPr/>
              </p:nvSpPr>
              <p:spPr>
                <a:xfrm>
                  <a:off x="-60947675" y="2475875"/>
                  <a:ext cx="145725" cy="22100"/>
                </a:xfrm>
                <a:custGeom>
                  <a:rect b="b" l="l" r="r" t="t"/>
                  <a:pathLst>
                    <a:path extrusionOk="0" h="884" w="5829">
                      <a:moveTo>
                        <a:pt x="442" y="1"/>
                      </a:moveTo>
                      <a:cubicBezTo>
                        <a:pt x="190" y="1"/>
                        <a:pt x="1" y="221"/>
                        <a:pt x="1" y="442"/>
                      </a:cubicBezTo>
                      <a:cubicBezTo>
                        <a:pt x="1" y="694"/>
                        <a:pt x="190" y="883"/>
                        <a:pt x="442" y="883"/>
                      </a:cubicBezTo>
                      <a:lnTo>
                        <a:pt x="5388" y="883"/>
                      </a:lnTo>
                      <a:cubicBezTo>
                        <a:pt x="5640" y="883"/>
                        <a:pt x="5829" y="694"/>
                        <a:pt x="5829" y="442"/>
                      </a:cubicBezTo>
                      <a:cubicBezTo>
                        <a:pt x="5829" y="221"/>
                        <a:pt x="5640" y="1"/>
                        <a:pt x="53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27" name="Google Shape;827;p41"/>
                <p:cNvSpPr/>
                <p:nvPr/>
              </p:nvSpPr>
              <p:spPr>
                <a:xfrm>
                  <a:off x="-60947675" y="2538100"/>
                  <a:ext cx="145725" cy="22075"/>
                </a:xfrm>
                <a:custGeom>
                  <a:rect b="b" l="l" r="r" t="t"/>
                  <a:pathLst>
                    <a:path extrusionOk="0" h="883" w="5829">
                      <a:moveTo>
                        <a:pt x="442" y="1"/>
                      </a:moveTo>
                      <a:cubicBezTo>
                        <a:pt x="190" y="1"/>
                        <a:pt x="1" y="190"/>
                        <a:pt x="1" y="442"/>
                      </a:cubicBezTo>
                      <a:cubicBezTo>
                        <a:pt x="1" y="662"/>
                        <a:pt x="190" y="883"/>
                        <a:pt x="442" y="883"/>
                      </a:cubicBezTo>
                      <a:lnTo>
                        <a:pt x="5388" y="883"/>
                      </a:lnTo>
                      <a:cubicBezTo>
                        <a:pt x="5640" y="883"/>
                        <a:pt x="5829" y="662"/>
                        <a:pt x="5829" y="442"/>
                      </a:cubicBezTo>
                      <a:cubicBezTo>
                        <a:pt x="5829" y="190"/>
                        <a:pt x="5640" y="1"/>
                        <a:pt x="53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828" name="Google Shape;828;p41"/>
                <p:cNvSpPr/>
                <p:nvPr/>
              </p:nvSpPr>
              <p:spPr>
                <a:xfrm>
                  <a:off x="-60740525" y="2312050"/>
                  <a:ext cx="68550" cy="233950"/>
                </a:xfrm>
                <a:custGeom>
                  <a:rect b="b" l="l" r="r" t="t"/>
                  <a:pathLst>
                    <a:path extrusionOk="0" h="9358" w="2742">
                      <a:moveTo>
                        <a:pt x="1796" y="789"/>
                      </a:moveTo>
                      <a:cubicBezTo>
                        <a:pt x="1891" y="789"/>
                        <a:pt x="1922" y="852"/>
                        <a:pt x="1922" y="946"/>
                      </a:cubicBezTo>
                      <a:lnTo>
                        <a:pt x="1922" y="1639"/>
                      </a:lnTo>
                      <a:lnTo>
                        <a:pt x="820" y="1639"/>
                      </a:lnTo>
                      <a:lnTo>
                        <a:pt x="820" y="946"/>
                      </a:lnTo>
                      <a:cubicBezTo>
                        <a:pt x="820" y="852"/>
                        <a:pt x="883" y="789"/>
                        <a:pt x="977" y="789"/>
                      </a:cubicBezTo>
                      <a:close/>
                      <a:moveTo>
                        <a:pt x="1922" y="2458"/>
                      </a:moveTo>
                      <a:lnTo>
                        <a:pt x="1922" y="6617"/>
                      </a:lnTo>
                      <a:lnTo>
                        <a:pt x="820" y="6617"/>
                      </a:lnTo>
                      <a:lnTo>
                        <a:pt x="820" y="2458"/>
                      </a:lnTo>
                      <a:close/>
                      <a:moveTo>
                        <a:pt x="1639" y="7436"/>
                      </a:moveTo>
                      <a:lnTo>
                        <a:pt x="1355" y="8035"/>
                      </a:lnTo>
                      <a:lnTo>
                        <a:pt x="1040" y="7436"/>
                      </a:lnTo>
                      <a:close/>
                      <a:moveTo>
                        <a:pt x="977" y="1"/>
                      </a:moveTo>
                      <a:cubicBezTo>
                        <a:pt x="410" y="1"/>
                        <a:pt x="1" y="410"/>
                        <a:pt x="1" y="946"/>
                      </a:cubicBezTo>
                      <a:lnTo>
                        <a:pt x="1" y="6995"/>
                      </a:lnTo>
                      <a:cubicBezTo>
                        <a:pt x="1" y="7090"/>
                        <a:pt x="1" y="7121"/>
                        <a:pt x="32" y="7184"/>
                      </a:cubicBezTo>
                      <a:lnTo>
                        <a:pt x="1009" y="9137"/>
                      </a:lnTo>
                      <a:cubicBezTo>
                        <a:pt x="1103" y="9295"/>
                        <a:pt x="1198" y="9358"/>
                        <a:pt x="1355" y="9358"/>
                      </a:cubicBezTo>
                      <a:cubicBezTo>
                        <a:pt x="1513" y="9358"/>
                        <a:pt x="1670" y="9295"/>
                        <a:pt x="1733" y="9137"/>
                      </a:cubicBezTo>
                      <a:lnTo>
                        <a:pt x="2678" y="7184"/>
                      </a:lnTo>
                      <a:cubicBezTo>
                        <a:pt x="2710" y="7153"/>
                        <a:pt x="2710" y="7090"/>
                        <a:pt x="2710" y="6995"/>
                      </a:cubicBezTo>
                      <a:lnTo>
                        <a:pt x="2710" y="946"/>
                      </a:lnTo>
                      <a:cubicBezTo>
                        <a:pt x="2741" y="410"/>
                        <a:pt x="2300" y="1"/>
                        <a:pt x="179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829" name="Google Shape;829;p41"/>
            <p:cNvGrpSpPr/>
            <p:nvPr/>
          </p:nvGrpSpPr>
          <p:grpSpPr>
            <a:xfrm>
              <a:off x="8030411" y="4912457"/>
              <a:ext cx="865038" cy="865038"/>
              <a:chOff x="8030411" y="4883825"/>
              <a:chExt cx="865038" cy="865038"/>
            </a:xfrm>
          </p:grpSpPr>
          <p:sp>
            <p:nvSpPr>
              <p:cNvPr id="830" name="Google Shape;830;p41"/>
              <p:cNvSpPr/>
              <p:nvPr/>
            </p:nvSpPr>
            <p:spPr>
              <a:xfrm>
                <a:off x="8030411" y="4883825"/>
                <a:ext cx="865038" cy="865038"/>
              </a:xfrm>
              <a:custGeom>
                <a:rect b="b" l="l" r="r" t="t"/>
                <a:pathLst>
                  <a:path extrusionOk="0" h="19351" w="19351">
                    <a:moveTo>
                      <a:pt x="9660" y="1"/>
                    </a:moveTo>
                    <a:cubicBezTo>
                      <a:pt x="4339" y="1"/>
                      <a:pt x="1" y="4339"/>
                      <a:pt x="1" y="9691"/>
                    </a:cubicBezTo>
                    <a:cubicBezTo>
                      <a:pt x="1" y="15012"/>
                      <a:pt x="4339" y="19350"/>
                      <a:pt x="9660" y="19350"/>
                    </a:cubicBezTo>
                    <a:cubicBezTo>
                      <a:pt x="15012" y="19350"/>
                      <a:pt x="19351" y="15012"/>
                      <a:pt x="19351" y="9691"/>
                    </a:cubicBezTo>
                    <a:cubicBezTo>
                      <a:pt x="19351" y="4339"/>
                      <a:pt x="15012" y="1"/>
                      <a:pt x="966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1905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31" name="Google Shape;831;p41"/>
              <p:cNvSpPr/>
              <p:nvPr/>
            </p:nvSpPr>
            <p:spPr>
              <a:xfrm>
                <a:off x="8242679" y="5095057"/>
                <a:ext cx="440531" cy="439341"/>
              </a:xfrm>
              <a:custGeom>
                <a:rect b="b" l="l" r="r" t="t"/>
                <a:pathLst>
                  <a:path extrusionOk="0" h="11815" w="11847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832" name="Google Shape;832;p41"/>
            <p:cNvGrpSpPr/>
            <p:nvPr/>
          </p:nvGrpSpPr>
          <p:grpSpPr>
            <a:xfrm>
              <a:off x="4451012" y="2197693"/>
              <a:ext cx="3289217" cy="3289235"/>
              <a:chOff x="1379500" y="586700"/>
              <a:chExt cx="4674175" cy="4674200"/>
            </a:xfrm>
          </p:grpSpPr>
          <p:sp>
            <p:nvSpPr>
              <p:cNvPr id="833" name="Google Shape;833;p41"/>
              <p:cNvSpPr/>
              <p:nvPr/>
            </p:nvSpPr>
            <p:spPr>
              <a:xfrm>
                <a:off x="1379500" y="586700"/>
                <a:ext cx="4674175" cy="4674200"/>
              </a:xfrm>
              <a:custGeom>
                <a:rect b="b" l="l" r="r" t="t"/>
                <a:pathLst>
                  <a:path extrusionOk="0" h="186968" w="186967">
                    <a:moveTo>
                      <a:pt x="93500" y="0"/>
                    </a:moveTo>
                    <a:cubicBezTo>
                      <a:pt x="41863" y="0"/>
                      <a:pt x="0" y="41830"/>
                      <a:pt x="0" y="93467"/>
                    </a:cubicBezTo>
                    <a:cubicBezTo>
                      <a:pt x="0" y="145104"/>
                      <a:pt x="41863" y="186967"/>
                      <a:pt x="93500" y="186967"/>
                    </a:cubicBezTo>
                    <a:cubicBezTo>
                      <a:pt x="145137" y="186967"/>
                      <a:pt x="186967" y="145104"/>
                      <a:pt x="186967" y="93467"/>
                    </a:cubicBezTo>
                    <a:cubicBezTo>
                      <a:pt x="186967" y="41830"/>
                      <a:pt x="145137" y="0"/>
                      <a:pt x="93500" y="0"/>
                    </a:cubicBezTo>
                    <a:close/>
                  </a:path>
                </a:pathLst>
              </a:custGeom>
              <a:solidFill>
                <a:srgbClr val="A5A5A5">
                  <a:alpha val="30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34" name="Google Shape;834;p41"/>
              <p:cNvSpPr/>
              <p:nvPr/>
            </p:nvSpPr>
            <p:spPr>
              <a:xfrm>
                <a:off x="1602975" y="912650"/>
                <a:ext cx="3072225" cy="2879325"/>
              </a:xfrm>
              <a:custGeom>
                <a:rect b="b" l="l" r="r" t="t"/>
                <a:pathLst>
                  <a:path extrusionOk="0" h="115173" w="122889">
                    <a:moveTo>
                      <a:pt x="81393" y="1"/>
                    </a:moveTo>
                    <a:cubicBezTo>
                      <a:pt x="80543" y="1"/>
                      <a:pt x="79680" y="255"/>
                      <a:pt x="78924" y="772"/>
                    </a:cubicBezTo>
                    <a:lnTo>
                      <a:pt x="77856" y="1573"/>
                    </a:lnTo>
                    <a:lnTo>
                      <a:pt x="2769" y="56445"/>
                    </a:lnTo>
                    <a:lnTo>
                      <a:pt x="1669" y="57246"/>
                    </a:lnTo>
                    <a:cubicBezTo>
                      <a:pt x="1435" y="57413"/>
                      <a:pt x="1202" y="57613"/>
                      <a:pt x="1035" y="57846"/>
                    </a:cubicBezTo>
                    <a:cubicBezTo>
                      <a:pt x="935" y="57946"/>
                      <a:pt x="801" y="58113"/>
                      <a:pt x="701" y="58280"/>
                    </a:cubicBezTo>
                    <a:cubicBezTo>
                      <a:pt x="368" y="58780"/>
                      <a:pt x="134" y="59347"/>
                      <a:pt x="34" y="59915"/>
                    </a:cubicBezTo>
                    <a:lnTo>
                      <a:pt x="34" y="60048"/>
                    </a:lnTo>
                    <a:cubicBezTo>
                      <a:pt x="1" y="60281"/>
                      <a:pt x="1" y="60548"/>
                      <a:pt x="1" y="60782"/>
                    </a:cubicBezTo>
                    <a:cubicBezTo>
                      <a:pt x="1" y="60915"/>
                      <a:pt x="1" y="61049"/>
                      <a:pt x="34" y="61215"/>
                    </a:cubicBezTo>
                    <a:cubicBezTo>
                      <a:pt x="101" y="61449"/>
                      <a:pt x="134" y="61749"/>
                      <a:pt x="201" y="62016"/>
                    </a:cubicBezTo>
                    <a:cubicBezTo>
                      <a:pt x="334" y="62383"/>
                      <a:pt x="535" y="62750"/>
                      <a:pt x="801" y="63117"/>
                    </a:cubicBezTo>
                    <a:lnTo>
                      <a:pt x="1502" y="64084"/>
                    </a:lnTo>
                    <a:lnTo>
                      <a:pt x="21550" y="91571"/>
                    </a:lnTo>
                    <a:lnTo>
                      <a:pt x="36827" y="112486"/>
                    </a:lnTo>
                    <a:lnTo>
                      <a:pt x="37528" y="113453"/>
                    </a:lnTo>
                    <a:cubicBezTo>
                      <a:pt x="38353" y="114580"/>
                      <a:pt x="39627" y="115173"/>
                      <a:pt x="40918" y="115173"/>
                    </a:cubicBezTo>
                    <a:cubicBezTo>
                      <a:pt x="41767" y="115173"/>
                      <a:pt x="42624" y="114916"/>
                      <a:pt x="43365" y="114387"/>
                    </a:cubicBezTo>
                    <a:lnTo>
                      <a:pt x="44433" y="113586"/>
                    </a:lnTo>
                    <a:lnTo>
                      <a:pt x="119553" y="58714"/>
                    </a:lnTo>
                    <a:lnTo>
                      <a:pt x="120620" y="57913"/>
                    </a:lnTo>
                    <a:cubicBezTo>
                      <a:pt x="122522" y="56445"/>
                      <a:pt x="122889" y="53844"/>
                      <a:pt x="121554" y="52009"/>
                    </a:cubicBezTo>
                    <a:lnTo>
                      <a:pt x="120854" y="51042"/>
                    </a:lnTo>
                    <a:lnTo>
                      <a:pt x="85495" y="2674"/>
                    </a:lnTo>
                    <a:lnTo>
                      <a:pt x="84761" y="1706"/>
                    </a:lnTo>
                    <a:cubicBezTo>
                      <a:pt x="83938" y="582"/>
                      <a:pt x="82679" y="1"/>
                      <a:pt x="81393" y="1"/>
                    </a:cubicBezTo>
                    <a:close/>
                  </a:path>
                </a:pathLst>
              </a:custGeom>
              <a:solidFill>
                <a:srgbClr val="58CABD">
                  <a:alpha val="415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35" name="Google Shape;835;p41"/>
              <p:cNvSpPr/>
              <p:nvPr/>
            </p:nvSpPr>
            <p:spPr>
              <a:xfrm>
                <a:off x="1611325" y="805500"/>
                <a:ext cx="3085550" cy="2878075"/>
              </a:xfrm>
              <a:custGeom>
                <a:rect b="b" l="l" r="r" t="t"/>
                <a:pathLst>
                  <a:path extrusionOk="0" h="115123" w="123422">
                    <a:moveTo>
                      <a:pt x="81979" y="1"/>
                    </a:moveTo>
                    <a:cubicBezTo>
                      <a:pt x="81129" y="1"/>
                      <a:pt x="80268" y="257"/>
                      <a:pt x="79524" y="788"/>
                    </a:cubicBezTo>
                    <a:lnTo>
                      <a:pt x="78423" y="1589"/>
                    </a:lnTo>
                    <a:lnTo>
                      <a:pt x="3336" y="56495"/>
                    </a:lnTo>
                    <a:lnTo>
                      <a:pt x="2269" y="57296"/>
                    </a:lnTo>
                    <a:cubicBezTo>
                      <a:pt x="367" y="58663"/>
                      <a:pt x="0" y="61232"/>
                      <a:pt x="1335" y="63133"/>
                    </a:cubicBezTo>
                    <a:lnTo>
                      <a:pt x="2035" y="64067"/>
                    </a:lnTo>
                    <a:lnTo>
                      <a:pt x="37394" y="112435"/>
                    </a:lnTo>
                    <a:lnTo>
                      <a:pt x="38094" y="113402"/>
                    </a:lnTo>
                    <a:cubicBezTo>
                      <a:pt x="38939" y="114529"/>
                      <a:pt x="40210" y="115122"/>
                      <a:pt x="41494" y="115122"/>
                    </a:cubicBezTo>
                    <a:cubicBezTo>
                      <a:pt x="42339" y="115122"/>
                      <a:pt x="43191" y="114866"/>
                      <a:pt x="43932" y="114336"/>
                    </a:cubicBezTo>
                    <a:lnTo>
                      <a:pt x="45033" y="113536"/>
                    </a:lnTo>
                    <a:lnTo>
                      <a:pt x="120086" y="58630"/>
                    </a:lnTo>
                    <a:lnTo>
                      <a:pt x="121187" y="57829"/>
                    </a:lnTo>
                    <a:cubicBezTo>
                      <a:pt x="123055" y="56462"/>
                      <a:pt x="123422" y="53860"/>
                      <a:pt x="122088" y="51992"/>
                    </a:cubicBezTo>
                    <a:lnTo>
                      <a:pt x="121387" y="51024"/>
                    </a:lnTo>
                    <a:lnTo>
                      <a:pt x="86028" y="2656"/>
                    </a:lnTo>
                    <a:lnTo>
                      <a:pt x="85328" y="1689"/>
                    </a:lnTo>
                    <a:cubicBezTo>
                      <a:pt x="84525" y="585"/>
                      <a:pt x="83264" y="1"/>
                      <a:pt x="81979" y="1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36" name="Google Shape;836;p41"/>
              <p:cNvSpPr/>
              <p:nvPr/>
            </p:nvSpPr>
            <p:spPr>
              <a:xfrm>
                <a:off x="1610500" y="825750"/>
                <a:ext cx="3043025" cy="2833150"/>
              </a:xfrm>
              <a:custGeom>
                <a:rect b="b" l="l" r="r" t="t"/>
                <a:pathLst>
                  <a:path extrusionOk="0" h="113326" w="121721">
                    <a:moveTo>
                      <a:pt x="80941" y="1"/>
                    </a:moveTo>
                    <a:cubicBezTo>
                      <a:pt x="80086" y="1"/>
                      <a:pt x="79217" y="265"/>
                      <a:pt x="78456" y="812"/>
                    </a:cubicBezTo>
                    <a:lnTo>
                      <a:pt x="2302" y="56486"/>
                    </a:lnTo>
                    <a:cubicBezTo>
                      <a:pt x="400" y="57853"/>
                      <a:pt x="0" y="60422"/>
                      <a:pt x="1368" y="62323"/>
                    </a:cubicBezTo>
                    <a:lnTo>
                      <a:pt x="37393" y="111592"/>
                    </a:lnTo>
                    <a:cubicBezTo>
                      <a:pt x="38220" y="112721"/>
                      <a:pt x="39498" y="113326"/>
                      <a:pt x="40791" y="113326"/>
                    </a:cubicBezTo>
                    <a:cubicBezTo>
                      <a:pt x="41638" y="113326"/>
                      <a:pt x="42492" y="113067"/>
                      <a:pt x="43231" y="112526"/>
                    </a:cubicBezTo>
                    <a:lnTo>
                      <a:pt x="119419" y="56853"/>
                    </a:lnTo>
                    <a:cubicBezTo>
                      <a:pt x="121287" y="55518"/>
                      <a:pt x="121720" y="52883"/>
                      <a:pt x="120386" y="51048"/>
                    </a:cubicBezTo>
                    <a:lnTo>
                      <a:pt x="84294" y="1713"/>
                    </a:lnTo>
                    <a:cubicBezTo>
                      <a:pt x="83474" y="593"/>
                      <a:pt x="82222" y="1"/>
                      <a:pt x="8094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37" name="Google Shape;837;p41"/>
              <p:cNvSpPr/>
              <p:nvPr/>
            </p:nvSpPr>
            <p:spPr>
              <a:xfrm>
                <a:off x="2850550" y="1986425"/>
                <a:ext cx="542900" cy="527100"/>
              </a:xfrm>
              <a:custGeom>
                <a:rect b="b" l="l" r="r" t="t"/>
                <a:pathLst>
                  <a:path extrusionOk="0" h="21084" w="21716">
                    <a:moveTo>
                      <a:pt x="10883" y="1"/>
                    </a:moveTo>
                    <a:cubicBezTo>
                      <a:pt x="10681" y="1"/>
                      <a:pt x="10478" y="6"/>
                      <a:pt x="10274" y="18"/>
                    </a:cubicBezTo>
                    <a:cubicBezTo>
                      <a:pt x="4470" y="318"/>
                      <a:pt x="0" y="5289"/>
                      <a:pt x="334" y="11126"/>
                    </a:cubicBezTo>
                    <a:cubicBezTo>
                      <a:pt x="623" y="16726"/>
                      <a:pt x="5260" y="21084"/>
                      <a:pt x="10829" y="21084"/>
                    </a:cubicBezTo>
                    <a:cubicBezTo>
                      <a:pt x="11032" y="21084"/>
                      <a:pt x="11236" y="21078"/>
                      <a:pt x="11442" y="21066"/>
                    </a:cubicBezTo>
                    <a:cubicBezTo>
                      <a:pt x="17246" y="20766"/>
                      <a:pt x="21716" y="15796"/>
                      <a:pt x="21382" y="9959"/>
                    </a:cubicBezTo>
                    <a:cubicBezTo>
                      <a:pt x="21060" y="4358"/>
                      <a:pt x="16422" y="1"/>
                      <a:pt x="10883" y="1"/>
                    </a:cubicBezTo>
                    <a:close/>
                  </a:path>
                </a:pathLst>
              </a:custGeom>
              <a:solidFill>
                <a:srgbClr val="13364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38" name="Google Shape;838;p41"/>
              <p:cNvSpPr/>
              <p:nvPr/>
            </p:nvSpPr>
            <p:spPr>
              <a:xfrm>
                <a:off x="3308375" y="2083600"/>
                <a:ext cx="2726975" cy="2919625"/>
              </a:xfrm>
              <a:custGeom>
                <a:rect b="b" l="l" r="r" t="t"/>
                <a:pathLst>
                  <a:path extrusionOk="0" h="116785" w="109079">
                    <a:moveTo>
                      <a:pt x="47467" y="1"/>
                    </a:moveTo>
                    <a:lnTo>
                      <a:pt x="0" y="80325"/>
                    </a:lnTo>
                    <a:lnTo>
                      <a:pt x="61644" y="116784"/>
                    </a:lnTo>
                    <a:lnTo>
                      <a:pt x="109078" y="36427"/>
                    </a:lnTo>
                    <a:lnTo>
                      <a:pt x="93000" y="26886"/>
                    </a:lnTo>
                    <a:cubicBezTo>
                      <a:pt x="93901" y="25285"/>
                      <a:pt x="93367" y="23284"/>
                      <a:pt x="91832" y="22350"/>
                    </a:cubicBezTo>
                    <a:lnTo>
                      <a:pt x="84827" y="18214"/>
                    </a:lnTo>
                    <a:cubicBezTo>
                      <a:pt x="85928" y="16279"/>
                      <a:pt x="84694" y="13443"/>
                      <a:pt x="82025" y="11876"/>
                    </a:cubicBezTo>
                    <a:cubicBezTo>
                      <a:pt x="80866" y="11180"/>
                      <a:pt x="79626" y="10844"/>
                      <a:pt x="78497" y="10844"/>
                    </a:cubicBezTo>
                    <a:cubicBezTo>
                      <a:pt x="77027" y="10844"/>
                      <a:pt x="75748" y="11415"/>
                      <a:pt x="75087" y="12509"/>
                    </a:cubicBezTo>
                    <a:lnTo>
                      <a:pt x="68082" y="8373"/>
                    </a:lnTo>
                    <a:cubicBezTo>
                      <a:pt x="67551" y="8057"/>
                      <a:pt x="66970" y="7905"/>
                      <a:pt x="66396" y="7905"/>
                    </a:cubicBezTo>
                    <a:cubicBezTo>
                      <a:pt x="65276" y="7905"/>
                      <a:pt x="64185" y="8482"/>
                      <a:pt x="63546" y="9541"/>
                    </a:cubicBezTo>
                    <a:lnTo>
                      <a:pt x="47467" y="1"/>
                    </a:lnTo>
                    <a:close/>
                  </a:path>
                </a:pathLst>
              </a:custGeom>
              <a:solidFill>
                <a:srgbClr val="58CABD">
                  <a:alpha val="415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39" name="Google Shape;839;p41"/>
              <p:cNvSpPr/>
              <p:nvPr/>
            </p:nvSpPr>
            <p:spPr>
              <a:xfrm>
                <a:off x="3277500" y="1956000"/>
                <a:ext cx="2726975" cy="2918800"/>
              </a:xfrm>
              <a:custGeom>
                <a:rect b="b" l="l" r="r" t="t"/>
                <a:pathLst>
                  <a:path extrusionOk="0" h="116752" w="109079">
                    <a:moveTo>
                      <a:pt x="47435" y="1"/>
                    </a:moveTo>
                    <a:lnTo>
                      <a:pt x="1" y="80358"/>
                    </a:lnTo>
                    <a:lnTo>
                      <a:pt x="61645" y="116751"/>
                    </a:lnTo>
                    <a:lnTo>
                      <a:pt x="109079" y="36394"/>
                    </a:lnTo>
                    <a:lnTo>
                      <a:pt x="47435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0" name="Google Shape;840;p41"/>
              <p:cNvSpPr/>
              <p:nvPr/>
            </p:nvSpPr>
            <p:spPr>
              <a:xfrm>
                <a:off x="3469325" y="2151975"/>
                <a:ext cx="2344200" cy="2526850"/>
              </a:xfrm>
              <a:custGeom>
                <a:rect b="b" l="l" r="r" t="t"/>
                <a:pathLst>
                  <a:path extrusionOk="0" h="101074" w="93768">
                    <a:moveTo>
                      <a:pt x="41496" y="1"/>
                    </a:moveTo>
                    <a:lnTo>
                      <a:pt x="0" y="70218"/>
                    </a:lnTo>
                    <a:lnTo>
                      <a:pt x="52304" y="101073"/>
                    </a:lnTo>
                    <a:lnTo>
                      <a:pt x="93767" y="30856"/>
                    </a:lnTo>
                    <a:lnTo>
                      <a:pt x="41496" y="1"/>
                    </a:lnTo>
                    <a:close/>
                  </a:path>
                </a:pathLst>
              </a:custGeom>
              <a:solidFill>
                <a:srgbClr val="FFE6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1" name="Google Shape;841;p41"/>
              <p:cNvSpPr/>
              <p:nvPr/>
            </p:nvSpPr>
            <p:spPr>
              <a:xfrm>
                <a:off x="4786925" y="2154175"/>
                <a:ext cx="838950" cy="609925"/>
              </a:xfrm>
              <a:custGeom>
                <a:rect b="b" l="l" r="r" t="t"/>
                <a:pathLst>
                  <a:path extrusionOk="0" h="24397" w="33558">
                    <a:moveTo>
                      <a:pt x="6059" y="1"/>
                    </a:moveTo>
                    <a:cubicBezTo>
                      <a:pt x="4918" y="1"/>
                      <a:pt x="3802" y="571"/>
                      <a:pt x="3203" y="1614"/>
                    </a:cubicBezTo>
                    <a:lnTo>
                      <a:pt x="0" y="7051"/>
                    </a:lnTo>
                    <a:lnTo>
                      <a:pt x="29421" y="24397"/>
                    </a:lnTo>
                    <a:lnTo>
                      <a:pt x="32624" y="18993"/>
                    </a:lnTo>
                    <a:cubicBezTo>
                      <a:pt x="33558" y="17425"/>
                      <a:pt x="33057" y="15391"/>
                      <a:pt x="31456" y="14457"/>
                    </a:cubicBezTo>
                    <a:lnTo>
                      <a:pt x="7739" y="447"/>
                    </a:lnTo>
                    <a:cubicBezTo>
                      <a:pt x="7214" y="145"/>
                      <a:pt x="6634" y="1"/>
                      <a:pt x="6059" y="1"/>
                    </a:cubicBezTo>
                    <a:close/>
                  </a:path>
                </a:pathLst>
              </a:custGeom>
              <a:solidFill>
                <a:srgbClr val="2D2A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2" name="Google Shape;842;p41"/>
              <p:cNvSpPr/>
              <p:nvPr/>
            </p:nvSpPr>
            <p:spPr>
              <a:xfrm>
                <a:off x="5127175" y="2227025"/>
                <a:ext cx="299400" cy="225625"/>
              </a:xfrm>
              <a:custGeom>
                <a:rect b="b" l="l" r="r" t="t"/>
                <a:pathLst>
                  <a:path extrusionOk="0" h="9025" w="11976">
                    <a:moveTo>
                      <a:pt x="4500" y="0"/>
                    </a:moveTo>
                    <a:cubicBezTo>
                      <a:pt x="3039" y="0"/>
                      <a:pt x="1774" y="563"/>
                      <a:pt x="1134" y="1635"/>
                    </a:cubicBezTo>
                    <a:cubicBezTo>
                      <a:pt x="0" y="3570"/>
                      <a:pt x="1234" y="6406"/>
                      <a:pt x="3936" y="8007"/>
                    </a:cubicBezTo>
                    <a:cubicBezTo>
                      <a:pt x="5100" y="8690"/>
                      <a:pt x="6345" y="9025"/>
                      <a:pt x="7474" y="9025"/>
                    </a:cubicBezTo>
                    <a:cubicBezTo>
                      <a:pt x="8935" y="9025"/>
                      <a:pt x="10201" y="8464"/>
                      <a:pt x="10841" y="7373"/>
                    </a:cubicBezTo>
                    <a:cubicBezTo>
                      <a:pt x="11975" y="5438"/>
                      <a:pt x="10708" y="2603"/>
                      <a:pt x="8039" y="1035"/>
                    </a:cubicBezTo>
                    <a:cubicBezTo>
                      <a:pt x="6876" y="337"/>
                      <a:pt x="5629" y="0"/>
                      <a:pt x="4500" y="0"/>
                    </a:cubicBezTo>
                    <a:close/>
                  </a:path>
                </a:pathLst>
              </a:custGeom>
              <a:solidFill>
                <a:srgbClr val="2D2A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3" name="Google Shape;843;p41"/>
              <p:cNvSpPr/>
              <p:nvPr/>
            </p:nvSpPr>
            <p:spPr>
              <a:xfrm>
                <a:off x="4585950" y="731900"/>
                <a:ext cx="143450" cy="132525"/>
              </a:xfrm>
              <a:custGeom>
                <a:rect b="b" l="l" r="r" t="t"/>
                <a:pathLst>
                  <a:path extrusionOk="0" h="5301" w="5738">
                    <a:moveTo>
                      <a:pt x="3137" y="0"/>
                    </a:moveTo>
                    <a:cubicBezTo>
                      <a:pt x="2899" y="0"/>
                      <a:pt x="2658" y="63"/>
                      <a:pt x="2435" y="197"/>
                    </a:cubicBezTo>
                    <a:lnTo>
                      <a:pt x="901" y="1097"/>
                    </a:lnTo>
                    <a:cubicBezTo>
                      <a:pt x="234" y="1531"/>
                      <a:pt x="0" y="2365"/>
                      <a:pt x="401" y="3032"/>
                    </a:cubicBezTo>
                    <a:lnTo>
                      <a:pt x="1768" y="5300"/>
                    </a:lnTo>
                    <a:lnTo>
                      <a:pt x="5738" y="2965"/>
                    </a:lnTo>
                    <a:lnTo>
                      <a:pt x="4370" y="697"/>
                    </a:lnTo>
                    <a:cubicBezTo>
                      <a:pt x="4081" y="252"/>
                      <a:pt x="3614" y="0"/>
                      <a:pt x="3137" y="0"/>
                    </a:cubicBezTo>
                    <a:close/>
                  </a:path>
                </a:pathLst>
              </a:custGeom>
              <a:solidFill>
                <a:srgbClr val="CDDF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4" name="Google Shape;844;p41"/>
              <p:cNvSpPr/>
              <p:nvPr/>
            </p:nvSpPr>
            <p:spPr>
              <a:xfrm>
                <a:off x="4629300" y="804725"/>
                <a:ext cx="132625" cy="110225"/>
              </a:xfrm>
              <a:custGeom>
                <a:rect b="b" l="l" r="r" t="t"/>
                <a:pathLst>
                  <a:path extrusionOk="0" h="4409" w="5305">
                    <a:moveTo>
                      <a:pt x="4035" y="0"/>
                    </a:moveTo>
                    <a:cubicBezTo>
                      <a:pt x="3993" y="0"/>
                      <a:pt x="3948" y="8"/>
                      <a:pt x="3904" y="19"/>
                    </a:cubicBezTo>
                    <a:lnTo>
                      <a:pt x="134" y="2321"/>
                    </a:lnTo>
                    <a:cubicBezTo>
                      <a:pt x="1" y="2387"/>
                      <a:pt x="1" y="2521"/>
                      <a:pt x="34" y="2654"/>
                    </a:cubicBezTo>
                    <a:lnTo>
                      <a:pt x="1035" y="4322"/>
                    </a:lnTo>
                    <a:cubicBezTo>
                      <a:pt x="1098" y="4385"/>
                      <a:pt x="1162" y="4409"/>
                      <a:pt x="1234" y="4409"/>
                    </a:cubicBezTo>
                    <a:cubicBezTo>
                      <a:pt x="1275" y="4409"/>
                      <a:pt x="1320" y="4401"/>
                      <a:pt x="1369" y="4389"/>
                    </a:cubicBezTo>
                    <a:lnTo>
                      <a:pt x="4838" y="2321"/>
                    </a:lnTo>
                    <a:lnTo>
                      <a:pt x="5171" y="2120"/>
                    </a:lnTo>
                    <a:cubicBezTo>
                      <a:pt x="5305" y="2020"/>
                      <a:pt x="5305" y="1887"/>
                      <a:pt x="5238" y="1787"/>
                    </a:cubicBezTo>
                    <a:lnTo>
                      <a:pt x="4237" y="119"/>
                    </a:lnTo>
                    <a:cubicBezTo>
                      <a:pt x="4193" y="30"/>
                      <a:pt x="4119" y="0"/>
                      <a:pt x="4035" y="0"/>
                    </a:cubicBezTo>
                    <a:close/>
                  </a:path>
                </a:pathLst>
              </a:custGeom>
              <a:solidFill>
                <a:srgbClr val="CDDF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5" name="Google Shape;845;p41"/>
              <p:cNvSpPr/>
              <p:nvPr/>
            </p:nvSpPr>
            <p:spPr>
              <a:xfrm>
                <a:off x="4661825" y="857725"/>
                <a:ext cx="994075" cy="1606175"/>
              </a:xfrm>
              <a:custGeom>
                <a:rect b="b" l="l" r="r" t="t"/>
                <a:pathLst>
                  <a:path extrusionOk="0" h="64247" w="39763">
                    <a:moveTo>
                      <a:pt x="3904" y="0"/>
                    </a:moveTo>
                    <a:lnTo>
                      <a:pt x="368" y="2102"/>
                    </a:lnTo>
                    <a:lnTo>
                      <a:pt x="1" y="2369"/>
                    </a:lnTo>
                    <a:lnTo>
                      <a:pt x="33058" y="57542"/>
                    </a:lnTo>
                    <a:lnTo>
                      <a:pt x="37061" y="61544"/>
                    </a:lnTo>
                    <a:lnTo>
                      <a:pt x="39763" y="64246"/>
                    </a:lnTo>
                    <a:lnTo>
                      <a:pt x="38595" y="60410"/>
                    </a:lnTo>
                    <a:lnTo>
                      <a:pt x="37027" y="55107"/>
                    </a:lnTo>
                    <a:lnTo>
                      <a:pt x="3904" y="0"/>
                    </a:lnTo>
                    <a:close/>
                  </a:path>
                </a:pathLst>
              </a:custGeom>
              <a:solidFill>
                <a:srgbClr val="CDDF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6" name="Google Shape;846;p41"/>
              <p:cNvSpPr/>
              <p:nvPr/>
            </p:nvSpPr>
            <p:spPr>
              <a:xfrm>
                <a:off x="4704375" y="816850"/>
                <a:ext cx="894825" cy="1454400"/>
              </a:xfrm>
              <a:custGeom>
                <a:rect b="b" l="l" r="r" t="t"/>
                <a:pathLst>
                  <a:path extrusionOk="0" h="58176" w="35793">
                    <a:moveTo>
                      <a:pt x="4036" y="1"/>
                    </a:moveTo>
                    <a:lnTo>
                      <a:pt x="0" y="2303"/>
                    </a:lnTo>
                    <a:lnTo>
                      <a:pt x="31789" y="58176"/>
                    </a:lnTo>
                    <a:lnTo>
                      <a:pt x="35792" y="55908"/>
                    </a:lnTo>
                    <a:lnTo>
                      <a:pt x="4036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7" name="Google Shape;847;p41"/>
              <p:cNvSpPr/>
              <p:nvPr/>
            </p:nvSpPr>
            <p:spPr>
              <a:xfrm>
                <a:off x="4674350" y="766450"/>
                <a:ext cx="133450" cy="108800"/>
              </a:xfrm>
              <a:custGeom>
                <a:rect b="b" l="l" r="r" t="t"/>
                <a:pathLst>
                  <a:path extrusionOk="0" h="4352" w="5338">
                    <a:moveTo>
                      <a:pt x="4067" y="1"/>
                    </a:moveTo>
                    <a:cubicBezTo>
                      <a:pt x="4025" y="1"/>
                      <a:pt x="3981" y="15"/>
                      <a:pt x="3936" y="49"/>
                    </a:cubicBezTo>
                    <a:lnTo>
                      <a:pt x="100" y="2217"/>
                    </a:lnTo>
                    <a:cubicBezTo>
                      <a:pt x="34" y="2250"/>
                      <a:pt x="0" y="2384"/>
                      <a:pt x="34" y="2551"/>
                    </a:cubicBezTo>
                    <a:lnTo>
                      <a:pt x="1001" y="4218"/>
                    </a:lnTo>
                    <a:cubicBezTo>
                      <a:pt x="1045" y="4307"/>
                      <a:pt x="1120" y="4352"/>
                      <a:pt x="1204" y="4352"/>
                    </a:cubicBezTo>
                    <a:cubicBezTo>
                      <a:pt x="1246" y="4352"/>
                      <a:pt x="1290" y="4341"/>
                      <a:pt x="1334" y="4319"/>
                    </a:cubicBezTo>
                    <a:lnTo>
                      <a:pt x="5171" y="2150"/>
                    </a:lnTo>
                    <a:cubicBezTo>
                      <a:pt x="5271" y="2050"/>
                      <a:pt x="5337" y="1917"/>
                      <a:pt x="5237" y="1817"/>
                    </a:cubicBezTo>
                    <a:lnTo>
                      <a:pt x="4270" y="149"/>
                    </a:lnTo>
                    <a:cubicBezTo>
                      <a:pt x="4225" y="60"/>
                      <a:pt x="4151" y="1"/>
                      <a:pt x="4067" y="1"/>
                    </a:cubicBezTo>
                    <a:close/>
                  </a:path>
                </a:pathLst>
              </a:custGeom>
              <a:solidFill>
                <a:srgbClr val="FFF4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8" name="Google Shape;848;p41"/>
              <p:cNvSpPr/>
              <p:nvPr/>
            </p:nvSpPr>
            <p:spPr>
              <a:xfrm>
                <a:off x="4632650" y="688925"/>
                <a:ext cx="143450" cy="133800"/>
              </a:xfrm>
              <a:custGeom>
                <a:rect b="b" l="l" r="r" t="t"/>
                <a:pathLst>
                  <a:path extrusionOk="0" h="5352" w="5738">
                    <a:moveTo>
                      <a:pt x="3203" y="1"/>
                    </a:moveTo>
                    <a:cubicBezTo>
                      <a:pt x="2964" y="1"/>
                      <a:pt x="2722" y="60"/>
                      <a:pt x="2502" y="181"/>
                    </a:cubicBezTo>
                    <a:lnTo>
                      <a:pt x="901" y="1115"/>
                    </a:lnTo>
                    <a:cubicBezTo>
                      <a:pt x="234" y="1482"/>
                      <a:pt x="0" y="2349"/>
                      <a:pt x="401" y="3016"/>
                    </a:cubicBezTo>
                    <a:lnTo>
                      <a:pt x="1735" y="5351"/>
                    </a:lnTo>
                    <a:lnTo>
                      <a:pt x="5738" y="3050"/>
                    </a:lnTo>
                    <a:lnTo>
                      <a:pt x="4403" y="715"/>
                    </a:lnTo>
                    <a:cubicBezTo>
                      <a:pt x="4158" y="245"/>
                      <a:pt x="3687" y="1"/>
                      <a:pt x="3203" y="1"/>
                    </a:cubicBez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49" name="Google Shape;849;p41"/>
              <p:cNvSpPr/>
              <p:nvPr/>
            </p:nvSpPr>
            <p:spPr>
              <a:xfrm>
                <a:off x="4777750" y="823525"/>
                <a:ext cx="812275" cy="1409375"/>
              </a:xfrm>
              <a:custGeom>
                <a:rect b="b" l="l" r="r" t="t"/>
                <a:pathLst>
                  <a:path extrusionOk="0" h="56375" w="32491">
                    <a:moveTo>
                      <a:pt x="668" y="1"/>
                    </a:moveTo>
                    <a:lnTo>
                      <a:pt x="0" y="368"/>
                    </a:lnTo>
                    <a:lnTo>
                      <a:pt x="31857" y="56374"/>
                    </a:lnTo>
                    <a:lnTo>
                      <a:pt x="32490" y="56008"/>
                    </a:lnTo>
                    <a:lnTo>
                      <a:pt x="668" y="1"/>
                    </a:lnTo>
                    <a:close/>
                  </a:path>
                </a:pathLst>
              </a:custGeom>
              <a:solidFill>
                <a:srgbClr val="9FE6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0" name="Google Shape;850;p41"/>
              <p:cNvSpPr/>
              <p:nvPr/>
            </p:nvSpPr>
            <p:spPr>
              <a:xfrm>
                <a:off x="4746900" y="841050"/>
                <a:ext cx="812275" cy="1410200"/>
              </a:xfrm>
              <a:custGeom>
                <a:rect b="b" l="l" r="r" t="t"/>
                <a:pathLst>
                  <a:path extrusionOk="0" h="56408" w="32491">
                    <a:moveTo>
                      <a:pt x="634" y="0"/>
                    </a:moveTo>
                    <a:lnTo>
                      <a:pt x="0" y="401"/>
                    </a:lnTo>
                    <a:lnTo>
                      <a:pt x="31823" y="56407"/>
                    </a:lnTo>
                    <a:lnTo>
                      <a:pt x="32490" y="56007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9FE6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1" name="Google Shape;851;p41"/>
              <p:cNvSpPr/>
              <p:nvPr/>
            </p:nvSpPr>
            <p:spPr>
              <a:xfrm>
                <a:off x="4714375" y="859400"/>
                <a:ext cx="812275" cy="1409350"/>
              </a:xfrm>
              <a:custGeom>
                <a:rect b="b" l="l" r="r" t="t"/>
                <a:pathLst>
                  <a:path extrusionOk="0" h="56374" w="32491">
                    <a:moveTo>
                      <a:pt x="634" y="0"/>
                    </a:moveTo>
                    <a:lnTo>
                      <a:pt x="0" y="367"/>
                    </a:lnTo>
                    <a:lnTo>
                      <a:pt x="31823" y="56374"/>
                    </a:lnTo>
                    <a:lnTo>
                      <a:pt x="32490" y="56007"/>
                    </a:lnTo>
                    <a:lnTo>
                      <a:pt x="634" y="0"/>
                    </a:lnTo>
                    <a:close/>
                  </a:path>
                </a:pathLst>
              </a:custGeom>
              <a:solidFill>
                <a:srgbClr val="9FE6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2" name="Google Shape;852;p41"/>
              <p:cNvSpPr/>
              <p:nvPr/>
            </p:nvSpPr>
            <p:spPr>
              <a:xfrm>
                <a:off x="5499925" y="2211925"/>
                <a:ext cx="163475" cy="231125"/>
              </a:xfrm>
              <a:custGeom>
                <a:rect b="b" l="l" r="r" t="t"/>
                <a:pathLst>
                  <a:path extrusionOk="0" h="9245" w="6539">
                    <a:moveTo>
                      <a:pt x="3375" y="0"/>
                    </a:moveTo>
                    <a:cubicBezTo>
                      <a:pt x="3311" y="0"/>
                      <a:pt x="3244" y="19"/>
                      <a:pt x="3170" y="71"/>
                    </a:cubicBezTo>
                    <a:cubicBezTo>
                      <a:pt x="2836" y="271"/>
                      <a:pt x="3036" y="638"/>
                      <a:pt x="2703" y="838"/>
                    </a:cubicBezTo>
                    <a:cubicBezTo>
                      <a:pt x="2637" y="878"/>
                      <a:pt x="2577" y="893"/>
                      <a:pt x="2519" y="893"/>
                    </a:cubicBezTo>
                    <a:cubicBezTo>
                      <a:pt x="2343" y="893"/>
                      <a:pt x="2196" y="751"/>
                      <a:pt x="2019" y="751"/>
                    </a:cubicBezTo>
                    <a:cubicBezTo>
                      <a:pt x="1961" y="751"/>
                      <a:pt x="1901" y="766"/>
                      <a:pt x="1835" y="805"/>
                    </a:cubicBezTo>
                    <a:cubicBezTo>
                      <a:pt x="1502" y="1039"/>
                      <a:pt x="1702" y="1406"/>
                      <a:pt x="1368" y="1606"/>
                    </a:cubicBezTo>
                    <a:cubicBezTo>
                      <a:pt x="1291" y="1648"/>
                      <a:pt x="1219" y="1663"/>
                      <a:pt x="1151" y="1663"/>
                    </a:cubicBezTo>
                    <a:cubicBezTo>
                      <a:pt x="966" y="1663"/>
                      <a:pt x="809" y="1548"/>
                      <a:pt x="635" y="1548"/>
                    </a:cubicBezTo>
                    <a:cubicBezTo>
                      <a:pt x="571" y="1548"/>
                      <a:pt x="505" y="1563"/>
                      <a:pt x="434" y="1606"/>
                    </a:cubicBezTo>
                    <a:cubicBezTo>
                      <a:pt x="101" y="1806"/>
                      <a:pt x="334" y="2206"/>
                      <a:pt x="1" y="2406"/>
                    </a:cubicBezTo>
                    <a:lnTo>
                      <a:pt x="3904" y="6476"/>
                    </a:lnTo>
                    <a:lnTo>
                      <a:pt x="6539" y="9244"/>
                    </a:lnTo>
                    <a:lnTo>
                      <a:pt x="5505" y="5442"/>
                    </a:lnTo>
                    <a:lnTo>
                      <a:pt x="4037" y="105"/>
                    </a:lnTo>
                    <a:cubicBezTo>
                      <a:pt x="3981" y="133"/>
                      <a:pt x="3928" y="144"/>
                      <a:pt x="3878" y="144"/>
                    </a:cubicBezTo>
                    <a:cubicBezTo>
                      <a:pt x="3698" y="144"/>
                      <a:pt x="3550" y="0"/>
                      <a:pt x="3375" y="0"/>
                    </a:cubicBezTo>
                    <a:close/>
                  </a:path>
                </a:pathLst>
              </a:custGeom>
              <a:solidFill>
                <a:srgbClr val="FFF4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3" name="Google Shape;853;p41"/>
              <p:cNvSpPr/>
              <p:nvPr/>
            </p:nvSpPr>
            <p:spPr>
              <a:xfrm>
                <a:off x="5596675" y="2347950"/>
                <a:ext cx="65900" cy="95100"/>
              </a:xfrm>
              <a:custGeom>
                <a:rect b="b" l="l" r="r" t="t"/>
                <a:pathLst>
                  <a:path extrusionOk="0" h="3804" w="2636">
                    <a:moveTo>
                      <a:pt x="1568" y="1"/>
                    </a:moveTo>
                    <a:cubicBezTo>
                      <a:pt x="1301" y="34"/>
                      <a:pt x="1001" y="134"/>
                      <a:pt x="734" y="301"/>
                    </a:cubicBezTo>
                    <a:cubicBezTo>
                      <a:pt x="467" y="468"/>
                      <a:pt x="200" y="768"/>
                      <a:pt x="0" y="1035"/>
                    </a:cubicBezTo>
                    <a:lnTo>
                      <a:pt x="2635" y="3803"/>
                    </a:lnTo>
                    <a:lnTo>
                      <a:pt x="1568" y="1"/>
                    </a:lnTo>
                    <a:close/>
                  </a:path>
                </a:pathLst>
              </a:custGeom>
              <a:solidFill>
                <a:srgbClr val="2D2A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4" name="Google Shape;854;p41"/>
              <p:cNvSpPr/>
              <p:nvPr/>
            </p:nvSpPr>
            <p:spPr>
              <a:xfrm>
                <a:off x="3424275" y="1513200"/>
                <a:ext cx="2054000" cy="2386725"/>
              </a:xfrm>
              <a:custGeom>
                <a:rect b="b" l="l" r="r" t="t"/>
                <a:pathLst>
                  <a:path extrusionOk="0" h="95469" w="82160">
                    <a:moveTo>
                      <a:pt x="24885" y="0"/>
                    </a:moveTo>
                    <a:lnTo>
                      <a:pt x="1" y="76922"/>
                    </a:lnTo>
                    <a:lnTo>
                      <a:pt x="57242" y="95469"/>
                    </a:lnTo>
                    <a:lnTo>
                      <a:pt x="82159" y="18547"/>
                    </a:lnTo>
                    <a:lnTo>
                      <a:pt x="24885" y="0"/>
                    </a:lnTo>
                    <a:close/>
                  </a:path>
                </a:pathLst>
              </a:custGeom>
              <a:solidFill>
                <a:srgbClr val="FFF4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5" name="Google Shape;855;p41"/>
              <p:cNvSpPr/>
              <p:nvPr/>
            </p:nvSpPr>
            <p:spPr>
              <a:xfrm>
                <a:off x="3386750" y="1425625"/>
                <a:ext cx="2054000" cy="2385900"/>
              </a:xfrm>
              <a:custGeom>
                <a:rect b="b" l="l" r="r" t="t"/>
                <a:pathLst>
                  <a:path extrusionOk="0" h="95436" w="82160">
                    <a:moveTo>
                      <a:pt x="24919" y="1"/>
                    </a:moveTo>
                    <a:lnTo>
                      <a:pt x="1" y="76922"/>
                    </a:lnTo>
                    <a:lnTo>
                      <a:pt x="57242" y="95436"/>
                    </a:lnTo>
                    <a:lnTo>
                      <a:pt x="82159" y="18514"/>
                    </a:lnTo>
                    <a:lnTo>
                      <a:pt x="249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6" name="Google Shape;856;p41"/>
              <p:cNvSpPr/>
              <p:nvPr/>
            </p:nvSpPr>
            <p:spPr>
              <a:xfrm>
                <a:off x="3917125" y="1554050"/>
                <a:ext cx="522075" cy="594625"/>
              </a:xfrm>
              <a:custGeom>
                <a:rect b="b" l="l" r="r" t="t"/>
                <a:pathLst>
                  <a:path extrusionOk="0" h="23785" w="20883">
                    <a:moveTo>
                      <a:pt x="6172" y="1"/>
                    </a:moveTo>
                    <a:lnTo>
                      <a:pt x="1" y="19014"/>
                    </a:lnTo>
                    <a:lnTo>
                      <a:pt x="14745" y="23784"/>
                    </a:lnTo>
                    <a:lnTo>
                      <a:pt x="20882" y="4771"/>
                    </a:lnTo>
                    <a:lnTo>
                      <a:pt x="6172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7" name="Google Shape;857;p41"/>
              <p:cNvSpPr/>
              <p:nvPr/>
            </p:nvSpPr>
            <p:spPr>
              <a:xfrm>
                <a:off x="3976350" y="1649250"/>
                <a:ext cx="364450" cy="376100"/>
              </a:xfrm>
              <a:custGeom>
                <a:rect b="b" l="l" r="r" t="t"/>
                <a:pathLst>
                  <a:path extrusionOk="0" h="15044" w="14578">
                    <a:moveTo>
                      <a:pt x="9232" y="0"/>
                    </a:moveTo>
                    <a:cubicBezTo>
                      <a:pt x="8983" y="0"/>
                      <a:pt x="8732" y="19"/>
                      <a:pt x="8473" y="62"/>
                    </a:cubicBezTo>
                    <a:cubicBezTo>
                      <a:pt x="7239" y="296"/>
                      <a:pt x="6105" y="1063"/>
                      <a:pt x="5437" y="2130"/>
                    </a:cubicBezTo>
                    <a:cubicBezTo>
                      <a:pt x="4570" y="3598"/>
                      <a:pt x="4570" y="5566"/>
                      <a:pt x="3503" y="6934"/>
                    </a:cubicBezTo>
                    <a:cubicBezTo>
                      <a:pt x="3102" y="7467"/>
                      <a:pt x="2502" y="7934"/>
                      <a:pt x="1935" y="8368"/>
                    </a:cubicBezTo>
                    <a:cubicBezTo>
                      <a:pt x="1335" y="8768"/>
                      <a:pt x="801" y="9269"/>
                      <a:pt x="467" y="9869"/>
                    </a:cubicBezTo>
                    <a:cubicBezTo>
                      <a:pt x="134" y="10470"/>
                      <a:pt x="0" y="11270"/>
                      <a:pt x="334" y="11904"/>
                    </a:cubicBezTo>
                    <a:cubicBezTo>
                      <a:pt x="667" y="12471"/>
                      <a:pt x="1268" y="12805"/>
                      <a:pt x="1868" y="13071"/>
                    </a:cubicBezTo>
                    <a:cubicBezTo>
                      <a:pt x="3870" y="14039"/>
                      <a:pt x="6005" y="14639"/>
                      <a:pt x="8173" y="14939"/>
                    </a:cubicBezTo>
                    <a:cubicBezTo>
                      <a:pt x="8555" y="15003"/>
                      <a:pt x="8937" y="15044"/>
                      <a:pt x="9311" y="15044"/>
                    </a:cubicBezTo>
                    <a:cubicBezTo>
                      <a:pt x="9722" y="15044"/>
                      <a:pt x="10124" y="14995"/>
                      <a:pt x="10508" y="14873"/>
                    </a:cubicBezTo>
                    <a:cubicBezTo>
                      <a:pt x="11508" y="14539"/>
                      <a:pt x="12242" y="13639"/>
                      <a:pt x="12543" y="12705"/>
                    </a:cubicBezTo>
                    <a:cubicBezTo>
                      <a:pt x="12943" y="11737"/>
                      <a:pt x="12976" y="10703"/>
                      <a:pt x="13010" y="9702"/>
                    </a:cubicBezTo>
                    <a:cubicBezTo>
                      <a:pt x="13076" y="8702"/>
                      <a:pt x="13076" y="7634"/>
                      <a:pt x="13343" y="6633"/>
                    </a:cubicBezTo>
                    <a:cubicBezTo>
                      <a:pt x="13510" y="6033"/>
                      <a:pt x="13777" y="5399"/>
                      <a:pt x="14010" y="4765"/>
                    </a:cubicBezTo>
                    <a:cubicBezTo>
                      <a:pt x="14244" y="4232"/>
                      <a:pt x="14477" y="3698"/>
                      <a:pt x="14511" y="3098"/>
                    </a:cubicBezTo>
                    <a:cubicBezTo>
                      <a:pt x="14577" y="2564"/>
                      <a:pt x="14444" y="2030"/>
                      <a:pt x="14144" y="1563"/>
                    </a:cubicBezTo>
                    <a:cubicBezTo>
                      <a:pt x="13843" y="1130"/>
                      <a:pt x="13410" y="863"/>
                      <a:pt x="12909" y="696"/>
                    </a:cubicBezTo>
                    <a:cubicBezTo>
                      <a:pt x="12476" y="562"/>
                      <a:pt x="12076" y="562"/>
                      <a:pt x="11642" y="462"/>
                    </a:cubicBezTo>
                    <a:cubicBezTo>
                      <a:pt x="11342" y="429"/>
                      <a:pt x="11108" y="262"/>
                      <a:pt x="10808" y="196"/>
                    </a:cubicBezTo>
                    <a:cubicBezTo>
                      <a:pt x="10266" y="83"/>
                      <a:pt x="9755" y="0"/>
                      <a:pt x="9232" y="0"/>
                    </a:cubicBezTo>
                    <a:close/>
                  </a:path>
                </a:pathLst>
              </a:custGeom>
              <a:solidFill>
                <a:srgbClr val="1A0F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8" name="Google Shape;858;p41"/>
              <p:cNvSpPr/>
              <p:nvPr/>
            </p:nvSpPr>
            <p:spPr>
              <a:xfrm>
                <a:off x="4180650" y="1988525"/>
                <a:ext cx="81750" cy="150975"/>
              </a:xfrm>
              <a:custGeom>
                <a:rect b="b" l="l" r="r" t="t"/>
                <a:pathLst>
                  <a:path extrusionOk="0" h="6039" w="3270">
                    <a:moveTo>
                      <a:pt x="1935" y="1"/>
                    </a:moveTo>
                    <a:lnTo>
                      <a:pt x="1" y="5071"/>
                    </a:lnTo>
                    <a:lnTo>
                      <a:pt x="2936" y="6038"/>
                    </a:lnTo>
                    <a:cubicBezTo>
                      <a:pt x="3103" y="4471"/>
                      <a:pt x="3270" y="901"/>
                      <a:pt x="1935" y="1"/>
                    </a:cubicBezTo>
                    <a:close/>
                  </a:path>
                </a:pathLst>
              </a:custGeom>
              <a:solidFill>
                <a:srgbClr val="9FE6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59" name="Google Shape;859;p41"/>
              <p:cNvSpPr/>
              <p:nvPr/>
            </p:nvSpPr>
            <p:spPr>
              <a:xfrm>
                <a:off x="3980525" y="1926825"/>
                <a:ext cx="251850" cy="197675"/>
              </a:xfrm>
              <a:custGeom>
                <a:rect b="b" l="l" r="r" t="t"/>
                <a:pathLst>
                  <a:path extrusionOk="0" h="7907" w="10074">
                    <a:moveTo>
                      <a:pt x="2235" y="0"/>
                    </a:moveTo>
                    <a:cubicBezTo>
                      <a:pt x="2168" y="134"/>
                      <a:pt x="1968" y="601"/>
                      <a:pt x="1635" y="1268"/>
                    </a:cubicBezTo>
                    <a:cubicBezTo>
                      <a:pt x="1568" y="1468"/>
                      <a:pt x="1434" y="1702"/>
                      <a:pt x="1301" y="1968"/>
                    </a:cubicBezTo>
                    <a:cubicBezTo>
                      <a:pt x="1134" y="2302"/>
                      <a:pt x="934" y="2702"/>
                      <a:pt x="734" y="3169"/>
                    </a:cubicBezTo>
                    <a:cubicBezTo>
                      <a:pt x="634" y="3336"/>
                      <a:pt x="567" y="3536"/>
                      <a:pt x="467" y="3703"/>
                    </a:cubicBezTo>
                    <a:cubicBezTo>
                      <a:pt x="434" y="3770"/>
                      <a:pt x="434" y="3836"/>
                      <a:pt x="400" y="3870"/>
                    </a:cubicBezTo>
                    <a:lnTo>
                      <a:pt x="133" y="4370"/>
                    </a:lnTo>
                    <a:cubicBezTo>
                      <a:pt x="100" y="4504"/>
                      <a:pt x="100" y="4770"/>
                      <a:pt x="0" y="4937"/>
                    </a:cubicBezTo>
                    <a:lnTo>
                      <a:pt x="9006" y="7906"/>
                    </a:lnTo>
                    <a:cubicBezTo>
                      <a:pt x="9040" y="7739"/>
                      <a:pt x="9140" y="7206"/>
                      <a:pt x="9173" y="7039"/>
                    </a:cubicBezTo>
                    <a:cubicBezTo>
                      <a:pt x="9173" y="7005"/>
                      <a:pt x="9240" y="6905"/>
                      <a:pt x="9240" y="6872"/>
                    </a:cubicBezTo>
                    <a:cubicBezTo>
                      <a:pt x="9273" y="6572"/>
                      <a:pt x="9340" y="6338"/>
                      <a:pt x="9407" y="6071"/>
                    </a:cubicBezTo>
                    <a:cubicBezTo>
                      <a:pt x="9473" y="5638"/>
                      <a:pt x="9574" y="5171"/>
                      <a:pt x="9640" y="4737"/>
                    </a:cubicBezTo>
                    <a:cubicBezTo>
                      <a:pt x="9740" y="4470"/>
                      <a:pt x="9774" y="4203"/>
                      <a:pt x="9807" y="3970"/>
                    </a:cubicBezTo>
                    <a:cubicBezTo>
                      <a:pt x="9907" y="3470"/>
                      <a:pt x="9974" y="3036"/>
                      <a:pt x="10074" y="2636"/>
                    </a:cubicBezTo>
                    <a:lnTo>
                      <a:pt x="10074" y="2536"/>
                    </a:lnTo>
                    <a:lnTo>
                      <a:pt x="9774" y="2335"/>
                    </a:lnTo>
                    <a:lnTo>
                      <a:pt x="9607" y="2202"/>
                    </a:lnTo>
                    <a:lnTo>
                      <a:pt x="8740" y="1602"/>
                    </a:lnTo>
                    <a:lnTo>
                      <a:pt x="8573" y="1468"/>
                    </a:lnTo>
                    <a:lnTo>
                      <a:pt x="8139" y="1168"/>
                    </a:lnTo>
                    <a:lnTo>
                      <a:pt x="8072" y="1135"/>
                    </a:lnTo>
                    <a:lnTo>
                      <a:pt x="7672" y="834"/>
                    </a:lnTo>
                    <a:lnTo>
                      <a:pt x="5137" y="0"/>
                    </a:lnTo>
                    <a:close/>
                  </a:path>
                </a:pathLst>
              </a:custGeom>
              <a:solidFill>
                <a:srgbClr val="9FE6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0" name="Google Shape;860;p41"/>
              <p:cNvSpPr/>
              <p:nvPr/>
            </p:nvSpPr>
            <p:spPr>
              <a:xfrm>
                <a:off x="4071400" y="1925150"/>
                <a:ext cx="125125" cy="78650"/>
              </a:xfrm>
              <a:custGeom>
                <a:rect b="b" l="l" r="r" t="t"/>
                <a:pathLst>
                  <a:path extrusionOk="0" h="3146" w="5005">
                    <a:moveTo>
                      <a:pt x="268" y="1"/>
                    </a:moveTo>
                    <a:lnTo>
                      <a:pt x="268" y="34"/>
                    </a:lnTo>
                    <a:cubicBezTo>
                      <a:pt x="268" y="201"/>
                      <a:pt x="335" y="368"/>
                      <a:pt x="501" y="401"/>
                    </a:cubicBezTo>
                    <a:cubicBezTo>
                      <a:pt x="134" y="601"/>
                      <a:pt x="1" y="1168"/>
                      <a:pt x="134" y="1568"/>
                    </a:cubicBezTo>
                    <a:cubicBezTo>
                      <a:pt x="268" y="2002"/>
                      <a:pt x="635" y="2336"/>
                      <a:pt x="1035" y="2436"/>
                    </a:cubicBezTo>
                    <a:cubicBezTo>
                      <a:pt x="1210" y="2511"/>
                      <a:pt x="1348" y="2548"/>
                      <a:pt x="1490" y="2548"/>
                    </a:cubicBezTo>
                    <a:cubicBezTo>
                      <a:pt x="1537" y="2548"/>
                      <a:pt x="1585" y="2544"/>
                      <a:pt x="1635" y="2536"/>
                    </a:cubicBezTo>
                    <a:cubicBezTo>
                      <a:pt x="1802" y="2502"/>
                      <a:pt x="2002" y="2402"/>
                      <a:pt x="2136" y="2269"/>
                    </a:cubicBezTo>
                    <a:cubicBezTo>
                      <a:pt x="2169" y="2436"/>
                      <a:pt x="2303" y="2669"/>
                      <a:pt x="2436" y="2769"/>
                    </a:cubicBezTo>
                    <a:cubicBezTo>
                      <a:pt x="2536" y="2936"/>
                      <a:pt x="2703" y="3036"/>
                      <a:pt x="2903" y="3070"/>
                    </a:cubicBezTo>
                    <a:cubicBezTo>
                      <a:pt x="3064" y="3119"/>
                      <a:pt x="3235" y="3146"/>
                      <a:pt x="3403" y="3146"/>
                    </a:cubicBezTo>
                    <a:cubicBezTo>
                      <a:pt x="3686" y="3146"/>
                      <a:pt x="3961" y="3070"/>
                      <a:pt x="4171" y="2903"/>
                    </a:cubicBezTo>
                    <a:cubicBezTo>
                      <a:pt x="4504" y="2669"/>
                      <a:pt x="4704" y="2169"/>
                      <a:pt x="4538" y="1735"/>
                    </a:cubicBezTo>
                    <a:lnTo>
                      <a:pt x="4538" y="1735"/>
                    </a:lnTo>
                    <a:cubicBezTo>
                      <a:pt x="4583" y="1763"/>
                      <a:pt x="4629" y="1775"/>
                      <a:pt x="4675" y="1775"/>
                    </a:cubicBezTo>
                    <a:cubicBezTo>
                      <a:pt x="4794" y="1775"/>
                      <a:pt x="4908" y="1689"/>
                      <a:pt x="5005" y="1568"/>
                    </a:cubicBezTo>
                    <a:lnTo>
                      <a:pt x="4871" y="1435"/>
                    </a:lnTo>
                    <a:lnTo>
                      <a:pt x="4471" y="1168"/>
                    </a:lnTo>
                    <a:lnTo>
                      <a:pt x="4371" y="1101"/>
                    </a:lnTo>
                    <a:lnTo>
                      <a:pt x="4004" y="835"/>
                    </a:lnTo>
                    <a:lnTo>
                      <a:pt x="146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1" name="Google Shape;861;p41"/>
              <p:cNvSpPr/>
              <p:nvPr/>
            </p:nvSpPr>
            <p:spPr>
              <a:xfrm>
                <a:off x="3917975" y="1925975"/>
                <a:ext cx="119275" cy="129300"/>
              </a:xfrm>
              <a:custGeom>
                <a:rect b="b" l="l" r="r" t="t"/>
                <a:pathLst>
                  <a:path extrusionOk="0" h="5172" w="4771">
                    <a:moveTo>
                      <a:pt x="4770" y="1"/>
                    </a:moveTo>
                    <a:cubicBezTo>
                      <a:pt x="3269" y="1"/>
                      <a:pt x="567" y="2403"/>
                      <a:pt x="567" y="2403"/>
                    </a:cubicBezTo>
                    <a:lnTo>
                      <a:pt x="0" y="4171"/>
                    </a:lnTo>
                    <a:lnTo>
                      <a:pt x="3102" y="5171"/>
                    </a:lnTo>
                    <a:lnTo>
                      <a:pt x="4770" y="1"/>
                    </a:lnTo>
                    <a:close/>
                  </a:path>
                </a:pathLst>
              </a:custGeom>
              <a:solidFill>
                <a:srgbClr val="9FE6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2" name="Google Shape;862;p41"/>
              <p:cNvSpPr/>
              <p:nvPr/>
            </p:nvSpPr>
            <p:spPr>
              <a:xfrm>
                <a:off x="4104775" y="1690200"/>
                <a:ext cx="206725" cy="276475"/>
              </a:xfrm>
              <a:custGeom>
                <a:rect b="b" l="l" r="r" t="t"/>
                <a:pathLst>
                  <a:path extrusionOk="0" h="11059" w="8269">
                    <a:moveTo>
                      <a:pt x="4403" y="0"/>
                    </a:moveTo>
                    <a:cubicBezTo>
                      <a:pt x="3729" y="0"/>
                      <a:pt x="3078" y="194"/>
                      <a:pt x="2569" y="659"/>
                    </a:cubicBezTo>
                    <a:cubicBezTo>
                      <a:pt x="2068" y="1126"/>
                      <a:pt x="1401" y="2761"/>
                      <a:pt x="1001" y="3795"/>
                    </a:cubicBezTo>
                    <a:cubicBezTo>
                      <a:pt x="968" y="3828"/>
                      <a:pt x="901" y="3928"/>
                      <a:pt x="901" y="3961"/>
                    </a:cubicBezTo>
                    <a:cubicBezTo>
                      <a:pt x="734" y="4428"/>
                      <a:pt x="634" y="4729"/>
                      <a:pt x="634" y="4729"/>
                    </a:cubicBezTo>
                    <a:lnTo>
                      <a:pt x="634" y="4762"/>
                    </a:lnTo>
                    <a:cubicBezTo>
                      <a:pt x="634" y="4829"/>
                      <a:pt x="667" y="4995"/>
                      <a:pt x="667" y="5262"/>
                    </a:cubicBezTo>
                    <a:cubicBezTo>
                      <a:pt x="701" y="6096"/>
                      <a:pt x="634" y="7797"/>
                      <a:pt x="0" y="9732"/>
                    </a:cubicBezTo>
                    <a:cubicBezTo>
                      <a:pt x="84" y="10594"/>
                      <a:pt x="778" y="11059"/>
                      <a:pt x="1472" y="11059"/>
                    </a:cubicBezTo>
                    <a:cubicBezTo>
                      <a:pt x="1879" y="11059"/>
                      <a:pt x="2285" y="10899"/>
                      <a:pt x="2569" y="10566"/>
                    </a:cubicBezTo>
                    <a:cubicBezTo>
                      <a:pt x="3036" y="9098"/>
                      <a:pt x="3536" y="8898"/>
                      <a:pt x="4303" y="8631"/>
                    </a:cubicBezTo>
                    <a:cubicBezTo>
                      <a:pt x="4637" y="8531"/>
                      <a:pt x="4970" y="8465"/>
                      <a:pt x="5371" y="8298"/>
                    </a:cubicBezTo>
                    <a:cubicBezTo>
                      <a:pt x="6038" y="7998"/>
                      <a:pt x="6638" y="7497"/>
                      <a:pt x="7105" y="6563"/>
                    </a:cubicBezTo>
                    <a:cubicBezTo>
                      <a:pt x="7506" y="5729"/>
                      <a:pt x="7806" y="4495"/>
                      <a:pt x="8073" y="2794"/>
                    </a:cubicBezTo>
                    <a:cubicBezTo>
                      <a:pt x="8268" y="1451"/>
                      <a:pt x="6246" y="0"/>
                      <a:pt x="4403" y="0"/>
                    </a:cubicBezTo>
                    <a:close/>
                  </a:path>
                </a:pathLst>
              </a:custGeom>
              <a:solidFill>
                <a:srgbClr val="FEA3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3" name="Google Shape;863;p41"/>
              <p:cNvSpPr/>
              <p:nvPr/>
            </p:nvSpPr>
            <p:spPr>
              <a:xfrm>
                <a:off x="4119775" y="1666425"/>
                <a:ext cx="200175" cy="122175"/>
              </a:xfrm>
              <a:custGeom>
                <a:rect b="b" l="l" r="r" t="t"/>
                <a:pathLst>
                  <a:path extrusionOk="0" h="4887" w="8007">
                    <a:moveTo>
                      <a:pt x="3645" y="1"/>
                    </a:moveTo>
                    <a:cubicBezTo>
                      <a:pt x="3411" y="1"/>
                      <a:pt x="3176" y="22"/>
                      <a:pt x="2936" y="76"/>
                    </a:cubicBezTo>
                    <a:cubicBezTo>
                      <a:pt x="2002" y="276"/>
                      <a:pt x="1202" y="1076"/>
                      <a:pt x="701" y="1944"/>
                    </a:cubicBezTo>
                    <a:cubicBezTo>
                      <a:pt x="234" y="2878"/>
                      <a:pt x="201" y="3878"/>
                      <a:pt x="1" y="4879"/>
                    </a:cubicBezTo>
                    <a:cubicBezTo>
                      <a:pt x="83" y="4884"/>
                      <a:pt x="167" y="4887"/>
                      <a:pt x="250" y="4887"/>
                    </a:cubicBezTo>
                    <a:cubicBezTo>
                      <a:pt x="708" y="4887"/>
                      <a:pt x="1179" y="4804"/>
                      <a:pt x="1602" y="4579"/>
                    </a:cubicBezTo>
                    <a:cubicBezTo>
                      <a:pt x="2102" y="4345"/>
                      <a:pt x="2569" y="3945"/>
                      <a:pt x="2869" y="3511"/>
                    </a:cubicBezTo>
                    <a:cubicBezTo>
                      <a:pt x="2920" y="3513"/>
                      <a:pt x="2971" y="3514"/>
                      <a:pt x="3022" y="3514"/>
                    </a:cubicBezTo>
                    <a:cubicBezTo>
                      <a:pt x="3875" y="3514"/>
                      <a:pt x="4749" y="3254"/>
                      <a:pt x="5505" y="2844"/>
                    </a:cubicBezTo>
                    <a:cubicBezTo>
                      <a:pt x="5738" y="2711"/>
                      <a:pt x="6005" y="2544"/>
                      <a:pt x="6072" y="2277"/>
                    </a:cubicBezTo>
                    <a:cubicBezTo>
                      <a:pt x="6205" y="3245"/>
                      <a:pt x="6705" y="4179"/>
                      <a:pt x="7406" y="4779"/>
                    </a:cubicBezTo>
                    <a:cubicBezTo>
                      <a:pt x="8006" y="3912"/>
                      <a:pt x="7906" y="2677"/>
                      <a:pt x="7339" y="1777"/>
                    </a:cubicBezTo>
                    <a:cubicBezTo>
                      <a:pt x="6739" y="910"/>
                      <a:pt x="5738" y="376"/>
                      <a:pt x="4704" y="109"/>
                    </a:cubicBezTo>
                    <a:cubicBezTo>
                      <a:pt x="4344" y="49"/>
                      <a:pt x="3996" y="1"/>
                      <a:pt x="3645" y="1"/>
                    </a:cubicBezTo>
                    <a:close/>
                  </a:path>
                </a:pathLst>
              </a:custGeom>
              <a:solidFill>
                <a:srgbClr val="1A0F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4" name="Google Shape;864;p41"/>
              <p:cNvSpPr/>
              <p:nvPr/>
            </p:nvSpPr>
            <p:spPr>
              <a:xfrm>
                <a:off x="4255700" y="1798925"/>
                <a:ext cx="30900" cy="17325"/>
              </a:xfrm>
              <a:custGeom>
                <a:rect b="b" l="l" r="r" t="t"/>
                <a:pathLst>
                  <a:path extrusionOk="0" h="693" w="1236">
                    <a:moveTo>
                      <a:pt x="414" y="0"/>
                    </a:moveTo>
                    <a:cubicBezTo>
                      <a:pt x="321" y="0"/>
                      <a:pt x="227" y="15"/>
                      <a:pt x="134" y="46"/>
                    </a:cubicBezTo>
                    <a:cubicBezTo>
                      <a:pt x="68" y="46"/>
                      <a:pt x="1" y="146"/>
                      <a:pt x="1" y="280"/>
                    </a:cubicBezTo>
                    <a:lnTo>
                      <a:pt x="34" y="313"/>
                    </a:lnTo>
                    <a:cubicBezTo>
                      <a:pt x="57" y="335"/>
                      <a:pt x="79" y="343"/>
                      <a:pt x="102" y="343"/>
                    </a:cubicBezTo>
                    <a:cubicBezTo>
                      <a:pt x="149" y="343"/>
                      <a:pt x="201" y="313"/>
                      <a:pt x="268" y="313"/>
                    </a:cubicBezTo>
                    <a:cubicBezTo>
                      <a:pt x="290" y="302"/>
                      <a:pt x="316" y="298"/>
                      <a:pt x="343" y="298"/>
                    </a:cubicBezTo>
                    <a:cubicBezTo>
                      <a:pt x="397" y="298"/>
                      <a:pt x="457" y="313"/>
                      <a:pt x="501" y="313"/>
                    </a:cubicBezTo>
                    <a:cubicBezTo>
                      <a:pt x="668" y="380"/>
                      <a:pt x="835" y="446"/>
                      <a:pt x="935" y="613"/>
                    </a:cubicBezTo>
                    <a:cubicBezTo>
                      <a:pt x="953" y="668"/>
                      <a:pt x="982" y="693"/>
                      <a:pt x="1020" y="693"/>
                    </a:cubicBezTo>
                    <a:cubicBezTo>
                      <a:pt x="1052" y="693"/>
                      <a:pt x="1090" y="676"/>
                      <a:pt x="1135" y="646"/>
                    </a:cubicBezTo>
                    <a:cubicBezTo>
                      <a:pt x="1168" y="613"/>
                      <a:pt x="1235" y="546"/>
                      <a:pt x="1168" y="446"/>
                    </a:cubicBezTo>
                    <a:cubicBezTo>
                      <a:pt x="1015" y="164"/>
                      <a:pt x="723" y="0"/>
                      <a:pt x="414" y="0"/>
                    </a:cubicBezTo>
                    <a:close/>
                  </a:path>
                </a:pathLst>
              </a:custGeom>
              <a:solidFill>
                <a:srgbClr val="1A0F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5" name="Google Shape;865;p41"/>
              <p:cNvSpPr/>
              <p:nvPr/>
            </p:nvSpPr>
            <p:spPr>
              <a:xfrm>
                <a:off x="4198175" y="1781275"/>
                <a:ext cx="36700" cy="16300"/>
              </a:xfrm>
              <a:custGeom>
                <a:rect b="b" l="l" r="r" t="t"/>
                <a:pathLst>
                  <a:path extrusionOk="0" h="652" w="1468">
                    <a:moveTo>
                      <a:pt x="492" y="1"/>
                    </a:moveTo>
                    <a:cubicBezTo>
                      <a:pt x="373" y="1"/>
                      <a:pt x="252" y="18"/>
                      <a:pt x="134" y="52"/>
                    </a:cubicBezTo>
                    <a:cubicBezTo>
                      <a:pt x="67" y="118"/>
                      <a:pt x="0" y="185"/>
                      <a:pt x="67" y="285"/>
                    </a:cubicBezTo>
                    <a:cubicBezTo>
                      <a:pt x="91" y="332"/>
                      <a:pt x="148" y="379"/>
                      <a:pt x="202" y="379"/>
                    </a:cubicBezTo>
                    <a:cubicBezTo>
                      <a:pt x="225" y="379"/>
                      <a:pt x="248" y="371"/>
                      <a:pt x="267" y="352"/>
                    </a:cubicBezTo>
                    <a:cubicBezTo>
                      <a:pt x="338" y="324"/>
                      <a:pt x="414" y="313"/>
                      <a:pt x="494" y="313"/>
                    </a:cubicBezTo>
                    <a:cubicBezTo>
                      <a:pt x="603" y="313"/>
                      <a:pt x="719" y="333"/>
                      <a:pt x="834" y="352"/>
                    </a:cubicBezTo>
                    <a:cubicBezTo>
                      <a:pt x="934" y="385"/>
                      <a:pt x="1001" y="452"/>
                      <a:pt x="1101" y="519"/>
                    </a:cubicBezTo>
                    <a:cubicBezTo>
                      <a:pt x="1168" y="552"/>
                      <a:pt x="1234" y="652"/>
                      <a:pt x="1301" y="652"/>
                    </a:cubicBezTo>
                    <a:cubicBezTo>
                      <a:pt x="1368" y="652"/>
                      <a:pt x="1368" y="652"/>
                      <a:pt x="1401" y="619"/>
                    </a:cubicBezTo>
                    <a:cubicBezTo>
                      <a:pt x="1435" y="585"/>
                      <a:pt x="1468" y="452"/>
                      <a:pt x="1401" y="418"/>
                    </a:cubicBezTo>
                    <a:cubicBezTo>
                      <a:pt x="1177" y="145"/>
                      <a:pt x="842" y="1"/>
                      <a:pt x="492" y="1"/>
                    </a:cubicBezTo>
                    <a:close/>
                  </a:path>
                </a:pathLst>
              </a:custGeom>
              <a:solidFill>
                <a:srgbClr val="1A0F2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6" name="Google Shape;866;p41"/>
              <p:cNvSpPr/>
              <p:nvPr/>
            </p:nvSpPr>
            <p:spPr>
              <a:xfrm>
                <a:off x="4209850" y="1839775"/>
                <a:ext cx="31700" cy="20700"/>
              </a:xfrm>
              <a:custGeom>
                <a:rect b="b" l="l" r="r" t="t"/>
                <a:pathLst>
                  <a:path extrusionOk="0" h="828" w="1268">
                    <a:moveTo>
                      <a:pt x="169" y="1"/>
                    </a:moveTo>
                    <a:cubicBezTo>
                      <a:pt x="155" y="1"/>
                      <a:pt x="142" y="5"/>
                      <a:pt x="134" y="13"/>
                    </a:cubicBezTo>
                    <a:cubicBezTo>
                      <a:pt x="100" y="80"/>
                      <a:pt x="0" y="147"/>
                      <a:pt x="67" y="180"/>
                    </a:cubicBezTo>
                    <a:cubicBezTo>
                      <a:pt x="100" y="413"/>
                      <a:pt x="334" y="647"/>
                      <a:pt x="667" y="780"/>
                    </a:cubicBezTo>
                    <a:cubicBezTo>
                      <a:pt x="762" y="804"/>
                      <a:pt x="873" y="828"/>
                      <a:pt x="989" y="828"/>
                    </a:cubicBezTo>
                    <a:cubicBezTo>
                      <a:pt x="1037" y="828"/>
                      <a:pt x="1086" y="824"/>
                      <a:pt x="1134" y="814"/>
                    </a:cubicBezTo>
                    <a:cubicBezTo>
                      <a:pt x="1234" y="814"/>
                      <a:pt x="1268" y="747"/>
                      <a:pt x="1268" y="647"/>
                    </a:cubicBezTo>
                    <a:cubicBezTo>
                      <a:pt x="1268" y="580"/>
                      <a:pt x="1168" y="514"/>
                      <a:pt x="1101" y="514"/>
                    </a:cubicBezTo>
                    <a:cubicBezTo>
                      <a:pt x="1046" y="526"/>
                      <a:pt x="993" y="532"/>
                      <a:pt x="942" y="532"/>
                    </a:cubicBezTo>
                    <a:cubicBezTo>
                      <a:pt x="588" y="532"/>
                      <a:pt x="330" y="259"/>
                      <a:pt x="300" y="113"/>
                    </a:cubicBezTo>
                    <a:cubicBezTo>
                      <a:pt x="275" y="38"/>
                      <a:pt x="213" y="1"/>
                      <a:pt x="169" y="1"/>
                    </a:cubicBezTo>
                    <a:close/>
                  </a:path>
                </a:pathLst>
              </a:custGeom>
              <a:solidFill>
                <a:srgbClr val="C16B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7" name="Google Shape;867;p41"/>
              <p:cNvSpPr/>
              <p:nvPr/>
            </p:nvSpPr>
            <p:spPr>
              <a:xfrm>
                <a:off x="4234025" y="1830925"/>
                <a:ext cx="11700" cy="11225"/>
              </a:xfrm>
              <a:custGeom>
                <a:rect b="b" l="l" r="r" t="t"/>
                <a:pathLst>
                  <a:path extrusionOk="0" h="449" w="468">
                    <a:moveTo>
                      <a:pt x="34" y="0"/>
                    </a:moveTo>
                    <a:lnTo>
                      <a:pt x="1" y="34"/>
                    </a:lnTo>
                    <a:lnTo>
                      <a:pt x="34" y="100"/>
                    </a:lnTo>
                    <a:cubicBezTo>
                      <a:pt x="67" y="78"/>
                      <a:pt x="97" y="71"/>
                      <a:pt x="125" y="71"/>
                    </a:cubicBezTo>
                    <a:cubicBezTo>
                      <a:pt x="182" y="71"/>
                      <a:pt x="234" y="100"/>
                      <a:pt x="301" y="100"/>
                    </a:cubicBezTo>
                    <a:cubicBezTo>
                      <a:pt x="334" y="134"/>
                      <a:pt x="334" y="200"/>
                      <a:pt x="267" y="334"/>
                    </a:cubicBezTo>
                    <a:cubicBezTo>
                      <a:pt x="267" y="434"/>
                      <a:pt x="267" y="434"/>
                      <a:pt x="301" y="434"/>
                    </a:cubicBezTo>
                    <a:cubicBezTo>
                      <a:pt x="468" y="200"/>
                      <a:pt x="434" y="100"/>
                      <a:pt x="334" y="34"/>
                    </a:cubicBezTo>
                    <a:cubicBezTo>
                      <a:pt x="267" y="0"/>
                      <a:pt x="167" y="0"/>
                      <a:pt x="34" y="0"/>
                    </a:cubicBezTo>
                    <a:close/>
                    <a:moveTo>
                      <a:pt x="301" y="434"/>
                    </a:moveTo>
                    <a:cubicBezTo>
                      <a:pt x="301" y="445"/>
                      <a:pt x="305" y="449"/>
                      <a:pt x="308" y="449"/>
                    </a:cubicBezTo>
                    <a:cubicBezTo>
                      <a:pt x="316" y="449"/>
                      <a:pt x="323" y="434"/>
                      <a:pt x="301" y="434"/>
                    </a:cubicBezTo>
                    <a:close/>
                  </a:path>
                </a:pathLst>
              </a:custGeom>
              <a:solidFill>
                <a:srgbClr val="C16B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8" name="Google Shape;868;p41"/>
              <p:cNvSpPr/>
              <p:nvPr/>
            </p:nvSpPr>
            <p:spPr>
              <a:xfrm>
                <a:off x="4205675" y="1803250"/>
                <a:ext cx="15025" cy="13675"/>
              </a:xfrm>
              <a:custGeom>
                <a:rect b="b" l="l" r="r" t="t"/>
                <a:pathLst>
                  <a:path extrusionOk="0" h="547" w="601">
                    <a:moveTo>
                      <a:pt x="337" y="0"/>
                    </a:moveTo>
                    <a:cubicBezTo>
                      <a:pt x="200" y="0"/>
                      <a:pt x="92" y="91"/>
                      <a:pt x="34" y="207"/>
                    </a:cubicBezTo>
                    <a:cubicBezTo>
                      <a:pt x="0" y="307"/>
                      <a:pt x="101" y="473"/>
                      <a:pt x="201" y="540"/>
                    </a:cubicBezTo>
                    <a:cubicBezTo>
                      <a:pt x="218" y="545"/>
                      <a:pt x="237" y="547"/>
                      <a:pt x="256" y="547"/>
                    </a:cubicBezTo>
                    <a:cubicBezTo>
                      <a:pt x="376" y="547"/>
                      <a:pt x="505" y="460"/>
                      <a:pt x="534" y="373"/>
                    </a:cubicBezTo>
                    <a:cubicBezTo>
                      <a:pt x="601" y="240"/>
                      <a:pt x="501" y="73"/>
                      <a:pt x="401" y="6"/>
                    </a:cubicBezTo>
                    <a:cubicBezTo>
                      <a:pt x="379" y="2"/>
                      <a:pt x="357" y="0"/>
                      <a:pt x="33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69" name="Google Shape;869;p41"/>
              <p:cNvSpPr/>
              <p:nvPr/>
            </p:nvSpPr>
            <p:spPr>
              <a:xfrm>
                <a:off x="4213175" y="1806400"/>
                <a:ext cx="4200" cy="4525"/>
              </a:xfrm>
              <a:custGeom>
                <a:rect b="b" l="l" r="r" t="t"/>
                <a:pathLst>
                  <a:path extrusionOk="0" h="181" w="168">
                    <a:moveTo>
                      <a:pt x="96" y="1"/>
                    </a:moveTo>
                    <a:cubicBezTo>
                      <a:pt x="54" y="1"/>
                      <a:pt x="1" y="32"/>
                      <a:pt x="1" y="81"/>
                    </a:cubicBezTo>
                    <a:cubicBezTo>
                      <a:pt x="1" y="114"/>
                      <a:pt x="1" y="181"/>
                      <a:pt x="34" y="181"/>
                    </a:cubicBezTo>
                    <a:cubicBezTo>
                      <a:pt x="101" y="181"/>
                      <a:pt x="167" y="181"/>
                      <a:pt x="167" y="147"/>
                    </a:cubicBezTo>
                    <a:cubicBezTo>
                      <a:pt x="167" y="114"/>
                      <a:pt x="167" y="14"/>
                      <a:pt x="134" y="14"/>
                    </a:cubicBezTo>
                    <a:cubicBezTo>
                      <a:pt x="125" y="5"/>
                      <a:pt x="111" y="1"/>
                      <a:pt x="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0" name="Google Shape;870;p41"/>
              <p:cNvSpPr/>
              <p:nvPr/>
            </p:nvSpPr>
            <p:spPr>
              <a:xfrm>
                <a:off x="4254050" y="1819075"/>
                <a:ext cx="14200" cy="13225"/>
              </a:xfrm>
              <a:custGeom>
                <a:rect b="b" l="l" r="r" t="t"/>
                <a:pathLst>
                  <a:path extrusionOk="0" h="529" w="568">
                    <a:moveTo>
                      <a:pt x="312" y="1"/>
                    </a:moveTo>
                    <a:cubicBezTo>
                      <a:pt x="191" y="1"/>
                      <a:pt x="62" y="87"/>
                      <a:pt x="34" y="174"/>
                    </a:cubicBezTo>
                    <a:cubicBezTo>
                      <a:pt x="0" y="307"/>
                      <a:pt x="67" y="474"/>
                      <a:pt x="200" y="508"/>
                    </a:cubicBezTo>
                    <a:cubicBezTo>
                      <a:pt x="230" y="522"/>
                      <a:pt x="260" y="529"/>
                      <a:pt x="291" y="529"/>
                    </a:cubicBezTo>
                    <a:cubicBezTo>
                      <a:pt x="400" y="529"/>
                      <a:pt x="508" y="445"/>
                      <a:pt x="534" y="341"/>
                    </a:cubicBezTo>
                    <a:cubicBezTo>
                      <a:pt x="567" y="207"/>
                      <a:pt x="501" y="74"/>
                      <a:pt x="367" y="7"/>
                    </a:cubicBezTo>
                    <a:cubicBezTo>
                      <a:pt x="349" y="3"/>
                      <a:pt x="331" y="1"/>
                      <a:pt x="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1" name="Google Shape;871;p41"/>
              <p:cNvSpPr/>
              <p:nvPr/>
            </p:nvSpPr>
            <p:spPr>
              <a:xfrm>
                <a:off x="4262375" y="1822575"/>
                <a:ext cx="4200" cy="4200"/>
              </a:xfrm>
              <a:custGeom>
                <a:rect b="b" l="l" r="r" t="t"/>
                <a:pathLst>
                  <a:path extrusionOk="0" h="168" w="168">
                    <a:moveTo>
                      <a:pt x="134" y="1"/>
                    </a:moveTo>
                    <a:cubicBezTo>
                      <a:pt x="34" y="1"/>
                      <a:pt x="1" y="1"/>
                      <a:pt x="1" y="34"/>
                    </a:cubicBezTo>
                    <a:cubicBezTo>
                      <a:pt x="1" y="67"/>
                      <a:pt x="1" y="167"/>
                      <a:pt x="34" y="167"/>
                    </a:cubicBezTo>
                    <a:cubicBezTo>
                      <a:pt x="67" y="167"/>
                      <a:pt x="168" y="167"/>
                      <a:pt x="168" y="134"/>
                    </a:cubicBezTo>
                    <a:cubicBezTo>
                      <a:pt x="168" y="101"/>
                      <a:pt x="168" y="1"/>
                      <a:pt x="13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2" name="Google Shape;872;p41"/>
              <p:cNvSpPr/>
              <p:nvPr/>
            </p:nvSpPr>
            <p:spPr>
              <a:xfrm>
                <a:off x="4091425" y="1769650"/>
                <a:ext cx="49225" cy="50850"/>
              </a:xfrm>
              <a:custGeom>
                <a:rect b="b" l="l" r="r" t="t"/>
                <a:pathLst>
                  <a:path extrusionOk="0" h="2034" w="1969">
                    <a:moveTo>
                      <a:pt x="834" y="0"/>
                    </a:moveTo>
                    <a:cubicBezTo>
                      <a:pt x="744" y="0"/>
                      <a:pt x="654" y="16"/>
                      <a:pt x="568" y="50"/>
                    </a:cubicBezTo>
                    <a:cubicBezTo>
                      <a:pt x="167" y="216"/>
                      <a:pt x="1" y="783"/>
                      <a:pt x="201" y="1317"/>
                    </a:cubicBezTo>
                    <a:cubicBezTo>
                      <a:pt x="361" y="1772"/>
                      <a:pt x="757" y="2033"/>
                      <a:pt x="1114" y="2033"/>
                    </a:cubicBezTo>
                    <a:cubicBezTo>
                      <a:pt x="1203" y="2033"/>
                      <a:pt x="1289" y="2017"/>
                      <a:pt x="1368" y="1984"/>
                    </a:cubicBezTo>
                    <a:cubicBezTo>
                      <a:pt x="1802" y="1817"/>
                      <a:pt x="1969" y="1250"/>
                      <a:pt x="1735" y="717"/>
                    </a:cubicBezTo>
                    <a:cubicBezTo>
                      <a:pt x="1575" y="262"/>
                      <a:pt x="1200" y="0"/>
                      <a:pt x="834" y="0"/>
                    </a:cubicBezTo>
                    <a:close/>
                  </a:path>
                </a:pathLst>
              </a:custGeom>
              <a:solidFill>
                <a:srgbClr val="FEA38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3" name="Google Shape;873;p41"/>
              <p:cNvSpPr/>
              <p:nvPr/>
            </p:nvSpPr>
            <p:spPr>
              <a:xfrm>
                <a:off x="4100600" y="1777325"/>
                <a:ext cx="28375" cy="33600"/>
              </a:xfrm>
              <a:custGeom>
                <a:rect b="b" l="l" r="r" t="t"/>
                <a:pathLst>
                  <a:path extrusionOk="0" h="1344" w="1135">
                    <a:moveTo>
                      <a:pt x="458" y="1"/>
                    </a:moveTo>
                    <a:cubicBezTo>
                      <a:pt x="427" y="1"/>
                      <a:pt x="396" y="4"/>
                      <a:pt x="367" y="9"/>
                    </a:cubicBezTo>
                    <a:cubicBezTo>
                      <a:pt x="167" y="76"/>
                      <a:pt x="0" y="276"/>
                      <a:pt x="0" y="410"/>
                    </a:cubicBezTo>
                    <a:cubicBezTo>
                      <a:pt x="0" y="443"/>
                      <a:pt x="34" y="476"/>
                      <a:pt x="67" y="476"/>
                    </a:cubicBezTo>
                    <a:cubicBezTo>
                      <a:pt x="134" y="476"/>
                      <a:pt x="167" y="443"/>
                      <a:pt x="167" y="410"/>
                    </a:cubicBezTo>
                    <a:cubicBezTo>
                      <a:pt x="167" y="243"/>
                      <a:pt x="301" y="143"/>
                      <a:pt x="401" y="109"/>
                    </a:cubicBezTo>
                    <a:cubicBezTo>
                      <a:pt x="534" y="109"/>
                      <a:pt x="668" y="109"/>
                      <a:pt x="734" y="176"/>
                    </a:cubicBezTo>
                    <a:cubicBezTo>
                      <a:pt x="701" y="176"/>
                      <a:pt x="668" y="176"/>
                      <a:pt x="634" y="210"/>
                    </a:cubicBezTo>
                    <a:cubicBezTo>
                      <a:pt x="501" y="310"/>
                      <a:pt x="401" y="376"/>
                      <a:pt x="401" y="510"/>
                    </a:cubicBezTo>
                    <a:cubicBezTo>
                      <a:pt x="401" y="543"/>
                      <a:pt x="401" y="610"/>
                      <a:pt x="467" y="610"/>
                    </a:cubicBezTo>
                    <a:cubicBezTo>
                      <a:pt x="476" y="619"/>
                      <a:pt x="485" y="623"/>
                      <a:pt x="494" y="623"/>
                    </a:cubicBezTo>
                    <a:cubicBezTo>
                      <a:pt x="516" y="623"/>
                      <a:pt x="534" y="592"/>
                      <a:pt x="534" y="543"/>
                    </a:cubicBezTo>
                    <a:cubicBezTo>
                      <a:pt x="534" y="510"/>
                      <a:pt x="568" y="443"/>
                      <a:pt x="668" y="376"/>
                    </a:cubicBezTo>
                    <a:cubicBezTo>
                      <a:pt x="684" y="360"/>
                      <a:pt x="718" y="351"/>
                      <a:pt x="755" y="351"/>
                    </a:cubicBezTo>
                    <a:cubicBezTo>
                      <a:pt x="793" y="351"/>
                      <a:pt x="834" y="360"/>
                      <a:pt x="868" y="376"/>
                    </a:cubicBezTo>
                    <a:cubicBezTo>
                      <a:pt x="901" y="443"/>
                      <a:pt x="901" y="443"/>
                      <a:pt x="901" y="476"/>
                    </a:cubicBezTo>
                    <a:cubicBezTo>
                      <a:pt x="901" y="543"/>
                      <a:pt x="901" y="610"/>
                      <a:pt x="868" y="643"/>
                    </a:cubicBezTo>
                    <a:cubicBezTo>
                      <a:pt x="868" y="677"/>
                      <a:pt x="801" y="677"/>
                      <a:pt x="734" y="710"/>
                    </a:cubicBezTo>
                    <a:cubicBezTo>
                      <a:pt x="701" y="710"/>
                      <a:pt x="634" y="777"/>
                      <a:pt x="568" y="810"/>
                    </a:cubicBezTo>
                    <a:cubicBezTo>
                      <a:pt x="467" y="943"/>
                      <a:pt x="467" y="1043"/>
                      <a:pt x="501" y="1177"/>
                    </a:cubicBezTo>
                    <a:cubicBezTo>
                      <a:pt x="534" y="1277"/>
                      <a:pt x="634" y="1310"/>
                      <a:pt x="701" y="1344"/>
                    </a:cubicBezTo>
                    <a:lnTo>
                      <a:pt x="834" y="1344"/>
                    </a:lnTo>
                    <a:cubicBezTo>
                      <a:pt x="868" y="1344"/>
                      <a:pt x="901" y="1310"/>
                      <a:pt x="901" y="1277"/>
                    </a:cubicBezTo>
                    <a:cubicBezTo>
                      <a:pt x="901" y="1210"/>
                      <a:pt x="868" y="1177"/>
                      <a:pt x="834" y="1177"/>
                    </a:cubicBezTo>
                    <a:cubicBezTo>
                      <a:pt x="734" y="1177"/>
                      <a:pt x="701" y="1144"/>
                      <a:pt x="668" y="1110"/>
                    </a:cubicBezTo>
                    <a:cubicBezTo>
                      <a:pt x="634" y="1010"/>
                      <a:pt x="668" y="943"/>
                      <a:pt x="701" y="877"/>
                    </a:cubicBezTo>
                    <a:cubicBezTo>
                      <a:pt x="768" y="843"/>
                      <a:pt x="801" y="810"/>
                      <a:pt x="834" y="810"/>
                    </a:cubicBezTo>
                    <a:cubicBezTo>
                      <a:pt x="901" y="777"/>
                      <a:pt x="1001" y="777"/>
                      <a:pt x="1035" y="677"/>
                    </a:cubicBezTo>
                    <a:cubicBezTo>
                      <a:pt x="1101" y="610"/>
                      <a:pt x="1135" y="510"/>
                      <a:pt x="1101" y="410"/>
                    </a:cubicBezTo>
                    <a:cubicBezTo>
                      <a:pt x="1035" y="343"/>
                      <a:pt x="1001" y="276"/>
                      <a:pt x="934" y="176"/>
                    </a:cubicBezTo>
                    <a:cubicBezTo>
                      <a:pt x="796" y="66"/>
                      <a:pt x="612" y="1"/>
                      <a:pt x="458" y="1"/>
                    </a:cubicBezTo>
                    <a:close/>
                  </a:path>
                </a:pathLst>
              </a:custGeom>
              <a:solidFill>
                <a:srgbClr val="C16B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4" name="Google Shape;874;p41"/>
              <p:cNvSpPr/>
              <p:nvPr/>
            </p:nvSpPr>
            <p:spPr>
              <a:xfrm>
                <a:off x="4488375" y="1778375"/>
                <a:ext cx="617975" cy="232700"/>
              </a:xfrm>
              <a:custGeom>
                <a:rect b="b" l="l" r="r" t="t"/>
                <a:pathLst>
                  <a:path extrusionOk="0" h="9308" w="24719">
                    <a:moveTo>
                      <a:pt x="468" y="1"/>
                    </a:moveTo>
                    <a:lnTo>
                      <a:pt x="1" y="1468"/>
                    </a:lnTo>
                    <a:lnTo>
                      <a:pt x="24251" y="9307"/>
                    </a:lnTo>
                    <a:lnTo>
                      <a:pt x="24718" y="7840"/>
                    </a:lnTo>
                    <a:lnTo>
                      <a:pt x="468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5" name="Google Shape;875;p41"/>
              <p:cNvSpPr/>
              <p:nvPr/>
            </p:nvSpPr>
            <p:spPr>
              <a:xfrm>
                <a:off x="4441675" y="1925150"/>
                <a:ext cx="759725" cy="278550"/>
              </a:xfrm>
              <a:custGeom>
                <a:rect b="b" l="l" r="r" t="t"/>
                <a:pathLst>
                  <a:path extrusionOk="0" h="11142" w="30389">
                    <a:moveTo>
                      <a:pt x="468" y="1"/>
                    </a:moveTo>
                    <a:lnTo>
                      <a:pt x="1" y="1468"/>
                    </a:lnTo>
                    <a:lnTo>
                      <a:pt x="29889" y="11142"/>
                    </a:lnTo>
                    <a:lnTo>
                      <a:pt x="30389" y="9674"/>
                    </a:lnTo>
                    <a:lnTo>
                      <a:pt x="468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6" name="Google Shape;876;p41"/>
              <p:cNvSpPr/>
              <p:nvPr/>
            </p:nvSpPr>
            <p:spPr>
              <a:xfrm>
                <a:off x="4463350" y="1855100"/>
                <a:ext cx="384475" cy="156800"/>
              </a:xfrm>
              <a:custGeom>
                <a:rect b="b" l="l" r="r" t="t"/>
                <a:pathLst>
                  <a:path extrusionOk="0" h="6272" w="15379">
                    <a:moveTo>
                      <a:pt x="501" y="1"/>
                    </a:moveTo>
                    <a:lnTo>
                      <a:pt x="1" y="1468"/>
                    </a:lnTo>
                    <a:lnTo>
                      <a:pt x="14878" y="6272"/>
                    </a:lnTo>
                    <a:lnTo>
                      <a:pt x="15378" y="4804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7" name="Google Shape;877;p41"/>
              <p:cNvSpPr/>
              <p:nvPr/>
            </p:nvSpPr>
            <p:spPr>
              <a:xfrm>
                <a:off x="4880325" y="1990200"/>
                <a:ext cx="383625" cy="156800"/>
              </a:xfrm>
              <a:custGeom>
                <a:rect b="b" l="l" r="r" t="t"/>
                <a:pathLst>
                  <a:path extrusionOk="0" h="6272" w="15345">
                    <a:moveTo>
                      <a:pt x="467" y="1"/>
                    </a:moveTo>
                    <a:lnTo>
                      <a:pt x="0" y="1468"/>
                    </a:lnTo>
                    <a:lnTo>
                      <a:pt x="14878" y="6272"/>
                    </a:lnTo>
                    <a:lnTo>
                      <a:pt x="15345" y="4804"/>
                    </a:ln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8" name="Google Shape;878;p41"/>
              <p:cNvSpPr/>
              <p:nvPr/>
            </p:nvSpPr>
            <p:spPr>
              <a:xfrm>
                <a:off x="4418325" y="1994375"/>
                <a:ext cx="218525" cy="103425"/>
              </a:xfrm>
              <a:custGeom>
                <a:rect b="b" l="l" r="r" t="t"/>
                <a:pathLst>
                  <a:path extrusionOk="0" h="4137" w="8741">
                    <a:moveTo>
                      <a:pt x="468" y="0"/>
                    </a:moveTo>
                    <a:lnTo>
                      <a:pt x="1" y="1468"/>
                    </a:lnTo>
                    <a:lnTo>
                      <a:pt x="8273" y="4137"/>
                    </a:lnTo>
                    <a:lnTo>
                      <a:pt x="8740" y="2669"/>
                    </a:lnTo>
                    <a:lnTo>
                      <a:pt x="468" y="0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79" name="Google Shape;879;p41"/>
              <p:cNvSpPr/>
              <p:nvPr/>
            </p:nvSpPr>
            <p:spPr>
              <a:xfrm>
                <a:off x="4979550" y="2252050"/>
                <a:ext cx="217700" cy="103425"/>
              </a:xfrm>
              <a:custGeom>
                <a:rect b="b" l="l" r="r" t="t"/>
                <a:pathLst>
                  <a:path extrusionOk="0" h="4137" w="8708">
                    <a:moveTo>
                      <a:pt x="468" y="1"/>
                    </a:moveTo>
                    <a:lnTo>
                      <a:pt x="1" y="1468"/>
                    </a:lnTo>
                    <a:lnTo>
                      <a:pt x="8240" y="4137"/>
                    </a:lnTo>
                    <a:lnTo>
                      <a:pt x="8707" y="2669"/>
                    </a:lnTo>
                    <a:lnTo>
                      <a:pt x="468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0" name="Google Shape;880;p41"/>
              <p:cNvSpPr/>
              <p:nvPr/>
            </p:nvSpPr>
            <p:spPr>
              <a:xfrm>
                <a:off x="4396650" y="2064425"/>
                <a:ext cx="530400" cy="204325"/>
              </a:xfrm>
              <a:custGeom>
                <a:rect b="b" l="l" r="r" t="t"/>
                <a:pathLst>
                  <a:path extrusionOk="0" h="8173" w="21216">
                    <a:moveTo>
                      <a:pt x="467" y="0"/>
                    </a:moveTo>
                    <a:lnTo>
                      <a:pt x="0" y="1468"/>
                    </a:lnTo>
                    <a:lnTo>
                      <a:pt x="20748" y="8173"/>
                    </a:lnTo>
                    <a:lnTo>
                      <a:pt x="21215" y="6705"/>
                    </a:lnTo>
                    <a:lnTo>
                      <a:pt x="467" y="0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1" name="Google Shape;881;p41"/>
              <p:cNvSpPr/>
              <p:nvPr/>
            </p:nvSpPr>
            <p:spPr>
              <a:xfrm>
                <a:off x="4667675" y="2074425"/>
                <a:ext cx="552075" cy="211850"/>
              </a:xfrm>
              <a:custGeom>
                <a:rect b="b" l="l" r="r" t="t"/>
                <a:pathLst>
                  <a:path extrusionOk="0" h="8474" w="22083">
                    <a:moveTo>
                      <a:pt x="467" y="1"/>
                    </a:moveTo>
                    <a:lnTo>
                      <a:pt x="0" y="1468"/>
                    </a:lnTo>
                    <a:lnTo>
                      <a:pt x="21616" y="8473"/>
                    </a:lnTo>
                    <a:lnTo>
                      <a:pt x="22083" y="7006"/>
                    </a:lnTo>
                    <a:lnTo>
                      <a:pt x="467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2" name="Google Shape;882;p41"/>
              <p:cNvSpPr/>
              <p:nvPr/>
            </p:nvSpPr>
            <p:spPr>
              <a:xfrm>
                <a:off x="3888775" y="2160325"/>
                <a:ext cx="155150" cy="139600"/>
              </a:xfrm>
              <a:custGeom>
                <a:rect b="b" l="l" r="r" t="t"/>
                <a:pathLst>
                  <a:path extrusionOk="0" h="5584" w="6206">
                    <a:moveTo>
                      <a:pt x="3108" y="647"/>
                    </a:moveTo>
                    <a:cubicBezTo>
                      <a:pt x="3337" y="647"/>
                      <a:pt x="3572" y="686"/>
                      <a:pt x="3803" y="768"/>
                    </a:cubicBezTo>
                    <a:cubicBezTo>
                      <a:pt x="4938" y="1135"/>
                      <a:pt x="5571" y="2335"/>
                      <a:pt x="5171" y="3470"/>
                    </a:cubicBezTo>
                    <a:cubicBezTo>
                      <a:pt x="4877" y="4379"/>
                      <a:pt x="4047" y="4945"/>
                      <a:pt x="3145" y="4945"/>
                    </a:cubicBezTo>
                    <a:cubicBezTo>
                      <a:pt x="2922" y="4945"/>
                      <a:pt x="2694" y="4910"/>
                      <a:pt x="2469" y="4837"/>
                    </a:cubicBezTo>
                    <a:cubicBezTo>
                      <a:pt x="1335" y="4470"/>
                      <a:pt x="735" y="3269"/>
                      <a:pt x="1102" y="2135"/>
                    </a:cubicBezTo>
                    <a:cubicBezTo>
                      <a:pt x="1394" y="1233"/>
                      <a:pt x="2213" y="647"/>
                      <a:pt x="3108" y="647"/>
                    </a:cubicBezTo>
                    <a:close/>
                    <a:moveTo>
                      <a:pt x="3118" y="1"/>
                    </a:moveTo>
                    <a:cubicBezTo>
                      <a:pt x="1938" y="1"/>
                      <a:pt x="845" y="751"/>
                      <a:pt x="468" y="1935"/>
                    </a:cubicBezTo>
                    <a:cubicBezTo>
                      <a:pt x="1" y="3369"/>
                      <a:pt x="801" y="4971"/>
                      <a:pt x="2269" y="5438"/>
                    </a:cubicBezTo>
                    <a:cubicBezTo>
                      <a:pt x="2566" y="5537"/>
                      <a:pt x="2864" y="5583"/>
                      <a:pt x="3155" y="5583"/>
                    </a:cubicBezTo>
                    <a:cubicBezTo>
                      <a:pt x="4335" y="5583"/>
                      <a:pt x="5397" y="4814"/>
                      <a:pt x="5772" y="3636"/>
                    </a:cubicBezTo>
                    <a:cubicBezTo>
                      <a:pt x="6205" y="2169"/>
                      <a:pt x="5438" y="601"/>
                      <a:pt x="3970" y="134"/>
                    </a:cubicBezTo>
                    <a:cubicBezTo>
                      <a:pt x="3687" y="44"/>
                      <a:pt x="3400" y="1"/>
                      <a:pt x="3118" y="1"/>
                    </a:cubicBezTo>
                    <a:close/>
                  </a:path>
                </a:pathLst>
              </a:custGeom>
              <a:solidFill>
                <a:srgbClr val="F7D4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3" name="Google Shape;883;p41"/>
              <p:cNvSpPr/>
              <p:nvPr/>
            </p:nvSpPr>
            <p:spPr>
              <a:xfrm>
                <a:off x="3932975" y="2197200"/>
                <a:ext cx="136800" cy="56975"/>
              </a:xfrm>
              <a:custGeom>
                <a:rect b="b" l="l" r="r" t="t"/>
                <a:pathLst>
                  <a:path extrusionOk="0" h="2279" w="5472">
                    <a:moveTo>
                      <a:pt x="5098" y="1"/>
                    </a:moveTo>
                    <a:cubicBezTo>
                      <a:pt x="5057" y="1"/>
                      <a:pt x="5014" y="9"/>
                      <a:pt x="4971" y="26"/>
                    </a:cubicBezTo>
                    <a:lnTo>
                      <a:pt x="1302" y="1528"/>
                    </a:lnTo>
                    <a:lnTo>
                      <a:pt x="634" y="193"/>
                    </a:lnTo>
                    <a:cubicBezTo>
                      <a:pt x="561" y="96"/>
                      <a:pt x="452" y="34"/>
                      <a:pt x="334" y="34"/>
                    </a:cubicBezTo>
                    <a:cubicBezTo>
                      <a:pt x="290" y="34"/>
                      <a:pt x="246" y="42"/>
                      <a:pt x="201" y="60"/>
                    </a:cubicBezTo>
                    <a:cubicBezTo>
                      <a:pt x="67" y="160"/>
                      <a:pt x="1" y="327"/>
                      <a:pt x="67" y="493"/>
                    </a:cubicBezTo>
                    <a:lnTo>
                      <a:pt x="868" y="2061"/>
                    </a:lnTo>
                    <a:cubicBezTo>
                      <a:pt x="901" y="2161"/>
                      <a:pt x="1001" y="2195"/>
                      <a:pt x="1068" y="2228"/>
                    </a:cubicBezTo>
                    <a:cubicBezTo>
                      <a:pt x="1101" y="2261"/>
                      <a:pt x="1135" y="2278"/>
                      <a:pt x="1172" y="2278"/>
                    </a:cubicBezTo>
                    <a:cubicBezTo>
                      <a:pt x="1210" y="2278"/>
                      <a:pt x="1252" y="2261"/>
                      <a:pt x="1302" y="2228"/>
                    </a:cubicBezTo>
                    <a:lnTo>
                      <a:pt x="5204" y="627"/>
                    </a:lnTo>
                    <a:cubicBezTo>
                      <a:pt x="5371" y="527"/>
                      <a:pt x="5471" y="360"/>
                      <a:pt x="5371" y="193"/>
                    </a:cubicBezTo>
                    <a:cubicBezTo>
                      <a:pt x="5322" y="70"/>
                      <a:pt x="5217" y="1"/>
                      <a:pt x="5098" y="1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4" name="Google Shape;884;p41"/>
              <p:cNvSpPr/>
              <p:nvPr/>
            </p:nvSpPr>
            <p:spPr>
              <a:xfrm>
                <a:off x="4123125" y="2226200"/>
                <a:ext cx="962375" cy="329425"/>
              </a:xfrm>
              <a:custGeom>
                <a:rect b="b" l="l" r="r" t="t"/>
                <a:pathLst>
                  <a:path extrusionOk="0" h="13177" w="38495">
                    <a:moveTo>
                      <a:pt x="234" y="1"/>
                    </a:moveTo>
                    <a:lnTo>
                      <a:pt x="0" y="801"/>
                    </a:lnTo>
                    <a:lnTo>
                      <a:pt x="38227" y="13177"/>
                    </a:lnTo>
                    <a:lnTo>
                      <a:pt x="38494" y="12376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5" name="Google Shape;885;p41"/>
              <p:cNvSpPr/>
              <p:nvPr/>
            </p:nvSpPr>
            <p:spPr>
              <a:xfrm>
                <a:off x="4415825" y="2366300"/>
                <a:ext cx="655500" cy="230200"/>
              </a:xfrm>
              <a:custGeom>
                <a:rect b="b" l="l" r="r" t="t"/>
                <a:pathLst>
                  <a:path extrusionOk="0" h="9208" w="26220">
                    <a:moveTo>
                      <a:pt x="234" y="1"/>
                    </a:moveTo>
                    <a:lnTo>
                      <a:pt x="0" y="801"/>
                    </a:lnTo>
                    <a:lnTo>
                      <a:pt x="25986" y="9207"/>
                    </a:lnTo>
                    <a:lnTo>
                      <a:pt x="26219" y="8440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6" name="Google Shape;886;p41"/>
              <p:cNvSpPr/>
              <p:nvPr/>
            </p:nvSpPr>
            <p:spPr>
              <a:xfrm>
                <a:off x="4095600" y="2307925"/>
                <a:ext cx="597125" cy="211000"/>
              </a:xfrm>
              <a:custGeom>
                <a:rect b="b" l="l" r="r" t="t"/>
                <a:pathLst>
                  <a:path extrusionOk="0" h="8440" w="23885">
                    <a:moveTo>
                      <a:pt x="267" y="1"/>
                    </a:moveTo>
                    <a:lnTo>
                      <a:pt x="0" y="801"/>
                    </a:lnTo>
                    <a:lnTo>
                      <a:pt x="23617" y="8440"/>
                    </a:lnTo>
                    <a:lnTo>
                      <a:pt x="23884" y="7639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7" name="Google Shape;887;p41"/>
              <p:cNvSpPr/>
              <p:nvPr/>
            </p:nvSpPr>
            <p:spPr>
              <a:xfrm>
                <a:off x="4109775" y="2267075"/>
                <a:ext cx="276875" cy="107600"/>
              </a:xfrm>
              <a:custGeom>
                <a:rect b="b" l="l" r="r" t="t"/>
                <a:pathLst>
                  <a:path extrusionOk="0" h="4304" w="11075">
                    <a:moveTo>
                      <a:pt x="234" y="0"/>
                    </a:moveTo>
                    <a:lnTo>
                      <a:pt x="0" y="801"/>
                    </a:lnTo>
                    <a:lnTo>
                      <a:pt x="10808" y="4303"/>
                    </a:lnTo>
                    <a:lnTo>
                      <a:pt x="11075" y="3503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8" name="Google Shape;888;p41"/>
              <p:cNvSpPr/>
              <p:nvPr/>
            </p:nvSpPr>
            <p:spPr>
              <a:xfrm>
                <a:off x="4715200" y="2508900"/>
                <a:ext cx="344450" cy="128450"/>
              </a:xfrm>
              <a:custGeom>
                <a:rect b="b" l="l" r="r" t="t"/>
                <a:pathLst>
                  <a:path extrusionOk="0" h="5138" w="13778">
                    <a:moveTo>
                      <a:pt x="268" y="1"/>
                    </a:moveTo>
                    <a:lnTo>
                      <a:pt x="1" y="801"/>
                    </a:lnTo>
                    <a:lnTo>
                      <a:pt x="13510" y="5138"/>
                    </a:lnTo>
                    <a:lnTo>
                      <a:pt x="13777" y="4370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89" name="Google Shape;889;p41"/>
              <p:cNvSpPr/>
              <p:nvPr/>
            </p:nvSpPr>
            <p:spPr>
              <a:xfrm>
                <a:off x="3813725" y="2393825"/>
                <a:ext cx="155150" cy="139600"/>
              </a:xfrm>
              <a:custGeom>
                <a:rect b="b" l="l" r="r" t="t"/>
                <a:pathLst>
                  <a:path extrusionOk="0" h="5584" w="6206">
                    <a:moveTo>
                      <a:pt x="3074" y="647"/>
                    </a:moveTo>
                    <a:cubicBezTo>
                      <a:pt x="3304" y="647"/>
                      <a:pt x="3538" y="686"/>
                      <a:pt x="3770" y="768"/>
                    </a:cubicBezTo>
                    <a:cubicBezTo>
                      <a:pt x="4871" y="1101"/>
                      <a:pt x="5505" y="2302"/>
                      <a:pt x="5138" y="3470"/>
                    </a:cubicBezTo>
                    <a:cubicBezTo>
                      <a:pt x="4844" y="4379"/>
                      <a:pt x="4014" y="4945"/>
                      <a:pt x="3112" y="4945"/>
                    </a:cubicBezTo>
                    <a:cubicBezTo>
                      <a:pt x="2889" y="4945"/>
                      <a:pt x="2661" y="4910"/>
                      <a:pt x="2436" y="4837"/>
                    </a:cubicBezTo>
                    <a:cubicBezTo>
                      <a:pt x="1302" y="4470"/>
                      <a:pt x="668" y="3269"/>
                      <a:pt x="1068" y="2135"/>
                    </a:cubicBezTo>
                    <a:cubicBezTo>
                      <a:pt x="1360" y="1233"/>
                      <a:pt x="2180" y="647"/>
                      <a:pt x="3074" y="647"/>
                    </a:cubicBezTo>
                    <a:close/>
                    <a:moveTo>
                      <a:pt x="3118" y="1"/>
                    </a:moveTo>
                    <a:cubicBezTo>
                      <a:pt x="1938" y="1"/>
                      <a:pt x="844" y="751"/>
                      <a:pt x="468" y="1935"/>
                    </a:cubicBezTo>
                    <a:cubicBezTo>
                      <a:pt x="1" y="3369"/>
                      <a:pt x="801" y="4971"/>
                      <a:pt x="2269" y="5438"/>
                    </a:cubicBezTo>
                    <a:cubicBezTo>
                      <a:pt x="2559" y="5537"/>
                      <a:pt x="2853" y="5583"/>
                      <a:pt x="3142" y="5583"/>
                    </a:cubicBezTo>
                    <a:cubicBezTo>
                      <a:pt x="4314" y="5583"/>
                      <a:pt x="5397" y="4814"/>
                      <a:pt x="5771" y="3636"/>
                    </a:cubicBezTo>
                    <a:cubicBezTo>
                      <a:pt x="6205" y="2169"/>
                      <a:pt x="5438" y="601"/>
                      <a:pt x="3970" y="134"/>
                    </a:cubicBezTo>
                    <a:cubicBezTo>
                      <a:pt x="3687" y="44"/>
                      <a:pt x="3400" y="1"/>
                      <a:pt x="3118" y="1"/>
                    </a:cubicBezTo>
                    <a:close/>
                  </a:path>
                </a:pathLst>
              </a:custGeom>
              <a:solidFill>
                <a:srgbClr val="F7D4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0" name="Google Shape;890;p41"/>
              <p:cNvSpPr/>
              <p:nvPr/>
            </p:nvSpPr>
            <p:spPr>
              <a:xfrm>
                <a:off x="3857100" y="2430700"/>
                <a:ext cx="135950" cy="56975"/>
              </a:xfrm>
              <a:custGeom>
                <a:rect b="b" l="l" r="r" t="t"/>
                <a:pathLst>
                  <a:path extrusionOk="0" h="2279" w="5438">
                    <a:moveTo>
                      <a:pt x="5065" y="1"/>
                    </a:moveTo>
                    <a:cubicBezTo>
                      <a:pt x="5023" y="1"/>
                      <a:pt x="4980" y="9"/>
                      <a:pt x="4937" y="26"/>
                    </a:cubicBezTo>
                    <a:lnTo>
                      <a:pt x="1268" y="1528"/>
                    </a:lnTo>
                    <a:lnTo>
                      <a:pt x="601" y="193"/>
                    </a:lnTo>
                    <a:cubicBezTo>
                      <a:pt x="552" y="96"/>
                      <a:pt x="449" y="34"/>
                      <a:pt x="332" y="34"/>
                    </a:cubicBezTo>
                    <a:cubicBezTo>
                      <a:pt x="290" y="34"/>
                      <a:pt x="245" y="42"/>
                      <a:pt x="200" y="60"/>
                    </a:cubicBezTo>
                    <a:cubicBezTo>
                      <a:pt x="67" y="160"/>
                      <a:pt x="0" y="327"/>
                      <a:pt x="67" y="493"/>
                    </a:cubicBezTo>
                    <a:lnTo>
                      <a:pt x="867" y="2061"/>
                    </a:lnTo>
                    <a:cubicBezTo>
                      <a:pt x="901" y="2161"/>
                      <a:pt x="1001" y="2195"/>
                      <a:pt x="1068" y="2228"/>
                    </a:cubicBezTo>
                    <a:cubicBezTo>
                      <a:pt x="1118" y="2261"/>
                      <a:pt x="1159" y="2278"/>
                      <a:pt x="1193" y="2278"/>
                    </a:cubicBezTo>
                    <a:cubicBezTo>
                      <a:pt x="1226" y="2278"/>
                      <a:pt x="1251" y="2261"/>
                      <a:pt x="1268" y="2228"/>
                    </a:cubicBezTo>
                    <a:lnTo>
                      <a:pt x="5204" y="627"/>
                    </a:lnTo>
                    <a:cubicBezTo>
                      <a:pt x="5371" y="527"/>
                      <a:pt x="5437" y="360"/>
                      <a:pt x="5371" y="193"/>
                    </a:cubicBezTo>
                    <a:cubicBezTo>
                      <a:pt x="5296" y="70"/>
                      <a:pt x="5186" y="1"/>
                      <a:pt x="5065" y="1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1" name="Google Shape;891;p41"/>
              <p:cNvSpPr/>
              <p:nvPr/>
            </p:nvSpPr>
            <p:spPr>
              <a:xfrm>
                <a:off x="4048050" y="2459700"/>
                <a:ext cx="962400" cy="328600"/>
              </a:xfrm>
              <a:custGeom>
                <a:rect b="b" l="l" r="r" t="t"/>
                <a:pathLst>
                  <a:path extrusionOk="0" h="13144" w="38496">
                    <a:moveTo>
                      <a:pt x="234" y="1"/>
                    </a:moveTo>
                    <a:lnTo>
                      <a:pt x="1" y="768"/>
                    </a:lnTo>
                    <a:lnTo>
                      <a:pt x="38228" y="13143"/>
                    </a:lnTo>
                    <a:lnTo>
                      <a:pt x="38495" y="12376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2" name="Google Shape;892;p41"/>
              <p:cNvSpPr/>
              <p:nvPr/>
            </p:nvSpPr>
            <p:spPr>
              <a:xfrm>
                <a:off x="4339925" y="2599800"/>
                <a:ext cx="656350" cy="230200"/>
              </a:xfrm>
              <a:custGeom>
                <a:rect b="b" l="l" r="r" t="t"/>
                <a:pathLst>
                  <a:path extrusionOk="0" h="9208" w="26254">
                    <a:moveTo>
                      <a:pt x="268" y="1"/>
                    </a:moveTo>
                    <a:lnTo>
                      <a:pt x="1" y="801"/>
                    </a:lnTo>
                    <a:lnTo>
                      <a:pt x="25986" y="9207"/>
                    </a:lnTo>
                    <a:lnTo>
                      <a:pt x="26253" y="8407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3" name="Google Shape;893;p41"/>
              <p:cNvSpPr/>
              <p:nvPr/>
            </p:nvSpPr>
            <p:spPr>
              <a:xfrm>
                <a:off x="4020550" y="2540600"/>
                <a:ext cx="596275" cy="211000"/>
              </a:xfrm>
              <a:custGeom>
                <a:rect b="b" l="l" r="r" t="t"/>
                <a:pathLst>
                  <a:path extrusionOk="0" h="8440" w="23851">
                    <a:moveTo>
                      <a:pt x="267" y="0"/>
                    </a:moveTo>
                    <a:lnTo>
                      <a:pt x="0" y="801"/>
                    </a:lnTo>
                    <a:lnTo>
                      <a:pt x="23584" y="8440"/>
                    </a:lnTo>
                    <a:lnTo>
                      <a:pt x="23851" y="7639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4" name="Google Shape;894;p41"/>
              <p:cNvSpPr/>
              <p:nvPr/>
            </p:nvSpPr>
            <p:spPr>
              <a:xfrm>
                <a:off x="4033875" y="2500575"/>
                <a:ext cx="277725" cy="107600"/>
              </a:xfrm>
              <a:custGeom>
                <a:rect b="b" l="l" r="r" t="t"/>
                <a:pathLst>
                  <a:path extrusionOk="0" h="4304" w="11109">
                    <a:moveTo>
                      <a:pt x="268" y="0"/>
                    </a:moveTo>
                    <a:lnTo>
                      <a:pt x="1" y="801"/>
                    </a:lnTo>
                    <a:lnTo>
                      <a:pt x="10842" y="4303"/>
                    </a:lnTo>
                    <a:lnTo>
                      <a:pt x="11109" y="3503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5" name="Google Shape;895;p41"/>
              <p:cNvSpPr/>
              <p:nvPr/>
            </p:nvSpPr>
            <p:spPr>
              <a:xfrm>
                <a:off x="4639325" y="2742400"/>
                <a:ext cx="343600" cy="128450"/>
              </a:xfrm>
              <a:custGeom>
                <a:rect b="b" l="l" r="r" t="t"/>
                <a:pathLst>
                  <a:path extrusionOk="0" h="5138" w="13744">
                    <a:moveTo>
                      <a:pt x="267" y="1"/>
                    </a:moveTo>
                    <a:lnTo>
                      <a:pt x="0" y="768"/>
                    </a:lnTo>
                    <a:lnTo>
                      <a:pt x="13510" y="5138"/>
                    </a:lnTo>
                    <a:lnTo>
                      <a:pt x="13743" y="4337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6" name="Google Shape;896;p41"/>
              <p:cNvSpPr/>
              <p:nvPr/>
            </p:nvSpPr>
            <p:spPr>
              <a:xfrm>
                <a:off x="3738675" y="2627325"/>
                <a:ext cx="155125" cy="138975"/>
              </a:xfrm>
              <a:custGeom>
                <a:rect b="b" l="l" r="r" t="t"/>
                <a:pathLst>
                  <a:path extrusionOk="0" h="5559" w="6205">
                    <a:moveTo>
                      <a:pt x="3074" y="647"/>
                    </a:moveTo>
                    <a:cubicBezTo>
                      <a:pt x="3304" y="647"/>
                      <a:pt x="3538" y="686"/>
                      <a:pt x="3770" y="768"/>
                    </a:cubicBezTo>
                    <a:cubicBezTo>
                      <a:pt x="4904" y="1101"/>
                      <a:pt x="5504" y="2302"/>
                      <a:pt x="5137" y="3470"/>
                    </a:cubicBezTo>
                    <a:cubicBezTo>
                      <a:pt x="4843" y="4379"/>
                      <a:pt x="4014" y="4945"/>
                      <a:pt x="3112" y="4945"/>
                    </a:cubicBezTo>
                    <a:cubicBezTo>
                      <a:pt x="2888" y="4945"/>
                      <a:pt x="2661" y="4910"/>
                      <a:pt x="2436" y="4837"/>
                    </a:cubicBezTo>
                    <a:cubicBezTo>
                      <a:pt x="1301" y="4470"/>
                      <a:pt x="668" y="3269"/>
                      <a:pt x="1068" y="2135"/>
                    </a:cubicBezTo>
                    <a:cubicBezTo>
                      <a:pt x="1360" y="1233"/>
                      <a:pt x="2180" y="647"/>
                      <a:pt x="3074" y="647"/>
                    </a:cubicBezTo>
                    <a:close/>
                    <a:moveTo>
                      <a:pt x="3117" y="1"/>
                    </a:moveTo>
                    <a:cubicBezTo>
                      <a:pt x="1938" y="1"/>
                      <a:pt x="844" y="751"/>
                      <a:pt x="467" y="1935"/>
                    </a:cubicBezTo>
                    <a:cubicBezTo>
                      <a:pt x="0" y="3369"/>
                      <a:pt x="801" y="4971"/>
                      <a:pt x="2269" y="5438"/>
                    </a:cubicBezTo>
                    <a:cubicBezTo>
                      <a:pt x="2545" y="5519"/>
                      <a:pt x="2823" y="5558"/>
                      <a:pt x="3096" y="5558"/>
                    </a:cubicBezTo>
                    <a:cubicBezTo>
                      <a:pt x="4277" y="5558"/>
                      <a:pt x="5365" y="4828"/>
                      <a:pt x="5771" y="3636"/>
                    </a:cubicBezTo>
                    <a:cubicBezTo>
                      <a:pt x="6205" y="2169"/>
                      <a:pt x="5438" y="567"/>
                      <a:pt x="3970" y="134"/>
                    </a:cubicBezTo>
                    <a:cubicBezTo>
                      <a:pt x="3687" y="44"/>
                      <a:pt x="3400" y="1"/>
                      <a:pt x="3117" y="1"/>
                    </a:cubicBezTo>
                    <a:close/>
                  </a:path>
                </a:pathLst>
              </a:custGeom>
              <a:solidFill>
                <a:srgbClr val="F7D4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7" name="Google Shape;897;p41"/>
              <p:cNvSpPr/>
              <p:nvPr/>
            </p:nvSpPr>
            <p:spPr>
              <a:xfrm>
                <a:off x="3782050" y="2664200"/>
                <a:ext cx="135950" cy="56975"/>
              </a:xfrm>
              <a:custGeom>
                <a:rect b="b" l="l" r="r" t="t"/>
                <a:pathLst>
                  <a:path extrusionOk="0" h="2279" w="5438">
                    <a:moveTo>
                      <a:pt x="5065" y="1"/>
                    </a:moveTo>
                    <a:cubicBezTo>
                      <a:pt x="5023" y="1"/>
                      <a:pt x="4980" y="9"/>
                      <a:pt x="4937" y="26"/>
                    </a:cubicBezTo>
                    <a:lnTo>
                      <a:pt x="1268" y="1528"/>
                    </a:lnTo>
                    <a:lnTo>
                      <a:pt x="600" y="193"/>
                    </a:lnTo>
                    <a:cubicBezTo>
                      <a:pt x="552" y="96"/>
                      <a:pt x="449" y="34"/>
                      <a:pt x="332" y="34"/>
                    </a:cubicBezTo>
                    <a:cubicBezTo>
                      <a:pt x="290" y="34"/>
                      <a:pt x="245" y="42"/>
                      <a:pt x="200" y="60"/>
                    </a:cubicBezTo>
                    <a:cubicBezTo>
                      <a:pt x="67" y="160"/>
                      <a:pt x="0" y="327"/>
                      <a:pt x="67" y="493"/>
                    </a:cubicBezTo>
                    <a:lnTo>
                      <a:pt x="867" y="2061"/>
                    </a:lnTo>
                    <a:cubicBezTo>
                      <a:pt x="901" y="2161"/>
                      <a:pt x="1001" y="2195"/>
                      <a:pt x="1067" y="2228"/>
                    </a:cubicBezTo>
                    <a:cubicBezTo>
                      <a:pt x="1118" y="2261"/>
                      <a:pt x="1151" y="2278"/>
                      <a:pt x="1180" y="2278"/>
                    </a:cubicBezTo>
                    <a:cubicBezTo>
                      <a:pt x="1209" y="2278"/>
                      <a:pt x="1234" y="2261"/>
                      <a:pt x="1268" y="2228"/>
                    </a:cubicBezTo>
                    <a:lnTo>
                      <a:pt x="5204" y="627"/>
                    </a:lnTo>
                    <a:cubicBezTo>
                      <a:pt x="5371" y="527"/>
                      <a:pt x="5437" y="360"/>
                      <a:pt x="5371" y="193"/>
                    </a:cubicBezTo>
                    <a:cubicBezTo>
                      <a:pt x="5296" y="70"/>
                      <a:pt x="5185" y="1"/>
                      <a:pt x="5065" y="1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8" name="Google Shape;898;p41"/>
              <p:cNvSpPr/>
              <p:nvPr/>
            </p:nvSpPr>
            <p:spPr>
              <a:xfrm>
                <a:off x="3972175" y="2693200"/>
                <a:ext cx="962375" cy="329425"/>
              </a:xfrm>
              <a:custGeom>
                <a:rect b="b" l="l" r="r" t="t"/>
                <a:pathLst>
                  <a:path extrusionOk="0" h="13177" w="38495">
                    <a:moveTo>
                      <a:pt x="267" y="1"/>
                    </a:moveTo>
                    <a:lnTo>
                      <a:pt x="0" y="801"/>
                    </a:lnTo>
                    <a:lnTo>
                      <a:pt x="38228" y="13177"/>
                    </a:lnTo>
                    <a:lnTo>
                      <a:pt x="38495" y="12376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899" name="Google Shape;899;p41"/>
              <p:cNvSpPr/>
              <p:nvPr/>
            </p:nvSpPr>
            <p:spPr>
              <a:xfrm>
                <a:off x="4264875" y="2832475"/>
                <a:ext cx="656325" cy="230175"/>
              </a:xfrm>
              <a:custGeom>
                <a:rect b="b" l="l" r="r" t="t"/>
                <a:pathLst>
                  <a:path extrusionOk="0" h="9207" w="26253">
                    <a:moveTo>
                      <a:pt x="268" y="0"/>
                    </a:moveTo>
                    <a:lnTo>
                      <a:pt x="1" y="801"/>
                    </a:lnTo>
                    <a:lnTo>
                      <a:pt x="25986" y="9207"/>
                    </a:lnTo>
                    <a:lnTo>
                      <a:pt x="26253" y="8406"/>
                    </a:lnTo>
                    <a:lnTo>
                      <a:pt x="268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0" name="Google Shape;900;p41"/>
              <p:cNvSpPr/>
              <p:nvPr/>
            </p:nvSpPr>
            <p:spPr>
              <a:xfrm>
                <a:off x="3944650" y="2774925"/>
                <a:ext cx="597125" cy="211025"/>
              </a:xfrm>
              <a:custGeom>
                <a:rect b="b" l="l" r="r" t="t"/>
                <a:pathLst>
                  <a:path extrusionOk="0" h="8441" w="23885">
                    <a:moveTo>
                      <a:pt x="268" y="1"/>
                    </a:moveTo>
                    <a:lnTo>
                      <a:pt x="1" y="801"/>
                    </a:lnTo>
                    <a:lnTo>
                      <a:pt x="23618" y="8440"/>
                    </a:lnTo>
                    <a:lnTo>
                      <a:pt x="23884" y="7639"/>
                    </a:lnTo>
                    <a:lnTo>
                      <a:pt x="268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1" name="Google Shape;901;p41"/>
              <p:cNvSpPr/>
              <p:nvPr/>
            </p:nvSpPr>
            <p:spPr>
              <a:xfrm>
                <a:off x="3958000" y="2734075"/>
                <a:ext cx="277725" cy="107600"/>
              </a:xfrm>
              <a:custGeom>
                <a:rect b="b" l="l" r="r" t="t"/>
                <a:pathLst>
                  <a:path extrusionOk="0" h="4304" w="11109">
                    <a:moveTo>
                      <a:pt x="267" y="0"/>
                    </a:moveTo>
                    <a:lnTo>
                      <a:pt x="0" y="801"/>
                    </a:lnTo>
                    <a:lnTo>
                      <a:pt x="10841" y="4303"/>
                    </a:lnTo>
                    <a:lnTo>
                      <a:pt x="11108" y="3503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2" name="Google Shape;902;p41"/>
              <p:cNvSpPr/>
              <p:nvPr/>
            </p:nvSpPr>
            <p:spPr>
              <a:xfrm>
                <a:off x="4564275" y="2975900"/>
                <a:ext cx="343600" cy="128450"/>
              </a:xfrm>
              <a:custGeom>
                <a:rect b="b" l="l" r="r" t="t"/>
                <a:pathLst>
                  <a:path extrusionOk="0" h="5138" w="13744">
                    <a:moveTo>
                      <a:pt x="267" y="1"/>
                    </a:moveTo>
                    <a:lnTo>
                      <a:pt x="0" y="801"/>
                    </a:lnTo>
                    <a:lnTo>
                      <a:pt x="13476" y="5138"/>
                    </a:lnTo>
                    <a:lnTo>
                      <a:pt x="13743" y="4371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3" name="Google Shape;903;p41"/>
              <p:cNvSpPr/>
              <p:nvPr/>
            </p:nvSpPr>
            <p:spPr>
              <a:xfrm>
                <a:off x="3985525" y="2944225"/>
                <a:ext cx="877300" cy="306075"/>
              </a:xfrm>
              <a:custGeom>
                <a:rect b="b" l="l" r="r" t="t"/>
                <a:pathLst>
                  <a:path extrusionOk="0" h="12243" w="35092">
                    <a:moveTo>
                      <a:pt x="300" y="0"/>
                    </a:moveTo>
                    <a:lnTo>
                      <a:pt x="0" y="968"/>
                    </a:lnTo>
                    <a:lnTo>
                      <a:pt x="34792" y="12242"/>
                    </a:lnTo>
                    <a:lnTo>
                      <a:pt x="35092" y="11242"/>
                    </a:lnTo>
                    <a:lnTo>
                      <a:pt x="300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4" name="Google Shape;904;p41"/>
              <p:cNvSpPr/>
              <p:nvPr/>
            </p:nvSpPr>
            <p:spPr>
              <a:xfrm>
                <a:off x="3666950" y="2906700"/>
                <a:ext cx="1175875" cy="402800"/>
              </a:xfrm>
              <a:custGeom>
                <a:rect b="b" l="l" r="r" t="t"/>
                <a:pathLst>
                  <a:path extrusionOk="0" h="16112" w="47035">
                    <a:moveTo>
                      <a:pt x="301" y="0"/>
                    </a:moveTo>
                    <a:lnTo>
                      <a:pt x="1" y="1001"/>
                    </a:lnTo>
                    <a:lnTo>
                      <a:pt x="46734" y="16112"/>
                    </a:lnTo>
                    <a:lnTo>
                      <a:pt x="47034" y="15144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5" name="Google Shape;905;p41"/>
              <p:cNvSpPr/>
              <p:nvPr/>
            </p:nvSpPr>
            <p:spPr>
              <a:xfrm>
                <a:off x="3646950" y="2967575"/>
                <a:ext cx="698025" cy="248525"/>
              </a:xfrm>
              <a:custGeom>
                <a:rect b="b" l="l" r="r" t="t"/>
                <a:pathLst>
                  <a:path extrusionOk="0" h="9941" w="27921">
                    <a:moveTo>
                      <a:pt x="334" y="0"/>
                    </a:moveTo>
                    <a:lnTo>
                      <a:pt x="0" y="1001"/>
                    </a:lnTo>
                    <a:lnTo>
                      <a:pt x="27620" y="9941"/>
                    </a:lnTo>
                    <a:lnTo>
                      <a:pt x="27920" y="8940"/>
                    </a:ln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6" name="Google Shape;906;p41"/>
              <p:cNvSpPr/>
              <p:nvPr/>
            </p:nvSpPr>
            <p:spPr>
              <a:xfrm>
                <a:off x="3627750" y="3027600"/>
                <a:ext cx="1176700" cy="402825"/>
              </a:xfrm>
              <a:custGeom>
                <a:rect b="b" l="l" r="r" t="t"/>
                <a:pathLst>
                  <a:path extrusionOk="0" h="16113" w="47068">
                    <a:moveTo>
                      <a:pt x="335" y="1"/>
                    </a:moveTo>
                    <a:lnTo>
                      <a:pt x="1" y="1002"/>
                    </a:lnTo>
                    <a:lnTo>
                      <a:pt x="46734" y="16112"/>
                    </a:lnTo>
                    <a:lnTo>
                      <a:pt x="47068" y="15145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7" name="Google Shape;907;p41"/>
              <p:cNvSpPr/>
              <p:nvPr/>
            </p:nvSpPr>
            <p:spPr>
              <a:xfrm>
                <a:off x="4254875" y="3296975"/>
                <a:ext cx="529575" cy="193500"/>
              </a:xfrm>
              <a:custGeom>
                <a:rect b="b" l="l" r="r" t="t"/>
                <a:pathLst>
                  <a:path extrusionOk="0" h="7740" w="21183">
                    <a:moveTo>
                      <a:pt x="301" y="0"/>
                    </a:moveTo>
                    <a:lnTo>
                      <a:pt x="1" y="1001"/>
                    </a:lnTo>
                    <a:lnTo>
                      <a:pt x="20849" y="7739"/>
                    </a:lnTo>
                    <a:lnTo>
                      <a:pt x="21182" y="6772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8" name="Google Shape;908;p41"/>
              <p:cNvSpPr/>
              <p:nvPr/>
            </p:nvSpPr>
            <p:spPr>
              <a:xfrm>
                <a:off x="3589400" y="3147700"/>
                <a:ext cx="1175875" cy="402800"/>
              </a:xfrm>
              <a:custGeom>
                <a:rect b="b" l="l" r="r" t="t"/>
                <a:pathLst>
                  <a:path extrusionOk="0" h="16112" w="47035">
                    <a:moveTo>
                      <a:pt x="334" y="0"/>
                    </a:moveTo>
                    <a:lnTo>
                      <a:pt x="1" y="1001"/>
                    </a:lnTo>
                    <a:lnTo>
                      <a:pt x="46734" y="16112"/>
                    </a:lnTo>
                    <a:lnTo>
                      <a:pt x="47034" y="15144"/>
                    </a:lnTo>
                    <a:lnTo>
                      <a:pt x="334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09" name="Google Shape;909;p41"/>
              <p:cNvSpPr/>
              <p:nvPr/>
            </p:nvSpPr>
            <p:spPr>
              <a:xfrm>
                <a:off x="3569375" y="3207750"/>
                <a:ext cx="857325" cy="299400"/>
              </a:xfrm>
              <a:custGeom>
                <a:rect b="b" l="l" r="r" t="t"/>
                <a:pathLst>
                  <a:path extrusionOk="0" h="11976" w="34293">
                    <a:moveTo>
                      <a:pt x="335" y="0"/>
                    </a:moveTo>
                    <a:lnTo>
                      <a:pt x="1" y="1001"/>
                    </a:lnTo>
                    <a:lnTo>
                      <a:pt x="33959" y="11975"/>
                    </a:lnTo>
                    <a:lnTo>
                      <a:pt x="34292" y="10975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0" name="Google Shape;910;p41"/>
              <p:cNvSpPr/>
              <p:nvPr/>
            </p:nvSpPr>
            <p:spPr>
              <a:xfrm>
                <a:off x="4471700" y="3498775"/>
                <a:ext cx="274375" cy="111775"/>
              </a:xfrm>
              <a:custGeom>
                <a:rect b="b" l="l" r="r" t="t"/>
                <a:pathLst>
                  <a:path extrusionOk="0" h="4471" w="10975">
                    <a:moveTo>
                      <a:pt x="301" y="1"/>
                    </a:moveTo>
                    <a:lnTo>
                      <a:pt x="0" y="1001"/>
                    </a:lnTo>
                    <a:lnTo>
                      <a:pt x="10641" y="4471"/>
                    </a:lnTo>
                    <a:lnTo>
                      <a:pt x="10975" y="3470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1" name="Google Shape;911;p41"/>
              <p:cNvSpPr/>
              <p:nvPr/>
            </p:nvSpPr>
            <p:spPr>
              <a:xfrm>
                <a:off x="3607750" y="3087650"/>
                <a:ext cx="567925" cy="206000"/>
              </a:xfrm>
              <a:custGeom>
                <a:rect b="b" l="l" r="r" t="t"/>
                <a:pathLst>
                  <a:path extrusionOk="0" h="8240" w="22717">
                    <a:moveTo>
                      <a:pt x="334" y="1"/>
                    </a:moveTo>
                    <a:lnTo>
                      <a:pt x="0" y="1001"/>
                    </a:lnTo>
                    <a:lnTo>
                      <a:pt x="22383" y="8240"/>
                    </a:lnTo>
                    <a:lnTo>
                      <a:pt x="22717" y="7239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2" name="Google Shape;912;p41"/>
              <p:cNvSpPr/>
              <p:nvPr/>
            </p:nvSpPr>
            <p:spPr>
              <a:xfrm>
                <a:off x="4389150" y="3206900"/>
                <a:ext cx="434500" cy="163475"/>
              </a:xfrm>
              <a:custGeom>
                <a:rect b="b" l="l" r="r" t="t"/>
                <a:pathLst>
                  <a:path extrusionOk="0" h="6539" w="17380">
                    <a:moveTo>
                      <a:pt x="300" y="1"/>
                    </a:moveTo>
                    <a:lnTo>
                      <a:pt x="0" y="1001"/>
                    </a:lnTo>
                    <a:lnTo>
                      <a:pt x="17046" y="6539"/>
                    </a:lnTo>
                    <a:lnTo>
                      <a:pt x="17379" y="5538"/>
                    </a:lnTo>
                    <a:lnTo>
                      <a:pt x="300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3" name="Google Shape;913;p41"/>
              <p:cNvSpPr/>
              <p:nvPr/>
            </p:nvSpPr>
            <p:spPr>
              <a:xfrm>
                <a:off x="1587150" y="3638875"/>
                <a:ext cx="1480225" cy="1065800"/>
              </a:xfrm>
              <a:custGeom>
                <a:rect b="b" l="l" r="r" t="t"/>
                <a:pathLst>
                  <a:path extrusionOk="0" h="42632" w="59209">
                    <a:moveTo>
                      <a:pt x="7472" y="1"/>
                    </a:moveTo>
                    <a:lnTo>
                      <a:pt x="0" y="29455"/>
                    </a:lnTo>
                    <a:lnTo>
                      <a:pt x="51704" y="42631"/>
                    </a:lnTo>
                    <a:lnTo>
                      <a:pt x="57508" y="19748"/>
                    </a:lnTo>
                    <a:lnTo>
                      <a:pt x="59209" y="13177"/>
                    </a:lnTo>
                    <a:lnTo>
                      <a:pt x="7472" y="1"/>
                    </a:lnTo>
                    <a:close/>
                  </a:path>
                </a:pathLst>
              </a:custGeom>
              <a:solidFill>
                <a:srgbClr val="58CABD">
                  <a:alpha val="415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4" name="Google Shape;914;p41"/>
              <p:cNvSpPr/>
              <p:nvPr/>
            </p:nvSpPr>
            <p:spPr>
              <a:xfrm>
                <a:off x="1673025" y="3587175"/>
                <a:ext cx="1480250" cy="1065800"/>
              </a:xfrm>
              <a:custGeom>
                <a:rect b="b" l="l" r="r" t="t"/>
                <a:pathLst>
                  <a:path extrusionOk="0" h="42632" w="59210">
                    <a:moveTo>
                      <a:pt x="7506" y="1"/>
                    </a:moveTo>
                    <a:lnTo>
                      <a:pt x="1" y="29455"/>
                    </a:lnTo>
                    <a:lnTo>
                      <a:pt x="51704" y="42631"/>
                    </a:lnTo>
                    <a:lnTo>
                      <a:pt x="59210" y="13177"/>
                    </a:lnTo>
                    <a:lnTo>
                      <a:pt x="7506" y="1"/>
                    </a:lnTo>
                    <a:close/>
                  </a:path>
                </a:pathLst>
              </a:custGeom>
              <a:solidFill>
                <a:srgbClr val="8F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5" name="Google Shape;915;p41"/>
              <p:cNvSpPr/>
              <p:nvPr/>
            </p:nvSpPr>
            <p:spPr>
              <a:xfrm>
                <a:off x="1673025" y="4066675"/>
                <a:ext cx="1292625" cy="586300"/>
              </a:xfrm>
              <a:custGeom>
                <a:rect b="b" l="l" r="r" t="t"/>
                <a:pathLst>
                  <a:path extrusionOk="0" h="23452" w="51705">
                    <a:moveTo>
                      <a:pt x="30156" y="1"/>
                    </a:moveTo>
                    <a:lnTo>
                      <a:pt x="1" y="10308"/>
                    </a:lnTo>
                    <a:lnTo>
                      <a:pt x="51704" y="23451"/>
                    </a:lnTo>
                    <a:lnTo>
                      <a:pt x="30156" y="1"/>
                    </a:lnTo>
                    <a:close/>
                  </a:path>
                </a:pathLst>
              </a:custGeom>
              <a:solidFill>
                <a:srgbClr val="E46E6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6" name="Google Shape;916;p41"/>
              <p:cNvSpPr/>
              <p:nvPr/>
            </p:nvSpPr>
            <p:spPr>
              <a:xfrm>
                <a:off x="1818975" y="3752300"/>
                <a:ext cx="1292600" cy="485375"/>
              </a:xfrm>
              <a:custGeom>
                <a:rect b="b" l="l" r="r" t="t"/>
                <a:pathLst>
                  <a:path extrusionOk="0" h="19415" w="51704">
                    <a:moveTo>
                      <a:pt x="0" y="0"/>
                    </a:moveTo>
                    <a:lnTo>
                      <a:pt x="22583" y="19414"/>
                    </a:lnTo>
                    <a:lnTo>
                      <a:pt x="51704" y="1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A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7" name="Google Shape;917;p41"/>
              <p:cNvSpPr/>
              <p:nvPr/>
            </p:nvSpPr>
            <p:spPr>
              <a:xfrm>
                <a:off x="1818975" y="3587175"/>
                <a:ext cx="1334300" cy="612125"/>
              </a:xfrm>
              <a:custGeom>
                <a:rect b="b" l="l" r="r" t="t"/>
                <a:pathLst>
                  <a:path extrusionOk="0" h="24485" w="53372">
                    <a:moveTo>
                      <a:pt x="1668" y="1"/>
                    </a:moveTo>
                    <a:lnTo>
                      <a:pt x="0" y="6605"/>
                    </a:lnTo>
                    <a:lnTo>
                      <a:pt x="22983" y="24485"/>
                    </a:lnTo>
                    <a:lnTo>
                      <a:pt x="51704" y="19781"/>
                    </a:lnTo>
                    <a:lnTo>
                      <a:pt x="53372" y="13143"/>
                    </a:lnTo>
                    <a:lnTo>
                      <a:pt x="1668" y="1"/>
                    </a:lnTo>
                    <a:close/>
                  </a:path>
                </a:pathLst>
              </a:custGeom>
              <a:solidFill>
                <a:srgbClr val="8F1A1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8" name="Google Shape;918;p41"/>
              <p:cNvSpPr/>
              <p:nvPr/>
            </p:nvSpPr>
            <p:spPr>
              <a:xfrm>
                <a:off x="2089175" y="2453025"/>
                <a:ext cx="2235775" cy="2490150"/>
              </a:xfrm>
              <a:custGeom>
                <a:rect b="b" l="l" r="r" t="t"/>
                <a:pathLst>
                  <a:path extrusionOk="0" h="99606" w="89431">
                    <a:moveTo>
                      <a:pt x="55206" y="1"/>
                    </a:moveTo>
                    <a:lnTo>
                      <a:pt x="0" y="25486"/>
                    </a:lnTo>
                    <a:lnTo>
                      <a:pt x="34258" y="99605"/>
                    </a:lnTo>
                    <a:lnTo>
                      <a:pt x="89431" y="74087"/>
                    </a:lnTo>
                    <a:lnTo>
                      <a:pt x="55206" y="1"/>
                    </a:lnTo>
                    <a:close/>
                  </a:path>
                </a:pathLst>
              </a:custGeom>
              <a:solidFill>
                <a:srgbClr val="FFF4E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19" name="Google Shape;919;p41"/>
              <p:cNvSpPr/>
              <p:nvPr/>
            </p:nvSpPr>
            <p:spPr>
              <a:xfrm>
                <a:off x="2047475" y="2527250"/>
                <a:ext cx="2235775" cy="2490150"/>
              </a:xfrm>
              <a:custGeom>
                <a:rect b="b" l="l" r="r" t="t"/>
                <a:pathLst>
                  <a:path extrusionOk="0" h="99606" w="89431">
                    <a:moveTo>
                      <a:pt x="55173" y="1"/>
                    </a:moveTo>
                    <a:lnTo>
                      <a:pt x="0" y="25485"/>
                    </a:lnTo>
                    <a:lnTo>
                      <a:pt x="34225" y="99605"/>
                    </a:lnTo>
                    <a:lnTo>
                      <a:pt x="89431" y="74087"/>
                    </a:lnTo>
                    <a:lnTo>
                      <a:pt x="5517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0" name="Google Shape;920;p41"/>
              <p:cNvSpPr/>
              <p:nvPr/>
            </p:nvSpPr>
            <p:spPr>
              <a:xfrm>
                <a:off x="2486950" y="3719275"/>
                <a:ext cx="161800" cy="141575"/>
              </a:xfrm>
              <a:custGeom>
                <a:rect b="b" l="l" r="r" t="t"/>
                <a:pathLst>
                  <a:path extrusionOk="0" h="5663" w="6472">
                    <a:moveTo>
                      <a:pt x="3234" y="659"/>
                    </a:moveTo>
                    <a:cubicBezTo>
                      <a:pt x="4057" y="659"/>
                      <a:pt x="4837" y="1130"/>
                      <a:pt x="5204" y="1888"/>
                    </a:cubicBezTo>
                    <a:cubicBezTo>
                      <a:pt x="5704" y="2989"/>
                      <a:pt x="5271" y="4290"/>
                      <a:pt x="4170" y="4790"/>
                    </a:cubicBezTo>
                    <a:cubicBezTo>
                      <a:pt x="3880" y="4926"/>
                      <a:pt x="3574" y="4991"/>
                      <a:pt x="3270" y="4991"/>
                    </a:cubicBezTo>
                    <a:cubicBezTo>
                      <a:pt x="2456" y="4991"/>
                      <a:pt x="1666" y="4525"/>
                      <a:pt x="1301" y="3723"/>
                    </a:cubicBezTo>
                    <a:cubicBezTo>
                      <a:pt x="801" y="2656"/>
                      <a:pt x="1268" y="1355"/>
                      <a:pt x="2335" y="854"/>
                    </a:cubicBezTo>
                    <a:cubicBezTo>
                      <a:pt x="2629" y="721"/>
                      <a:pt x="2934" y="659"/>
                      <a:pt x="3234" y="659"/>
                    </a:cubicBezTo>
                    <a:close/>
                    <a:moveTo>
                      <a:pt x="3259" y="1"/>
                    </a:moveTo>
                    <a:cubicBezTo>
                      <a:pt x="2851" y="1"/>
                      <a:pt x="2434" y="93"/>
                      <a:pt x="2035" y="287"/>
                    </a:cubicBezTo>
                    <a:cubicBezTo>
                      <a:pt x="634" y="954"/>
                      <a:pt x="0" y="2622"/>
                      <a:pt x="668" y="4023"/>
                    </a:cubicBezTo>
                    <a:cubicBezTo>
                      <a:pt x="1150" y="5061"/>
                      <a:pt x="2158" y="5663"/>
                      <a:pt x="3221" y="5663"/>
                    </a:cubicBezTo>
                    <a:cubicBezTo>
                      <a:pt x="3627" y="5663"/>
                      <a:pt x="4041" y="5575"/>
                      <a:pt x="4437" y="5391"/>
                    </a:cubicBezTo>
                    <a:cubicBezTo>
                      <a:pt x="5838" y="4724"/>
                      <a:pt x="6472" y="3056"/>
                      <a:pt x="5805" y="1655"/>
                    </a:cubicBezTo>
                    <a:cubicBezTo>
                      <a:pt x="5323" y="619"/>
                      <a:pt x="4319" y="1"/>
                      <a:pt x="3259" y="1"/>
                    </a:cubicBezTo>
                    <a:close/>
                  </a:path>
                </a:pathLst>
              </a:custGeom>
              <a:solidFill>
                <a:srgbClr val="F7D4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1" name="Google Shape;921;p41"/>
              <p:cNvSpPr/>
              <p:nvPr/>
            </p:nvSpPr>
            <p:spPr>
              <a:xfrm>
                <a:off x="2524475" y="3699125"/>
                <a:ext cx="104275" cy="114500"/>
              </a:xfrm>
              <a:custGeom>
                <a:rect b="b" l="l" r="r" t="t"/>
                <a:pathLst>
                  <a:path extrusionOk="0" h="4580" w="4171">
                    <a:moveTo>
                      <a:pt x="3808" y="0"/>
                    </a:moveTo>
                    <a:cubicBezTo>
                      <a:pt x="3688" y="0"/>
                      <a:pt x="3577" y="69"/>
                      <a:pt x="3503" y="193"/>
                    </a:cubicBezTo>
                    <a:lnTo>
                      <a:pt x="1835" y="3829"/>
                    </a:lnTo>
                    <a:lnTo>
                      <a:pt x="467" y="3295"/>
                    </a:lnTo>
                    <a:cubicBezTo>
                      <a:pt x="432" y="3281"/>
                      <a:pt x="396" y="3274"/>
                      <a:pt x="361" y="3274"/>
                    </a:cubicBezTo>
                    <a:cubicBezTo>
                      <a:pt x="232" y="3274"/>
                      <a:pt x="112" y="3364"/>
                      <a:pt x="34" y="3495"/>
                    </a:cubicBezTo>
                    <a:cubicBezTo>
                      <a:pt x="0" y="3662"/>
                      <a:pt x="67" y="3829"/>
                      <a:pt x="267" y="3929"/>
                    </a:cubicBezTo>
                    <a:lnTo>
                      <a:pt x="1935" y="4529"/>
                    </a:lnTo>
                    <a:cubicBezTo>
                      <a:pt x="1969" y="4562"/>
                      <a:pt x="2010" y="4579"/>
                      <a:pt x="2052" y="4579"/>
                    </a:cubicBezTo>
                    <a:cubicBezTo>
                      <a:pt x="2094" y="4579"/>
                      <a:pt x="2135" y="4562"/>
                      <a:pt x="2169" y="4529"/>
                    </a:cubicBezTo>
                    <a:cubicBezTo>
                      <a:pt x="2269" y="4496"/>
                      <a:pt x="2302" y="4462"/>
                      <a:pt x="2302" y="4362"/>
                    </a:cubicBezTo>
                    <a:lnTo>
                      <a:pt x="4103" y="459"/>
                    </a:lnTo>
                    <a:cubicBezTo>
                      <a:pt x="4170" y="293"/>
                      <a:pt x="4103" y="126"/>
                      <a:pt x="3937" y="26"/>
                    </a:cubicBezTo>
                    <a:cubicBezTo>
                      <a:pt x="3894" y="9"/>
                      <a:pt x="3850" y="0"/>
                      <a:pt x="3808" y="0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2" name="Google Shape;922;p41"/>
              <p:cNvSpPr/>
              <p:nvPr/>
            </p:nvSpPr>
            <p:spPr>
              <a:xfrm>
                <a:off x="2685425" y="3250275"/>
                <a:ext cx="930675" cy="444500"/>
              </a:xfrm>
              <a:custGeom>
                <a:rect b="b" l="l" r="r" t="t"/>
                <a:pathLst>
                  <a:path extrusionOk="0" h="17780" w="37227">
                    <a:moveTo>
                      <a:pt x="36893" y="0"/>
                    </a:moveTo>
                    <a:lnTo>
                      <a:pt x="0" y="17046"/>
                    </a:lnTo>
                    <a:lnTo>
                      <a:pt x="367" y="17780"/>
                    </a:lnTo>
                    <a:lnTo>
                      <a:pt x="37227" y="767"/>
                    </a:lnTo>
                    <a:lnTo>
                      <a:pt x="36893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3" name="Google Shape;923;p41"/>
              <p:cNvSpPr/>
              <p:nvPr/>
            </p:nvSpPr>
            <p:spPr>
              <a:xfrm>
                <a:off x="2998975" y="3289475"/>
                <a:ext cx="635475" cy="308575"/>
              </a:xfrm>
              <a:custGeom>
                <a:rect b="b" l="l" r="r" t="t"/>
                <a:pathLst>
                  <a:path extrusionOk="0" h="12343" w="25419">
                    <a:moveTo>
                      <a:pt x="25052" y="0"/>
                    </a:moveTo>
                    <a:lnTo>
                      <a:pt x="1" y="11575"/>
                    </a:lnTo>
                    <a:lnTo>
                      <a:pt x="334" y="12342"/>
                    </a:lnTo>
                    <a:lnTo>
                      <a:pt x="25419" y="767"/>
                    </a:lnTo>
                    <a:lnTo>
                      <a:pt x="25052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4" name="Google Shape;924;p41"/>
              <p:cNvSpPr/>
              <p:nvPr/>
            </p:nvSpPr>
            <p:spPr>
              <a:xfrm>
                <a:off x="2722125" y="3492950"/>
                <a:ext cx="577100" cy="281050"/>
              </a:xfrm>
              <a:custGeom>
                <a:rect b="b" l="l" r="r" t="t"/>
                <a:pathLst>
                  <a:path extrusionOk="0" h="11242" w="23084">
                    <a:moveTo>
                      <a:pt x="22750" y="0"/>
                    </a:moveTo>
                    <a:lnTo>
                      <a:pt x="0" y="10508"/>
                    </a:lnTo>
                    <a:lnTo>
                      <a:pt x="334" y="11242"/>
                    </a:lnTo>
                    <a:lnTo>
                      <a:pt x="23083" y="734"/>
                    </a:lnTo>
                    <a:lnTo>
                      <a:pt x="22750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5" name="Google Shape;925;p41"/>
              <p:cNvSpPr/>
              <p:nvPr/>
            </p:nvSpPr>
            <p:spPr>
              <a:xfrm>
                <a:off x="2703775" y="3594675"/>
                <a:ext cx="270200" cy="139300"/>
              </a:xfrm>
              <a:custGeom>
                <a:rect b="b" l="l" r="r" t="t"/>
                <a:pathLst>
                  <a:path extrusionOk="0" h="5572" w="10808">
                    <a:moveTo>
                      <a:pt x="10474" y="1"/>
                    </a:moveTo>
                    <a:lnTo>
                      <a:pt x="0" y="4838"/>
                    </a:lnTo>
                    <a:lnTo>
                      <a:pt x="367" y="5571"/>
                    </a:lnTo>
                    <a:lnTo>
                      <a:pt x="10808" y="768"/>
                    </a:lnTo>
                    <a:lnTo>
                      <a:pt x="10474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6" name="Google Shape;926;p41"/>
              <p:cNvSpPr/>
              <p:nvPr/>
            </p:nvSpPr>
            <p:spPr>
              <a:xfrm>
                <a:off x="3319200" y="3328650"/>
                <a:ext cx="334450" cy="169325"/>
              </a:xfrm>
              <a:custGeom>
                <a:rect b="b" l="l" r="r" t="t"/>
                <a:pathLst>
                  <a:path extrusionOk="0" h="6773" w="13378">
                    <a:moveTo>
                      <a:pt x="13010" y="1"/>
                    </a:moveTo>
                    <a:lnTo>
                      <a:pt x="1" y="6005"/>
                    </a:lnTo>
                    <a:lnTo>
                      <a:pt x="334" y="6772"/>
                    </a:lnTo>
                    <a:lnTo>
                      <a:pt x="13377" y="735"/>
                    </a:lnTo>
                    <a:lnTo>
                      <a:pt x="13010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7" name="Google Shape;927;p41"/>
              <p:cNvSpPr/>
              <p:nvPr/>
            </p:nvSpPr>
            <p:spPr>
              <a:xfrm>
                <a:off x="2591200" y="3943300"/>
                <a:ext cx="160950" cy="141750"/>
              </a:xfrm>
              <a:custGeom>
                <a:rect b="b" l="l" r="r" t="t"/>
                <a:pathLst>
                  <a:path extrusionOk="0" h="5670" w="6438">
                    <a:moveTo>
                      <a:pt x="3254" y="699"/>
                    </a:moveTo>
                    <a:cubicBezTo>
                      <a:pt x="4070" y="699"/>
                      <a:pt x="4840" y="1158"/>
                      <a:pt x="5204" y="1934"/>
                    </a:cubicBezTo>
                    <a:cubicBezTo>
                      <a:pt x="5704" y="3035"/>
                      <a:pt x="5270" y="4336"/>
                      <a:pt x="4170" y="4836"/>
                    </a:cubicBezTo>
                    <a:cubicBezTo>
                      <a:pt x="3880" y="4972"/>
                      <a:pt x="3573" y="5036"/>
                      <a:pt x="3270" y="5036"/>
                    </a:cubicBezTo>
                    <a:cubicBezTo>
                      <a:pt x="2455" y="5036"/>
                      <a:pt x="1666" y="4571"/>
                      <a:pt x="1301" y="3768"/>
                    </a:cubicBezTo>
                    <a:cubicBezTo>
                      <a:pt x="801" y="2701"/>
                      <a:pt x="1268" y="1400"/>
                      <a:pt x="2335" y="900"/>
                    </a:cubicBezTo>
                    <a:cubicBezTo>
                      <a:pt x="2635" y="763"/>
                      <a:pt x="2948" y="699"/>
                      <a:pt x="3254" y="699"/>
                    </a:cubicBezTo>
                    <a:close/>
                    <a:moveTo>
                      <a:pt x="3226" y="0"/>
                    </a:moveTo>
                    <a:cubicBezTo>
                      <a:pt x="2828" y="0"/>
                      <a:pt x="2423" y="86"/>
                      <a:pt x="2035" y="266"/>
                    </a:cubicBezTo>
                    <a:cubicBezTo>
                      <a:pt x="634" y="933"/>
                      <a:pt x="0" y="2601"/>
                      <a:pt x="667" y="4035"/>
                    </a:cubicBezTo>
                    <a:cubicBezTo>
                      <a:pt x="1153" y="5056"/>
                      <a:pt x="2170" y="5669"/>
                      <a:pt x="3241" y="5669"/>
                    </a:cubicBezTo>
                    <a:cubicBezTo>
                      <a:pt x="3640" y="5669"/>
                      <a:pt x="4047" y="5584"/>
                      <a:pt x="4437" y="5403"/>
                    </a:cubicBezTo>
                    <a:cubicBezTo>
                      <a:pt x="5838" y="4769"/>
                      <a:pt x="6438" y="3068"/>
                      <a:pt x="5804" y="1667"/>
                    </a:cubicBezTo>
                    <a:cubicBezTo>
                      <a:pt x="5317" y="621"/>
                      <a:pt x="4298" y="0"/>
                      <a:pt x="3226" y="0"/>
                    </a:cubicBezTo>
                    <a:close/>
                  </a:path>
                </a:pathLst>
              </a:custGeom>
              <a:solidFill>
                <a:srgbClr val="F7D4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8" name="Google Shape;928;p41"/>
              <p:cNvSpPr/>
              <p:nvPr/>
            </p:nvSpPr>
            <p:spPr>
              <a:xfrm>
                <a:off x="2628725" y="3924275"/>
                <a:ext cx="104250" cy="114500"/>
              </a:xfrm>
              <a:custGeom>
                <a:rect b="b" l="l" r="r" t="t"/>
                <a:pathLst>
                  <a:path extrusionOk="0" h="4580" w="4170">
                    <a:moveTo>
                      <a:pt x="3808" y="1"/>
                    </a:moveTo>
                    <a:cubicBezTo>
                      <a:pt x="3688" y="1"/>
                      <a:pt x="3577" y="69"/>
                      <a:pt x="3503" y="193"/>
                    </a:cubicBezTo>
                    <a:lnTo>
                      <a:pt x="1835" y="3829"/>
                    </a:lnTo>
                    <a:lnTo>
                      <a:pt x="467" y="3295"/>
                    </a:lnTo>
                    <a:cubicBezTo>
                      <a:pt x="439" y="3290"/>
                      <a:pt x="411" y="3287"/>
                      <a:pt x="384" y="3287"/>
                    </a:cubicBezTo>
                    <a:cubicBezTo>
                      <a:pt x="247" y="3287"/>
                      <a:pt x="117" y="3356"/>
                      <a:pt x="33" y="3495"/>
                    </a:cubicBezTo>
                    <a:cubicBezTo>
                      <a:pt x="0" y="3662"/>
                      <a:pt x="67" y="3829"/>
                      <a:pt x="267" y="3929"/>
                    </a:cubicBezTo>
                    <a:lnTo>
                      <a:pt x="1935" y="4529"/>
                    </a:lnTo>
                    <a:cubicBezTo>
                      <a:pt x="1968" y="4563"/>
                      <a:pt x="2010" y="4579"/>
                      <a:pt x="2052" y="4579"/>
                    </a:cubicBezTo>
                    <a:cubicBezTo>
                      <a:pt x="2093" y="4579"/>
                      <a:pt x="2135" y="4563"/>
                      <a:pt x="2168" y="4529"/>
                    </a:cubicBezTo>
                    <a:cubicBezTo>
                      <a:pt x="2202" y="4496"/>
                      <a:pt x="2302" y="4463"/>
                      <a:pt x="2302" y="4363"/>
                    </a:cubicBezTo>
                    <a:lnTo>
                      <a:pt x="4103" y="460"/>
                    </a:lnTo>
                    <a:cubicBezTo>
                      <a:pt x="4170" y="293"/>
                      <a:pt x="4103" y="126"/>
                      <a:pt x="3936" y="26"/>
                    </a:cubicBezTo>
                    <a:cubicBezTo>
                      <a:pt x="3893" y="9"/>
                      <a:pt x="3850" y="1"/>
                      <a:pt x="3808" y="1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29" name="Google Shape;929;p41"/>
              <p:cNvSpPr/>
              <p:nvPr/>
            </p:nvSpPr>
            <p:spPr>
              <a:xfrm>
                <a:off x="2789675" y="3475425"/>
                <a:ext cx="930675" cy="444525"/>
              </a:xfrm>
              <a:custGeom>
                <a:rect b="b" l="l" r="r" t="t"/>
                <a:pathLst>
                  <a:path extrusionOk="0" h="17781" w="37227">
                    <a:moveTo>
                      <a:pt x="36893" y="1"/>
                    </a:moveTo>
                    <a:lnTo>
                      <a:pt x="0" y="17046"/>
                    </a:lnTo>
                    <a:lnTo>
                      <a:pt x="367" y="17780"/>
                    </a:lnTo>
                    <a:lnTo>
                      <a:pt x="37227" y="768"/>
                    </a:lnTo>
                    <a:lnTo>
                      <a:pt x="36893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0" name="Google Shape;930;p41"/>
              <p:cNvSpPr/>
              <p:nvPr/>
            </p:nvSpPr>
            <p:spPr>
              <a:xfrm>
                <a:off x="3103225" y="3514625"/>
                <a:ext cx="635475" cy="308575"/>
              </a:xfrm>
              <a:custGeom>
                <a:rect b="b" l="l" r="r" t="t"/>
                <a:pathLst>
                  <a:path extrusionOk="0" h="12343" w="25419">
                    <a:moveTo>
                      <a:pt x="25052" y="0"/>
                    </a:moveTo>
                    <a:lnTo>
                      <a:pt x="0" y="11575"/>
                    </a:lnTo>
                    <a:lnTo>
                      <a:pt x="334" y="12343"/>
                    </a:lnTo>
                    <a:lnTo>
                      <a:pt x="25418" y="768"/>
                    </a:lnTo>
                    <a:lnTo>
                      <a:pt x="25052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1" name="Google Shape;931;p41"/>
              <p:cNvSpPr/>
              <p:nvPr/>
            </p:nvSpPr>
            <p:spPr>
              <a:xfrm>
                <a:off x="2826350" y="3717275"/>
                <a:ext cx="577100" cy="281900"/>
              </a:xfrm>
              <a:custGeom>
                <a:rect b="b" l="l" r="r" t="t"/>
                <a:pathLst>
                  <a:path extrusionOk="0" h="11276" w="23084">
                    <a:moveTo>
                      <a:pt x="22750" y="0"/>
                    </a:moveTo>
                    <a:lnTo>
                      <a:pt x="1" y="10508"/>
                    </a:lnTo>
                    <a:lnTo>
                      <a:pt x="334" y="11275"/>
                    </a:lnTo>
                    <a:lnTo>
                      <a:pt x="23084" y="768"/>
                    </a:lnTo>
                    <a:lnTo>
                      <a:pt x="22750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2" name="Google Shape;932;p41"/>
              <p:cNvSpPr/>
              <p:nvPr/>
            </p:nvSpPr>
            <p:spPr>
              <a:xfrm>
                <a:off x="2807175" y="3819850"/>
                <a:ext cx="270225" cy="140125"/>
              </a:xfrm>
              <a:custGeom>
                <a:rect b="b" l="l" r="r" t="t"/>
                <a:pathLst>
                  <a:path extrusionOk="0" h="5605" w="10809">
                    <a:moveTo>
                      <a:pt x="10475" y="0"/>
                    </a:moveTo>
                    <a:lnTo>
                      <a:pt x="1" y="4837"/>
                    </a:lnTo>
                    <a:lnTo>
                      <a:pt x="367" y="5604"/>
                    </a:lnTo>
                    <a:lnTo>
                      <a:pt x="10808" y="767"/>
                    </a:lnTo>
                    <a:lnTo>
                      <a:pt x="10475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3" name="Google Shape;933;p41"/>
              <p:cNvSpPr/>
              <p:nvPr/>
            </p:nvSpPr>
            <p:spPr>
              <a:xfrm>
                <a:off x="3422625" y="3553825"/>
                <a:ext cx="334425" cy="169300"/>
              </a:xfrm>
              <a:custGeom>
                <a:rect b="b" l="l" r="r" t="t"/>
                <a:pathLst>
                  <a:path extrusionOk="0" h="6772" w="13377">
                    <a:moveTo>
                      <a:pt x="13009" y="0"/>
                    </a:moveTo>
                    <a:lnTo>
                      <a:pt x="0" y="6005"/>
                    </a:lnTo>
                    <a:lnTo>
                      <a:pt x="334" y="6772"/>
                    </a:lnTo>
                    <a:lnTo>
                      <a:pt x="13376" y="767"/>
                    </a:lnTo>
                    <a:lnTo>
                      <a:pt x="13009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4" name="Google Shape;934;p41"/>
              <p:cNvSpPr/>
              <p:nvPr/>
            </p:nvSpPr>
            <p:spPr>
              <a:xfrm>
                <a:off x="2695425" y="4168450"/>
                <a:ext cx="160975" cy="141750"/>
              </a:xfrm>
              <a:custGeom>
                <a:rect b="b" l="l" r="r" t="t"/>
                <a:pathLst>
                  <a:path extrusionOk="0" h="5670" w="6439">
                    <a:moveTo>
                      <a:pt x="3207" y="699"/>
                    </a:moveTo>
                    <a:cubicBezTo>
                      <a:pt x="4020" y="699"/>
                      <a:pt x="4807" y="1158"/>
                      <a:pt x="5171" y="1934"/>
                    </a:cubicBezTo>
                    <a:cubicBezTo>
                      <a:pt x="5671" y="3035"/>
                      <a:pt x="5204" y="4336"/>
                      <a:pt x="4137" y="4836"/>
                    </a:cubicBezTo>
                    <a:cubicBezTo>
                      <a:pt x="3841" y="4962"/>
                      <a:pt x="3534" y="5022"/>
                      <a:pt x="3232" y="5022"/>
                    </a:cubicBezTo>
                    <a:cubicBezTo>
                      <a:pt x="2411" y="5022"/>
                      <a:pt x="1634" y="4574"/>
                      <a:pt x="1268" y="3769"/>
                    </a:cubicBezTo>
                    <a:cubicBezTo>
                      <a:pt x="768" y="2701"/>
                      <a:pt x="1202" y="1401"/>
                      <a:pt x="2302" y="900"/>
                    </a:cubicBezTo>
                    <a:cubicBezTo>
                      <a:pt x="2593" y="764"/>
                      <a:pt x="2902" y="699"/>
                      <a:pt x="3207" y="699"/>
                    </a:cubicBezTo>
                    <a:close/>
                    <a:moveTo>
                      <a:pt x="3226" y="1"/>
                    </a:moveTo>
                    <a:cubicBezTo>
                      <a:pt x="2828" y="1"/>
                      <a:pt x="2423" y="86"/>
                      <a:pt x="2035" y="266"/>
                    </a:cubicBezTo>
                    <a:cubicBezTo>
                      <a:pt x="634" y="934"/>
                      <a:pt x="1" y="2601"/>
                      <a:pt x="668" y="4036"/>
                    </a:cubicBezTo>
                    <a:cubicBezTo>
                      <a:pt x="1154" y="5056"/>
                      <a:pt x="2171" y="5670"/>
                      <a:pt x="3242" y="5670"/>
                    </a:cubicBezTo>
                    <a:cubicBezTo>
                      <a:pt x="3641" y="5670"/>
                      <a:pt x="4048" y="5585"/>
                      <a:pt x="4437" y="5403"/>
                    </a:cubicBezTo>
                    <a:cubicBezTo>
                      <a:pt x="5805" y="4736"/>
                      <a:pt x="6439" y="3068"/>
                      <a:pt x="5805" y="1667"/>
                    </a:cubicBezTo>
                    <a:cubicBezTo>
                      <a:pt x="5318" y="621"/>
                      <a:pt x="4299" y="1"/>
                      <a:pt x="3226" y="1"/>
                    </a:cubicBezTo>
                    <a:close/>
                  </a:path>
                </a:pathLst>
              </a:custGeom>
              <a:solidFill>
                <a:srgbClr val="F7D4A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5" name="Google Shape;935;p41"/>
              <p:cNvSpPr/>
              <p:nvPr/>
            </p:nvSpPr>
            <p:spPr>
              <a:xfrm>
                <a:off x="2732125" y="4149450"/>
                <a:ext cx="104275" cy="114475"/>
              </a:xfrm>
              <a:custGeom>
                <a:rect b="b" l="l" r="r" t="t"/>
                <a:pathLst>
                  <a:path extrusionOk="0" h="4579" w="4171">
                    <a:moveTo>
                      <a:pt x="3776" y="0"/>
                    </a:moveTo>
                    <a:cubicBezTo>
                      <a:pt x="3657" y="0"/>
                      <a:pt x="3552" y="69"/>
                      <a:pt x="3503" y="192"/>
                    </a:cubicBezTo>
                    <a:lnTo>
                      <a:pt x="1835" y="3828"/>
                    </a:lnTo>
                    <a:lnTo>
                      <a:pt x="467" y="3295"/>
                    </a:lnTo>
                    <a:cubicBezTo>
                      <a:pt x="440" y="3289"/>
                      <a:pt x="411" y="3286"/>
                      <a:pt x="382" y="3286"/>
                    </a:cubicBezTo>
                    <a:cubicBezTo>
                      <a:pt x="238" y="3286"/>
                      <a:pt x="89" y="3356"/>
                      <a:pt x="34" y="3495"/>
                    </a:cubicBezTo>
                    <a:cubicBezTo>
                      <a:pt x="0" y="3662"/>
                      <a:pt x="67" y="3828"/>
                      <a:pt x="234" y="3928"/>
                    </a:cubicBezTo>
                    <a:lnTo>
                      <a:pt x="1902" y="4529"/>
                    </a:lnTo>
                    <a:cubicBezTo>
                      <a:pt x="1952" y="4562"/>
                      <a:pt x="1993" y="4579"/>
                      <a:pt x="2035" y="4579"/>
                    </a:cubicBezTo>
                    <a:cubicBezTo>
                      <a:pt x="2077" y="4579"/>
                      <a:pt x="2119" y="4562"/>
                      <a:pt x="2169" y="4529"/>
                    </a:cubicBezTo>
                    <a:cubicBezTo>
                      <a:pt x="2235" y="4496"/>
                      <a:pt x="2302" y="4429"/>
                      <a:pt x="2302" y="4362"/>
                    </a:cubicBezTo>
                    <a:lnTo>
                      <a:pt x="4070" y="459"/>
                    </a:lnTo>
                    <a:cubicBezTo>
                      <a:pt x="4170" y="293"/>
                      <a:pt x="4070" y="126"/>
                      <a:pt x="3903" y="26"/>
                    </a:cubicBezTo>
                    <a:cubicBezTo>
                      <a:pt x="3860" y="8"/>
                      <a:pt x="3817" y="0"/>
                      <a:pt x="3776" y="0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6" name="Google Shape;936;p41"/>
              <p:cNvSpPr/>
              <p:nvPr/>
            </p:nvSpPr>
            <p:spPr>
              <a:xfrm>
                <a:off x="2893075" y="3699750"/>
                <a:ext cx="930675" cy="445350"/>
              </a:xfrm>
              <a:custGeom>
                <a:rect b="b" l="l" r="r" t="t"/>
                <a:pathLst>
                  <a:path extrusionOk="0" h="17814" w="37227">
                    <a:moveTo>
                      <a:pt x="36860" y="1"/>
                    </a:moveTo>
                    <a:lnTo>
                      <a:pt x="0" y="17046"/>
                    </a:lnTo>
                    <a:lnTo>
                      <a:pt x="334" y="17814"/>
                    </a:lnTo>
                    <a:lnTo>
                      <a:pt x="37227" y="768"/>
                    </a:lnTo>
                    <a:lnTo>
                      <a:pt x="36860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7" name="Google Shape;937;p41"/>
              <p:cNvSpPr/>
              <p:nvPr/>
            </p:nvSpPr>
            <p:spPr>
              <a:xfrm>
                <a:off x="3207450" y="3739775"/>
                <a:ext cx="635500" cy="307750"/>
              </a:xfrm>
              <a:custGeom>
                <a:rect b="b" l="l" r="r" t="t"/>
                <a:pathLst>
                  <a:path extrusionOk="0" h="12310" w="25420">
                    <a:moveTo>
                      <a:pt x="25052" y="1"/>
                    </a:moveTo>
                    <a:lnTo>
                      <a:pt x="1" y="11576"/>
                    </a:lnTo>
                    <a:lnTo>
                      <a:pt x="368" y="12310"/>
                    </a:lnTo>
                    <a:lnTo>
                      <a:pt x="25419" y="735"/>
                    </a:lnTo>
                    <a:lnTo>
                      <a:pt x="25052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8" name="Google Shape;938;p41"/>
              <p:cNvSpPr/>
              <p:nvPr/>
            </p:nvSpPr>
            <p:spPr>
              <a:xfrm>
                <a:off x="2930600" y="3941600"/>
                <a:ext cx="577100" cy="281900"/>
              </a:xfrm>
              <a:custGeom>
                <a:rect b="b" l="l" r="r" t="t"/>
                <a:pathLst>
                  <a:path extrusionOk="0" h="11276" w="23084">
                    <a:moveTo>
                      <a:pt x="22750" y="0"/>
                    </a:moveTo>
                    <a:lnTo>
                      <a:pt x="0" y="10508"/>
                    </a:lnTo>
                    <a:lnTo>
                      <a:pt x="334" y="11275"/>
                    </a:lnTo>
                    <a:lnTo>
                      <a:pt x="23084" y="768"/>
                    </a:lnTo>
                    <a:lnTo>
                      <a:pt x="22750" y="0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39" name="Google Shape;939;p41"/>
              <p:cNvSpPr/>
              <p:nvPr/>
            </p:nvSpPr>
            <p:spPr>
              <a:xfrm>
                <a:off x="2911425" y="4045000"/>
                <a:ext cx="270200" cy="139300"/>
              </a:xfrm>
              <a:custGeom>
                <a:rect b="b" l="l" r="r" t="t"/>
                <a:pathLst>
                  <a:path extrusionOk="0" h="5572" w="10808">
                    <a:moveTo>
                      <a:pt x="10474" y="1"/>
                    </a:moveTo>
                    <a:lnTo>
                      <a:pt x="0" y="4837"/>
                    </a:lnTo>
                    <a:lnTo>
                      <a:pt x="367" y="5571"/>
                    </a:lnTo>
                    <a:lnTo>
                      <a:pt x="10808" y="768"/>
                    </a:lnTo>
                    <a:lnTo>
                      <a:pt x="10474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0" name="Google Shape;940;p41"/>
              <p:cNvSpPr/>
              <p:nvPr/>
            </p:nvSpPr>
            <p:spPr>
              <a:xfrm>
                <a:off x="3526850" y="3778975"/>
                <a:ext cx="334425" cy="169325"/>
              </a:xfrm>
              <a:custGeom>
                <a:rect b="b" l="l" r="r" t="t"/>
                <a:pathLst>
                  <a:path extrusionOk="0" h="6773" w="13377">
                    <a:moveTo>
                      <a:pt x="13010" y="1"/>
                    </a:moveTo>
                    <a:lnTo>
                      <a:pt x="1" y="6005"/>
                    </a:lnTo>
                    <a:lnTo>
                      <a:pt x="334" y="6772"/>
                    </a:lnTo>
                    <a:lnTo>
                      <a:pt x="13377" y="768"/>
                    </a:lnTo>
                    <a:lnTo>
                      <a:pt x="13010" y="1"/>
                    </a:ln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1" name="Google Shape;941;p41"/>
              <p:cNvSpPr/>
              <p:nvPr/>
            </p:nvSpPr>
            <p:spPr>
              <a:xfrm>
                <a:off x="3076525" y="3914900"/>
                <a:ext cx="849800" cy="411175"/>
              </a:xfrm>
              <a:custGeom>
                <a:rect b="b" l="l" r="r" t="t"/>
                <a:pathLst>
                  <a:path extrusionOk="0" h="16447" w="33992">
                    <a:moveTo>
                      <a:pt x="33525" y="1"/>
                    </a:moveTo>
                    <a:lnTo>
                      <a:pt x="1" y="15512"/>
                    </a:lnTo>
                    <a:lnTo>
                      <a:pt x="435" y="16446"/>
                    </a:lnTo>
                    <a:lnTo>
                      <a:pt x="33992" y="935"/>
                    </a:lnTo>
                    <a:lnTo>
                      <a:pt x="33525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2" name="Google Shape;942;p41"/>
              <p:cNvSpPr/>
              <p:nvPr/>
            </p:nvSpPr>
            <p:spPr>
              <a:xfrm>
                <a:off x="2814675" y="3973275"/>
                <a:ext cx="1137500" cy="543750"/>
              </a:xfrm>
              <a:custGeom>
                <a:rect b="b" l="l" r="r" t="t"/>
                <a:pathLst>
                  <a:path extrusionOk="0" h="21750" w="45500">
                    <a:moveTo>
                      <a:pt x="45066" y="1"/>
                    </a:moveTo>
                    <a:lnTo>
                      <a:pt x="1" y="20782"/>
                    </a:lnTo>
                    <a:lnTo>
                      <a:pt x="434" y="21750"/>
                    </a:lnTo>
                    <a:lnTo>
                      <a:pt x="45500" y="935"/>
                    </a:lnTo>
                    <a:lnTo>
                      <a:pt x="45066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3" name="Google Shape;943;p41"/>
              <p:cNvSpPr/>
              <p:nvPr/>
            </p:nvSpPr>
            <p:spPr>
              <a:xfrm>
                <a:off x="2843025" y="4243475"/>
                <a:ext cx="675525" cy="331100"/>
              </a:xfrm>
              <a:custGeom>
                <a:rect b="b" l="l" r="r" t="t"/>
                <a:pathLst>
                  <a:path extrusionOk="0" h="13244" w="27021">
                    <a:moveTo>
                      <a:pt x="26587" y="1"/>
                    </a:moveTo>
                    <a:lnTo>
                      <a:pt x="1" y="12310"/>
                    </a:lnTo>
                    <a:lnTo>
                      <a:pt x="435" y="13244"/>
                    </a:lnTo>
                    <a:lnTo>
                      <a:pt x="27020" y="968"/>
                    </a:lnTo>
                    <a:lnTo>
                      <a:pt x="26587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4" name="Google Shape;944;p41"/>
              <p:cNvSpPr/>
              <p:nvPr/>
            </p:nvSpPr>
            <p:spPr>
              <a:xfrm>
                <a:off x="2868875" y="4088375"/>
                <a:ext cx="1137525" cy="543750"/>
              </a:xfrm>
              <a:custGeom>
                <a:rect b="b" l="l" r="r" t="t"/>
                <a:pathLst>
                  <a:path extrusionOk="0" h="21750" w="45501">
                    <a:moveTo>
                      <a:pt x="45033" y="0"/>
                    </a:moveTo>
                    <a:lnTo>
                      <a:pt x="1" y="20815"/>
                    </a:lnTo>
                    <a:lnTo>
                      <a:pt x="435" y="21749"/>
                    </a:lnTo>
                    <a:lnTo>
                      <a:pt x="45500" y="934"/>
                    </a:lnTo>
                    <a:lnTo>
                      <a:pt x="45033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5" name="Google Shape;945;p41"/>
              <p:cNvSpPr/>
              <p:nvPr/>
            </p:nvSpPr>
            <p:spPr>
              <a:xfrm>
                <a:off x="3518525" y="4147575"/>
                <a:ext cx="512875" cy="255200"/>
              </a:xfrm>
              <a:custGeom>
                <a:rect b="b" l="l" r="r" t="t"/>
                <a:pathLst>
                  <a:path extrusionOk="0" h="10208" w="20515">
                    <a:moveTo>
                      <a:pt x="20081" y="1"/>
                    </a:moveTo>
                    <a:lnTo>
                      <a:pt x="0" y="9274"/>
                    </a:lnTo>
                    <a:lnTo>
                      <a:pt x="434" y="10208"/>
                    </a:lnTo>
                    <a:lnTo>
                      <a:pt x="20515" y="935"/>
                    </a:lnTo>
                    <a:lnTo>
                      <a:pt x="20081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6" name="Google Shape;946;p41"/>
              <p:cNvSpPr/>
              <p:nvPr/>
            </p:nvSpPr>
            <p:spPr>
              <a:xfrm>
                <a:off x="2922250" y="4204275"/>
                <a:ext cx="1136675" cy="543750"/>
              </a:xfrm>
              <a:custGeom>
                <a:rect b="b" l="l" r="r" t="t"/>
                <a:pathLst>
                  <a:path extrusionOk="0" h="21750" w="45467">
                    <a:moveTo>
                      <a:pt x="45033" y="1"/>
                    </a:moveTo>
                    <a:lnTo>
                      <a:pt x="1" y="20816"/>
                    </a:lnTo>
                    <a:lnTo>
                      <a:pt x="434" y="21750"/>
                    </a:lnTo>
                    <a:lnTo>
                      <a:pt x="45467" y="935"/>
                    </a:lnTo>
                    <a:lnTo>
                      <a:pt x="45033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7" name="Google Shape;947;p41"/>
              <p:cNvSpPr/>
              <p:nvPr/>
            </p:nvSpPr>
            <p:spPr>
              <a:xfrm>
                <a:off x="2949775" y="4404425"/>
                <a:ext cx="828950" cy="401975"/>
              </a:xfrm>
              <a:custGeom>
                <a:rect b="b" l="l" r="r" t="t"/>
                <a:pathLst>
                  <a:path extrusionOk="0" h="16079" w="33158">
                    <a:moveTo>
                      <a:pt x="32724" y="1"/>
                    </a:moveTo>
                    <a:lnTo>
                      <a:pt x="1" y="15111"/>
                    </a:lnTo>
                    <a:lnTo>
                      <a:pt x="434" y="16079"/>
                    </a:lnTo>
                    <a:lnTo>
                      <a:pt x="33158" y="935"/>
                    </a:lnTo>
                    <a:lnTo>
                      <a:pt x="32724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8" name="Google Shape;948;p41"/>
              <p:cNvSpPr/>
              <p:nvPr/>
            </p:nvSpPr>
            <p:spPr>
              <a:xfrm>
                <a:off x="3817075" y="4261825"/>
                <a:ext cx="268550" cy="142625"/>
              </a:xfrm>
              <a:custGeom>
                <a:rect b="b" l="l" r="r" t="t"/>
                <a:pathLst>
                  <a:path extrusionOk="0" h="5705" w="10742">
                    <a:moveTo>
                      <a:pt x="10307" y="1"/>
                    </a:moveTo>
                    <a:lnTo>
                      <a:pt x="0" y="4771"/>
                    </a:lnTo>
                    <a:lnTo>
                      <a:pt x="434" y="5705"/>
                    </a:lnTo>
                    <a:lnTo>
                      <a:pt x="10741" y="968"/>
                    </a:lnTo>
                    <a:lnTo>
                      <a:pt x="10307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49" name="Google Shape;949;p41"/>
              <p:cNvSpPr/>
              <p:nvPr/>
            </p:nvSpPr>
            <p:spPr>
              <a:xfrm>
                <a:off x="2895575" y="4417775"/>
                <a:ext cx="549575" cy="272725"/>
              </a:xfrm>
              <a:custGeom>
                <a:rect b="b" l="l" r="r" t="t"/>
                <a:pathLst>
                  <a:path extrusionOk="0" h="10909" w="21983">
                    <a:moveTo>
                      <a:pt x="21549" y="0"/>
                    </a:moveTo>
                    <a:lnTo>
                      <a:pt x="0" y="9974"/>
                    </a:lnTo>
                    <a:lnTo>
                      <a:pt x="434" y="10908"/>
                    </a:lnTo>
                    <a:lnTo>
                      <a:pt x="21983" y="968"/>
                    </a:lnTo>
                    <a:lnTo>
                      <a:pt x="21549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0" name="Google Shape;950;p41"/>
              <p:cNvSpPr/>
              <p:nvPr/>
            </p:nvSpPr>
            <p:spPr>
              <a:xfrm>
                <a:off x="3556875" y="4030825"/>
                <a:ext cx="422000" cy="213525"/>
              </a:xfrm>
              <a:custGeom>
                <a:rect b="b" l="l" r="r" t="t"/>
                <a:pathLst>
                  <a:path extrusionOk="0" h="8541" w="16880">
                    <a:moveTo>
                      <a:pt x="16446" y="1"/>
                    </a:moveTo>
                    <a:lnTo>
                      <a:pt x="1" y="7573"/>
                    </a:lnTo>
                    <a:lnTo>
                      <a:pt x="434" y="8540"/>
                    </a:lnTo>
                    <a:lnTo>
                      <a:pt x="16879" y="935"/>
                    </a:lnTo>
                    <a:lnTo>
                      <a:pt x="16446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1" name="Google Shape;951;p41"/>
              <p:cNvSpPr/>
              <p:nvPr/>
            </p:nvSpPr>
            <p:spPr>
              <a:xfrm>
                <a:off x="2654575" y="2819125"/>
                <a:ext cx="601275" cy="306075"/>
              </a:xfrm>
              <a:custGeom>
                <a:rect b="b" l="l" r="r" t="t"/>
                <a:pathLst>
                  <a:path extrusionOk="0" h="12243" w="24051">
                    <a:moveTo>
                      <a:pt x="23384" y="1"/>
                    </a:moveTo>
                    <a:lnTo>
                      <a:pt x="0" y="10808"/>
                    </a:lnTo>
                    <a:lnTo>
                      <a:pt x="667" y="12243"/>
                    </a:lnTo>
                    <a:lnTo>
                      <a:pt x="24051" y="1435"/>
                    </a:lnTo>
                    <a:lnTo>
                      <a:pt x="23384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2" name="Google Shape;952;p41"/>
              <p:cNvSpPr/>
              <p:nvPr/>
            </p:nvSpPr>
            <p:spPr>
              <a:xfrm>
                <a:off x="2719625" y="2897525"/>
                <a:ext cx="736375" cy="368625"/>
              </a:xfrm>
              <a:custGeom>
                <a:rect b="b" l="l" r="r" t="t"/>
                <a:pathLst>
                  <a:path extrusionOk="0" h="14745" w="29455">
                    <a:moveTo>
                      <a:pt x="28787" y="0"/>
                    </a:moveTo>
                    <a:lnTo>
                      <a:pt x="0" y="13310"/>
                    </a:lnTo>
                    <a:lnTo>
                      <a:pt x="667" y="14744"/>
                    </a:lnTo>
                    <a:lnTo>
                      <a:pt x="29454" y="1435"/>
                    </a:lnTo>
                    <a:lnTo>
                      <a:pt x="28787" y="0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3" name="Google Shape;953;p41"/>
              <p:cNvSpPr/>
              <p:nvPr/>
            </p:nvSpPr>
            <p:spPr>
              <a:xfrm>
                <a:off x="2687925" y="2997600"/>
                <a:ext cx="375300" cy="201825"/>
              </a:xfrm>
              <a:custGeom>
                <a:rect b="b" l="l" r="r" t="t"/>
                <a:pathLst>
                  <a:path extrusionOk="0" h="8073" w="15012">
                    <a:moveTo>
                      <a:pt x="14344" y="0"/>
                    </a:moveTo>
                    <a:lnTo>
                      <a:pt x="0" y="6638"/>
                    </a:lnTo>
                    <a:lnTo>
                      <a:pt x="668" y="8072"/>
                    </a:lnTo>
                    <a:lnTo>
                      <a:pt x="15011" y="1468"/>
                    </a:lnTo>
                    <a:lnTo>
                      <a:pt x="14344" y="0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4" name="Google Shape;954;p41"/>
              <p:cNvSpPr/>
              <p:nvPr/>
            </p:nvSpPr>
            <p:spPr>
              <a:xfrm>
                <a:off x="3089875" y="2812450"/>
                <a:ext cx="375300" cy="201850"/>
              </a:xfrm>
              <a:custGeom>
                <a:rect b="b" l="l" r="r" t="t"/>
                <a:pathLst>
                  <a:path extrusionOk="0" h="8074" w="15012">
                    <a:moveTo>
                      <a:pt x="14344" y="1"/>
                    </a:moveTo>
                    <a:lnTo>
                      <a:pt x="1" y="6605"/>
                    </a:lnTo>
                    <a:lnTo>
                      <a:pt x="668" y="8073"/>
                    </a:lnTo>
                    <a:lnTo>
                      <a:pt x="15011" y="1435"/>
                    </a:lnTo>
                    <a:lnTo>
                      <a:pt x="14344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5" name="Google Shape;955;p41"/>
              <p:cNvSpPr/>
              <p:nvPr/>
            </p:nvSpPr>
            <p:spPr>
              <a:xfrm>
                <a:off x="2750475" y="3205225"/>
                <a:ext cx="215175" cy="128450"/>
              </a:xfrm>
              <a:custGeom>
                <a:rect b="b" l="l" r="r" t="t"/>
                <a:pathLst>
                  <a:path extrusionOk="0" h="5138" w="8607">
                    <a:moveTo>
                      <a:pt x="7939" y="1"/>
                    </a:moveTo>
                    <a:lnTo>
                      <a:pt x="0" y="3670"/>
                    </a:lnTo>
                    <a:lnTo>
                      <a:pt x="667" y="5138"/>
                    </a:lnTo>
                    <a:lnTo>
                      <a:pt x="8606" y="1435"/>
                    </a:lnTo>
                    <a:lnTo>
                      <a:pt x="7939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6" name="Google Shape;956;p41"/>
              <p:cNvSpPr/>
              <p:nvPr/>
            </p:nvSpPr>
            <p:spPr>
              <a:xfrm>
                <a:off x="3342550" y="3012600"/>
                <a:ext cx="215175" cy="128450"/>
              </a:xfrm>
              <a:custGeom>
                <a:rect b="b" l="l" r="r" t="t"/>
                <a:pathLst>
                  <a:path extrusionOk="0" h="5138" w="8607">
                    <a:moveTo>
                      <a:pt x="7940" y="0"/>
                    </a:moveTo>
                    <a:lnTo>
                      <a:pt x="1" y="3670"/>
                    </a:lnTo>
                    <a:lnTo>
                      <a:pt x="668" y="5137"/>
                    </a:lnTo>
                    <a:lnTo>
                      <a:pt x="8607" y="1435"/>
                    </a:lnTo>
                    <a:lnTo>
                      <a:pt x="7940" y="0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7" name="Google Shape;957;p41"/>
              <p:cNvSpPr/>
              <p:nvPr/>
            </p:nvSpPr>
            <p:spPr>
              <a:xfrm>
                <a:off x="2781325" y="3132675"/>
                <a:ext cx="517050" cy="266900"/>
              </a:xfrm>
              <a:custGeom>
                <a:rect b="b" l="l" r="r" t="t"/>
                <a:pathLst>
                  <a:path extrusionOk="0" h="10676" w="20682">
                    <a:moveTo>
                      <a:pt x="20015" y="1"/>
                    </a:moveTo>
                    <a:lnTo>
                      <a:pt x="0" y="9241"/>
                    </a:lnTo>
                    <a:lnTo>
                      <a:pt x="668" y="10675"/>
                    </a:lnTo>
                    <a:lnTo>
                      <a:pt x="20682" y="1435"/>
                    </a:lnTo>
                    <a:lnTo>
                      <a:pt x="20015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8" name="Google Shape;958;p41"/>
              <p:cNvSpPr/>
              <p:nvPr/>
            </p:nvSpPr>
            <p:spPr>
              <a:xfrm>
                <a:off x="2989800" y="2945050"/>
                <a:ext cx="537925" cy="276900"/>
              </a:xfrm>
              <a:custGeom>
                <a:rect b="b" l="l" r="r" t="t"/>
                <a:pathLst>
                  <a:path extrusionOk="0" h="11076" w="21517">
                    <a:moveTo>
                      <a:pt x="20849" y="1"/>
                    </a:moveTo>
                    <a:lnTo>
                      <a:pt x="1" y="9641"/>
                    </a:lnTo>
                    <a:lnTo>
                      <a:pt x="668" y="11075"/>
                    </a:lnTo>
                    <a:lnTo>
                      <a:pt x="21516" y="1468"/>
                    </a:lnTo>
                    <a:lnTo>
                      <a:pt x="20849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59" name="Google Shape;959;p41"/>
              <p:cNvSpPr/>
              <p:nvPr/>
            </p:nvSpPr>
            <p:spPr>
              <a:xfrm>
                <a:off x="2181725" y="3053450"/>
                <a:ext cx="566275" cy="622150"/>
              </a:xfrm>
              <a:custGeom>
                <a:rect b="b" l="l" r="r" t="t"/>
                <a:pathLst>
                  <a:path extrusionOk="0" h="24886" w="22651">
                    <a:moveTo>
                      <a:pt x="14177" y="1"/>
                    </a:moveTo>
                    <a:lnTo>
                      <a:pt x="1" y="6539"/>
                    </a:lnTo>
                    <a:lnTo>
                      <a:pt x="8473" y="24885"/>
                    </a:lnTo>
                    <a:lnTo>
                      <a:pt x="22650" y="18347"/>
                    </a:lnTo>
                    <a:lnTo>
                      <a:pt x="14177" y="1"/>
                    </a:lnTo>
                    <a:close/>
                  </a:path>
                </a:pathLst>
              </a:custGeom>
              <a:solidFill>
                <a:srgbClr val="385D9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0" name="Google Shape;960;p41"/>
              <p:cNvSpPr/>
              <p:nvPr/>
            </p:nvSpPr>
            <p:spPr>
              <a:xfrm>
                <a:off x="2606200" y="3426700"/>
                <a:ext cx="121775" cy="127150"/>
              </a:xfrm>
              <a:custGeom>
                <a:rect b="b" l="l" r="r" t="t"/>
                <a:pathLst>
                  <a:path extrusionOk="0" h="5086" w="4871">
                    <a:moveTo>
                      <a:pt x="198" y="1"/>
                    </a:moveTo>
                    <a:cubicBezTo>
                      <a:pt x="131" y="1"/>
                      <a:pt x="65" y="6"/>
                      <a:pt x="0" y="15"/>
                    </a:cubicBezTo>
                    <a:lnTo>
                      <a:pt x="2035" y="5085"/>
                    </a:lnTo>
                    <a:lnTo>
                      <a:pt x="4871" y="3818"/>
                    </a:lnTo>
                    <a:cubicBezTo>
                      <a:pt x="3910" y="2570"/>
                      <a:pt x="1783" y="1"/>
                      <a:pt x="198" y="1"/>
                    </a:cubicBez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1" name="Google Shape;961;p41"/>
              <p:cNvSpPr/>
              <p:nvPr/>
            </p:nvSpPr>
            <p:spPr>
              <a:xfrm>
                <a:off x="2421075" y="3427050"/>
                <a:ext cx="257700" cy="216025"/>
              </a:xfrm>
              <a:custGeom>
                <a:rect b="b" l="l" r="r" t="t"/>
                <a:pathLst>
                  <a:path extrusionOk="0" h="8641" w="10308">
                    <a:moveTo>
                      <a:pt x="7439" y="1"/>
                    </a:moveTo>
                    <a:lnTo>
                      <a:pt x="7072" y="34"/>
                    </a:lnTo>
                    <a:lnTo>
                      <a:pt x="6838" y="68"/>
                    </a:lnTo>
                    <a:lnTo>
                      <a:pt x="5604" y="234"/>
                    </a:lnTo>
                    <a:lnTo>
                      <a:pt x="5104" y="301"/>
                    </a:lnTo>
                    <a:lnTo>
                      <a:pt x="5004" y="301"/>
                    </a:lnTo>
                    <a:lnTo>
                      <a:pt x="4570" y="335"/>
                    </a:lnTo>
                    <a:lnTo>
                      <a:pt x="2102" y="1469"/>
                    </a:lnTo>
                    <a:lnTo>
                      <a:pt x="1968" y="1569"/>
                    </a:lnTo>
                    <a:lnTo>
                      <a:pt x="1635" y="1869"/>
                    </a:lnTo>
                    <a:lnTo>
                      <a:pt x="1401" y="2069"/>
                    </a:lnTo>
                    <a:lnTo>
                      <a:pt x="267" y="3137"/>
                    </a:lnTo>
                    <a:lnTo>
                      <a:pt x="0" y="3370"/>
                    </a:lnTo>
                    <a:cubicBezTo>
                      <a:pt x="67" y="3503"/>
                      <a:pt x="167" y="3970"/>
                      <a:pt x="434" y="4671"/>
                    </a:cubicBezTo>
                    <a:lnTo>
                      <a:pt x="667" y="5405"/>
                    </a:lnTo>
                    <a:cubicBezTo>
                      <a:pt x="801" y="5805"/>
                      <a:pt x="934" y="6239"/>
                      <a:pt x="1101" y="6706"/>
                    </a:cubicBezTo>
                    <a:cubicBezTo>
                      <a:pt x="1134" y="6873"/>
                      <a:pt x="1234" y="7073"/>
                      <a:pt x="1268" y="7306"/>
                    </a:cubicBezTo>
                    <a:cubicBezTo>
                      <a:pt x="1268" y="7373"/>
                      <a:pt x="1301" y="7406"/>
                      <a:pt x="1301" y="7506"/>
                    </a:cubicBezTo>
                    <a:cubicBezTo>
                      <a:pt x="1334" y="7673"/>
                      <a:pt x="1435" y="7840"/>
                      <a:pt x="1468" y="8040"/>
                    </a:cubicBezTo>
                    <a:cubicBezTo>
                      <a:pt x="1501" y="8207"/>
                      <a:pt x="1601" y="8374"/>
                      <a:pt x="1635" y="8507"/>
                    </a:cubicBezTo>
                    <a:cubicBezTo>
                      <a:pt x="1635" y="8540"/>
                      <a:pt x="1668" y="8574"/>
                      <a:pt x="1668" y="8641"/>
                    </a:cubicBezTo>
                    <a:lnTo>
                      <a:pt x="10308" y="4671"/>
                    </a:lnTo>
                    <a:cubicBezTo>
                      <a:pt x="10241" y="4538"/>
                      <a:pt x="10174" y="4404"/>
                      <a:pt x="10107" y="4337"/>
                    </a:cubicBezTo>
                    <a:cubicBezTo>
                      <a:pt x="10007" y="4204"/>
                      <a:pt x="9941" y="4071"/>
                      <a:pt x="9841" y="3904"/>
                    </a:cubicBezTo>
                    <a:cubicBezTo>
                      <a:pt x="9807" y="3870"/>
                      <a:pt x="9774" y="3837"/>
                      <a:pt x="9774" y="3737"/>
                    </a:cubicBezTo>
                    <a:cubicBezTo>
                      <a:pt x="9640" y="3503"/>
                      <a:pt x="9474" y="3303"/>
                      <a:pt x="9340" y="3070"/>
                    </a:cubicBezTo>
                    <a:cubicBezTo>
                      <a:pt x="9107" y="2670"/>
                      <a:pt x="8840" y="2303"/>
                      <a:pt x="8640" y="1902"/>
                    </a:cubicBezTo>
                    <a:cubicBezTo>
                      <a:pt x="8473" y="1669"/>
                      <a:pt x="8339" y="1435"/>
                      <a:pt x="8239" y="1235"/>
                    </a:cubicBezTo>
                    <a:cubicBezTo>
                      <a:pt x="7939" y="835"/>
                      <a:pt x="7672" y="401"/>
                      <a:pt x="7472" y="68"/>
                    </a:cubicBezTo>
                    <a:cubicBezTo>
                      <a:pt x="7472" y="34"/>
                      <a:pt x="7439" y="34"/>
                      <a:pt x="7439" y="1"/>
                    </a:cubicBez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2" name="Google Shape;962;p41"/>
              <p:cNvSpPr/>
              <p:nvPr/>
            </p:nvSpPr>
            <p:spPr>
              <a:xfrm>
                <a:off x="2378525" y="3512125"/>
                <a:ext cx="99275" cy="164300"/>
              </a:xfrm>
              <a:custGeom>
                <a:rect b="b" l="l" r="r" t="t"/>
                <a:pathLst>
                  <a:path extrusionOk="0" h="6572" w="3971">
                    <a:moveTo>
                      <a:pt x="1669" y="0"/>
                    </a:moveTo>
                    <a:cubicBezTo>
                      <a:pt x="535" y="1068"/>
                      <a:pt x="1" y="5238"/>
                      <a:pt x="1" y="5238"/>
                    </a:cubicBezTo>
                    <a:lnTo>
                      <a:pt x="635" y="6572"/>
                    </a:lnTo>
                    <a:lnTo>
                      <a:pt x="3970" y="5004"/>
                    </a:lnTo>
                    <a:lnTo>
                      <a:pt x="1669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3" name="Google Shape;963;p41"/>
              <p:cNvSpPr/>
              <p:nvPr/>
            </p:nvSpPr>
            <p:spPr>
              <a:xfrm>
                <a:off x="2315150" y="3143800"/>
                <a:ext cx="218525" cy="237425"/>
              </a:xfrm>
              <a:custGeom>
                <a:rect b="b" l="l" r="r" t="t"/>
                <a:pathLst>
                  <a:path extrusionOk="0" h="9497" w="8741">
                    <a:moveTo>
                      <a:pt x="5386" y="1"/>
                    </a:moveTo>
                    <a:cubicBezTo>
                      <a:pt x="5275" y="1"/>
                      <a:pt x="5162" y="9"/>
                      <a:pt x="5038" y="23"/>
                    </a:cubicBezTo>
                    <a:cubicBezTo>
                      <a:pt x="3003" y="290"/>
                      <a:pt x="1202" y="1657"/>
                      <a:pt x="401" y="3559"/>
                    </a:cubicBezTo>
                    <a:cubicBezTo>
                      <a:pt x="234" y="3559"/>
                      <a:pt x="68" y="3726"/>
                      <a:pt x="68" y="3959"/>
                    </a:cubicBezTo>
                    <a:cubicBezTo>
                      <a:pt x="34" y="4159"/>
                      <a:pt x="201" y="4359"/>
                      <a:pt x="368" y="4393"/>
                    </a:cubicBezTo>
                    <a:cubicBezTo>
                      <a:pt x="134" y="4626"/>
                      <a:pt x="1" y="4993"/>
                      <a:pt x="34" y="5360"/>
                    </a:cubicBezTo>
                    <a:cubicBezTo>
                      <a:pt x="68" y="5694"/>
                      <a:pt x="234" y="6027"/>
                      <a:pt x="401" y="6361"/>
                    </a:cubicBezTo>
                    <a:cubicBezTo>
                      <a:pt x="868" y="7161"/>
                      <a:pt x="1469" y="7828"/>
                      <a:pt x="2102" y="8362"/>
                    </a:cubicBezTo>
                    <a:cubicBezTo>
                      <a:pt x="2436" y="8629"/>
                      <a:pt x="2769" y="8863"/>
                      <a:pt x="3103" y="9029"/>
                    </a:cubicBezTo>
                    <a:cubicBezTo>
                      <a:pt x="3270" y="9129"/>
                      <a:pt x="3503" y="9196"/>
                      <a:pt x="3670" y="9296"/>
                    </a:cubicBezTo>
                    <a:cubicBezTo>
                      <a:pt x="3770" y="9363"/>
                      <a:pt x="4037" y="9496"/>
                      <a:pt x="4204" y="9496"/>
                    </a:cubicBezTo>
                    <a:cubicBezTo>
                      <a:pt x="4337" y="9463"/>
                      <a:pt x="4537" y="9296"/>
                      <a:pt x="4671" y="9196"/>
                    </a:cubicBezTo>
                    <a:cubicBezTo>
                      <a:pt x="4838" y="9063"/>
                      <a:pt x="5004" y="8996"/>
                      <a:pt x="5171" y="8863"/>
                    </a:cubicBezTo>
                    <a:cubicBezTo>
                      <a:pt x="5505" y="8662"/>
                      <a:pt x="5772" y="8396"/>
                      <a:pt x="6072" y="8129"/>
                    </a:cubicBezTo>
                    <a:cubicBezTo>
                      <a:pt x="7206" y="7028"/>
                      <a:pt x="8073" y="5694"/>
                      <a:pt x="8574" y="4193"/>
                    </a:cubicBezTo>
                    <a:cubicBezTo>
                      <a:pt x="8674" y="3892"/>
                      <a:pt x="8740" y="3625"/>
                      <a:pt x="8740" y="3325"/>
                    </a:cubicBezTo>
                    <a:cubicBezTo>
                      <a:pt x="8740" y="3025"/>
                      <a:pt x="8574" y="2725"/>
                      <a:pt x="8340" y="2558"/>
                    </a:cubicBezTo>
                    <a:cubicBezTo>
                      <a:pt x="8707" y="2058"/>
                      <a:pt x="8674" y="1290"/>
                      <a:pt x="8207" y="823"/>
                    </a:cubicBezTo>
                    <a:cubicBezTo>
                      <a:pt x="7934" y="551"/>
                      <a:pt x="7571" y="415"/>
                      <a:pt x="7210" y="415"/>
                    </a:cubicBezTo>
                    <a:cubicBezTo>
                      <a:pt x="6952" y="415"/>
                      <a:pt x="6694" y="484"/>
                      <a:pt x="6472" y="623"/>
                    </a:cubicBezTo>
                    <a:cubicBezTo>
                      <a:pt x="6372" y="356"/>
                      <a:pt x="6105" y="156"/>
                      <a:pt x="5872" y="56"/>
                    </a:cubicBezTo>
                    <a:cubicBezTo>
                      <a:pt x="5696" y="17"/>
                      <a:pt x="5543" y="1"/>
                      <a:pt x="538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4" name="Google Shape;964;p41"/>
              <p:cNvSpPr/>
              <p:nvPr/>
            </p:nvSpPr>
            <p:spPr>
              <a:xfrm>
                <a:off x="2366025" y="3187625"/>
                <a:ext cx="195175" cy="293500"/>
              </a:xfrm>
              <a:custGeom>
                <a:rect b="b" l="l" r="r" t="t"/>
                <a:pathLst>
                  <a:path extrusionOk="0" h="11740" w="7807">
                    <a:moveTo>
                      <a:pt x="3948" y="0"/>
                    </a:moveTo>
                    <a:cubicBezTo>
                      <a:pt x="2308" y="0"/>
                      <a:pt x="206" y="1099"/>
                      <a:pt x="67" y="2907"/>
                    </a:cubicBezTo>
                    <a:cubicBezTo>
                      <a:pt x="1" y="3607"/>
                      <a:pt x="634" y="5275"/>
                      <a:pt x="1035" y="6309"/>
                    </a:cubicBezTo>
                    <a:cubicBezTo>
                      <a:pt x="1101" y="6342"/>
                      <a:pt x="1101" y="6442"/>
                      <a:pt x="1135" y="6476"/>
                    </a:cubicBezTo>
                    <a:cubicBezTo>
                      <a:pt x="1302" y="6943"/>
                      <a:pt x="1402" y="7243"/>
                      <a:pt x="1402" y="7243"/>
                    </a:cubicBezTo>
                    <a:lnTo>
                      <a:pt x="1468" y="7276"/>
                    </a:lnTo>
                    <a:cubicBezTo>
                      <a:pt x="1535" y="7310"/>
                      <a:pt x="1668" y="7443"/>
                      <a:pt x="1835" y="7610"/>
                    </a:cubicBezTo>
                    <a:cubicBezTo>
                      <a:pt x="2402" y="8177"/>
                      <a:pt x="3536" y="9511"/>
                      <a:pt x="4370" y="11346"/>
                    </a:cubicBezTo>
                    <a:cubicBezTo>
                      <a:pt x="4674" y="11620"/>
                      <a:pt x="5024" y="11739"/>
                      <a:pt x="5363" y="11739"/>
                    </a:cubicBezTo>
                    <a:cubicBezTo>
                      <a:pt x="6181" y="11739"/>
                      <a:pt x="6943" y="11050"/>
                      <a:pt x="6872" y="10178"/>
                    </a:cubicBezTo>
                    <a:cubicBezTo>
                      <a:pt x="6205" y="8811"/>
                      <a:pt x="6405" y="8310"/>
                      <a:pt x="6839" y="7610"/>
                    </a:cubicBezTo>
                    <a:cubicBezTo>
                      <a:pt x="7006" y="7310"/>
                      <a:pt x="7172" y="7009"/>
                      <a:pt x="7373" y="6609"/>
                    </a:cubicBezTo>
                    <a:cubicBezTo>
                      <a:pt x="7673" y="5975"/>
                      <a:pt x="7806" y="5175"/>
                      <a:pt x="7473" y="4141"/>
                    </a:cubicBezTo>
                    <a:cubicBezTo>
                      <a:pt x="7206" y="3240"/>
                      <a:pt x="6639" y="2106"/>
                      <a:pt x="5638" y="672"/>
                    </a:cubicBezTo>
                    <a:cubicBezTo>
                      <a:pt x="5302" y="213"/>
                      <a:pt x="4670" y="0"/>
                      <a:pt x="3948" y="0"/>
                    </a:cubicBezTo>
                    <a:close/>
                  </a:path>
                </a:pathLst>
              </a:custGeom>
              <a:solidFill>
                <a:srgbClr val="D87D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5" name="Google Shape;965;p41"/>
              <p:cNvSpPr/>
              <p:nvPr/>
            </p:nvSpPr>
            <p:spPr>
              <a:xfrm>
                <a:off x="2343500" y="3177900"/>
                <a:ext cx="165150" cy="165875"/>
              </a:xfrm>
              <a:custGeom>
                <a:rect b="b" l="l" r="r" t="t"/>
                <a:pathLst>
                  <a:path extrusionOk="0" h="6635" w="6606">
                    <a:moveTo>
                      <a:pt x="4810" y="0"/>
                    </a:moveTo>
                    <a:cubicBezTo>
                      <a:pt x="4421" y="0"/>
                      <a:pt x="4037" y="62"/>
                      <a:pt x="3670" y="160"/>
                    </a:cubicBezTo>
                    <a:cubicBezTo>
                      <a:pt x="2770" y="360"/>
                      <a:pt x="1902" y="694"/>
                      <a:pt x="1202" y="1294"/>
                    </a:cubicBezTo>
                    <a:cubicBezTo>
                      <a:pt x="501" y="1861"/>
                      <a:pt x="1" y="2762"/>
                      <a:pt x="34" y="3662"/>
                    </a:cubicBezTo>
                    <a:cubicBezTo>
                      <a:pt x="68" y="4630"/>
                      <a:pt x="601" y="5464"/>
                      <a:pt x="1102" y="6198"/>
                    </a:cubicBezTo>
                    <a:cubicBezTo>
                      <a:pt x="1227" y="6416"/>
                      <a:pt x="1410" y="6634"/>
                      <a:pt x="1651" y="6634"/>
                    </a:cubicBezTo>
                    <a:cubicBezTo>
                      <a:pt x="1668" y="6634"/>
                      <a:pt x="1685" y="6633"/>
                      <a:pt x="1702" y="6631"/>
                    </a:cubicBezTo>
                    <a:cubicBezTo>
                      <a:pt x="1869" y="6631"/>
                      <a:pt x="2002" y="6498"/>
                      <a:pt x="2069" y="6364"/>
                    </a:cubicBezTo>
                    <a:cubicBezTo>
                      <a:pt x="2403" y="5997"/>
                      <a:pt x="2569" y="5497"/>
                      <a:pt x="2569" y="4997"/>
                    </a:cubicBezTo>
                    <a:cubicBezTo>
                      <a:pt x="2569" y="4496"/>
                      <a:pt x="2369" y="3896"/>
                      <a:pt x="2069" y="3529"/>
                    </a:cubicBezTo>
                    <a:cubicBezTo>
                      <a:pt x="2203" y="3529"/>
                      <a:pt x="2369" y="3429"/>
                      <a:pt x="2403" y="3262"/>
                    </a:cubicBezTo>
                    <a:cubicBezTo>
                      <a:pt x="2436" y="3095"/>
                      <a:pt x="2369" y="2929"/>
                      <a:pt x="2236" y="2829"/>
                    </a:cubicBezTo>
                    <a:cubicBezTo>
                      <a:pt x="3604" y="2762"/>
                      <a:pt x="4938" y="2261"/>
                      <a:pt x="6039" y="1428"/>
                    </a:cubicBezTo>
                    <a:cubicBezTo>
                      <a:pt x="6272" y="1261"/>
                      <a:pt x="6506" y="1027"/>
                      <a:pt x="6606" y="760"/>
                    </a:cubicBezTo>
                    <a:cubicBezTo>
                      <a:pt x="6239" y="360"/>
                      <a:pt x="5772" y="127"/>
                      <a:pt x="5238" y="27"/>
                    </a:cubicBezTo>
                    <a:cubicBezTo>
                      <a:pt x="5095" y="9"/>
                      <a:pt x="4952" y="0"/>
                      <a:pt x="481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6" name="Google Shape;966;p41"/>
              <p:cNvSpPr/>
              <p:nvPr/>
            </p:nvSpPr>
            <p:spPr>
              <a:xfrm>
                <a:off x="2497800" y="3254975"/>
                <a:ext cx="30025" cy="17825"/>
              </a:xfrm>
              <a:custGeom>
                <a:rect b="b" l="l" r="r" t="t"/>
                <a:pathLst>
                  <a:path extrusionOk="0" h="713" w="1201">
                    <a:moveTo>
                      <a:pt x="788" y="0"/>
                    </a:moveTo>
                    <a:cubicBezTo>
                      <a:pt x="479" y="0"/>
                      <a:pt x="187" y="164"/>
                      <a:pt x="33" y="446"/>
                    </a:cubicBezTo>
                    <a:cubicBezTo>
                      <a:pt x="0" y="546"/>
                      <a:pt x="33" y="613"/>
                      <a:pt x="100" y="680"/>
                    </a:cubicBezTo>
                    <a:cubicBezTo>
                      <a:pt x="100" y="713"/>
                      <a:pt x="100" y="713"/>
                      <a:pt x="167" y="713"/>
                    </a:cubicBezTo>
                    <a:cubicBezTo>
                      <a:pt x="234" y="713"/>
                      <a:pt x="267" y="613"/>
                      <a:pt x="334" y="579"/>
                    </a:cubicBezTo>
                    <a:cubicBezTo>
                      <a:pt x="400" y="513"/>
                      <a:pt x="434" y="446"/>
                      <a:pt x="534" y="413"/>
                    </a:cubicBezTo>
                    <a:cubicBezTo>
                      <a:pt x="631" y="374"/>
                      <a:pt x="729" y="357"/>
                      <a:pt x="827" y="357"/>
                    </a:cubicBezTo>
                    <a:cubicBezTo>
                      <a:pt x="896" y="357"/>
                      <a:pt x="965" y="366"/>
                      <a:pt x="1034" y="379"/>
                    </a:cubicBezTo>
                    <a:cubicBezTo>
                      <a:pt x="1101" y="379"/>
                      <a:pt x="1201" y="346"/>
                      <a:pt x="1201" y="246"/>
                    </a:cubicBezTo>
                    <a:cubicBezTo>
                      <a:pt x="1201" y="179"/>
                      <a:pt x="1134" y="79"/>
                      <a:pt x="1067" y="46"/>
                    </a:cubicBezTo>
                    <a:cubicBezTo>
                      <a:pt x="975" y="15"/>
                      <a:pt x="881" y="0"/>
                      <a:pt x="78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7" name="Google Shape;967;p41"/>
              <p:cNvSpPr/>
              <p:nvPr/>
            </p:nvSpPr>
            <p:spPr>
              <a:xfrm>
                <a:off x="2443575" y="3277700"/>
                <a:ext cx="34225" cy="20450"/>
              </a:xfrm>
              <a:custGeom>
                <a:rect b="b" l="l" r="r" t="t"/>
                <a:pathLst>
                  <a:path extrusionOk="0" h="818" w="1369">
                    <a:moveTo>
                      <a:pt x="1101" y="0"/>
                    </a:moveTo>
                    <a:cubicBezTo>
                      <a:pt x="665" y="0"/>
                      <a:pt x="220" y="202"/>
                      <a:pt x="34" y="604"/>
                    </a:cubicBezTo>
                    <a:cubicBezTo>
                      <a:pt x="1" y="671"/>
                      <a:pt x="34" y="738"/>
                      <a:pt x="101" y="805"/>
                    </a:cubicBezTo>
                    <a:cubicBezTo>
                      <a:pt x="126" y="813"/>
                      <a:pt x="149" y="817"/>
                      <a:pt x="170" y="817"/>
                    </a:cubicBezTo>
                    <a:cubicBezTo>
                      <a:pt x="234" y="817"/>
                      <a:pt x="284" y="780"/>
                      <a:pt x="334" y="705"/>
                    </a:cubicBezTo>
                    <a:cubicBezTo>
                      <a:pt x="401" y="538"/>
                      <a:pt x="568" y="438"/>
                      <a:pt x="735" y="338"/>
                    </a:cubicBezTo>
                    <a:cubicBezTo>
                      <a:pt x="835" y="304"/>
                      <a:pt x="935" y="304"/>
                      <a:pt x="1035" y="304"/>
                    </a:cubicBezTo>
                    <a:cubicBezTo>
                      <a:pt x="1102" y="304"/>
                      <a:pt x="1202" y="304"/>
                      <a:pt x="1268" y="271"/>
                    </a:cubicBezTo>
                    <a:cubicBezTo>
                      <a:pt x="1268" y="271"/>
                      <a:pt x="1335" y="204"/>
                      <a:pt x="1335" y="171"/>
                    </a:cubicBezTo>
                    <a:cubicBezTo>
                      <a:pt x="1368" y="137"/>
                      <a:pt x="1335" y="4"/>
                      <a:pt x="1202" y="4"/>
                    </a:cubicBezTo>
                    <a:cubicBezTo>
                      <a:pt x="1168" y="2"/>
                      <a:pt x="1135" y="0"/>
                      <a:pt x="110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8" name="Google Shape;968;p41"/>
              <p:cNvSpPr/>
              <p:nvPr/>
            </p:nvSpPr>
            <p:spPr>
              <a:xfrm>
                <a:off x="2490275" y="3319825"/>
                <a:ext cx="35050" cy="15225"/>
              </a:xfrm>
              <a:custGeom>
                <a:rect b="b" l="l" r="r" t="t"/>
                <a:pathLst>
                  <a:path extrusionOk="0" h="609" w="1402">
                    <a:moveTo>
                      <a:pt x="1239" y="0"/>
                    </a:moveTo>
                    <a:cubicBezTo>
                      <a:pt x="1191" y="0"/>
                      <a:pt x="1156" y="24"/>
                      <a:pt x="1135" y="87"/>
                    </a:cubicBezTo>
                    <a:cubicBezTo>
                      <a:pt x="971" y="291"/>
                      <a:pt x="733" y="370"/>
                      <a:pt x="534" y="370"/>
                    </a:cubicBezTo>
                    <a:cubicBezTo>
                      <a:pt x="409" y="370"/>
                      <a:pt x="299" y="339"/>
                      <a:pt x="234" y="287"/>
                    </a:cubicBezTo>
                    <a:cubicBezTo>
                      <a:pt x="215" y="277"/>
                      <a:pt x="192" y="273"/>
                      <a:pt x="170" y="273"/>
                    </a:cubicBezTo>
                    <a:cubicBezTo>
                      <a:pt x="115" y="273"/>
                      <a:pt x="58" y="297"/>
                      <a:pt x="34" y="320"/>
                    </a:cubicBezTo>
                    <a:cubicBezTo>
                      <a:pt x="1" y="421"/>
                      <a:pt x="34" y="487"/>
                      <a:pt x="68" y="521"/>
                    </a:cubicBezTo>
                    <a:cubicBezTo>
                      <a:pt x="210" y="574"/>
                      <a:pt x="382" y="609"/>
                      <a:pt x="556" y="609"/>
                    </a:cubicBezTo>
                    <a:cubicBezTo>
                      <a:pt x="708" y="609"/>
                      <a:pt x="862" y="583"/>
                      <a:pt x="1002" y="521"/>
                    </a:cubicBezTo>
                    <a:cubicBezTo>
                      <a:pt x="1135" y="454"/>
                      <a:pt x="1235" y="354"/>
                      <a:pt x="1368" y="254"/>
                    </a:cubicBezTo>
                    <a:cubicBezTo>
                      <a:pt x="1402" y="154"/>
                      <a:pt x="1402" y="87"/>
                      <a:pt x="1335" y="20"/>
                    </a:cubicBezTo>
                    <a:cubicBezTo>
                      <a:pt x="1298" y="8"/>
                      <a:pt x="1266" y="0"/>
                      <a:pt x="1239" y="0"/>
                    </a:cubicBezTo>
                    <a:close/>
                  </a:path>
                </a:pathLst>
              </a:custGeom>
              <a:solidFill>
                <a:srgbClr val="C16B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69" name="Google Shape;969;p41"/>
              <p:cNvSpPr/>
              <p:nvPr/>
            </p:nvSpPr>
            <p:spPr>
              <a:xfrm>
                <a:off x="2502800" y="3301975"/>
                <a:ext cx="12425" cy="8350"/>
              </a:xfrm>
              <a:custGeom>
                <a:rect b="b" l="l" r="r" t="t"/>
                <a:pathLst>
                  <a:path extrusionOk="0" h="334" w="497">
                    <a:moveTo>
                      <a:pt x="234" y="0"/>
                    </a:moveTo>
                    <a:cubicBezTo>
                      <a:pt x="167" y="0"/>
                      <a:pt x="67" y="67"/>
                      <a:pt x="0" y="167"/>
                    </a:cubicBezTo>
                    <a:lnTo>
                      <a:pt x="0" y="201"/>
                    </a:lnTo>
                    <a:lnTo>
                      <a:pt x="34" y="201"/>
                    </a:lnTo>
                    <a:cubicBezTo>
                      <a:pt x="67" y="134"/>
                      <a:pt x="167" y="67"/>
                      <a:pt x="200" y="34"/>
                    </a:cubicBezTo>
                    <a:cubicBezTo>
                      <a:pt x="300" y="34"/>
                      <a:pt x="334" y="134"/>
                      <a:pt x="367" y="234"/>
                    </a:cubicBezTo>
                    <a:cubicBezTo>
                      <a:pt x="400" y="334"/>
                      <a:pt x="467" y="334"/>
                      <a:pt x="467" y="334"/>
                    </a:cubicBezTo>
                    <a:cubicBezTo>
                      <a:pt x="467" y="34"/>
                      <a:pt x="334" y="0"/>
                      <a:pt x="234" y="0"/>
                    </a:cubicBezTo>
                    <a:close/>
                    <a:moveTo>
                      <a:pt x="489" y="319"/>
                    </a:moveTo>
                    <a:cubicBezTo>
                      <a:pt x="486" y="319"/>
                      <a:pt x="478" y="323"/>
                      <a:pt x="467" y="334"/>
                    </a:cubicBezTo>
                    <a:cubicBezTo>
                      <a:pt x="489" y="334"/>
                      <a:pt x="497" y="319"/>
                      <a:pt x="489" y="319"/>
                    </a:cubicBezTo>
                    <a:close/>
                  </a:path>
                </a:pathLst>
              </a:custGeom>
              <a:solidFill>
                <a:srgbClr val="C16B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0" name="Google Shape;970;p41"/>
              <p:cNvSpPr/>
              <p:nvPr/>
            </p:nvSpPr>
            <p:spPr>
              <a:xfrm>
                <a:off x="2464425" y="3298825"/>
                <a:ext cx="16700" cy="14225"/>
              </a:xfrm>
              <a:custGeom>
                <a:rect b="b" l="l" r="r" t="t"/>
                <a:pathLst>
                  <a:path extrusionOk="0" h="569" w="668">
                    <a:moveTo>
                      <a:pt x="332" y="0"/>
                    </a:moveTo>
                    <a:cubicBezTo>
                      <a:pt x="290" y="0"/>
                      <a:pt x="246" y="8"/>
                      <a:pt x="201" y="26"/>
                    </a:cubicBezTo>
                    <a:cubicBezTo>
                      <a:pt x="34" y="126"/>
                      <a:pt x="1" y="260"/>
                      <a:pt x="67" y="427"/>
                    </a:cubicBezTo>
                    <a:cubicBezTo>
                      <a:pt x="91" y="497"/>
                      <a:pt x="181" y="568"/>
                      <a:pt x="291" y="568"/>
                    </a:cubicBezTo>
                    <a:cubicBezTo>
                      <a:pt x="337" y="568"/>
                      <a:pt x="386" y="556"/>
                      <a:pt x="434" y="527"/>
                    </a:cubicBezTo>
                    <a:cubicBezTo>
                      <a:pt x="568" y="493"/>
                      <a:pt x="668" y="327"/>
                      <a:pt x="568" y="160"/>
                    </a:cubicBezTo>
                    <a:cubicBezTo>
                      <a:pt x="543" y="62"/>
                      <a:pt x="447" y="0"/>
                      <a:pt x="3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1" name="Google Shape;971;p41"/>
              <p:cNvSpPr/>
              <p:nvPr/>
            </p:nvSpPr>
            <p:spPr>
              <a:xfrm>
                <a:off x="2470275" y="3300425"/>
                <a:ext cx="6700" cy="5225"/>
              </a:xfrm>
              <a:custGeom>
                <a:rect b="b" l="l" r="r" t="t"/>
                <a:pathLst>
                  <a:path extrusionOk="0" h="209" w="268">
                    <a:moveTo>
                      <a:pt x="131" y="0"/>
                    </a:moveTo>
                    <a:cubicBezTo>
                      <a:pt x="121" y="0"/>
                      <a:pt x="111" y="8"/>
                      <a:pt x="100" y="29"/>
                    </a:cubicBezTo>
                    <a:cubicBezTo>
                      <a:pt x="34" y="62"/>
                      <a:pt x="0" y="96"/>
                      <a:pt x="34" y="129"/>
                    </a:cubicBezTo>
                    <a:cubicBezTo>
                      <a:pt x="82" y="178"/>
                      <a:pt x="113" y="209"/>
                      <a:pt x="140" y="209"/>
                    </a:cubicBezTo>
                    <a:cubicBezTo>
                      <a:pt x="149" y="209"/>
                      <a:pt x="158" y="205"/>
                      <a:pt x="167" y="196"/>
                    </a:cubicBezTo>
                    <a:cubicBezTo>
                      <a:pt x="200" y="129"/>
                      <a:pt x="267" y="96"/>
                      <a:pt x="200" y="62"/>
                    </a:cubicBezTo>
                    <a:cubicBezTo>
                      <a:pt x="177" y="39"/>
                      <a:pt x="154" y="0"/>
                      <a:pt x="1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2" name="Google Shape;972;p41"/>
              <p:cNvSpPr/>
              <p:nvPr/>
            </p:nvSpPr>
            <p:spPr>
              <a:xfrm>
                <a:off x="2511125" y="3277125"/>
                <a:ext cx="16700" cy="14225"/>
              </a:xfrm>
              <a:custGeom>
                <a:rect b="b" l="l" r="r" t="t"/>
                <a:pathLst>
                  <a:path extrusionOk="0" h="569" w="668">
                    <a:moveTo>
                      <a:pt x="332" y="1"/>
                    </a:moveTo>
                    <a:cubicBezTo>
                      <a:pt x="290" y="1"/>
                      <a:pt x="246" y="9"/>
                      <a:pt x="201" y="27"/>
                    </a:cubicBezTo>
                    <a:cubicBezTo>
                      <a:pt x="34" y="127"/>
                      <a:pt x="1" y="294"/>
                      <a:pt x="67" y="394"/>
                    </a:cubicBezTo>
                    <a:cubicBezTo>
                      <a:pt x="115" y="490"/>
                      <a:pt x="214" y="568"/>
                      <a:pt x="328" y="568"/>
                    </a:cubicBezTo>
                    <a:cubicBezTo>
                      <a:pt x="373" y="568"/>
                      <a:pt x="420" y="556"/>
                      <a:pt x="468" y="527"/>
                    </a:cubicBezTo>
                    <a:cubicBezTo>
                      <a:pt x="568" y="494"/>
                      <a:pt x="668" y="327"/>
                      <a:pt x="568" y="160"/>
                    </a:cubicBezTo>
                    <a:cubicBezTo>
                      <a:pt x="543" y="63"/>
                      <a:pt x="447" y="1"/>
                      <a:pt x="33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3" name="Google Shape;973;p41"/>
              <p:cNvSpPr/>
              <p:nvPr/>
            </p:nvSpPr>
            <p:spPr>
              <a:xfrm>
                <a:off x="2516975" y="3279575"/>
                <a:ext cx="6700" cy="5225"/>
              </a:xfrm>
              <a:custGeom>
                <a:rect b="b" l="l" r="r" t="t"/>
                <a:pathLst>
                  <a:path extrusionOk="0" h="209" w="268">
                    <a:moveTo>
                      <a:pt x="132" y="1"/>
                    </a:moveTo>
                    <a:cubicBezTo>
                      <a:pt x="121" y="1"/>
                      <a:pt x="111" y="8"/>
                      <a:pt x="100" y="29"/>
                    </a:cubicBezTo>
                    <a:cubicBezTo>
                      <a:pt x="67" y="29"/>
                      <a:pt x="0" y="62"/>
                      <a:pt x="67" y="129"/>
                    </a:cubicBezTo>
                    <a:cubicBezTo>
                      <a:pt x="91" y="178"/>
                      <a:pt x="116" y="209"/>
                      <a:pt x="140" y="209"/>
                    </a:cubicBezTo>
                    <a:cubicBezTo>
                      <a:pt x="149" y="209"/>
                      <a:pt x="158" y="205"/>
                      <a:pt x="167" y="196"/>
                    </a:cubicBezTo>
                    <a:cubicBezTo>
                      <a:pt x="234" y="129"/>
                      <a:pt x="267" y="96"/>
                      <a:pt x="234" y="62"/>
                    </a:cubicBezTo>
                    <a:cubicBezTo>
                      <a:pt x="188" y="39"/>
                      <a:pt x="158" y="1"/>
                      <a:pt x="1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4" name="Google Shape;974;p41"/>
              <p:cNvSpPr/>
              <p:nvPr/>
            </p:nvSpPr>
            <p:spPr>
              <a:xfrm>
                <a:off x="2361025" y="3339375"/>
                <a:ext cx="55900" cy="43650"/>
              </a:xfrm>
              <a:custGeom>
                <a:rect b="b" l="l" r="r" t="t"/>
                <a:pathLst>
                  <a:path extrusionOk="0" h="1746" w="2236">
                    <a:moveTo>
                      <a:pt x="946" y="0"/>
                    </a:moveTo>
                    <a:cubicBezTo>
                      <a:pt x="611" y="0"/>
                      <a:pt x="308" y="147"/>
                      <a:pt x="201" y="406"/>
                    </a:cubicBezTo>
                    <a:cubicBezTo>
                      <a:pt x="0" y="839"/>
                      <a:pt x="301" y="1373"/>
                      <a:pt x="801" y="1607"/>
                    </a:cubicBezTo>
                    <a:cubicBezTo>
                      <a:pt x="990" y="1701"/>
                      <a:pt x="1183" y="1745"/>
                      <a:pt x="1362" y="1745"/>
                    </a:cubicBezTo>
                    <a:cubicBezTo>
                      <a:pt x="1686" y="1745"/>
                      <a:pt x="1961" y="1598"/>
                      <a:pt x="2069" y="1340"/>
                    </a:cubicBezTo>
                    <a:cubicBezTo>
                      <a:pt x="2235" y="906"/>
                      <a:pt x="2002" y="372"/>
                      <a:pt x="1502" y="139"/>
                    </a:cubicBezTo>
                    <a:cubicBezTo>
                      <a:pt x="1324" y="44"/>
                      <a:pt x="1130" y="0"/>
                      <a:pt x="946" y="0"/>
                    </a:cubicBezTo>
                    <a:close/>
                  </a:path>
                </a:pathLst>
              </a:custGeom>
              <a:solidFill>
                <a:srgbClr val="D87D6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5" name="Google Shape;975;p41"/>
              <p:cNvSpPr/>
              <p:nvPr/>
            </p:nvSpPr>
            <p:spPr>
              <a:xfrm>
                <a:off x="2370200" y="3347850"/>
                <a:ext cx="33375" cy="24825"/>
              </a:xfrm>
              <a:custGeom>
                <a:rect b="b" l="l" r="r" t="t"/>
                <a:pathLst>
                  <a:path extrusionOk="0" h="993" w="1335">
                    <a:moveTo>
                      <a:pt x="634" y="0"/>
                    </a:moveTo>
                    <a:cubicBezTo>
                      <a:pt x="434" y="0"/>
                      <a:pt x="267" y="67"/>
                      <a:pt x="134" y="200"/>
                    </a:cubicBezTo>
                    <a:cubicBezTo>
                      <a:pt x="0" y="367"/>
                      <a:pt x="0" y="634"/>
                      <a:pt x="167" y="667"/>
                    </a:cubicBezTo>
                    <a:cubicBezTo>
                      <a:pt x="167" y="684"/>
                      <a:pt x="176" y="692"/>
                      <a:pt x="192" y="692"/>
                    </a:cubicBezTo>
                    <a:cubicBezTo>
                      <a:pt x="209" y="692"/>
                      <a:pt x="234" y="684"/>
                      <a:pt x="267" y="667"/>
                    </a:cubicBezTo>
                    <a:cubicBezTo>
                      <a:pt x="301" y="667"/>
                      <a:pt x="301" y="600"/>
                      <a:pt x="267" y="567"/>
                    </a:cubicBezTo>
                    <a:cubicBezTo>
                      <a:pt x="167" y="500"/>
                      <a:pt x="167" y="267"/>
                      <a:pt x="267" y="200"/>
                    </a:cubicBezTo>
                    <a:cubicBezTo>
                      <a:pt x="301" y="100"/>
                      <a:pt x="434" y="67"/>
                      <a:pt x="534" y="33"/>
                    </a:cubicBezTo>
                    <a:lnTo>
                      <a:pt x="534" y="33"/>
                    </a:lnTo>
                    <a:cubicBezTo>
                      <a:pt x="501" y="67"/>
                      <a:pt x="467" y="100"/>
                      <a:pt x="467" y="167"/>
                    </a:cubicBezTo>
                    <a:cubicBezTo>
                      <a:pt x="401" y="234"/>
                      <a:pt x="401" y="400"/>
                      <a:pt x="501" y="500"/>
                    </a:cubicBezTo>
                    <a:cubicBezTo>
                      <a:pt x="501" y="534"/>
                      <a:pt x="534" y="534"/>
                      <a:pt x="601" y="534"/>
                    </a:cubicBezTo>
                    <a:cubicBezTo>
                      <a:pt x="601" y="534"/>
                      <a:pt x="634" y="500"/>
                      <a:pt x="601" y="434"/>
                    </a:cubicBezTo>
                    <a:cubicBezTo>
                      <a:pt x="534" y="400"/>
                      <a:pt x="501" y="334"/>
                      <a:pt x="534" y="234"/>
                    </a:cubicBezTo>
                    <a:cubicBezTo>
                      <a:pt x="601" y="167"/>
                      <a:pt x="634" y="133"/>
                      <a:pt x="701" y="67"/>
                    </a:cubicBezTo>
                    <a:cubicBezTo>
                      <a:pt x="768" y="133"/>
                      <a:pt x="768" y="133"/>
                      <a:pt x="801" y="133"/>
                    </a:cubicBezTo>
                    <a:cubicBezTo>
                      <a:pt x="834" y="167"/>
                      <a:pt x="868" y="200"/>
                      <a:pt x="868" y="234"/>
                    </a:cubicBezTo>
                    <a:cubicBezTo>
                      <a:pt x="868" y="300"/>
                      <a:pt x="868" y="367"/>
                      <a:pt x="834" y="400"/>
                    </a:cubicBezTo>
                    <a:cubicBezTo>
                      <a:pt x="801" y="500"/>
                      <a:pt x="768" y="534"/>
                      <a:pt x="768" y="634"/>
                    </a:cubicBezTo>
                    <a:cubicBezTo>
                      <a:pt x="768" y="801"/>
                      <a:pt x="834" y="901"/>
                      <a:pt x="968" y="967"/>
                    </a:cubicBezTo>
                    <a:cubicBezTo>
                      <a:pt x="1001" y="984"/>
                      <a:pt x="1043" y="992"/>
                      <a:pt x="1084" y="992"/>
                    </a:cubicBezTo>
                    <a:cubicBezTo>
                      <a:pt x="1126" y="992"/>
                      <a:pt x="1168" y="984"/>
                      <a:pt x="1201" y="967"/>
                    </a:cubicBezTo>
                    <a:cubicBezTo>
                      <a:pt x="1201" y="901"/>
                      <a:pt x="1268" y="901"/>
                      <a:pt x="1301" y="867"/>
                    </a:cubicBezTo>
                    <a:cubicBezTo>
                      <a:pt x="1335" y="867"/>
                      <a:pt x="1335" y="834"/>
                      <a:pt x="1301" y="801"/>
                    </a:cubicBezTo>
                    <a:cubicBezTo>
                      <a:pt x="1301" y="767"/>
                      <a:pt x="1293" y="751"/>
                      <a:pt x="1276" y="751"/>
                    </a:cubicBezTo>
                    <a:cubicBezTo>
                      <a:pt x="1260" y="751"/>
                      <a:pt x="1235" y="767"/>
                      <a:pt x="1201" y="801"/>
                    </a:cubicBezTo>
                    <a:cubicBezTo>
                      <a:pt x="1154" y="824"/>
                      <a:pt x="1124" y="848"/>
                      <a:pt x="1074" y="848"/>
                    </a:cubicBezTo>
                    <a:cubicBezTo>
                      <a:pt x="1054" y="848"/>
                      <a:pt x="1030" y="844"/>
                      <a:pt x="1001" y="834"/>
                    </a:cubicBezTo>
                    <a:cubicBezTo>
                      <a:pt x="968" y="801"/>
                      <a:pt x="934" y="734"/>
                      <a:pt x="934" y="667"/>
                    </a:cubicBezTo>
                    <a:cubicBezTo>
                      <a:pt x="934" y="634"/>
                      <a:pt x="934" y="567"/>
                      <a:pt x="968" y="534"/>
                    </a:cubicBezTo>
                    <a:cubicBezTo>
                      <a:pt x="1001" y="467"/>
                      <a:pt x="1034" y="367"/>
                      <a:pt x="1034" y="300"/>
                    </a:cubicBezTo>
                    <a:cubicBezTo>
                      <a:pt x="1034" y="200"/>
                      <a:pt x="968" y="67"/>
                      <a:pt x="868" y="33"/>
                    </a:cubicBezTo>
                    <a:cubicBezTo>
                      <a:pt x="834" y="0"/>
                      <a:pt x="768" y="0"/>
                      <a:pt x="634" y="0"/>
                    </a:cubicBezTo>
                    <a:close/>
                  </a:path>
                </a:pathLst>
              </a:custGeom>
              <a:solidFill>
                <a:srgbClr val="C16B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6" name="Google Shape;976;p41"/>
              <p:cNvSpPr/>
              <p:nvPr/>
            </p:nvSpPr>
            <p:spPr>
              <a:xfrm>
                <a:off x="2464425" y="3448750"/>
                <a:ext cx="52575" cy="66725"/>
              </a:xfrm>
              <a:custGeom>
                <a:rect b="b" l="l" r="r" t="t"/>
                <a:pathLst>
                  <a:path extrusionOk="0" h="2669" w="2103">
                    <a:moveTo>
                      <a:pt x="1" y="0"/>
                    </a:moveTo>
                    <a:lnTo>
                      <a:pt x="67" y="834"/>
                    </a:lnTo>
                    <a:lnTo>
                      <a:pt x="1569" y="2669"/>
                    </a:lnTo>
                    <a:lnTo>
                      <a:pt x="2102" y="113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AD27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7" name="Google Shape;977;p41"/>
              <p:cNvSpPr/>
              <p:nvPr/>
            </p:nvSpPr>
            <p:spPr>
              <a:xfrm>
                <a:off x="2516975" y="3418725"/>
                <a:ext cx="37550" cy="72575"/>
              </a:xfrm>
              <a:custGeom>
                <a:rect b="b" l="l" r="r" t="t"/>
                <a:pathLst>
                  <a:path extrusionOk="0" h="2903" w="1502">
                    <a:moveTo>
                      <a:pt x="567" y="0"/>
                    </a:moveTo>
                    <a:lnTo>
                      <a:pt x="0" y="2335"/>
                    </a:lnTo>
                    <a:lnTo>
                      <a:pt x="1501" y="2902"/>
                    </a:lnTo>
                    <a:lnTo>
                      <a:pt x="1134" y="567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rgbClr val="AD272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8" name="Google Shape;978;p41"/>
              <p:cNvSpPr/>
              <p:nvPr/>
            </p:nvSpPr>
            <p:spPr>
              <a:xfrm>
                <a:off x="3223300" y="1991025"/>
                <a:ext cx="474525" cy="259375"/>
              </a:xfrm>
              <a:custGeom>
                <a:rect b="b" l="l" r="r" t="t"/>
                <a:pathLst>
                  <a:path extrusionOk="0" h="10375" w="18981">
                    <a:moveTo>
                      <a:pt x="17580" y="1"/>
                    </a:moveTo>
                    <a:lnTo>
                      <a:pt x="1" y="6606"/>
                    </a:lnTo>
                    <a:lnTo>
                      <a:pt x="1435" y="10375"/>
                    </a:lnTo>
                    <a:lnTo>
                      <a:pt x="18981" y="3770"/>
                    </a:lnTo>
                    <a:lnTo>
                      <a:pt x="17580" y="1"/>
                    </a:lnTo>
                    <a:close/>
                  </a:path>
                </a:pathLst>
              </a:custGeom>
              <a:solidFill>
                <a:srgbClr val="B33A2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79" name="Google Shape;979;p41"/>
              <p:cNvSpPr/>
              <p:nvPr/>
            </p:nvSpPr>
            <p:spPr>
              <a:xfrm>
                <a:off x="3501000" y="1274000"/>
                <a:ext cx="1319300" cy="1167675"/>
              </a:xfrm>
              <a:custGeom>
                <a:rect b="b" l="l" r="r" t="t"/>
                <a:pathLst>
                  <a:path extrusionOk="0" h="46707" w="52772">
                    <a:moveTo>
                      <a:pt x="26311" y="3890"/>
                    </a:moveTo>
                    <a:cubicBezTo>
                      <a:pt x="34164" y="3890"/>
                      <a:pt x="41580" y="8703"/>
                      <a:pt x="44532" y="16473"/>
                    </a:cubicBezTo>
                    <a:cubicBezTo>
                      <a:pt x="48302" y="26480"/>
                      <a:pt x="43198" y="37722"/>
                      <a:pt x="33191" y="41491"/>
                    </a:cubicBezTo>
                    <a:cubicBezTo>
                      <a:pt x="30928" y="42348"/>
                      <a:pt x="28608" y="42754"/>
                      <a:pt x="26327" y="42754"/>
                    </a:cubicBezTo>
                    <a:cubicBezTo>
                      <a:pt x="18488" y="42754"/>
                      <a:pt x="11119" y="37953"/>
                      <a:pt x="8173" y="30150"/>
                    </a:cubicBezTo>
                    <a:cubicBezTo>
                      <a:pt x="4437" y="20142"/>
                      <a:pt x="9507" y="8934"/>
                      <a:pt x="19515" y="5132"/>
                    </a:cubicBezTo>
                    <a:cubicBezTo>
                      <a:pt x="21752" y="4289"/>
                      <a:pt x="24050" y="3890"/>
                      <a:pt x="26311" y="3890"/>
                    </a:cubicBezTo>
                    <a:close/>
                    <a:moveTo>
                      <a:pt x="26374" y="0"/>
                    </a:moveTo>
                    <a:cubicBezTo>
                      <a:pt x="23651" y="0"/>
                      <a:pt x="20881" y="481"/>
                      <a:pt x="18180" y="1496"/>
                    </a:cubicBezTo>
                    <a:cubicBezTo>
                      <a:pt x="6138" y="6066"/>
                      <a:pt x="1" y="19509"/>
                      <a:pt x="4537" y="31584"/>
                    </a:cubicBezTo>
                    <a:cubicBezTo>
                      <a:pt x="8080" y="40920"/>
                      <a:pt x="16956" y="46707"/>
                      <a:pt x="26394" y="46707"/>
                    </a:cubicBezTo>
                    <a:cubicBezTo>
                      <a:pt x="29129" y="46707"/>
                      <a:pt x="31912" y="46221"/>
                      <a:pt x="34625" y="45194"/>
                    </a:cubicBezTo>
                    <a:cubicBezTo>
                      <a:pt x="46634" y="40724"/>
                      <a:pt x="52772" y="27214"/>
                      <a:pt x="48268" y="15139"/>
                    </a:cubicBezTo>
                    <a:cubicBezTo>
                      <a:pt x="44721" y="5790"/>
                      <a:pt x="35825" y="0"/>
                      <a:pt x="26374" y="0"/>
                    </a:cubicBezTo>
                    <a:close/>
                  </a:path>
                </a:pathLst>
              </a:custGeom>
              <a:solidFill>
                <a:srgbClr val="2D2A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0" name="Google Shape;980;p41"/>
              <p:cNvSpPr/>
              <p:nvPr/>
            </p:nvSpPr>
            <p:spPr>
              <a:xfrm>
                <a:off x="3552700" y="1318725"/>
                <a:ext cx="1215900" cy="1077050"/>
              </a:xfrm>
              <a:custGeom>
                <a:rect b="b" l="l" r="r" t="t"/>
                <a:pathLst>
                  <a:path extrusionOk="0" h="43082" w="48636">
                    <a:moveTo>
                      <a:pt x="24243" y="2101"/>
                    </a:moveTo>
                    <a:cubicBezTo>
                      <a:pt x="32096" y="2101"/>
                      <a:pt x="39512" y="6914"/>
                      <a:pt x="42464" y="14684"/>
                    </a:cubicBezTo>
                    <a:cubicBezTo>
                      <a:pt x="46234" y="24691"/>
                      <a:pt x="41130" y="35933"/>
                      <a:pt x="31123" y="39702"/>
                    </a:cubicBezTo>
                    <a:cubicBezTo>
                      <a:pt x="28860" y="40559"/>
                      <a:pt x="26540" y="40965"/>
                      <a:pt x="24259" y="40965"/>
                    </a:cubicBezTo>
                    <a:cubicBezTo>
                      <a:pt x="16420" y="40965"/>
                      <a:pt x="9051" y="36164"/>
                      <a:pt x="6105" y="28361"/>
                    </a:cubicBezTo>
                    <a:cubicBezTo>
                      <a:pt x="2369" y="18353"/>
                      <a:pt x="7439" y="7145"/>
                      <a:pt x="17447" y="3343"/>
                    </a:cubicBezTo>
                    <a:cubicBezTo>
                      <a:pt x="19684" y="2500"/>
                      <a:pt x="21982" y="2101"/>
                      <a:pt x="24243" y="2101"/>
                    </a:cubicBezTo>
                    <a:close/>
                    <a:moveTo>
                      <a:pt x="24288" y="0"/>
                    </a:moveTo>
                    <a:cubicBezTo>
                      <a:pt x="21779" y="0"/>
                      <a:pt x="19229" y="442"/>
                      <a:pt x="16746" y="1375"/>
                    </a:cubicBezTo>
                    <a:cubicBezTo>
                      <a:pt x="5605" y="5544"/>
                      <a:pt x="1" y="18020"/>
                      <a:pt x="4170" y="29128"/>
                    </a:cubicBezTo>
                    <a:cubicBezTo>
                      <a:pt x="7405" y="37771"/>
                      <a:pt x="15619" y="43082"/>
                      <a:pt x="24326" y="43082"/>
                    </a:cubicBezTo>
                    <a:cubicBezTo>
                      <a:pt x="26842" y="43082"/>
                      <a:pt x="29400" y="42638"/>
                      <a:pt x="31890" y="41703"/>
                    </a:cubicBezTo>
                    <a:cubicBezTo>
                      <a:pt x="42965" y="37534"/>
                      <a:pt x="48636" y="25125"/>
                      <a:pt x="44466" y="13984"/>
                    </a:cubicBezTo>
                    <a:cubicBezTo>
                      <a:pt x="41228" y="5333"/>
                      <a:pt x="33004" y="0"/>
                      <a:pt x="24288" y="0"/>
                    </a:cubicBezTo>
                    <a:close/>
                  </a:path>
                </a:pathLst>
              </a:custGeom>
              <a:solidFill>
                <a:srgbClr val="2D2A2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1" name="Google Shape;981;p41"/>
              <p:cNvSpPr/>
              <p:nvPr/>
            </p:nvSpPr>
            <p:spPr>
              <a:xfrm>
                <a:off x="3626925" y="1372250"/>
                <a:ext cx="1066625" cy="971550"/>
              </a:xfrm>
              <a:custGeom>
                <a:rect b="b" l="l" r="r" t="t"/>
                <a:pathLst>
                  <a:path extrusionOk="0" h="38862" w="42665">
                    <a:moveTo>
                      <a:pt x="21333" y="1"/>
                    </a:moveTo>
                    <a:cubicBezTo>
                      <a:pt x="16362" y="1"/>
                      <a:pt x="11392" y="1902"/>
                      <a:pt x="7606" y="5705"/>
                    </a:cubicBezTo>
                    <a:cubicBezTo>
                      <a:pt x="1" y="13277"/>
                      <a:pt x="1" y="25586"/>
                      <a:pt x="7606" y="33158"/>
                    </a:cubicBezTo>
                    <a:cubicBezTo>
                      <a:pt x="11392" y="36961"/>
                      <a:pt x="16362" y="38862"/>
                      <a:pt x="21333" y="38862"/>
                    </a:cubicBezTo>
                    <a:cubicBezTo>
                      <a:pt x="26303" y="38862"/>
                      <a:pt x="31273" y="36961"/>
                      <a:pt x="35059" y="33158"/>
                    </a:cubicBezTo>
                    <a:cubicBezTo>
                      <a:pt x="42664" y="25586"/>
                      <a:pt x="42664" y="13277"/>
                      <a:pt x="35059" y="5705"/>
                    </a:cubicBezTo>
                    <a:cubicBezTo>
                      <a:pt x="31273" y="1902"/>
                      <a:pt x="26303" y="1"/>
                      <a:pt x="21333" y="1"/>
                    </a:cubicBezTo>
                    <a:close/>
                  </a:path>
                </a:pathLst>
              </a:custGeom>
              <a:solidFill>
                <a:srgbClr val="385D93">
                  <a:alpha val="2275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2" name="Google Shape;982;p41"/>
              <p:cNvSpPr/>
              <p:nvPr/>
            </p:nvSpPr>
            <p:spPr>
              <a:xfrm>
                <a:off x="2561175" y="2063575"/>
                <a:ext cx="845625" cy="451350"/>
              </a:xfrm>
              <a:custGeom>
                <a:rect b="b" l="l" r="r" t="t"/>
                <a:pathLst>
                  <a:path extrusionOk="0" h="18054" w="33825">
                    <a:moveTo>
                      <a:pt x="31056" y="1"/>
                    </a:moveTo>
                    <a:lnTo>
                      <a:pt x="3036" y="10508"/>
                    </a:lnTo>
                    <a:cubicBezTo>
                      <a:pt x="1001" y="11242"/>
                      <a:pt x="0" y="13511"/>
                      <a:pt x="734" y="15512"/>
                    </a:cubicBezTo>
                    <a:cubicBezTo>
                      <a:pt x="1331" y="17096"/>
                      <a:pt x="2818" y="18054"/>
                      <a:pt x="4408" y="18054"/>
                    </a:cubicBezTo>
                    <a:cubicBezTo>
                      <a:pt x="4860" y="18054"/>
                      <a:pt x="5320" y="17976"/>
                      <a:pt x="5771" y="17814"/>
                    </a:cubicBezTo>
                    <a:lnTo>
                      <a:pt x="33824" y="7306"/>
                    </a:lnTo>
                    <a:lnTo>
                      <a:pt x="31056" y="1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3" name="Google Shape;983;p41"/>
              <p:cNvSpPr/>
              <p:nvPr/>
            </p:nvSpPr>
            <p:spPr>
              <a:xfrm>
                <a:off x="2573675" y="2197025"/>
                <a:ext cx="830625" cy="316575"/>
              </a:xfrm>
              <a:custGeom>
                <a:rect b="b" l="l" r="r" t="t"/>
                <a:pathLst>
                  <a:path extrusionOk="0" h="12663" w="33225">
                    <a:moveTo>
                      <a:pt x="32557" y="0"/>
                    </a:moveTo>
                    <a:lnTo>
                      <a:pt x="4537" y="10508"/>
                    </a:lnTo>
                    <a:cubicBezTo>
                      <a:pt x="4088" y="10678"/>
                      <a:pt x="3624" y="10760"/>
                      <a:pt x="3166" y="10760"/>
                    </a:cubicBezTo>
                    <a:cubicBezTo>
                      <a:pt x="1925" y="10760"/>
                      <a:pt x="732" y="10163"/>
                      <a:pt x="1" y="9140"/>
                    </a:cubicBezTo>
                    <a:lnTo>
                      <a:pt x="1" y="9140"/>
                    </a:lnTo>
                    <a:cubicBezTo>
                      <a:pt x="34" y="9474"/>
                      <a:pt x="67" y="9774"/>
                      <a:pt x="201" y="10141"/>
                    </a:cubicBezTo>
                    <a:cubicBezTo>
                      <a:pt x="796" y="11693"/>
                      <a:pt x="2273" y="12663"/>
                      <a:pt x="3839" y="12663"/>
                    </a:cubicBezTo>
                    <a:cubicBezTo>
                      <a:pt x="4293" y="12663"/>
                      <a:pt x="4755" y="12581"/>
                      <a:pt x="5204" y="12409"/>
                    </a:cubicBezTo>
                    <a:lnTo>
                      <a:pt x="33224" y="1901"/>
                    </a:lnTo>
                    <a:lnTo>
                      <a:pt x="32557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4" name="Google Shape;984;p41"/>
              <p:cNvSpPr/>
              <p:nvPr/>
            </p:nvSpPr>
            <p:spPr>
              <a:xfrm>
                <a:off x="3841575" y="1424950"/>
                <a:ext cx="557950" cy="242875"/>
              </a:xfrm>
              <a:custGeom>
                <a:rect b="b" l="l" r="r" t="t"/>
                <a:pathLst>
                  <a:path extrusionOk="0" h="9715" w="22318">
                    <a:moveTo>
                      <a:pt x="13305" y="1"/>
                    </a:moveTo>
                    <a:cubicBezTo>
                      <a:pt x="9305" y="1"/>
                      <a:pt x="5434" y="1348"/>
                      <a:pt x="2222" y="4197"/>
                    </a:cubicBezTo>
                    <a:cubicBezTo>
                      <a:pt x="1" y="6205"/>
                      <a:pt x="1752" y="9715"/>
                      <a:pt x="3996" y="9715"/>
                    </a:cubicBezTo>
                    <a:cubicBezTo>
                      <a:pt x="4548" y="9715"/>
                      <a:pt x="5131" y="9502"/>
                      <a:pt x="5691" y="9001"/>
                    </a:cubicBezTo>
                    <a:cubicBezTo>
                      <a:pt x="7902" y="6987"/>
                      <a:pt x="10583" y="5786"/>
                      <a:pt x="13442" y="5786"/>
                    </a:cubicBezTo>
                    <a:cubicBezTo>
                      <a:pt x="14465" y="5786"/>
                      <a:pt x="15511" y="5940"/>
                      <a:pt x="16566" y="6265"/>
                    </a:cubicBezTo>
                    <a:cubicBezTo>
                      <a:pt x="16919" y="6379"/>
                      <a:pt x="17260" y="6430"/>
                      <a:pt x="17587" y="6430"/>
                    </a:cubicBezTo>
                    <a:cubicBezTo>
                      <a:pt x="20623" y="6430"/>
                      <a:pt x="22318" y="1949"/>
                      <a:pt x="19034" y="895"/>
                    </a:cubicBezTo>
                    <a:cubicBezTo>
                      <a:pt x="17133" y="304"/>
                      <a:pt x="15205" y="1"/>
                      <a:pt x="133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5" name="Google Shape;985;p41"/>
              <p:cNvSpPr/>
              <p:nvPr/>
            </p:nvSpPr>
            <p:spPr>
              <a:xfrm>
                <a:off x="4349100" y="1939325"/>
                <a:ext cx="9200" cy="25"/>
              </a:xfrm>
              <a:custGeom>
                <a:rect b="b" l="l" r="r" t="t"/>
                <a:pathLst>
                  <a:path extrusionOk="0" h="1" w="368">
                    <a:moveTo>
                      <a:pt x="1" y="1"/>
                    </a:moveTo>
                    <a:lnTo>
                      <a:pt x="36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6" name="Google Shape;986;p41"/>
              <p:cNvSpPr/>
              <p:nvPr/>
            </p:nvSpPr>
            <p:spPr>
              <a:xfrm>
                <a:off x="4463350" y="204607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1" y="367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7" name="Google Shape;987;p41"/>
              <p:cNvSpPr/>
              <p:nvPr/>
            </p:nvSpPr>
            <p:spPr>
              <a:xfrm>
                <a:off x="4356625" y="1834250"/>
                <a:ext cx="213500" cy="212675"/>
              </a:xfrm>
              <a:custGeom>
                <a:rect b="b" l="l" r="r" t="t"/>
                <a:pathLst>
                  <a:path extrusionOk="0" h="8507" w="8540">
                    <a:moveTo>
                      <a:pt x="4270" y="1"/>
                    </a:moveTo>
                    <a:cubicBezTo>
                      <a:pt x="4270" y="868"/>
                      <a:pt x="4203" y="3036"/>
                      <a:pt x="3603" y="3570"/>
                    </a:cubicBezTo>
                    <a:cubicBezTo>
                      <a:pt x="3069" y="4137"/>
                      <a:pt x="901" y="4204"/>
                      <a:pt x="0" y="4237"/>
                    </a:cubicBezTo>
                    <a:cubicBezTo>
                      <a:pt x="901" y="4237"/>
                      <a:pt x="3069" y="4337"/>
                      <a:pt x="3603" y="4904"/>
                    </a:cubicBezTo>
                    <a:cubicBezTo>
                      <a:pt x="4136" y="5471"/>
                      <a:pt x="4236" y="7606"/>
                      <a:pt x="4270" y="8507"/>
                    </a:cubicBezTo>
                    <a:cubicBezTo>
                      <a:pt x="4270" y="7606"/>
                      <a:pt x="4370" y="5438"/>
                      <a:pt x="4937" y="4904"/>
                    </a:cubicBezTo>
                    <a:cubicBezTo>
                      <a:pt x="5471" y="4371"/>
                      <a:pt x="7639" y="4270"/>
                      <a:pt x="8540" y="4237"/>
                    </a:cubicBezTo>
                    <a:cubicBezTo>
                      <a:pt x="7639" y="4237"/>
                      <a:pt x="5471" y="4170"/>
                      <a:pt x="4937" y="3570"/>
                    </a:cubicBezTo>
                    <a:cubicBezTo>
                      <a:pt x="4370" y="3003"/>
                      <a:pt x="4270" y="835"/>
                      <a:pt x="42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8" name="Google Shape;988;p41"/>
              <p:cNvSpPr/>
              <p:nvPr/>
            </p:nvSpPr>
            <p:spPr>
              <a:xfrm>
                <a:off x="4463350" y="1824250"/>
                <a:ext cx="25" cy="10025"/>
              </a:xfrm>
              <a:custGeom>
                <a:rect b="b" l="l" r="r" t="t"/>
                <a:pathLst>
                  <a:path extrusionOk="0" h="401" w="1">
                    <a:moveTo>
                      <a:pt x="1" y="0"/>
                    </a:moveTo>
                    <a:lnTo>
                      <a:pt x="1" y="4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89" name="Google Shape;989;p41"/>
              <p:cNvSpPr/>
              <p:nvPr/>
            </p:nvSpPr>
            <p:spPr>
              <a:xfrm>
                <a:off x="4570100" y="1939325"/>
                <a:ext cx="9200" cy="25"/>
              </a:xfrm>
              <a:custGeom>
                <a:rect b="b" l="l" r="r" t="t"/>
                <a:pathLst>
                  <a:path extrusionOk="0" h="1" w="368">
                    <a:moveTo>
                      <a:pt x="367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0" name="Google Shape;990;p41"/>
              <p:cNvSpPr/>
              <p:nvPr/>
            </p:nvSpPr>
            <p:spPr>
              <a:xfrm>
                <a:off x="1904875" y="4240975"/>
                <a:ext cx="10025" cy="25"/>
              </a:xfrm>
              <a:custGeom>
                <a:rect b="b" l="l" r="r" t="t"/>
                <a:pathLst>
                  <a:path extrusionOk="0" h="1" w="401">
                    <a:moveTo>
                      <a:pt x="0" y="1"/>
                    </a:moveTo>
                    <a:lnTo>
                      <a:pt x="40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1" name="Google Shape;991;p41"/>
              <p:cNvSpPr/>
              <p:nvPr/>
            </p:nvSpPr>
            <p:spPr>
              <a:xfrm>
                <a:off x="2019950" y="434772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0" y="367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2" name="Google Shape;992;p41"/>
              <p:cNvSpPr/>
              <p:nvPr/>
            </p:nvSpPr>
            <p:spPr>
              <a:xfrm>
                <a:off x="1914050" y="4135900"/>
                <a:ext cx="211825" cy="212675"/>
              </a:xfrm>
              <a:custGeom>
                <a:rect b="b" l="l" r="r" t="t"/>
                <a:pathLst>
                  <a:path extrusionOk="0" h="8507" w="8473">
                    <a:moveTo>
                      <a:pt x="4236" y="1"/>
                    </a:moveTo>
                    <a:cubicBezTo>
                      <a:pt x="4236" y="868"/>
                      <a:pt x="4136" y="3036"/>
                      <a:pt x="3569" y="3570"/>
                    </a:cubicBezTo>
                    <a:cubicBezTo>
                      <a:pt x="3036" y="4137"/>
                      <a:pt x="867" y="4204"/>
                      <a:pt x="0" y="4237"/>
                    </a:cubicBezTo>
                    <a:cubicBezTo>
                      <a:pt x="867" y="4237"/>
                      <a:pt x="3036" y="4337"/>
                      <a:pt x="3569" y="4904"/>
                    </a:cubicBezTo>
                    <a:cubicBezTo>
                      <a:pt x="4103" y="5471"/>
                      <a:pt x="4203" y="7639"/>
                      <a:pt x="4236" y="8507"/>
                    </a:cubicBezTo>
                    <a:cubicBezTo>
                      <a:pt x="4236" y="7639"/>
                      <a:pt x="4336" y="5471"/>
                      <a:pt x="4904" y="4904"/>
                    </a:cubicBezTo>
                    <a:cubicBezTo>
                      <a:pt x="5437" y="4370"/>
                      <a:pt x="7605" y="4304"/>
                      <a:pt x="8473" y="4237"/>
                    </a:cubicBezTo>
                    <a:cubicBezTo>
                      <a:pt x="7605" y="4237"/>
                      <a:pt x="5437" y="4170"/>
                      <a:pt x="4904" y="3570"/>
                    </a:cubicBezTo>
                    <a:cubicBezTo>
                      <a:pt x="4336" y="3003"/>
                      <a:pt x="4236" y="868"/>
                      <a:pt x="42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3" name="Google Shape;993;p41"/>
              <p:cNvSpPr/>
              <p:nvPr/>
            </p:nvSpPr>
            <p:spPr>
              <a:xfrm>
                <a:off x="2019950" y="412672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0" y="1"/>
                    </a:moveTo>
                    <a:lnTo>
                      <a:pt x="0" y="3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4" name="Google Shape;994;p41"/>
              <p:cNvSpPr/>
              <p:nvPr/>
            </p:nvSpPr>
            <p:spPr>
              <a:xfrm>
                <a:off x="2126700" y="4240975"/>
                <a:ext cx="9200" cy="400"/>
              </a:xfrm>
              <a:custGeom>
                <a:rect b="b" l="l" r="r" t="t"/>
                <a:pathLst>
                  <a:path extrusionOk="0" h="16" w="368">
                    <a:moveTo>
                      <a:pt x="0" y="1"/>
                    </a:moveTo>
                    <a:cubicBezTo>
                      <a:pt x="67" y="12"/>
                      <a:pt x="130" y="15"/>
                      <a:pt x="184" y="15"/>
                    </a:cubicBezTo>
                    <a:cubicBezTo>
                      <a:pt x="293" y="15"/>
                      <a:pt x="367" y="1"/>
                      <a:pt x="3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5" name="Google Shape;995;p41"/>
              <p:cNvSpPr/>
              <p:nvPr/>
            </p:nvSpPr>
            <p:spPr>
              <a:xfrm>
                <a:off x="2350175" y="1898475"/>
                <a:ext cx="10050" cy="25"/>
              </a:xfrm>
              <a:custGeom>
                <a:rect b="b" l="l" r="r" t="t"/>
                <a:pathLst>
                  <a:path extrusionOk="0" h="1" w="402">
                    <a:moveTo>
                      <a:pt x="1" y="0"/>
                    </a:moveTo>
                    <a:lnTo>
                      <a:pt x="4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6" name="Google Shape;996;p41"/>
              <p:cNvSpPr/>
              <p:nvPr/>
            </p:nvSpPr>
            <p:spPr>
              <a:xfrm>
                <a:off x="2465275" y="2005200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0" y="368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7" name="Google Shape;997;p41"/>
              <p:cNvSpPr/>
              <p:nvPr/>
            </p:nvSpPr>
            <p:spPr>
              <a:xfrm>
                <a:off x="2358525" y="1793400"/>
                <a:ext cx="212675" cy="212675"/>
              </a:xfrm>
              <a:custGeom>
                <a:rect b="b" l="l" r="r" t="t"/>
                <a:pathLst>
                  <a:path extrusionOk="0" h="8507" w="8507">
                    <a:moveTo>
                      <a:pt x="4270" y="0"/>
                    </a:moveTo>
                    <a:cubicBezTo>
                      <a:pt x="4270" y="867"/>
                      <a:pt x="4170" y="3036"/>
                      <a:pt x="3603" y="3569"/>
                    </a:cubicBezTo>
                    <a:cubicBezTo>
                      <a:pt x="3069" y="4136"/>
                      <a:pt x="901" y="4203"/>
                      <a:pt x="0" y="4237"/>
                    </a:cubicBezTo>
                    <a:cubicBezTo>
                      <a:pt x="901" y="4237"/>
                      <a:pt x="3069" y="4337"/>
                      <a:pt x="3603" y="4904"/>
                    </a:cubicBezTo>
                    <a:cubicBezTo>
                      <a:pt x="4137" y="5471"/>
                      <a:pt x="4237" y="7639"/>
                      <a:pt x="4270" y="8506"/>
                    </a:cubicBezTo>
                    <a:cubicBezTo>
                      <a:pt x="4270" y="7639"/>
                      <a:pt x="4337" y="5471"/>
                      <a:pt x="4937" y="4904"/>
                    </a:cubicBezTo>
                    <a:cubicBezTo>
                      <a:pt x="5471" y="4370"/>
                      <a:pt x="7639" y="4303"/>
                      <a:pt x="8506" y="4237"/>
                    </a:cubicBezTo>
                    <a:cubicBezTo>
                      <a:pt x="7639" y="4237"/>
                      <a:pt x="5471" y="4170"/>
                      <a:pt x="4937" y="3569"/>
                    </a:cubicBezTo>
                    <a:cubicBezTo>
                      <a:pt x="4337" y="3002"/>
                      <a:pt x="4270" y="834"/>
                      <a:pt x="42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8" name="Google Shape;998;p41"/>
              <p:cNvSpPr/>
              <p:nvPr/>
            </p:nvSpPr>
            <p:spPr>
              <a:xfrm>
                <a:off x="2465275" y="178422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0" y="0"/>
                    </a:moveTo>
                    <a:lnTo>
                      <a:pt x="0" y="3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999" name="Google Shape;999;p41"/>
              <p:cNvSpPr/>
              <p:nvPr/>
            </p:nvSpPr>
            <p:spPr>
              <a:xfrm>
                <a:off x="2570350" y="1898475"/>
                <a:ext cx="9200" cy="25"/>
              </a:xfrm>
              <a:custGeom>
                <a:rect b="b" l="l" r="r" t="t"/>
                <a:pathLst>
                  <a:path extrusionOk="0" h="1" w="368">
                    <a:moveTo>
                      <a:pt x="367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0" name="Google Shape;1000;p41"/>
              <p:cNvSpPr/>
              <p:nvPr/>
            </p:nvSpPr>
            <p:spPr>
              <a:xfrm>
                <a:off x="3559375" y="1224650"/>
                <a:ext cx="10025" cy="25"/>
              </a:xfrm>
              <a:custGeom>
                <a:rect b="b" l="l" r="r" t="t"/>
                <a:pathLst>
                  <a:path extrusionOk="0" h="1" w="401">
                    <a:moveTo>
                      <a:pt x="1" y="1"/>
                    </a:move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1" name="Google Shape;1001;p41"/>
              <p:cNvSpPr/>
              <p:nvPr/>
            </p:nvSpPr>
            <p:spPr>
              <a:xfrm>
                <a:off x="3674450" y="132972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1" y="368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2" name="Google Shape;1002;p41"/>
              <p:cNvSpPr/>
              <p:nvPr/>
            </p:nvSpPr>
            <p:spPr>
              <a:xfrm>
                <a:off x="3567725" y="1117900"/>
                <a:ext cx="212675" cy="212675"/>
              </a:xfrm>
              <a:custGeom>
                <a:rect b="b" l="l" r="r" t="t"/>
                <a:pathLst>
                  <a:path extrusionOk="0" h="8507" w="8507">
                    <a:moveTo>
                      <a:pt x="4270" y="1"/>
                    </a:moveTo>
                    <a:cubicBezTo>
                      <a:pt x="4270" y="868"/>
                      <a:pt x="4170" y="3036"/>
                      <a:pt x="3603" y="3603"/>
                    </a:cubicBezTo>
                    <a:cubicBezTo>
                      <a:pt x="3069" y="4137"/>
                      <a:pt x="901" y="4204"/>
                      <a:pt x="0" y="4271"/>
                    </a:cubicBezTo>
                    <a:cubicBezTo>
                      <a:pt x="901" y="4271"/>
                      <a:pt x="3069" y="4337"/>
                      <a:pt x="3603" y="4904"/>
                    </a:cubicBezTo>
                    <a:cubicBezTo>
                      <a:pt x="4137" y="5471"/>
                      <a:pt x="4237" y="7640"/>
                      <a:pt x="4270" y="8507"/>
                    </a:cubicBezTo>
                    <a:cubicBezTo>
                      <a:pt x="4270" y="7640"/>
                      <a:pt x="4337" y="5471"/>
                      <a:pt x="4937" y="4904"/>
                    </a:cubicBezTo>
                    <a:cubicBezTo>
                      <a:pt x="5471" y="4371"/>
                      <a:pt x="7639" y="4304"/>
                      <a:pt x="8506" y="4271"/>
                    </a:cubicBezTo>
                    <a:cubicBezTo>
                      <a:pt x="7639" y="4271"/>
                      <a:pt x="5471" y="4171"/>
                      <a:pt x="4937" y="3603"/>
                    </a:cubicBezTo>
                    <a:cubicBezTo>
                      <a:pt x="4403" y="3036"/>
                      <a:pt x="4303" y="868"/>
                      <a:pt x="42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3" name="Google Shape;1003;p41"/>
              <p:cNvSpPr/>
              <p:nvPr/>
            </p:nvSpPr>
            <p:spPr>
              <a:xfrm>
                <a:off x="3674450" y="1108725"/>
                <a:ext cx="875" cy="9200"/>
              </a:xfrm>
              <a:custGeom>
                <a:rect b="b" l="l" r="r" t="t"/>
                <a:pathLst>
                  <a:path extrusionOk="0" h="368" w="35">
                    <a:moveTo>
                      <a:pt x="1" y="1"/>
                    </a:moveTo>
                    <a:lnTo>
                      <a:pt x="1" y="368"/>
                    </a:lnTo>
                    <a:cubicBezTo>
                      <a:pt x="34" y="16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4" name="Google Shape;1004;p41"/>
              <p:cNvSpPr/>
              <p:nvPr/>
            </p:nvSpPr>
            <p:spPr>
              <a:xfrm>
                <a:off x="3780375" y="1224650"/>
                <a:ext cx="10025" cy="25"/>
              </a:xfrm>
              <a:custGeom>
                <a:rect b="b" l="l" r="r" t="t"/>
                <a:pathLst>
                  <a:path extrusionOk="0" h="1" w="401">
                    <a:moveTo>
                      <a:pt x="401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5" name="Google Shape;1005;p41"/>
              <p:cNvSpPr/>
              <p:nvPr/>
            </p:nvSpPr>
            <p:spPr>
              <a:xfrm>
                <a:off x="5276450" y="4010825"/>
                <a:ext cx="9175" cy="25"/>
              </a:xfrm>
              <a:custGeom>
                <a:rect b="b" l="l" r="r" t="t"/>
                <a:pathLst>
                  <a:path extrusionOk="0" h="1" w="367">
                    <a:moveTo>
                      <a:pt x="0" y="0"/>
                    </a:move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6" name="Google Shape;1006;p41"/>
              <p:cNvSpPr/>
              <p:nvPr/>
            </p:nvSpPr>
            <p:spPr>
              <a:xfrm>
                <a:off x="5392350" y="4116725"/>
                <a:ext cx="25" cy="10025"/>
              </a:xfrm>
              <a:custGeom>
                <a:rect b="b" l="l" r="r" t="t"/>
                <a:pathLst>
                  <a:path extrusionOk="0" h="401" w="1">
                    <a:moveTo>
                      <a:pt x="1" y="401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7" name="Google Shape;1007;p41"/>
              <p:cNvSpPr/>
              <p:nvPr/>
            </p:nvSpPr>
            <p:spPr>
              <a:xfrm>
                <a:off x="5285600" y="3905750"/>
                <a:ext cx="212700" cy="212675"/>
              </a:xfrm>
              <a:custGeom>
                <a:rect b="b" l="l" r="r" t="t"/>
                <a:pathLst>
                  <a:path extrusionOk="0" h="8507" w="8508">
                    <a:moveTo>
                      <a:pt x="4271" y="0"/>
                    </a:moveTo>
                    <a:cubicBezTo>
                      <a:pt x="4271" y="867"/>
                      <a:pt x="4171" y="3036"/>
                      <a:pt x="3604" y="3569"/>
                    </a:cubicBezTo>
                    <a:cubicBezTo>
                      <a:pt x="3070" y="4103"/>
                      <a:pt x="902" y="4203"/>
                      <a:pt x="1" y="4236"/>
                    </a:cubicBezTo>
                    <a:cubicBezTo>
                      <a:pt x="902" y="4236"/>
                      <a:pt x="3070" y="4336"/>
                      <a:pt x="3604" y="4904"/>
                    </a:cubicBezTo>
                    <a:cubicBezTo>
                      <a:pt x="4137" y="5437"/>
                      <a:pt x="4237" y="7605"/>
                      <a:pt x="4271" y="8506"/>
                    </a:cubicBezTo>
                    <a:cubicBezTo>
                      <a:pt x="4271" y="7605"/>
                      <a:pt x="4337" y="5437"/>
                      <a:pt x="4938" y="4904"/>
                    </a:cubicBezTo>
                    <a:cubicBezTo>
                      <a:pt x="5472" y="4370"/>
                      <a:pt x="7640" y="4270"/>
                      <a:pt x="8507" y="4236"/>
                    </a:cubicBezTo>
                    <a:cubicBezTo>
                      <a:pt x="7640" y="4236"/>
                      <a:pt x="5472" y="4170"/>
                      <a:pt x="4938" y="3569"/>
                    </a:cubicBezTo>
                    <a:cubicBezTo>
                      <a:pt x="4337" y="3002"/>
                      <a:pt x="4271" y="834"/>
                      <a:pt x="42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8" name="Google Shape;1008;p41"/>
              <p:cNvSpPr/>
              <p:nvPr/>
            </p:nvSpPr>
            <p:spPr>
              <a:xfrm>
                <a:off x="5392350" y="389572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1" y="1"/>
                    </a:moveTo>
                    <a:lnTo>
                      <a:pt x="1" y="3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09" name="Google Shape;1009;p41"/>
              <p:cNvSpPr/>
              <p:nvPr/>
            </p:nvSpPr>
            <p:spPr>
              <a:xfrm>
                <a:off x="5497425" y="4010825"/>
                <a:ext cx="9200" cy="25"/>
              </a:xfrm>
              <a:custGeom>
                <a:rect b="b" l="l" r="r" t="t"/>
                <a:pathLst>
                  <a:path extrusionOk="0" h="1" w="368">
                    <a:moveTo>
                      <a:pt x="368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0" name="Google Shape;1010;p41"/>
              <p:cNvSpPr/>
              <p:nvPr/>
            </p:nvSpPr>
            <p:spPr>
              <a:xfrm>
                <a:off x="3701150" y="2873325"/>
                <a:ext cx="10025" cy="25"/>
              </a:xfrm>
              <a:custGeom>
                <a:rect b="b" l="l" r="r" t="t"/>
                <a:pathLst>
                  <a:path extrusionOk="0" h="1" w="401">
                    <a:moveTo>
                      <a:pt x="0" y="1"/>
                    </a:moveTo>
                    <a:lnTo>
                      <a:pt x="4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1" name="Google Shape;1011;p41"/>
              <p:cNvSpPr/>
              <p:nvPr/>
            </p:nvSpPr>
            <p:spPr>
              <a:xfrm>
                <a:off x="3816225" y="298007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1" y="367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2" name="Google Shape;1012;p41"/>
              <p:cNvSpPr/>
              <p:nvPr/>
            </p:nvSpPr>
            <p:spPr>
              <a:xfrm>
                <a:off x="3709475" y="2767425"/>
                <a:ext cx="212700" cy="212675"/>
              </a:xfrm>
              <a:custGeom>
                <a:rect b="b" l="l" r="r" t="t"/>
                <a:pathLst>
                  <a:path extrusionOk="0" h="8507" w="8508">
                    <a:moveTo>
                      <a:pt x="4271" y="0"/>
                    </a:moveTo>
                    <a:cubicBezTo>
                      <a:pt x="4271" y="868"/>
                      <a:pt x="4171" y="3036"/>
                      <a:pt x="3604" y="3570"/>
                    </a:cubicBezTo>
                    <a:cubicBezTo>
                      <a:pt x="3070" y="4103"/>
                      <a:pt x="902" y="4203"/>
                      <a:pt x="1" y="4237"/>
                    </a:cubicBezTo>
                    <a:cubicBezTo>
                      <a:pt x="902" y="4237"/>
                      <a:pt x="3070" y="4304"/>
                      <a:pt x="3604" y="4904"/>
                    </a:cubicBezTo>
                    <a:cubicBezTo>
                      <a:pt x="4137" y="5438"/>
                      <a:pt x="4237" y="7606"/>
                      <a:pt x="4271" y="8507"/>
                    </a:cubicBezTo>
                    <a:cubicBezTo>
                      <a:pt x="4271" y="7606"/>
                      <a:pt x="4337" y="5438"/>
                      <a:pt x="4938" y="4904"/>
                    </a:cubicBezTo>
                    <a:cubicBezTo>
                      <a:pt x="5472" y="4370"/>
                      <a:pt x="7640" y="4270"/>
                      <a:pt x="8507" y="4237"/>
                    </a:cubicBezTo>
                    <a:cubicBezTo>
                      <a:pt x="7640" y="4237"/>
                      <a:pt x="5472" y="4170"/>
                      <a:pt x="4938" y="3570"/>
                    </a:cubicBezTo>
                    <a:cubicBezTo>
                      <a:pt x="4337" y="3036"/>
                      <a:pt x="4271" y="868"/>
                      <a:pt x="42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3" name="Google Shape;1013;p41"/>
              <p:cNvSpPr/>
              <p:nvPr/>
            </p:nvSpPr>
            <p:spPr>
              <a:xfrm>
                <a:off x="3816225" y="2759075"/>
                <a:ext cx="25" cy="9200"/>
              </a:xfrm>
              <a:custGeom>
                <a:rect b="b" l="l" r="r" t="t"/>
                <a:pathLst>
                  <a:path extrusionOk="0" h="368" w="1">
                    <a:moveTo>
                      <a:pt x="1" y="1"/>
                    </a:moveTo>
                    <a:lnTo>
                      <a:pt x="1" y="36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4" name="Google Shape;1014;p41"/>
              <p:cNvSpPr/>
              <p:nvPr/>
            </p:nvSpPr>
            <p:spPr>
              <a:xfrm>
                <a:off x="3922150" y="2873325"/>
                <a:ext cx="10025" cy="25"/>
              </a:xfrm>
              <a:custGeom>
                <a:rect b="b" l="l" r="r" t="t"/>
                <a:pathLst>
                  <a:path extrusionOk="0" h="1" w="401">
                    <a:moveTo>
                      <a:pt x="40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5" name="Google Shape;1015;p41"/>
              <p:cNvSpPr/>
              <p:nvPr/>
            </p:nvSpPr>
            <p:spPr>
              <a:xfrm>
                <a:off x="4507550" y="2167000"/>
                <a:ext cx="5025" cy="25"/>
              </a:xfrm>
              <a:custGeom>
                <a:rect b="b" l="l" r="r" t="t"/>
                <a:pathLst>
                  <a:path extrusionOk="0" h="1" w="201">
                    <a:moveTo>
                      <a:pt x="1" y="0"/>
                    </a:moveTo>
                    <a:lnTo>
                      <a:pt x="2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6" name="Google Shape;1016;p41"/>
              <p:cNvSpPr/>
              <p:nvPr/>
            </p:nvSpPr>
            <p:spPr>
              <a:xfrm>
                <a:off x="4570100" y="2223700"/>
                <a:ext cx="25" cy="5875"/>
              </a:xfrm>
              <a:custGeom>
                <a:rect b="b" l="l" r="r" t="t"/>
                <a:pathLst>
                  <a:path extrusionOk="0" h="235" w="1">
                    <a:moveTo>
                      <a:pt x="1" y="234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7" name="Google Shape;1017;p41"/>
              <p:cNvSpPr/>
              <p:nvPr/>
            </p:nvSpPr>
            <p:spPr>
              <a:xfrm>
                <a:off x="4512550" y="2109450"/>
                <a:ext cx="114275" cy="114275"/>
              </a:xfrm>
              <a:custGeom>
                <a:rect b="b" l="l" r="r" t="t"/>
                <a:pathLst>
                  <a:path extrusionOk="0" h="4571" w="4571">
                    <a:moveTo>
                      <a:pt x="2303" y="1"/>
                    </a:moveTo>
                    <a:cubicBezTo>
                      <a:pt x="2303" y="468"/>
                      <a:pt x="2236" y="1635"/>
                      <a:pt x="1936" y="1969"/>
                    </a:cubicBezTo>
                    <a:cubicBezTo>
                      <a:pt x="1669" y="2236"/>
                      <a:pt x="501" y="2302"/>
                      <a:pt x="1" y="2302"/>
                    </a:cubicBezTo>
                    <a:cubicBezTo>
                      <a:pt x="468" y="2302"/>
                      <a:pt x="1602" y="2336"/>
                      <a:pt x="1936" y="2636"/>
                    </a:cubicBezTo>
                    <a:cubicBezTo>
                      <a:pt x="2236" y="2903"/>
                      <a:pt x="2303" y="4070"/>
                      <a:pt x="2303" y="4571"/>
                    </a:cubicBezTo>
                    <a:cubicBezTo>
                      <a:pt x="2303" y="4137"/>
                      <a:pt x="2336" y="2969"/>
                      <a:pt x="2636" y="2636"/>
                    </a:cubicBezTo>
                    <a:cubicBezTo>
                      <a:pt x="2903" y="2336"/>
                      <a:pt x="4070" y="2302"/>
                      <a:pt x="4571" y="2302"/>
                    </a:cubicBezTo>
                    <a:cubicBezTo>
                      <a:pt x="4137" y="2302"/>
                      <a:pt x="2970" y="2236"/>
                      <a:pt x="2636" y="1969"/>
                    </a:cubicBezTo>
                    <a:cubicBezTo>
                      <a:pt x="2336" y="1668"/>
                      <a:pt x="2303" y="501"/>
                      <a:pt x="23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4570100" y="2105275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1" y="1"/>
                    </a:moveTo>
                    <a:lnTo>
                      <a:pt x="1" y="2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4626800" y="2167000"/>
                <a:ext cx="5875" cy="400"/>
              </a:xfrm>
              <a:custGeom>
                <a:rect b="b" l="l" r="r" t="t"/>
                <a:pathLst>
                  <a:path extrusionOk="0" h="16" w="235">
                    <a:moveTo>
                      <a:pt x="1" y="0"/>
                    </a:moveTo>
                    <a:cubicBezTo>
                      <a:pt x="45" y="11"/>
                      <a:pt x="86" y="15"/>
                      <a:pt x="121" y="15"/>
                    </a:cubicBezTo>
                    <a:cubicBezTo>
                      <a:pt x="190" y="15"/>
                      <a:pt x="234" y="0"/>
                      <a:pt x="2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0" name="Google Shape;1020;p41"/>
              <p:cNvSpPr/>
              <p:nvPr/>
            </p:nvSpPr>
            <p:spPr>
              <a:xfrm>
                <a:off x="1756425" y="3161050"/>
                <a:ext cx="5025" cy="25"/>
              </a:xfrm>
              <a:custGeom>
                <a:rect b="b" l="l" r="r" t="t"/>
                <a:pathLst>
                  <a:path extrusionOk="0" h="1" w="201">
                    <a:moveTo>
                      <a:pt x="1" y="0"/>
                    </a:moveTo>
                    <a:lnTo>
                      <a:pt x="2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1" name="Google Shape;1021;p41"/>
              <p:cNvSpPr/>
              <p:nvPr/>
            </p:nvSpPr>
            <p:spPr>
              <a:xfrm>
                <a:off x="1818975" y="3218575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20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1761425" y="3103500"/>
                <a:ext cx="115100" cy="115100"/>
              </a:xfrm>
              <a:custGeom>
                <a:rect b="b" l="l" r="r" t="t"/>
                <a:pathLst>
                  <a:path extrusionOk="0" h="4604" w="4604">
                    <a:moveTo>
                      <a:pt x="2302" y="0"/>
                    </a:moveTo>
                    <a:cubicBezTo>
                      <a:pt x="2302" y="467"/>
                      <a:pt x="2269" y="1635"/>
                      <a:pt x="1969" y="1968"/>
                    </a:cubicBezTo>
                    <a:cubicBezTo>
                      <a:pt x="1669" y="2269"/>
                      <a:pt x="501" y="2302"/>
                      <a:pt x="1" y="2302"/>
                    </a:cubicBezTo>
                    <a:cubicBezTo>
                      <a:pt x="468" y="2302"/>
                      <a:pt x="1635" y="2335"/>
                      <a:pt x="1969" y="2636"/>
                    </a:cubicBezTo>
                    <a:cubicBezTo>
                      <a:pt x="2269" y="2936"/>
                      <a:pt x="2302" y="4103"/>
                      <a:pt x="2302" y="4604"/>
                    </a:cubicBezTo>
                    <a:cubicBezTo>
                      <a:pt x="2302" y="4137"/>
                      <a:pt x="2336" y="2969"/>
                      <a:pt x="2636" y="2636"/>
                    </a:cubicBezTo>
                    <a:cubicBezTo>
                      <a:pt x="2936" y="2335"/>
                      <a:pt x="4070" y="2302"/>
                      <a:pt x="4604" y="2302"/>
                    </a:cubicBezTo>
                    <a:cubicBezTo>
                      <a:pt x="4137" y="2302"/>
                      <a:pt x="2969" y="2269"/>
                      <a:pt x="2636" y="1968"/>
                    </a:cubicBezTo>
                    <a:cubicBezTo>
                      <a:pt x="2336" y="1635"/>
                      <a:pt x="2302" y="467"/>
                      <a:pt x="2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1818975" y="3098500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0"/>
                    </a:moveTo>
                    <a:lnTo>
                      <a:pt x="0" y="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4" name="Google Shape;1024;p41"/>
              <p:cNvSpPr/>
              <p:nvPr/>
            </p:nvSpPr>
            <p:spPr>
              <a:xfrm>
                <a:off x="1876500" y="3161050"/>
                <a:ext cx="5050" cy="25"/>
              </a:xfrm>
              <a:custGeom>
                <a:rect b="b" l="l" r="r" t="t"/>
                <a:pathLst>
                  <a:path extrusionOk="0" h="1" w="202">
                    <a:moveTo>
                      <a:pt x="20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5" name="Google Shape;1025;p41"/>
              <p:cNvSpPr/>
              <p:nvPr/>
            </p:nvSpPr>
            <p:spPr>
              <a:xfrm>
                <a:off x="5630025" y="2784925"/>
                <a:ext cx="5025" cy="25"/>
              </a:xfrm>
              <a:custGeom>
                <a:rect b="b" l="l" r="r" t="t"/>
                <a:pathLst>
                  <a:path extrusionOk="0" h="1" w="201">
                    <a:moveTo>
                      <a:pt x="0" y="1"/>
                    </a:move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5692575" y="2842475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20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5635025" y="2727400"/>
                <a:ext cx="115100" cy="115100"/>
              </a:xfrm>
              <a:custGeom>
                <a:rect b="b" l="l" r="r" t="t"/>
                <a:pathLst>
                  <a:path extrusionOk="0" h="4604" w="4604">
                    <a:moveTo>
                      <a:pt x="2302" y="0"/>
                    </a:moveTo>
                    <a:cubicBezTo>
                      <a:pt x="2302" y="467"/>
                      <a:pt x="2236" y="1635"/>
                      <a:pt x="1969" y="1968"/>
                    </a:cubicBezTo>
                    <a:cubicBezTo>
                      <a:pt x="1668" y="2269"/>
                      <a:pt x="501" y="2302"/>
                      <a:pt x="1" y="2302"/>
                    </a:cubicBezTo>
                    <a:cubicBezTo>
                      <a:pt x="468" y="2302"/>
                      <a:pt x="1635" y="2335"/>
                      <a:pt x="1969" y="2635"/>
                    </a:cubicBezTo>
                    <a:cubicBezTo>
                      <a:pt x="2236" y="2936"/>
                      <a:pt x="2302" y="4103"/>
                      <a:pt x="2302" y="4604"/>
                    </a:cubicBezTo>
                    <a:cubicBezTo>
                      <a:pt x="2302" y="4137"/>
                      <a:pt x="2336" y="2969"/>
                      <a:pt x="2636" y="2635"/>
                    </a:cubicBezTo>
                    <a:cubicBezTo>
                      <a:pt x="2936" y="2335"/>
                      <a:pt x="4104" y="2302"/>
                      <a:pt x="4604" y="2302"/>
                    </a:cubicBezTo>
                    <a:cubicBezTo>
                      <a:pt x="4137" y="2302"/>
                      <a:pt x="2969" y="2269"/>
                      <a:pt x="2636" y="1968"/>
                    </a:cubicBezTo>
                    <a:cubicBezTo>
                      <a:pt x="2336" y="1635"/>
                      <a:pt x="2302" y="467"/>
                      <a:pt x="2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8" name="Google Shape;1028;p41"/>
              <p:cNvSpPr/>
              <p:nvPr/>
            </p:nvSpPr>
            <p:spPr>
              <a:xfrm>
                <a:off x="5692575" y="2722400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0"/>
                    </a:moveTo>
                    <a:lnTo>
                      <a:pt x="0" y="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29" name="Google Shape;1029;p41"/>
              <p:cNvSpPr/>
              <p:nvPr/>
            </p:nvSpPr>
            <p:spPr>
              <a:xfrm>
                <a:off x="5750100" y="2784925"/>
                <a:ext cx="5050" cy="25"/>
              </a:xfrm>
              <a:custGeom>
                <a:rect b="b" l="l" r="r" t="t"/>
                <a:pathLst>
                  <a:path extrusionOk="0" h="1" w="202">
                    <a:moveTo>
                      <a:pt x="20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4818600" y="1439800"/>
                <a:ext cx="5875" cy="25"/>
              </a:xfrm>
              <a:custGeom>
                <a:rect b="b" l="l" r="r" t="t"/>
                <a:pathLst>
                  <a:path extrusionOk="0" h="1" w="235">
                    <a:moveTo>
                      <a:pt x="1" y="1"/>
                    </a:moveTo>
                    <a:lnTo>
                      <a:pt x="23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4880325" y="1497350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201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2" name="Google Shape;1032;p41"/>
              <p:cNvSpPr/>
              <p:nvPr/>
            </p:nvSpPr>
            <p:spPr>
              <a:xfrm>
                <a:off x="4822775" y="1383100"/>
                <a:ext cx="115125" cy="114275"/>
              </a:xfrm>
              <a:custGeom>
                <a:rect b="b" l="l" r="r" t="t"/>
                <a:pathLst>
                  <a:path extrusionOk="0" h="4571" w="4605">
                    <a:moveTo>
                      <a:pt x="2302" y="0"/>
                    </a:moveTo>
                    <a:cubicBezTo>
                      <a:pt x="2302" y="434"/>
                      <a:pt x="2269" y="1602"/>
                      <a:pt x="1969" y="1935"/>
                    </a:cubicBezTo>
                    <a:cubicBezTo>
                      <a:pt x="1669" y="2235"/>
                      <a:pt x="501" y="2269"/>
                      <a:pt x="1" y="2269"/>
                    </a:cubicBezTo>
                    <a:cubicBezTo>
                      <a:pt x="468" y="2269"/>
                      <a:pt x="1635" y="2335"/>
                      <a:pt x="1969" y="2602"/>
                    </a:cubicBezTo>
                    <a:cubicBezTo>
                      <a:pt x="2269" y="2903"/>
                      <a:pt x="2302" y="4070"/>
                      <a:pt x="2302" y="4570"/>
                    </a:cubicBezTo>
                    <a:cubicBezTo>
                      <a:pt x="2302" y="4103"/>
                      <a:pt x="2336" y="2936"/>
                      <a:pt x="2636" y="2602"/>
                    </a:cubicBezTo>
                    <a:cubicBezTo>
                      <a:pt x="2936" y="2335"/>
                      <a:pt x="4104" y="2269"/>
                      <a:pt x="4604" y="2269"/>
                    </a:cubicBezTo>
                    <a:cubicBezTo>
                      <a:pt x="4137" y="2269"/>
                      <a:pt x="2970" y="2235"/>
                      <a:pt x="2636" y="1935"/>
                    </a:cubicBezTo>
                    <a:cubicBezTo>
                      <a:pt x="2402" y="1668"/>
                      <a:pt x="2302" y="501"/>
                      <a:pt x="2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3" name="Google Shape;1033;p41"/>
              <p:cNvSpPr/>
              <p:nvPr/>
            </p:nvSpPr>
            <p:spPr>
              <a:xfrm>
                <a:off x="4880325" y="1378925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1"/>
                    </a:moveTo>
                    <a:lnTo>
                      <a:pt x="0" y="20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4937875" y="1439800"/>
                <a:ext cx="5025" cy="775"/>
              </a:xfrm>
              <a:custGeom>
                <a:rect b="b" l="l" r="r" t="t"/>
                <a:pathLst>
                  <a:path extrusionOk="0" h="31" w="201">
                    <a:moveTo>
                      <a:pt x="0" y="1"/>
                    </a:moveTo>
                    <a:cubicBezTo>
                      <a:pt x="45" y="23"/>
                      <a:pt x="82" y="30"/>
                      <a:pt x="111" y="30"/>
                    </a:cubicBezTo>
                    <a:cubicBezTo>
                      <a:pt x="171" y="30"/>
                      <a:pt x="200" y="1"/>
                      <a:pt x="2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5" name="Google Shape;1035;p41"/>
              <p:cNvSpPr/>
              <p:nvPr/>
            </p:nvSpPr>
            <p:spPr>
              <a:xfrm>
                <a:off x="4331600" y="4517000"/>
                <a:ext cx="5850" cy="25"/>
              </a:xfrm>
              <a:custGeom>
                <a:rect b="b" l="l" r="r" t="t"/>
                <a:pathLst>
                  <a:path extrusionOk="0" h="1" w="234">
                    <a:moveTo>
                      <a:pt x="0" y="1"/>
                    </a:moveTo>
                    <a:lnTo>
                      <a:pt x="23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6" name="Google Shape;1036;p41"/>
              <p:cNvSpPr/>
              <p:nvPr/>
            </p:nvSpPr>
            <p:spPr>
              <a:xfrm>
                <a:off x="4394150" y="4574550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20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7" name="Google Shape;1037;p41"/>
              <p:cNvSpPr/>
              <p:nvPr/>
            </p:nvSpPr>
            <p:spPr>
              <a:xfrm>
                <a:off x="4337425" y="4460300"/>
                <a:ext cx="114275" cy="114275"/>
              </a:xfrm>
              <a:custGeom>
                <a:rect b="b" l="l" r="r" t="t"/>
                <a:pathLst>
                  <a:path extrusionOk="0" h="4571" w="4571">
                    <a:moveTo>
                      <a:pt x="2269" y="1"/>
                    </a:moveTo>
                    <a:cubicBezTo>
                      <a:pt x="2269" y="434"/>
                      <a:pt x="2236" y="1602"/>
                      <a:pt x="1936" y="1935"/>
                    </a:cubicBezTo>
                    <a:cubicBezTo>
                      <a:pt x="1669" y="2236"/>
                      <a:pt x="501" y="2269"/>
                      <a:pt x="1" y="2269"/>
                    </a:cubicBezTo>
                    <a:cubicBezTo>
                      <a:pt x="468" y="2269"/>
                      <a:pt x="1602" y="2336"/>
                      <a:pt x="1936" y="2602"/>
                    </a:cubicBezTo>
                    <a:cubicBezTo>
                      <a:pt x="2236" y="2903"/>
                      <a:pt x="2269" y="4070"/>
                      <a:pt x="2269" y="4571"/>
                    </a:cubicBezTo>
                    <a:cubicBezTo>
                      <a:pt x="2269" y="4104"/>
                      <a:pt x="2336" y="2936"/>
                      <a:pt x="2636" y="2602"/>
                    </a:cubicBezTo>
                    <a:cubicBezTo>
                      <a:pt x="2903" y="2336"/>
                      <a:pt x="4070" y="2269"/>
                      <a:pt x="4571" y="2269"/>
                    </a:cubicBezTo>
                    <a:cubicBezTo>
                      <a:pt x="4104" y="2269"/>
                      <a:pt x="2970" y="2236"/>
                      <a:pt x="2636" y="1935"/>
                    </a:cubicBezTo>
                    <a:cubicBezTo>
                      <a:pt x="2336" y="1602"/>
                      <a:pt x="2269" y="434"/>
                      <a:pt x="22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8" name="Google Shape;1038;p41"/>
              <p:cNvSpPr/>
              <p:nvPr/>
            </p:nvSpPr>
            <p:spPr>
              <a:xfrm>
                <a:off x="4394150" y="4454475"/>
                <a:ext cx="25" cy="5850"/>
              </a:xfrm>
              <a:custGeom>
                <a:rect b="b" l="l" r="r" t="t"/>
                <a:pathLst>
                  <a:path extrusionOk="0" h="234" w="1">
                    <a:moveTo>
                      <a:pt x="0" y="0"/>
                    </a:moveTo>
                    <a:lnTo>
                      <a:pt x="0" y="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39" name="Google Shape;1039;p41"/>
              <p:cNvSpPr/>
              <p:nvPr/>
            </p:nvSpPr>
            <p:spPr>
              <a:xfrm>
                <a:off x="4451675" y="4517000"/>
                <a:ext cx="5025" cy="25"/>
              </a:xfrm>
              <a:custGeom>
                <a:rect b="b" l="l" r="r" t="t"/>
                <a:pathLst>
                  <a:path extrusionOk="0" h="1" w="201">
                    <a:moveTo>
                      <a:pt x="201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0" name="Google Shape;1040;p41"/>
              <p:cNvSpPr/>
              <p:nvPr/>
            </p:nvSpPr>
            <p:spPr>
              <a:xfrm>
                <a:off x="2119175" y="2871675"/>
                <a:ext cx="5050" cy="25"/>
              </a:xfrm>
              <a:custGeom>
                <a:rect b="b" l="l" r="r" t="t"/>
                <a:pathLst>
                  <a:path extrusionOk="0" h="1" w="202">
                    <a:moveTo>
                      <a:pt x="1" y="0"/>
                    </a:moveTo>
                    <a:lnTo>
                      <a:pt x="20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1" name="Google Shape;1041;p41"/>
              <p:cNvSpPr/>
              <p:nvPr/>
            </p:nvSpPr>
            <p:spPr>
              <a:xfrm>
                <a:off x="2181725" y="2928375"/>
                <a:ext cx="25" cy="5850"/>
              </a:xfrm>
              <a:custGeom>
                <a:rect b="b" l="l" r="r" t="t"/>
                <a:pathLst>
                  <a:path extrusionOk="0" h="234" w="1">
                    <a:moveTo>
                      <a:pt x="1" y="234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2" name="Google Shape;1042;p41"/>
              <p:cNvSpPr/>
              <p:nvPr/>
            </p:nvSpPr>
            <p:spPr>
              <a:xfrm>
                <a:off x="2124200" y="2814125"/>
                <a:ext cx="115100" cy="114275"/>
              </a:xfrm>
              <a:custGeom>
                <a:rect b="b" l="l" r="r" t="t"/>
                <a:pathLst>
                  <a:path extrusionOk="0" h="4571" w="4604">
                    <a:moveTo>
                      <a:pt x="2302" y="0"/>
                    </a:moveTo>
                    <a:cubicBezTo>
                      <a:pt x="2302" y="467"/>
                      <a:pt x="2268" y="1635"/>
                      <a:pt x="1968" y="1969"/>
                    </a:cubicBezTo>
                    <a:cubicBezTo>
                      <a:pt x="1668" y="2235"/>
                      <a:pt x="500" y="2302"/>
                      <a:pt x="0" y="2302"/>
                    </a:cubicBezTo>
                    <a:cubicBezTo>
                      <a:pt x="467" y="2302"/>
                      <a:pt x="1635" y="2335"/>
                      <a:pt x="1968" y="2636"/>
                    </a:cubicBezTo>
                    <a:cubicBezTo>
                      <a:pt x="2268" y="2903"/>
                      <a:pt x="2302" y="4070"/>
                      <a:pt x="2302" y="4570"/>
                    </a:cubicBezTo>
                    <a:cubicBezTo>
                      <a:pt x="2302" y="4137"/>
                      <a:pt x="2335" y="2969"/>
                      <a:pt x="2635" y="2636"/>
                    </a:cubicBezTo>
                    <a:cubicBezTo>
                      <a:pt x="2935" y="2335"/>
                      <a:pt x="4103" y="2302"/>
                      <a:pt x="4603" y="2302"/>
                    </a:cubicBezTo>
                    <a:cubicBezTo>
                      <a:pt x="4136" y="2302"/>
                      <a:pt x="2969" y="2235"/>
                      <a:pt x="2635" y="1969"/>
                    </a:cubicBezTo>
                    <a:cubicBezTo>
                      <a:pt x="2335" y="1635"/>
                      <a:pt x="2302" y="467"/>
                      <a:pt x="2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3" name="Google Shape;1043;p41"/>
              <p:cNvSpPr/>
              <p:nvPr/>
            </p:nvSpPr>
            <p:spPr>
              <a:xfrm>
                <a:off x="2181725" y="2809125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1" y="0"/>
                    </a:moveTo>
                    <a:lnTo>
                      <a:pt x="1" y="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4" name="Google Shape;1044;p41"/>
              <p:cNvSpPr/>
              <p:nvPr/>
            </p:nvSpPr>
            <p:spPr>
              <a:xfrm>
                <a:off x="2239275" y="2871675"/>
                <a:ext cx="5025" cy="25"/>
              </a:xfrm>
              <a:custGeom>
                <a:rect b="b" l="l" r="r" t="t"/>
                <a:pathLst>
                  <a:path extrusionOk="0" h="1" w="201">
                    <a:moveTo>
                      <a:pt x="20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5" name="Google Shape;1045;p41"/>
              <p:cNvSpPr/>
              <p:nvPr/>
            </p:nvSpPr>
            <p:spPr>
              <a:xfrm>
                <a:off x="2176725" y="4014975"/>
                <a:ext cx="5025" cy="25"/>
              </a:xfrm>
              <a:custGeom>
                <a:rect b="b" l="l" r="r" t="t"/>
                <a:pathLst>
                  <a:path extrusionOk="0" h="1" w="201">
                    <a:moveTo>
                      <a:pt x="1" y="1"/>
                    </a:move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6" name="Google Shape;1046;p41"/>
              <p:cNvSpPr/>
              <p:nvPr/>
            </p:nvSpPr>
            <p:spPr>
              <a:xfrm>
                <a:off x="2239275" y="4072525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201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7" name="Google Shape;1047;p41"/>
              <p:cNvSpPr/>
              <p:nvPr/>
            </p:nvSpPr>
            <p:spPr>
              <a:xfrm>
                <a:off x="2181725" y="3957450"/>
                <a:ext cx="114275" cy="115100"/>
              </a:xfrm>
              <a:custGeom>
                <a:rect b="b" l="l" r="r" t="t"/>
                <a:pathLst>
                  <a:path extrusionOk="0" h="4604" w="4571">
                    <a:moveTo>
                      <a:pt x="2302" y="0"/>
                    </a:moveTo>
                    <a:cubicBezTo>
                      <a:pt x="2302" y="467"/>
                      <a:pt x="2236" y="1635"/>
                      <a:pt x="1969" y="1968"/>
                    </a:cubicBezTo>
                    <a:cubicBezTo>
                      <a:pt x="1669" y="2268"/>
                      <a:pt x="501" y="2302"/>
                      <a:pt x="1" y="2302"/>
                    </a:cubicBezTo>
                    <a:cubicBezTo>
                      <a:pt x="434" y="2302"/>
                      <a:pt x="1635" y="2335"/>
                      <a:pt x="1969" y="2635"/>
                    </a:cubicBezTo>
                    <a:cubicBezTo>
                      <a:pt x="2236" y="2936"/>
                      <a:pt x="2302" y="4103"/>
                      <a:pt x="2302" y="4603"/>
                    </a:cubicBezTo>
                    <a:cubicBezTo>
                      <a:pt x="2302" y="4136"/>
                      <a:pt x="2336" y="2969"/>
                      <a:pt x="2636" y="2635"/>
                    </a:cubicBezTo>
                    <a:cubicBezTo>
                      <a:pt x="2903" y="2335"/>
                      <a:pt x="4070" y="2302"/>
                      <a:pt x="4571" y="2302"/>
                    </a:cubicBezTo>
                    <a:cubicBezTo>
                      <a:pt x="4137" y="2302"/>
                      <a:pt x="2936" y="2268"/>
                      <a:pt x="2636" y="1968"/>
                    </a:cubicBezTo>
                    <a:cubicBezTo>
                      <a:pt x="2336" y="1635"/>
                      <a:pt x="2302" y="467"/>
                      <a:pt x="23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8" name="Google Shape;1048;p41"/>
              <p:cNvSpPr/>
              <p:nvPr/>
            </p:nvSpPr>
            <p:spPr>
              <a:xfrm>
                <a:off x="2239275" y="3952450"/>
                <a:ext cx="25" cy="5025"/>
              </a:xfrm>
              <a:custGeom>
                <a:rect b="b" l="l" r="r" t="t"/>
                <a:pathLst>
                  <a:path extrusionOk="0" h="201" w="1">
                    <a:moveTo>
                      <a:pt x="0" y="0"/>
                    </a:moveTo>
                    <a:lnTo>
                      <a:pt x="0" y="2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49" name="Google Shape;1049;p41"/>
              <p:cNvSpPr/>
              <p:nvPr/>
            </p:nvSpPr>
            <p:spPr>
              <a:xfrm>
                <a:off x="2295975" y="4014975"/>
                <a:ext cx="5875" cy="25"/>
              </a:xfrm>
              <a:custGeom>
                <a:rect b="b" l="l" r="r" t="t"/>
                <a:pathLst>
                  <a:path extrusionOk="0" h="1" w="235">
                    <a:moveTo>
                      <a:pt x="234" y="1"/>
                    </a:move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4" name="Google Shape;1054;p42"/>
          <p:cNvGrpSpPr/>
          <p:nvPr/>
        </p:nvGrpSpPr>
        <p:grpSpPr>
          <a:xfrm>
            <a:off x="1065124" y="1952378"/>
            <a:ext cx="10061819" cy="4008898"/>
            <a:chOff x="506300" y="1411650"/>
            <a:chExt cx="8131420" cy="3239775"/>
          </a:xfrm>
        </p:grpSpPr>
        <p:sp>
          <p:nvSpPr>
            <p:cNvPr id="1055" name="Google Shape;1055;p42"/>
            <p:cNvSpPr/>
            <p:nvPr/>
          </p:nvSpPr>
          <p:spPr>
            <a:xfrm>
              <a:off x="5236365" y="3805911"/>
              <a:ext cx="815700" cy="8157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056" name="Google Shape;1056;p42"/>
            <p:cNvSpPr/>
            <p:nvPr/>
          </p:nvSpPr>
          <p:spPr>
            <a:xfrm>
              <a:off x="1076040" y="3805911"/>
              <a:ext cx="815700" cy="815700"/>
            </a:xfrm>
            <a:prstGeom prst="ellipse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057" name="Google Shape;1057;p42"/>
            <p:cNvSpPr/>
            <p:nvPr/>
          </p:nvSpPr>
          <p:spPr>
            <a:xfrm>
              <a:off x="7239375" y="1463900"/>
              <a:ext cx="815700" cy="8157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058" name="Google Shape;1058;p42"/>
            <p:cNvSpPr/>
            <p:nvPr/>
          </p:nvSpPr>
          <p:spPr>
            <a:xfrm>
              <a:off x="3092327" y="1463900"/>
              <a:ext cx="815700" cy="815700"/>
            </a:xfrm>
            <a:prstGeom prst="ellipse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059" name="Google Shape;1059;p42"/>
            <p:cNvGrpSpPr/>
            <p:nvPr/>
          </p:nvGrpSpPr>
          <p:grpSpPr>
            <a:xfrm>
              <a:off x="6660079" y="2683483"/>
              <a:ext cx="1977641" cy="1967942"/>
              <a:chOff x="6660079" y="2683483"/>
              <a:chExt cx="1977641" cy="1967942"/>
            </a:xfrm>
          </p:grpSpPr>
          <p:grpSp>
            <p:nvGrpSpPr>
              <p:cNvPr id="1060" name="Google Shape;1060;p42"/>
              <p:cNvGrpSpPr/>
              <p:nvPr/>
            </p:nvGrpSpPr>
            <p:grpSpPr>
              <a:xfrm>
                <a:off x="6660079" y="2683483"/>
                <a:ext cx="1977641" cy="1967942"/>
                <a:chOff x="6660079" y="2683483"/>
                <a:chExt cx="1977641" cy="1967942"/>
              </a:xfrm>
            </p:grpSpPr>
            <p:sp>
              <p:nvSpPr>
                <p:cNvPr id="1061" name="Google Shape;1061;p42"/>
                <p:cNvSpPr/>
                <p:nvPr/>
              </p:nvSpPr>
              <p:spPr>
                <a:xfrm>
                  <a:off x="6660079" y="2683483"/>
                  <a:ext cx="1977641" cy="685757"/>
                </a:xfrm>
                <a:custGeom>
                  <a:rect b="b" l="l" r="r" t="t"/>
                  <a:pathLst>
                    <a:path extrusionOk="0" h="12289" w="35440">
                      <a:moveTo>
                        <a:pt x="0" y="1"/>
                      </a:moveTo>
                      <a:lnTo>
                        <a:pt x="0" y="12288"/>
                      </a:lnTo>
                      <a:lnTo>
                        <a:pt x="35439" y="12288"/>
                      </a:lnTo>
                      <a:lnTo>
                        <a:pt x="35439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062" name="Google Shape;1062;p42"/>
                <p:cNvSpPr txBox="1"/>
                <p:nvPr/>
              </p:nvSpPr>
              <p:spPr>
                <a:xfrm>
                  <a:off x="6660100" y="3758325"/>
                  <a:ext cx="1977600" cy="8931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sp>
            <p:nvSpPr>
              <p:cNvPr id="1063" name="Google Shape;1063;p42"/>
              <p:cNvSpPr txBox="1"/>
              <p:nvPr/>
            </p:nvSpPr>
            <p:spPr>
              <a:xfrm>
                <a:off x="6771550" y="2834545"/>
                <a:ext cx="1754700" cy="39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Opportunities</a:t>
                </a:r>
                <a:endParaRPr b="1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064" name="Google Shape;1064;p42"/>
            <p:cNvGrpSpPr/>
            <p:nvPr/>
          </p:nvGrpSpPr>
          <p:grpSpPr>
            <a:xfrm>
              <a:off x="4608823" y="1415100"/>
              <a:ext cx="2213127" cy="1954140"/>
              <a:chOff x="4608823" y="1415100"/>
              <a:chExt cx="2213127" cy="1954140"/>
            </a:xfrm>
          </p:grpSpPr>
          <p:grpSp>
            <p:nvGrpSpPr>
              <p:cNvPr id="1065" name="Google Shape;1065;p42"/>
              <p:cNvGrpSpPr/>
              <p:nvPr/>
            </p:nvGrpSpPr>
            <p:grpSpPr>
              <a:xfrm>
                <a:off x="4608823" y="1415100"/>
                <a:ext cx="2213127" cy="1954140"/>
                <a:chOff x="4608823" y="1415100"/>
                <a:chExt cx="2213127" cy="1954140"/>
              </a:xfrm>
            </p:grpSpPr>
            <p:sp>
              <p:nvSpPr>
                <p:cNvPr id="1066" name="Google Shape;1066;p42"/>
                <p:cNvSpPr/>
                <p:nvPr/>
              </p:nvSpPr>
              <p:spPr>
                <a:xfrm>
                  <a:off x="4608823" y="2683483"/>
                  <a:ext cx="2213127" cy="685757"/>
                </a:xfrm>
                <a:custGeom>
                  <a:rect b="b" l="l" r="r" t="t"/>
                  <a:pathLst>
                    <a:path extrusionOk="0" h="12289" w="39660">
                      <a:moveTo>
                        <a:pt x="1" y="1"/>
                      </a:moveTo>
                      <a:lnTo>
                        <a:pt x="1" y="12288"/>
                      </a:lnTo>
                      <a:lnTo>
                        <a:pt x="35440" y="12288"/>
                      </a:lnTo>
                      <a:lnTo>
                        <a:pt x="35440" y="10364"/>
                      </a:lnTo>
                      <a:lnTo>
                        <a:pt x="39659" y="6144"/>
                      </a:lnTo>
                      <a:lnTo>
                        <a:pt x="35440" y="1928"/>
                      </a:lnTo>
                      <a:lnTo>
                        <a:pt x="3544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067" name="Google Shape;1067;p42"/>
                <p:cNvSpPr txBox="1"/>
                <p:nvPr/>
              </p:nvSpPr>
              <p:spPr>
                <a:xfrm>
                  <a:off x="4615225" y="1415100"/>
                  <a:ext cx="1977600" cy="8931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sp>
            <p:nvSpPr>
              <p:cNvPr id="1068" name="Google Shape;1068;p42"/>
              <p:cNvSpPr txBox="1"/>
              <p:nvPr/>
            </p:nvSpPr>
            <p:spPr>
              <a:xfrm>
                <a:off x="4769899" y="2834546"/>
                <a:ext cx="1754700" cy="39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Threats</a:t>
                </a:r>
                <a:endParaRPr b="1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069" name="Google Shape;1069;p42"/>
            <p:cNvGrpSpPr/>
            <p:nvPr/>
          </p:nvGrpSpPr>
          <p:grpSpPr>
            <a:xfrm>
              <a:off x="2557550" y="2683483"/>
              <a:ext cx="2213139" cy="1967942"/>
              <a:chOff x="2557550" y="2683483"/>
              <a:chExt cx="2213139" cy="1967942"/>
            </a:xfrm>
          </p:grpSpPr>
          <p:grpSp>
            <p:nvGrpSpPr>
              <p:cNvPr id="1070" name="Google Shape;1070;p42"/>
              <p:cNvGrpSpPr/>
              <p:nvPr/>
            </p:nvGrpSpPr>
            <p:grpSpPr>
              <a:xfrm>
                <a:off x="2557550" y="2683483"/>
                <a:ext cx="2213139" cy="1967942"/>
                <a:chOff x="2557550" y="2683483"/>
                <a:chExt cx="2213139" cy="1967942"/>
              </a:xfrm>
            </p:grpSpPr>
            <p:sp>
              <p:nvSpPr>
                <p:cNvPr id="1071" name="Google Shape;1071;p42"/>
                <p:cNvSpPr txBox="1"/>
                <p:nvPr/>
              </p:nvSpPr>
              <p:spPr>
                <a:xfrm>
                  <a:off x="2557550" y="3758325"/>
                  <a:ext cx="1910700" cy="8931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1072" name="Google Shape;1072;p42"/>
                <p:cNvSpPr/>
                <p:nvPr/>
              </p:nvSpPr>
              <p:spPr>
                <a:xfrm>
                  <a:off x="2557562" y="2683483"/>
                  <a:ext cx="2213127" cy="685757"/>
                </a:xfrm>
                <a:custGeom>
                  <a:rect b="b" l="l" r="r" t="t"/>
                  <a:pathLst>
                    <a:path extrusionOk="0" h="12289" w="39660">
                      <a:moveTo>
                        <a:pt x="1" y="1"/>
                      </a:moveTo>
                      <a:lnTo>
                        <a:pt x="1" y="12288"/>
                      </a:lnTo>
                      <a:lnTo>
                        <a:pt x="35440" y="12288"/>
                      </a:lnTo>
                      <a:lnTo>
                        <a:pt x="35440" y="10364"/>
                      </a:lnTo>
                      <a:lnTo>
                        <a:pt x="39659" y="6144"/>
                      </a:lnTo>
                      <a:lnTo>
                        <a:pt x="35440" y="1928"/>
                      </a:lnTo>
                      <a:lnTo>
                        <a:pt x="3544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1073" name="Google Shape;1073;p42"/>
              <p:cNvSpPr txBox="1"/>
              <p:nvPr/>
            </p:nvSpPr>
            <p:spPr>
              <a:xfrm>
                <a:off x="2626313" y="2834545"/>
                <a:ext cx="1754700" cy="39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Weaknesses</a:t>
                </a:r>
                <a:endParaRPr b="1"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074" name="Google Shape;1074;p42"/>
            <p:cNvGrpSpPr/>
            <p:nvPr/>
          </p:nvGrpSpPr>
          <p:grpSpPr>
            <a:xfrm>
              <a:off x="506300" y="1411650"/>
              <a:ext cx="2213128" cy="1961044"/>
              <a:chOff x="506300" y="1415100"/>
              <a:chExt cx="2213128" cy="1961044"/>
            </a:xfrm>
          </p:grpSpPr>
          <p:grpSp>
            <p:nvGrpSpPr>
              <p:cNvPr id="1075" name="Google Shape;1075;p42"/>
              <p:cNvGrpSpPr/>
              <p:nvPr/>
            </p:nvGrpSpPr>
            <p:grpSpPr>
              <a:xfrm>
                <a:off x="506300" y="1415100"/>
                <a:ext cx="2213128" cy="1961044"/>
                <a:chOff x="506300" y="1415100"/>
                <a:chExt cx="2213128" cy="1961044"/>
              </a:xfrm>
            </p:grpSpPr>
            <p:sp>
              <p:nvSpPr>
                <p:cNvPr id="1076" name="Google Shape;1076;p42"/>
                <p:cNvSpPr txBox="1"/>
                <p:nvPr/>
              </p:nvSpPr>
              <p:spPr>
                <a:xfrm>
                  <a:off x="506300" y="1415100"/>
                  <a:ext cx="1977600" cy="8931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1077" name="Google Shape;1077;p42"/>
                <p:cNvSpPr/>
                <p:nvPr/>
              </p:nvSpPr>
              <p:spPr>
                <a:xfrm>
                  <a:off x="506301" y="2690387"/>
                  <a:ext cx="2213127" cy="685757"/>
                </a:xfrm>
                <a:custGeom>
                  <a:rect b="b" l="l" r="r" t="t"/>
                  <a:pathLst>
                    <a:path extrusionOk="0" h="12289" w="39660">
                      <a:moveTo>
                        <a:pt x="1" y="1"/>
                      </a:moveTo>
                      <a:lnTo>
                        <a:pt x="1" y="12288"/>
                      </a:lnTo>
                      <a:lnTo>
                        <a:pt x="35440" y="12288"/>
                      </a:lnTo>
                      <a:lnTo>
                        <a:pt x="35440" y="10364"/>
                      </a:lnTo>
                      <a:lnTo>
                        <a:pt x="39659" y="6144"/>
                      </a:lnTo>
                      <a:lnTo>
                        <a:pt x="35440" y="1928"/>
                      </a:lnTo>
                      <a:lnTo>
                        <a:pt x="3544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1078" name="Google Shape;1078;p42"/>
              <p:cNvSpPr txBox="1"/>
              <p:nvPr/>
            </p:nvSpPr>
            <p:spPr>
              <a:xfrm>
                <a:off x="610954" y="2834546"/>
                <a:ext cx="1754700" cy="39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Strengths</a:t>
                </a:r>
                <a:endParaRPr b="1"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079" name="Google Shape;1079;p42"/>
            <p:cNvGrpSpPr/>
            <p:nvPr/>
          </p:nvGrpSpPr>
          <p:grpSpPr>
            <a:xfrm>
              <a:off x="1293725" y="4030889"/>
              <a:ext cx="380378" cy="365753"/>
              <a:chOff x="-63665750" y="1914325"/>
              <a:chExt cx="328450" cy="316450"/>
            </a:xfrm>
          </p:grpSpPr>
          <p:sp>
            <p:nvSpPr>
              <p:cNvPr id="1080" name="Google Shape;1080;p42"/>
              <p:cNvSpPr/>
              <p:nvPr/>
            </p:nvSpPr>
            <p:spPr>
              <a:xfrm>
                <a:off x="-63665750" y="1914325"/>
                <a:ext cx="328450" cy="316450"/>
              </a:xfrm>
              <a:custGeom>
                <a:rect b="b" l="l" r="r" t="t"/>
                <a:pathLst>
                  <a:path extrusionOk="0" h="12658" w="13138">
                    <a:moveTo>
                      <a:pt x="8144" y="835"/>
                    </a:moveTo>
                    <a:cubicBezTo>
                      <a:pt x="9097" y="835"/>
                      <a:pt x="10050" y="1197"/>
                      <a:pt x="10775" y="1922"/>
                    </a:cubicBezTo>
                    <a:cubicBezTo>
                      <a:pt x="12256" y="3371"/>
                      <a:pt x="12256" y="5734"/>
                      <a:pt x="10775" y="7183"/>
                    </a:cubicBezTo>
                    <a:cubicBezTo>
                      <a:pt x="10050" y="7908"/>
                      <a:pt x="9097" y="8270"/>
                      <a:pt x="8144" y="8270"/>
                    </a:cubicBezTo>
                    <a:cubicBezTo>
                      <a:pt x="7191" y="8270"/>
                      <a:pt x="6238" y="7908"/>
                      <a:pt x="5513" y="7183"/>
                    </a:cubicBezTo>
                    <a:cubicBezTo>
                      <a:pt x="4064" y="5734"/>
                      <a:pt x="4064" y="3371"/>
                      <a:pt x="5513" y="1922"/>
                    </a:cubicBezTo>
                    <a:cubicBezTo>
                      <a:pt x="6238" y="1197"/>
                      <a:pt x="7191" y="835"/>
                      <a:pt x="8144" y="835"/>
                    </a:cubicBezTo>
                    <a:close/>
                    <a:moveTo>
                      <a:pt x="3466" y="8632"/>
                    </a:moveTo>
                    <a:lnTo>
                      <a:pt x="4064" y="9231"/>
                    </a:lnTo>
                    <a:lnTo>
                      <a:pt x="1607" y="11688"/>
                    </a:lnTo>
                    <a:lnTo>
                      <a:pt x="1008" y="11090"/>
                    </a:lnTo>
                    <a:lnTo>
                      <a:pt x="3466" y="8632"/>
                    </a:lnTo>
                    <a:close/>
                    <a:moveTo>
                      <a:pt x="8172" y="0"/>
                    </a:moveTo>
                    <a:cubicBezTo>
                      <a:pt x="7010" y="0"/>
                      <a:pt x="5844" y="441"/>
                      <a:pt x="4946" y="1323"/>
                    </a:cubicBezTo>
                    <a:cubicBezTo>
                      <a:pt x="3277" y="3024"/>
                      <a:pt x="3182" y="5671"/>
                      <a:pt x="4694" y="7467"/>
                    </a:cubicBezTo>
                    <a:lnTo>
                      <a:pt x="4096" y="8065"/>
                    </a:lnTo>
                    <a:lnTo>
                      <a:pt x="3214" y="7183"/>
                    </a:lnTo>
                    <a:cubicBezTo>
                      <a:pt x="3151" y="7104"/>
                      <a:pt x="3048" y="7065"/>
                      <a:pt x="2942" y="7065"/>
                    </a:cubicBezTo>
                    <a:cubicBezTo>
                      <a:pt x="2836" y="7065"/>
                      <a:pt x="2725" y="7104"/>
                      <a:pt x="2646" y="7183"/>
                    </a:cubicBezTo>
                    <a:cubicBezTo>
                      <a:pt x="2489" y="7341"/>
                      <a:pt x="2489" y="7624"/>
                      <a:pt x="2646" y="7782"/>
                    </a:cubicBezTo>
                    <a:lnTo>
                      <a:pt x="2899" y="8065"/>
                    </a:lnTo>
                    <a:lnTo>
                      <a:pt x="158" y="10806"/>
                    </a:lnTo>
                    <a:cubicBezTo>
                      <a:pt x="0" y="10964"/>
                      <a:pt x="0" y="11247"/>
                      <a:pt x="158" y="11405"/>
                    </a:cubicBezTo>
                    <a:lnTo>
                      <a:pt x="1292" y="12539"/>
                    </a:lnTo>
                    <a:cubicBezTo>
                      <a:pt x="1371" y="12618"/>
                      <a:pt x="1481" y="12657"/>
                      <a:pt x="1591" y="12657"/>
                    </a:cubicBezTo>
                    <a:cubicBezTo>
                      <a:pt x="1701" y="12657"/>
                      <a:pt x="1812" y="12618"/>
                      <a:pt x="1890" y="12539"/>
                    </a:cubicBezTo>
                    <a:lnTo>
                      <a:pt x="4631" y="9798"/>
                    </a:lnTo>
                    <a:lnTo>
                      <a:pt x="4915" y="10050"/>
                    </a:lnTo>
                    <a:cubicBezTo>
                      <a:pt x="4994" y="10129"/>
                      <a:pt x="5104" y="10168"/>
                      <a:pt x="5214" y="10168"/>
                    </a:cubicBezTo>
                    <a:cubicBezTo>
                      <a:pt x="5324" y="10168"/>
                      <a:pt x="5435" y="10129"/>
                      <a:pt x="5513" y="10050"/>
                    </a:cubicBezTo>
                    <a:cubicBezTo>
                      <a:pt x="5671" y="9893"/>
                      <a:pt x="5671" y="9640"/>
                      <a:pt x="5513" y="9483"/>
                    </a:cubicBezTo>
                    <a:lnTo>
                      <a:pt x="4631" y="8601"/>
                    </a:lnTo>
                    <a:lnTo>
                      <a:pt x="5230" y="8034"/>
                    </a:lnTo>
                    <a:cubicBezTo>
                      <a:pt x="6059" y="8730"/>
                      <a:pt x="7090" y="9078"/>
                      <a:pt x="8127" y="9078"/>
                    </a:cubicBezTo>
                    <a:cubicBezTo>
                      <a:pt x="9296" y="9078"/>
                      <a:pt x="10472" y="8635"/>
                      <a:pt x="11373" y="7750"/>
                    </a:cubicBezTo>
                    <a:cubicBezTo>
                      <a:pt x="13138" y="5986"/>
                      <a:pt x="13138" y="3087"/>
                      <a:pt x="11373" y="1323"/>
                    </a:cubicBezTo>
                    <a:cubicBezTo>
                      <a:pt x="10491" y="441"/>
                      <a:pt x="9333" y="0"/>
                      <a:pt x="8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81" name="Google Shape;1081;p42"/>
              <p:cNvSpPr/>
              <p:nvPr/>
            </p:nvSpPr>
            <p:spPr>
              <a:xfrm>
                <a:off x="-63524775" y="1955275"/>
                <a:ext cx="123675" cy="134700"/>
              </a:xfrm>
              <a:custGeom>
                <a:rect b="b" l="l" r="r" t="t"/>
                <a:pathLst>
                  <a:path extrusionOk="0" h="5388" w="4947">
                    <a:moveTo>
                      <a:pt x="2458" y="882"/>
                    </a:moveTo>
                    <a:cubicBezTo>
                      <a:pt x="2930" y="882"/>
                      <a:pt x="3308" y="1229"/>
                      <a:pt x="3308" y="1702"/>
                    </a:cubicBezTo>
                    <a:cubicBezTo>
                      <a:pt x="3308" y="2174"/>
                      <a:pt x="2962" y="2521"/>
                      <a:pt x="2458" y="2521"/>
                    </a:cubicBezTo>
                    <a:cubicBezTo>
                      <a:pt x="1985" y="2521"/>
                      <a:pt x="1639" y="2174"/>
                      <a:pt x="1639" y="1702"/>
                    </a:cubicBezTo>
                    <a:cubicBezTo>
                      <a:pt x="1639" y="1229"/>
                      <a:pt x="2048" y="882"/>
                      <a:pt x="2458" y="882"/>
                    </a:cubicBezTo>
                    <a:close/>
                    <a:moveTo>
                      <a:pt x="2458" y="3340"/>
                    </a:moveTo>
                    <a:cubicBezTo>
                      <a:pt x="3245" y="3340"/>
                      <a:pt x="3876" y="3875"/>
                      <a:pt x="4096" y="4600"/>
                    </a:cubicBezTo>
                    <a:lnTo>
                      <a:pt x="883" y="4600"/>
                    </a:lnTo>
                    <a:cubicBezTo>
                      <a:pt x="1040" y="3875"/>
                      <a:pt x="1733" y="3340"/>
                      <a:pt x="2458" y="3340"/>
                    </a:cubicBezTo>
                    <a:close/>
                    <a:moveTo>
                      <a:pt x="2458" y="0"/>
                    </a:moveTo>
                    <a:cubicBezTo>
                      <a:pt x="1576" y="0"/>
                      <a:pt x="820" y="756"/>
                      <a:pt x="820" y="1670"/>
                    </a:cubicBezTo>
                    <a:cubicBezTo>
                      <a:pt x="820" y="2080"/>
                      <a:pt x="977" y="2489"/>
                      <a:pt x="1292" y="2804"/>
                    </a:cubicBezTo>
                    <a:cubicBezTo>
                      <a:pt x="536" y="3245"/>
                      <a:pt x="0" y="4033"/>
                      <a:pt x="0" y="4978"/>
                    </a:cubicBezTo>
                    <a:cubicBezTo>
                      <a:pt x="0" y="5230"/>
                      <a:pt x="189" y="5388"/>
                      <a:pt x="410" y="5388"/>
                    </a:cubicBezTo>
                    <a:lnTo>
                      <a:pt x="4569" y="5388"/>
                    </a:lnTo>
                    <a:cubicBezTo>
                      <a:pt x="4789" y="5388"/>
                      <a:pt x="4947" y="5199"/>
                      <a:pt x="4947" y="4978"/>
                    </a:cubicBezTo>
                    <a:cubicBezTo>
                      <a:pt x="4947" y="4033"/>
                      <a:pt x="4443" y="3245"/>
                      <a:pt x="3655" y="2804"/>
                    </a:cubicBezTo>
                    <a:cubicBezTo>
                      <a:pt x="3939" y="2489"/>
                      <a:pt x="4128" y="2080"/>
                      <a:pt x="4128" y="1670"/>
                    </a:cubicBezTo>
                    <a:cubicBezTo>
                      <a:pt x="4128" y="756"/>
                      <a:pt x="3371" y="0"/>
                      <a:pt x="24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082" name="Google Shape;1082;p42"/>
            <p:cNvSpPr/>
            <p:nvPr/>
          </p:nvSpPr>
          <p:spPr>
            <a:xfrm>
              <a:off x="3279888" y="1688175"/>
              <a:ext cx="440536" cy="367114"/>
            </a:xfrm>
            <a:custGeom>
              <a:rect b="b" l="l" r="r" t="t"/>
              <a:pathLst>
                <a:path extrusionOk="0" h="10807" w="12918">
                  <a:moveTo>
                    <a:pt x="10807" y="851"/>
                  </a:moveTo>
                  <a:cubicBezTo>
                    <a:pt x="10366" y="1608"/>
                    <a:pt x="10366" y="2584"/>
                    <a:pt x="10807" y="3340"/>
                  </a:cubicBezTo>
                  <a:lnTo>
                    <a:pt x="2332" y="3340"/>
                  </a:lnTo>
                  <a:cubicBezTo>
                    <a:pt x="1765" y="3340"/>
                    <a:pt x="1293" y="2962"/>
                    <a:pt x="1135" y="2458"/>
                  </a:cubicBezTo>
                  <a:cubicBezTo>
                    <a:pt x="915" y="1671"/>
                    <a:pt x="1513" y="851"/>
                    <a:pt x="2332" y="851"/>
                  </a:cubicBezTo>
                  <a:close/>
                  <a:moveTo>
                    <a:pt x="8822" y="4159"/>
                  </a:moveTo>
                  <a:lnTo>
                    <a:pt x="8822" y="6648"/>
                  </a:lnTo>
                  <a:lnTo>
                    <a:pt x="1891" y="6648"/>
                  </a:lnTo>
                  <a:lnTo>
                    <a:pt x="1891" y="4159"/>
                  </a:lnTo>
                  <a:close/>
                  <a:moveTo>
                    <a:pt x="10524" y="4159"/>
                  </a:moveTo>
                  <a:lnTo>
                    <a:pt x="10524" y="6648"/>
                  </a:lnTo>
                  <a:lnTo>
                    <a:pt x="9704" y="6648"/>
                  </a:lnTo>
                  <a:lnTo>
                    <a:pt x="9704" y="4159"/>
                  </a:lnTo>
                  <a:close/>
                  <a:moveTo>
                    <a:pt x="12130" y="4159"/>
                  </a:moveTo>
                  <a:lnTo>
                    <a:pt x="12130" y="6648"/>
                  </a:lnTo>
                  <a:lnTo>
                    <a:pt x="11343" y="6648"/>
                  </a:lnTo>
                  <a:lnTo>
                    <a:pt x="11343" y="4159"/>
                  </a:lnTo>
                  <a:close/>
                  <a:moveTo>
                    <a:pt x="1986" y="7467"/>
                  </a:moveTo>
                  <a:lnTo>
                    <a:pt x="1986" y="9956"/>
                  </a:lnTo>
                  <a:lnTo>
                    <a:pt x="1104" y="9956"/>
                  </a:lnTo>
                  <a:lnTo>
                    <a:pt x="1104" y="7467"/>
                  </a:lnTo>
                  <a:close/>
                  <a:moveTo>
                    <a:pt x="3624" y="7467"/>
                  </a:moveTo>
                  <a:lnTo>
                    <a:pt x="3624" y="9956"/>
                  </a:lnTo>
                  <a:lnTo>
                    <a:pt x="2805" y="9956"/>
                  </a:lnTo>
                  <a:lnTo>
                    <a:pt x="2805" y="7467"/>
                  </a:lnTo>
                  <a:close/>
                  <a:moveTo>
                    <a:pt x="11311" y="7467"/>
                  </a:moveTo>
                  <a:lnTo>
                    <a:pt x="11311" y="9956"/>
                  </a:lnTo>
                  <a:lnTo>
                    <a:pt x="4443" y="9956"/>
                  </a:lnTo>
                  <a:lnTo>
                    <a:pt x="4443" y="7467"/>
                  </a:lnTo>
                  <a:close/>
                  <a:moveTo>
                    <a:pt x="2364" y="1"/>
                  </a:moveTo>
                  <a:cubicBezTo>
                    <a:pt x="1671" y="1"/>
                    <a:pt x="1041" y="379"/>
                    <a:pt x="631" y="914"/>
                  </a:cubicBezTo>
                  <a:cubicBezTo>
                    <a:pt x="1" y="1828"/>
                    <a:pt x="253" y="3088"/>
                    <a:pt x="1104" y="3718"/>
                  </a:cubicBezTo>
                  <a:lnTo>
                    <a:pt x="1104" y="6648"/>
                  </a:lnTo>
                  <a:lnTo>
                    <a:pt x="694" y="6648"/>
                  </a:lnTo>
                  <a:cubicBezTo>
                    <a:pt x="442" y="6648"/>
                    <a:pt x="284" y="6837"/>
                    <a:pt x="284" y="7058"/>
                  </a:cubicBezTo>
                  <a:lnTo>
                    <a:pt x="284" y="10366"/>
                  </a:lnTo>
                  <a:cubicBezTo>
                    <a:pt x="284" y="10618"/>
                    <a:pt x="473" y="10807"/>
                    <a:pt x="694" y="10807"/>
                  </a:cubicBezTo>
                  <a:lnTo>
                    <a:pt x="11721" y="10807"/>
                  </a:lnTo>
                  <a:cubicBezTo>
                    <a:pt x="11941" y="10807"/>
                    <a:pt x="12130" y="10618"/>
                    <a:pt x="12130" y="10366"/>
                  </a:cubicBezTo>
                  <a:lnTo>
                    <a:pt x="12130" y="7499"/>
                  </a:lnTo>
                  <a:lnTo>
                    <a:pt x="12540" y="7499"/>
                  </a:lnTo>
                  <a:cubicBezTo>
                    <a:pt x="12760" y="7499"/>
                    <a:pt x="12918" y="7310"/>
                    <a:pt x="12918" y="7058"/>
                  </a:cubicBezTo>
                  <a:lnTo>
                    <a:pt x="12918" y="3750"/>
                  </a:lnTo>
                  <a:cubicBezTo>
                    <a:pt x="12918" y="3529"/>
                    <a:pt x="12760" y="3340"/>
                    <a:pt x="12540" y="3340"/>
                  </a:cubicBezTo>
                  <a:lnTo>
                    <a:pt x="11878" y="3340"/>
                  </a:lnTo>
                  <a:cubicBezTo>
                    <a:pt x="11091" y="2647"/>
                    <a:pt x="11122" y="1387"/>
                    <a:pt x="11973" y="757"/>
                  </a:cubicBezTo>
                  <a:cubicBezTo>
                    <a:pt x="12256" y="536"/>
                    <a:pt x="12130" y="64"/>
                    <a:pt x="1178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083" name="Google Shape;1083;p42"/>
            <p:cNvGrpSpPr/>
            <p:nvPr/>
          </p:nvGrpSpPr>
          <p:grpSpPr>
            <a:xfrm>
              <a:off x="5461349" y="4030892"/>
              <a:ext cx="365754" cy="365747"/>
              <a:chOff x="2141000" y="1954475"/>
              <a:chExt cx="296975" cy="296175"/>
            </a:xfrm>
          </p:grpSpPr>
          <p:sp>
            <p:nvSpPr>
              <p:cNvPr id="1084" name="Google Shape;1084;p42"/>
              <p:cNvSpPr/>
              <p:nvPr/>
            </p:nvSpPr>
            <p:spPr>
              <a:xfrm>
                <a:off x="2280425" y="1989925"/>
                <a:ext cx="104775" cy="68550"/>
              </a:xfrm>
              <a:custGeom>
                <a:rect b="b" l="l" r="r" t="t"/>
                <a:pathLst>
                  <a:path extrusionOk="0" h="2742" w="4191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05"/>
                      <a:pt x="158" y="662"/>
                      <a:pt x="315" y="662"/>
                    </a:cubicBezTo>
                    <a:lnTo>
                      <a:pt x="2426" y="662"/>
                    </a:lnTo>
                    <a:cubicBezTo>
                      <a:pt x="2615" y="662"/>
                      <a:pt x="2773" y="820"/>
                      <a:pt x="2773" y="1009"/>
                    </a:cubicBezTo>
                    <a:lnTo>
                      <a:pt x="2773" y="1576"/>
                    </a:lnTo>
                    <a:lnTo>
                      <a:pt x="2678" y="1450"/>
                    </a:lnTo>
                    <a:cubicBezTo>
                      <a:pt x="2615" y="1387"/>
                      <a:pt x="2521" y="1355"/>
                      <a:pt x="2430" y="1355"/>
                    </a:cubicBezTo>
                    <a:cubicBezTo>
                      <a:pt x="2340" y="1355"/>
                      <a:pt x="2253" y="1387"/>
                      <a:pt x="2206" y="1450"/>
                    </a:cubicBezTo>
                    <a:cubicBezTo>
                      <a:pt x="2080" y="1576"/>
                      <a:pt x="2080" y="1796"/>
                      <a:pt x="2206" y="1922"/>
                    </a:cubicBezTo>
                    <a:lnTo>
                      <a:pt x="2899" y="2647"/>
                    </a:lnTo>
                    <a:cubicBezTo>
                      <a:pt x="2993" y="2710"/>
                      <a:pt x="3056" y="2741"/>
                      <a:pt x="3151" y="2741"/>
                    </a:cubicBezTo>
                    <a:cubicBezTo>
                      <a:pt x="3214" y="2741"/>
                      <a:pt x="3340" y="2710"/>
                      <a:pt x="3371" y="2647"/>
                    </a:cubicBezTo>
                    <a:lnTo>
                      <a:pt x="4096" y="1922"/>
                    </a:lnTo>
                    <a:cubicBezTo>
                      <a:pt x="4191" y="1796"/>
                      <a:pt x="4191" y="1576"/>
                      <a:pt x="4096" y="1450"/>
                    </a:cubicBezTo>
                    <a:cubicBezTo>
                      <a:pt x="4033" y="1387"/>
                      <a:pt x="3938" y="1355"/>
                      <a:pt x="3848" y="1355"/>
                    </a:cubicBezTo>
                    <a:cubicBezTo>
                      <a:pt x="3757" y="1355"/>
                      <a:pt x="3671" y="1387"/>
                      <a:pt x="3623" y="1450"/>
                    </a:cubicBezTo>
                    <a:lnTo>
                      <a:pt x="3497" y="1576"/>
                    </a:lnTo>
                    <a:lnTo>
                      <a:pt x="3497" y="1009"/>
                    </a:lnTo>
                    <a:cubicBezTo>
                      <a:pt x="3497" y="442"/>
                      <a:pt x="3025" y="0"/>
                      <a:pt x="24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85" name="Google Shape;1085;p42"/>
              <p:cNvSpPr/>
              <p:nvPr/>
            </p:nvSpPr>
            <p:spPr>
              <a:xfrm>
                <a:off x="2174875" y="2145875"/>
                <a:ext cx="105575" cy="69325"/>
              </a:xfrm>
              <a:custGeom>
                <a:rect b="b" l="l" r="r" t="t"/>
                <a:pathLst>
                  <a:path extrusionOk="0" h="2773" w="4223">
                    <a:moveTo>
                      <a:pt x="1056" y="0"/>
                    </a:moveTo>
                    <a:cubicBezTo>
                      <a:pt x="969" y="0"/>
                      <a:pt x="883" y="32"/>
                      <a:pt x="820" y="95"/>
                    </a:cubicBezTo>
                    <a:lnTo>
                      <a:pt x="95" y="820"/>
                    </a:lnTo>
                    <a:cubicBezTo>
                      <a:pt x="1" y="914"/>
                      <a:pt x="1" y="1166"/>
                      <a:pt x="95" y="1292"/>
                    </a:cubicBezTo>
                    <a:cubicBezTo>
                      <a:pt x="158" y="1339"/>
                      <a:pt x="253" y="1363"/>
                      <a:pt x="343" y="1363"/>
                    </a:cubicBezTo>
                    <a:cubicBezTo>
                      <a:pt x="434" y="1363"/>
                      <a:pt x="521" y="1339"/>
                      <a:pt x="568" y="1292"/>
                    </a:cubicBezTo>
                    <a:lnTo>
                      <a:pt x="694" y="1166"/>
                    </a:lnTo>
                    <a:lnTo>
                      <a:pt x="694" y="1702"/>
                    </a:lnTo>
                    <a:cubicBezTo>
                      <a:pt x="757" y="2300"/>
                      <a:pt x="1229" y="2773"/>
                      <a:pt x="1765" y="2773"/>
                    </a:cubicBezTo>
                    <a:lnTo>
                      <a:pt x="3844" y="2773"/>
                    </a:lnTo>
                    <a:cubicBezTo>
                      <a:pt x="4065" y="2773"/>
                      <a:pt x="4222" y="2615"/>
                      <a:pt x="4222" y="2426"/>
                    </a:cubicBezTo>
                    <a:cubicBezTo>
                      <a:pt x="4222" y="2237"/>
                      <a:pt x="4065" y="2080"/>
                      <a:pt x="3844" y="2080"/>
                    </a:cubicBezTo>
                    <a:lnTo>
                      <a:pt x="1765" y="2080"/>
                    </a:lnTo>
                    <a:cubicBezTo>
                      <a:pt x="1576" y="2080"/>
                      <a:pt x="1418" y="1922"/>
                      <a:pt x="1418" y="1702"/>
                    </a:cubicBezTo>
                    <a:lnTo>
                      <a:pt x="1418" y="1166"/>
                    </a:lnTo>
                    <a:lnTo>
                      <a:pt x="1544" y="1292"/>
                    </a:lnTo>
                    <a:cubicBezTo>
                      <a:pt x="1592" y="1339"/>
                      <a:pt x="1678" y="1363"/>
                      <a:pt x="1769" y="1363"/>
                    </a:cubicBezTo>
                    <a:cubicBezTo>
                      <a:pt x="1859" y="1363"/>
                      <a:pt x="1954" y="1339"/>
                      <a:pt x="2017" y="1292"/>
                    </a:cubicBezTo>
                    <a:cubicBezTo>
                      <a:pt x="2112" y="1166"/>
                      <a:pt x="2112" y="914"/>
                      <a:pt x="2017" y="820"/>
                    </a:cubicBezTo>
                    <a:lnTo>
                      <a:pt x="1292" y="95"/>
                    </a:lnTo>
                    <a:cubicBezTo>
                      <a:pt x="1229" y="32"/>
                      <a:pt x="1143" y="0"/>
                      <a:pt x="10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86" name="Google Shape;1086;p42"/>
              <p:cNvSpPr/>
              <p:nvPr/>
            </p:nvSpPr>
            <p:spPr>
              <a:xfrm>
                <a:off x="2141000" y="1954475"/>
                <a:ext cx="139450" cy="174100"/>
              </a:xfrm>
              <a:custGeom>
                <a:rect b="b" l="l" r="r" t="t"/>
                <a:pathLst>
                  <a:path extrusionOk="0" h="6964" w="5578">
                    <a:moveTo>
                      <a:pt x="2773" y="694"/>
                    </a:moveTo>
                    <a:cubicBezTo>
                      <a:pt x="3372" y="694"/>
                      <a:pt x="3782" y="1166"/>
                      <a:pt x="3782" y="1734"/>
                    </a:cubicBezTo>
                    <a:cubicBezTo>
                      <a:pt x="3782" y="2301"/>
                      <a:pt x="3309" y="2742"/>
                      <a:pt x="2773" y="2742"/>
                    </a:cubicBezTo>
                    <a:cubicBezTo>
                      <a:pt x="2175" y="2742"/>
                      <a:pt x="1734" y="2269"/>
                      <a:pt x="1734" y="1734"/>
                    </a:cubicBezTo>
                    <a:cubicBezTo>
                      <a:pt x="1734" y="1166"/>
                      <a:pt x="2206" y="694"/>
                      <a:pt x="2773" y="694"/>
                    </a:cubicBezTo>
                    <a:close/>
                    <a:moveTo>
                      <a:pt x="2773" y="3466"/>
                    </a:moveTo>
                    <a:cubicBezTo>
                      <a:pt x="3908" y="3466"/>
                      <a:pt x="4853" y="4411"/>
                      <a:pt x="4853" y="5546"/>
                    </a:cubicBezTo>
                    <a:lnTo>
                      <a:pt x="4853" y="6270"/>
                    </a:lnTo>
                    <a:lnTo>
                      <a:pt x="694" y="6270"/>
                    </a:lnTo>
                    <a:lnTo>
                      <a:pt x="694" y="5546"/>
                    </a:lnTo>
                    <a:cubicBezTo>
                      <a:pt x="694" y="4411"/>
                      <a:pt x="1639" y="3466"/>
                      <a:pt x="2773" y="3466"/>
                    </a:cubicBezTo>
                    <a:close/>
                    <a:moveTo>
                      <a:pt x="2805" y="1"/>
                    </a:moveTo>
                    <a:cubicBezTo>
                      <a:pt x="1860" y="1"/>
                      <a:pt x="1072" y="788"/>
                      <a:pt x="1072" y="1734"/>
                    </a:cubicBezTo>
                    <a:cubicBezTo>
                      <a:pt x="1072" y="2238"/>
                      <a:pt x="1324" y="2710"/>
                      <a:pt x="1671" y="3025"/>
                    </a:cubicBezTo>
                    <a:cubicBezTo>
                      <a:pt x="726" y="3466"/>
                      <a:pt x="64" y="4443"/>
                      <a:pt x="64" y="5577"/>
                    </a:cubicBezTo>
                    <a:lnTo>
                      <a:pt x="64" y="6617"/>
                    </a:lnTo>
                    <a:cubicBezTo>
                      <a:pt x="1" y="6806"/>
                      <a:pt x="159" y="6963"/>
                      <a:pt x="379" y="6963"/>
                    </a:cubicBezTo>
                    <a:lnTo>
                      <a:pt x="5199" y="6963"/>
                    </a:lnTo>
                    <a:cubicBezTo>
                      <a:pt x="5420" y="6963"/>
                      <a:pt x="5577" y="6806"/>
                      <a:pt x="5577" y="6617"/>
                    </a:cubicBezTo>
                    <a:lnTo>
                      <a:pt x="5577" y="5577"/>
                    </a:lnTo>
                    <a:cubicBezTo>
                      <a:pt x="5577" y="4443"/>
                      <a:pt x="4884" y="3498"/>
                      <a:pt x="3939" y="3025"/>
                    </a:cubicBezTo>
                    <a:cubicBezTo>
                      <a:pt x="4317" y="2710"/>
                      <a:pt x="4538" y="2238"/>
                      <a:pt x="4538" y="1734"/>
                    </a:cubicBezTo>
                    <a:cubicBezTo>
                      <a:pt x="4538" y="788"/>
                      <a:pt x="3750" y="1"/>
                      <a:pt x="28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87" name="Google Shape;1087;p42"/>
              <p:cNvSpPr/>
              <p:nvPr/>
            </p:nvSpPr>
            <p:spPr>
              <a:xfrm>
                <a:off x="2298525" y="2076550"/>
                <a:ext cx="139450" cy="174100"/>
              </a:xfrm>
              <a:custGeom>
                <a:rect b="b" l="l" r="r" t="t"/>
                <a:pathLst>
                  <a:path extrusionOk="0" h="6964" w="5578">
                    <a:moveTo>
                      <a:pt x="2773" y="663"/>
                    </a:moveTo>
                    <a:cubicBezTo>
                      <a:pt x="3372" y="663"/>
                      <a:pt x="3782" y="1135"/>
                      <a:pt x="3782" y="1702"/>
                    </a:cubicBezTo>
                    <a:cubicBezTo>
                      <a:pt x="3782" y="2238"/>
                      <a:pt x="3309" y="2710"/>
                      <a:pt x="2773" y="2710"/>
                    </a:cubicBezTo>
                    <a:cubicBezTo>
                      <a:pt x="2175" y="2710"/>
                      <a:pt x="1734" y="2238"/>
                      <a:pt x="1734" y="1702"/>
                    </a:cubicBezTo>
                    <a:cubicBezTo>
                      <a:pt x="1734" y="1135"/>
                      <a:pt x="2175" y="663"/>
                      <a:pt x="2773" y="663"/>
                    </a:cubicBezTo>
                    <a:close/>
                    <a:moveTo>
                      <a:pt x="2773" y="3467"/>
                    </a:moveTo>
                    <a:cubicBezTo>
                      <a:pt x="3908" y="3467"/>
                      <a:pt x="4853" y="4412"/>
                      <a:pt x="4853" y="5546"/>
                    </a:cubicBezTo>
                    <a:lnTo>
                      <a:pt x="4853" y="6270"/>
                    </a:lnTo>
                    <a:lnTo>
                      <a:pt x="694" y="6270"/>
                    </a:lnTo>
                    <a:lnTo>
                      <a:pt x="694" y="5546"/>
                    </a:lnTo>
                    <a:cubicBezTo>
                      <a:pt x="694" y="4412"/>
                      <a:pt x="1639" y="3467"/>
                      <a:pt x="2773" y="3467"/>
                    </a:cubicBezTo>
                    <a:close/>
                    <a:moveTo>
                      <a:pt x="2773" y="1"/>
                    </a:moveTo>
                    <a:cubicBezTo>
                      <a:pt x="1828" y="1"/>
                      <a:pt x="1041" y="789"/>
                      <a:pt x="1041" y="1734"/>
                    </a:cubicBezTo>
                    <a:cubicBezTo>
                      <a:pt x="1041" y="2238"/>
                      <a:pt x="1261" y="2710"/>
                      <a:pt x="1608" y="3025"/>
                    </a:cubicBezTo>
                    <a:cubicBezTo>
                      <a:pt x="663" y="3467"/>
                      <a:pt x="1" y="4443"/>
                      <a:pt x="1" y="5546"/>
                    </a:cubicBezTo>
                    <a:lnTo>
                      <a:pt x="1" y="6617"/>
                    </a:lnTo>
                    <a:cubicBezTo>
                      <a:pt x="1" y="6806"/>
                      <a:pt x="159" y="6964"/>
                      <a:pt x="379" y="6964"/>
                    </a:cubicBezTo>
                    <a:lnTo>
                      <a:pt x="5199" y="6964"/>
                    </a:lnTo>
                    <a:cubicBezTo>
                      <a:pt x="5420" y="6964"/>
                      <a:pt x="5577" y="6806"/>
                      <a:pt x="5577" y="6617"/>
                    </a:cubicBezTo>
                    <a:lnTo>
                      <a:pt x="5577" y="5546"/>
                    </a:lnTo>
                    <a:cubicBezTo>
                      <a:pt x="5514" y="4412"/>
                      <a:pt x="4853" y="3467"/>
                      <a:pt x="3908" y="3025"/>
                    </a:cubicBezTo>
                    <a:cubicBezTo>
                      <a:pt x="4254" y="2710"/>
                      <a:pt x="4506" y="2238"/>
                      <a:pt x="4506" y="1734"/>
                    </a:cubicBezTo>
                    <a:cubicBezTo>
                      <a:pt x="4506" y="789"/>
                      <a:pt x="3719" y="1"/>
                      <a:pt x="27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088" name="Google Shape;1088;p42"/>
            <p:cNvGrpSpPr/>
            <p:nvPr/>
          </p:nvGrpSpPr>
          <p:grpSpPr>
            <a:xfrm>
              <a:off x="7460684" y="1688878"/>
              <a:ext cx="373079" cy="365746"/>
              <a:chOff x="683125" y="1955275"/>
              <a:chExt cx="299325" cy="294600"/>
            </a:xfrm>
          </p:grpSpPr>
          <p:sp>
            <p:nvSpPr>
              <p:cNvPr id="1089" name="Google Shape;1089;p42"/>
              <p:cNvSpPr/>
              <p:nvPr/>
            </p:nvSpPr>
            <p:spPr>
              <a:xfrm>
                <a:off x="876875" y="1989925"/>
                <a:ext cx="52800" cy="63825"/>
              </a:xfrm>
              <a:custGeom>
                <a:rect b="b" l="l" r="r" t="t"/>
                <a:pathLst>
                  <a:path extrusionOk="0" h="2553" w="2112">
                    <a:moveTo>
                      <a:pt x="1072" y="0"/>
                    </a:moveTo>
                    <a:cubicBezTo>
                      <a:pt x="473" y="0"/>
                      <a:pt x="64" y="473"/>
                      <a:pt x="64" y="1009"/>
                    </a:cubicBezTo>
                    <a:cubicBezTo>
                      <a:pt x="1" y="1229"/>
                      <a:pt x="158" y="1324"/>
                      <a:pt x="379" y="1324"/>
                    </a:cubicBezTo>
                    <a:cubicBezTo>
                      <a:pt x="568" y="1324"/>
                      <a:pt x="725" y="1166"/>
                      <a:pt x="725" y="977"/>
                    </a:cubicBezTo>
                    <a:cubicBezTo>
                      <a:pt x="725" y="788"/>
                      <a:pt x="883" y="631"/>
                      <a:pt x="1072" y="631"/>
                    </a:cubicBezTo>
                    <a:cubicBezTo>
                      <a:pt x="1261" y="631"/>
                      <a:pt x="1418" y="788"/>
                      <a:pt x="1418" y="977"/>
                    </a:cubicBezTo>
                    <a:cubicBezTo>
                      <a:pt x="1418" y="1103"/>
                      <a:pt x="1355" y="1198"/>
                      <a:pt x="1229" y="1292"/>
                    </a:cubicBezTo>
                    <a:cubicBezTo>
                      <a:pt x="914" y="1450"/>
                      <a:pt x="725" y="1796"/>
                      <a:pt x="725" y="2206"/>
                    </a:cubicBezTo>
                    <a:cubicBezTo>
                      <a:pt x="725" y="2395"/>
                      <a:pt x="883" y="2552"/>
                      <a:pt x="1072" y="2552"/>
                    </a:cubicBezTo>
                    <a:cubicBezTo>
                      <a:pt x="1261" y="2552"/>
                      <a:pt x="1418" y="2395"/>
                      <a:pt x="1418" y="2206"/>
                    </a:cubicBezTo>
                    <a:cubicBezTo>
                      <a:pt x="1418" y="2080"/>
                      <a:pt x="1481" y="1954"/>
                      <a:pt x="1544" y="1922"/>
                    </a:cubicBezTo>
                    <a:cubicBezTo>
                      <a:pt x="1891" y="1733"/>
                      <a:pt x="2111" y="1355"/>
                      <a:pt x="2111" y="1009"/>
                    </a:cubicBezTo>
                    <a:cubicBezTo>
                      <a:pt x="2111" y="410"/>
                      <a:pt x="1639" y="0"/>
                      <a:pt x="10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90" name="Google Shape;1090;p42"/>
              <p:cNvSpPr/>
              <p:nvPr/>
            </p:nvSpPr>
            <p:spPr>
              <a:xfrm>
                <a:off x="683125" y="2058450"/>
                <a:ext cx="159900" cy="191425"/>
              </a:xfrm>
              <a:custGeom>
                <a:rect b="b" l="l" r="r" t="t"/>
                <a:pathLst>
                  <a:path extrusionOk="0" h="7657" w="6396">
                    <a:moveTo>
                      <a:pt x="3245" y="693"/>
                    </a:moveTo>
                    <a:cubicBezTo>
                      <a:pt x="3812" y="693"/>
                      <a:pt x="4285" y="1166"/>
                      <a:pt x="4285" y="1702"/>
                    </a:cubicBezTo>
                    <a:cubicBezTo>
                      <a:pt x="4285" y="2269"/>
                      <a:pt x="3812" y="2710"/>
                      <a:pt x="3245" y="2710"/>
                    </a:cubicBezTo>
                    <a:cubicBezTo>
                      <a:pt x="2647" y="2710"/>
                      <a:pt x="2174" y="2269"/>
                      <a:pt x="2174" y="1702"/>
                    </a:cubicBezTo>
                    <a:cubicBezTo>
                      <a:pt x="2174" y="1166"/>
                      <a:pt x="2678" y="693"/>
                      <a:pt x="3245" y="693"/>
                    </a:cubicBezTo>
                    <a:close/>
                    <a:moveTo>
                      <a:pt x="3245" y="3434"/>
                    </a:moveTo>
                    <a:cubicBezTo>
                      <a:pt x="4569" y="3434"/>
                      <a:pt x="5671" y="4537"/>
                      <a:pt x="5671" y="5892"/>
                    </a:cubicBezTo>
                    <a:lnTo>
                      <a:pt x="5671" y="6994"/>
                    </a:lnTo>
                    <a:lnTo>
                      <a:pt x="788" y="6994"/>
                    </a:lnTo>
                    <a:lnTo>
                      <a:pt x="788" y="5892"/>
                    </a:lnTo>
                    <a:cubicBezTo>
                      <a:pt x="788" y="4537"/>
                      <a:pt x="1891" y="3434"/>
                      <a:pt x="3245" y="3434"/>
                    </a:cubicBezTo>
                    <a:close/>
                    <a:moveTo>
                      <a:pt x="3182" y="0"/>
                    </a:moveTo>
                    <a:cubicBezTo>
                      <a:pt x="2237" y="0"/>
                      <a:pt x="1418" y="788"/>
                      <a:pt x="1418" y="1733"/>
                    </a:cubicBezTo>
                    <a:cubicBezTo>
                      <a:pt x="1418" y="2206"/>
                      <a:pt x="1607" y="2678"/>
                      <a:pt x="1985" y="2993"/>
                    </a:cubicBezTo>
                    <a:cubicBezTo>
                      <a:pt x="819" y="3466"/>
                      <a:pt x="0" y="4569"/>
                      <a:pt x="0" y="5892"/>
                    </a:cubicBezTo>
                    <a:lnTo>
                      <a:pt x="0" y="7309"/>
                    </a:lnTo>
                    <a:cubicBezTo>
                      <a:pt x="126" y="7499"/>
                      <a:pt x="284" y="7656"/>
                      <a:pt x="441" y="7656"/>
                    </a:cubicBezTo>
                    <a:lnTo>
                      <a:pt x="6018" y="7656"/>
                    </a:lnTo>
                    <a:cubicBezTo>
                      <a:pt x="6238" y="7656"/>
                      <a:pt x="6396" y="7499"/>
                      <a:pt x="6396" y="7309"/>
                    </a:cubicBezTo>
                    <a:lnTo>
                      <a:pt x="6396" y="5892"/>
                    </a:lnTo>
                    <a:cubicBezTo>
                      <a:pt x="6396" y="4569"/>
                      <a:pt x="5545" y="3466"/>
                      <a:pt x="4411" y="2993"/>
                    </a:cubicBezTo>
                    <a:cubicBezTo>
                      <a:pt x="4758" y="2647"/>
                      <a:pt x="4978" y="2206"/>
                      <a:pt x="4978" y="1733"/>
                    </a:cubicBezTo>
                    <a:cubicBezTo>
                      <a:pt x="4978" y="788"/>
                      <a:pt x="4190" y="0"/>
                      <a:pt x="3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91" name="Google Shape;1091;p42"/>
              <p:cNvSpPr/>
              <p:nvPr/>
            </p:nvSpPr>
            <p:spPr>
              <a:xfrm>
                <a:off x="824900" y="1955275"/>
                <a:ext cx="157550" cy="155975"/>
              </a:xfrm>
              <a:custGeom>
                <a:rect b="b" l="l" r="r" t="t"/>
                <a:pathLst>
                  <a:path extrusionOk="0" h="6239" w="6302">
                    <a:moveTo>
                      <a:pt x="3151" y="662"/>
                    </a:moveTo>
                    <a:cubicBezTo>
                      <a:pt x="4505" y="662"/>
                      <a:pt x="5608" y="1765"/>
                      <a:pt x="5608" y="3119"/>
                    </a:cubicBezTo>
                    <a:cubicBezTo>
                      <a:pt x="5608" y="4442"/>
                      <a:pt x="4505" y="5545"/>
                      <a:pt x="3151" y="5545"/>
                    </a:cubicBezTo>
                    <a:cubicBezTo>
                      <a:pt x="2710" y="5545"/>
                      <a:pt x="2332" y="5451"/>
                      <a:pt x="1954" y="5230"/>
                    </a:cubicBezTo>
                    <a:cubicBezTo>
                      <a:pt x="1890" y="5199"/>
                      <a:pt x="1796" y="5199"/>
                      <a:pt x="1733" y="5199"/>
                    </a:cubicBezTo>
                    <a:lnTo>
                      <a:pt x="945" y="5388"/>
                    </a:lnTo>
                    <a:lnTo>
                      <a:pt x="1166" y="4694"/>
                    </a:lnTo>
                    <a:cubicBezTo>
                      <a:pt x="1229" y="4568"/>
                      <a:pt x="1166" y="4505"/>
                      <a:pt x="1134" y="4411"/>
                    </a:cubicBezTo>
                    <a:cubicBezTo>
                      <a:pt x="914" y="4033"/>
                      <a:pt x="756" y="3592"/>
                      <a:pt x="756" y="3119"/>
                    </a:cubicBezTo>
                    <a:cubicBezTo>
                      <a:pt x="725" y="1733"/>
                      <a:pt x="1827" y="662"/>
                      <a:pt x="3151" y="662"/>
                    </a:cubicBezTo>
                    <a:close/>
                    <a:moveTo>
                      <a:pt x="3182" y="0"/>
                    </a:moveTo>
                    <a:cubicBezTo>
                      <a:pt x="1449" y="0"/>
                      <a:pt x="95" y="1418"/>
                      <a:pt x="95" y="3119"/>
                    </a:cubicBezTo>
                    <a:cubicBezTo>
                      <a:pt x="95" y="3655"/>
                      <a:pt x="189" y="4190"/>
                      <a:pt x="473" y="4663"/>
                    </a:cubicBezTo>
                    <a:lnTo>
                      <a:pt x="32" y="5766"/>
                    </a:lnTo>
                    <a:cubicBezTo>
                      <a:pt x="0" y="5860"/>
                      <a:pt x="32" y="5986"/>
                      <a:pt x="126" y="6112"/>
                    </a:cubicBezTo>
                    <a:cubicBezTo>
                      <a:pt x="189" y="6175"/>
                      <a:pt x="315" y="6238"/>
                      <a:pt x="473" y="6238"/>
                    </a:cubicBezTo>
                    <a:lnTo>
                      <a:pt x="1764" y="5923"/>
                    </a:lnTo>
                    <a:cubicBezTo>
                      <a:pt x="2206" y="6144"/>
                      <a:pt x="2678" y="6238"/>
                      <a:pt x="3182" y="6238"/>
                    </a:cubicBezTo>
                    <a:cubicBezTo>
                      <a:pt x="4915" y="6238"/>
                      <a:pt x="6301" y="4820"/>
                      <a:pt x="6301" y="3119"/>
                    </a:cubicBezTo>
                    <a:cubicBezTo>
                      <a:pt x="6301" y="1386"/>
                      <a:pt x="4883" y="0"/>
                      <a:pt x="3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092" name="Google Shape;1092;p42"/>
              <p:cNvSpPr/>
              <p:nvPr/>
            </p:nvSpPr>
            <p:spPr>
              <a:xfrm>
                <a:off x="895000" y="2058450"/>
                <a:ext cx="17350" cy="18125"/>
              </a:xfrm>
              <a:custGeom>
                <a:rect b="b" l="l" r="r" t="t"/>
                <a:pathLst>
                  <a:path extrusionOk="0" h="725" w="694">
                    <a:moveTo>
                      <a:pt x="347" y="0"/>
                    </a:moveTo>
                    <a:cubicBezTo>
                      <a:pt x="158" y="0"/>
                      <a:pt x="0" y="158"/>
                      <a:pt x="0" y="378"/>
                    </a:cubicBezTo>
                    <a:cubicBezTo>
                      <a:pt x="0" y="567"/>
                      <a:pt x="158" y="725"/>
                      <a:pt x="347" y="725"/>
                    </a:cubicBezTo>
                    <a:cubicBezTo>
                      <a:pt x="536" y="725"/>
                      <a:pt x="693" y="567"/>
                      <a:pt x="693" y="378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7" name="Google Shape;1097;p43"/>
          <p:cNvGrpSpPr/>
          <p:nvPr/>
        </p:nvGrpSpPr>
        <p:grpSpPr>
          <a:xfrm>
            <a:off x="631060" y="1927663"/>
            <a:ext cx="10929935" cy="4050844"/>
            <a:chOff x="474401" y="1557225"/>
            <a:chExt cx="8195197" cy="3037298"/>
          </a:xfrm>
        </p:grpSpPr>
        <p:cxnSp>
          <p:nvCxnSpPr>
            <p:cNvPr id="1098" name="Google Shape;1098;p43"/>
            <p:cNvCxnSpPr/>
            <p:nvPr/>
          </p:nvCxnSpPr>
          <p:spPr>
            <a:xfrm>
              <a:off x="510099" y="1749295"/>
              <a:ext cx="8124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99" name="Google Shape;1099;p43"/>
            <p:cNvSpPr/>
            <p:nvPr/>
          </p:nvSpPr>
          <p:spPr>
            <a:xfrm>
              <a:off x="1041841" y="1557225"/>
              <a:ext cx="386185" cy="384116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dk2"/>
            </a:solidFill>
            <a:ln cap="flat" cmpd="sng" w="76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  <a:endParaRPr b="1" i="0" sz="20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100" name="Google Shape;1100;p43"/>
            <p:cNvGrpSpPr/>
            <p:nvPr/>
          </p:nvGrpSpPr>
          <p:grpSpPr>
            <a:xfrm>
              <a:off x="552125" y="2365884"/>
              <a:ext cx="1407000" cy="760225"/>
              <a:chOff x="552125" y="2365884"/>
              <a:chExt cx="1407000" cy="760225"/>
            </a:xfrm>
          </p:grpSpPr>
          <p:sp>
            <p:nvSpPr>
              <p:cNvPr id="1101" name="Google Shape;1101;p43"/>
              <p:cNvSpPr txBox="1"/>
              <p:nvPr/>
            </p:nvSpPr>
            <p:spPr>
              <a:xfrm>
                <a:off x="579932" y="2365884"/>
                <a:ext cx="1365600" cy="34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Application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02" name="Google Shape;1102;p43"/>
              <p:cNvSpPr txBox="1"/>
              <p:nvPr/>
            </p:nvSpPr>
            <p:spPr>
              <a:xfrm>
                <a:off x="552125" y="2572009"/>
                <a:ext cx="14070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1103" name="Google Shape;1103;p43"/>
            <p:cNvSpPr/>
            <p:nvPr/>
          </p:nvSpPr>
          <p:spPr>
            <a:xfrm>
              <a:off x="474401" y="3580575"/>
              <a:ext cx="1521059" cy="1013945"/>
            </a:xfrm>
            <a:custGeom>
              <a:rect b="b" l="l" r="r" t="t"/>
              <a:pathLst>
                <a:path extrusionOk="0" h="2246" w="2859">
                  <a:moveTo>
                    <a:pt x="0" y="2245"/>
                  </a:moveTo>
                  <a:lnTo>
                    <a:pt x="0" y="0"/>
                  </a:lnTo>
                  <a:lnTo>
                    <a:pt x="2858" y="0"/>
                  </a:lnTo>
                  <a:lnTo>
                    <a:pt x="2858" y="2245"/>
                  </a:lnTo>
                  <a:lnTo>
                    <a:pt x="0" y="224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04" name="Google Shape;1104;p43"/>
            <p:cNvSpPr/>
            <p:nvPr/>
          </p:nvSpPr>
          <p:spPr>
            <a:xfrm>
              <a:off x="7148539" y="3580575"/>
              <a:ext cx="1521059" cy="1013945"/>
            </a:xfrm>
            <a:custGeom>
              <a:rect b="b" l="l" r="r" t="t"/>
              <a:pathLst>
                <a:path extrusionOk="0" h="2246" w="2859">
                  <a:moveTo>
                    <a:pt x="0" y="2245"/>
                  </a:moveTo>
                  <a:lnTo>
                    <a:pt x="0" y="0"/>
                  </a:lnTo>
                  <a:lnTo>
                    <a:pt x="2858" y="0"/>
                  </a:lnTo>
                  <a:lnTo>
                    <a:pt x="2858" y="2245"/>
                  </a:lnTo>
                  <a:lnTo>
                    <a:pt x="0" y="2245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05" name="Google Shape;1105;p43"/>
            <p:cNvSpPr/>
            <p:nvPr/>
          </p:nvSpPr>
          <p:spPr>
            <a:xfrm>
              <a:off x="7715979" y="1557225"/>
              <a:ext cx="386185" cy="384116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accent3"/>
            </a:solidFill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5</a:t>
              </a:r>
              <a:endParaRPr b="1" i="0" sz="20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106" name="Google Shape;1106;p43"/>
            <p:cNvGrpSpPr/>
            <p:nvPr/>
          </p:nvGrpSpPr>
          <p:grpSpPr>
            <a:xfrm>
              <a:off x="7226300" y="2365884"/>
              <a:ext cx="1393370" cy="760225"/>
              <a:chOff x="7226300" y="2365884"/>
              <a:chExt cx="1393370" cy="760225"/>
            </a:xfrm>
          </p:grpSpPr>
          <p:sp>
            <p:nvSpPr>
              <p:cNvPr id="1107" name="Google Shape;1107;p43"/>
              <p:cNvSpPr txBox="1"/>
              <p:nvPr/>
            </p:nvSpPr>
            <p:spPr>
              <a:xfrm>
                <a:off x="7254070" y="2365884"/>
                <a:ext cx="1365600" cy="34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Successful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08" name="Google Shape;1108;p43"/>
              <p:cNvSpPr txBox="1"/>
              <p:nvPr/>
            </p:nvSpPr>
            <p:spPr>
              <a:xfrm>
                <a:off x="7226300" y="2572009"/>
                <a:ext cx="13656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0" spcFirstLastPara="1" rIns="0" wrap="square" tIns="91425">
                <a:sp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1109" name="Google Shape;1109;p43"/>
            <p:cNvSpPr/>
            <p:nvPr/>
          </p:nvSpPr>
          <p:spPr>
            <a:xfrm>
              <a:off x="2142636" y="3580572"/>
              <a:ext cx="1521662" cy="1013951"/>
            </a:xfrm>
            <a:custGeom>
              <a:rect b="b" l="l" r="r" t="t"/>
              <a:pathLst>
                <a:path extrusionOk="0" h="2246" w="3679">
                  <a:moveTo>
                    <a:pt x="0" y="2245"/>
                  </a:moveTo>
                  <a:lnTo>
                    <a:pt x="0" y="0"/>
                  </a:lnTo>
                  <a:lnTo>
                    <a:pt x="3678" y="0"/>
                  </a:lnTo>
                  <a:lnTo>
                    <a:pt x="3678" y="2245"/>
                  </a:lnTo>
                  <a:lnTo>
                    <a:pt x="0" y="224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10" name="Google Shape;1110;p43"/>
            <p:cNvSpPr/>
            <p:nvPr/>
          </p:nvSpPr>
          <p:spPr>
            <a:xfrm>
              <a:off x="2710375" y="1557225"/>
              <a:ext cx="386185" cy="384116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lt2"/>
            </a:solidFill>
            <a:ln cap="flat" cmpd="sng" w="762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  <a:endParaRPr b="1" i="0" sz="20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111" name="Google Shape;1111;p43"/>
            <p:cNvGrpSpPr/>
            <p:nvPr/>
          </p:nvGrpSpPr>
          <p:grpSpPr>
            <a:xfrm>
              <a:off x="2220669" y="2365884"/>
              <a:ext cx="1407000" cy="760225"/>
              <a:chOff x="2220669" y="2365884"/>
              <a:chExt cx="1407000" cy="760225"/>
            </a:xfrm>
          </p:grpSpPr>
          <p:sp>
            <p:nvSpPr>
              <p:cNvPr id="1112" name="Google Shape;1112;p43"/>
              <p:cNvSpPr txBox="1"/>
              <p:nvPr/>
            </p:nvSpPr>
            <p:spPr>
              <a:xfrm>
                <a:off x="2248468" y="2365884"/>
                <a:ext cx="1365600" cy="34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Selection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13" name="Google Shape;1113;p43"/>
              <p:cNvSpPr txBox="1"/>
              <p:nvPr/>
            </p:nvSpPr>
            <p:spPr>
              <a:xfrm>
                <a:off x="2220669" y="2572009"/>
                <a:ext cx="14070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1114" name="Google Shape;1114;p43"/>
            <p:cNvSpPr/>
            <p:nvPr/>
          </p:nvSpPr>
          <p:spPr>
            <a:xfrm>
              <a:off x="3811468" y="3580572"/>
              <a:ext cx="1521064" cy="1013951"/>
            </a:xfrm>
            <a:custGeom>
              <a:rect b="b" l="l" r="r" t="t"/>
              <a:pathLst>
                <a:path extrusionOk="0" h="2246" w="3678">
                  <a:moveTo>
                    <a:pt x="0" y="2245"/>
                  </a:moveTo>
                  <a:lnTo>
                    <a:pt x="0" y="0"/>
                  </a:lnTo>
                  <a:lnTo>
                    <a:pt x="3677" y="0"/>
                  </a:lnTo>
                  <a:lnTo>
                    <a:pt x="3677" y="2245"/>
                  </a:lnTo>
                  <a:lnTo>
                    <a:pt x="0" y="224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15" name="Google Shape;1115;p43"/>
            <p:cNvSpPr/>
            <p:nvPr/>
          </p:nvSpPr>
          <p:spPr>
            <a:xfrm>
              <a:off x="4378910" y="1557225"/>
              <a:ext cx="386185" cy="384116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accent1"/>
            </a:solidFill>
            <a:ln cap="flat" cmpd="sng" w="762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  <a:endParaRPr b="1" i="0" sz="20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116" name="Google Shape;1116;p43"/>
            <p:cNvGrpSpPr/>
            <p:nvPr/>
          </p:nvGrpSpPr>
          <p:grpSpPr>
            <a:xfrm>
              <a:off x="3889214" y="2365884"/>
              <a:ext cx="1407000" cy="760225"/>
              <a:chOff x="3889214" y="2365884"/>
              <a:chExt cx="1407000" cy="760225"/>
            </a:xfrm>
          </p:grpSpPr>
          <p:sp>
            <p:nvSpPr>
              <p:cNvPr id="1117" name="Google Shape;1117;p43"/>
              <p:cNvSpPr txBox="1"/>
              <p:nvPr/>
            </p:nvSpPr>
            <p:spPr>
              <a:xfrm>
                <a:off x="3917001" y="2365884"/>
                <a:ext cx="1365600" cy="34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Decision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18" name="Google Shape;1118;p43"/>
              <p:cNvSpPr txBox="1"/>
              <p:nvPr/>
            </p:nvSpPr>
            <p:spPr>
              <a:xfrm>
                <a:off x="3889214" y="2572009"/>
                <a:ext cx="14070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1119" name="Google Shape;1119;p43"/>
            <p:cNvSpPr/>
            <p:nvPr/>
          </p:nvSpPr>
          <p:spPr>
            <a:xfrm>
              <a:off x="5479709" y="3580572"/>
              <a:ext cx="1521662" cy="1013951"/>
            </a:xfrm>
            <a:custGeom>
              <a:rect b="b" l="l" r="r" t="t"/>
              <a:pathLst>
                <a:path extrusionOk="0" h="2246" w="3679">
                  <a:moveTo>
                    <a:pt x="0" y="2245"/>
                  </a:moveTo>
                  <a:lnTo>
                    <a:pt x="0" y="0"/>
                  </a:lnTo>
                  <a:lnTo>
                    <a:pt x="3678" y="0"/>
                  </a:lnTo>
                  <a:lnTo>
                    <a:pt x="3678" y="2245"/>
                  </a:lnTo>
                  <a:lnTo>
                    <a:pt x="0" y="224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Calibri"/>
                <a:buNone/>
              </a:pPr>
              <a:r>
                <a:t/>
              </a:r>
              <a:endParaRPr b="0" i="0" sz="3600" u="none">
                <a:solidFill>
                  <a:srgbClr val="999999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20" name="Google Shape;1120;p43"/>
            <p:cNvSpPr/>
            <p:nvPr/>
          </p:nvSpPr>
          <p:spPr>
            <a:xfrm>
              <a:off x="6047444" y="1557225"/>
              <a:ext cx="386185" cy="384116"/>
            </a:xfrm>
            <a:custGeom>
              <a:rect b="b" l="l" r="r" t="t"/>
              <a:pathLst>
                <a:path extrusionOk="0" h="1600" w="1608">
                  <a:moveTo>
                    <a:pt x="1607" y="804"/>
                  </a:moveTo>
                  <a:lnTo>
                    <a:pt x="1607" y="804"/>
                  </a:lnTo>
                  <a:cubicBezTo>
                    <a:pt x="1607" y="1243"/>
                    <a:pt x="1251" y="1599"/>
                    <a:pt x="804" y="1599"/>
                  </a:cubicBezTo>
                  <a:cubicBezTo>
                    <a:pt x="365" y="1599"/>
                    <a:pt x="0" y="1243"/>
                    <a:pt x="0" y="804"/>
                  </a:cubicBezTo>
                  <a:cubicBezTo>
                    <a:pt x="0" y="357"/>
                    <a:pt x="365" y="0"/>
                    <a:pt x="804" y="0"/>
                  </a:cubicBezTo>
                  <a:cubicBezTo>
                    <a:pt x="1251" y="0"/>
                    <a:pt x="1607" y="357"/>
                    <a:pt x="1607" y="804"/>
                  </a:cubicBezTo>
                </a:path>
              </a:pathLst>
            </a:custGeom>
            <a:solidFill>
              <a:schemeClr val="accent2"/>
            </a:solidFill>
            <a:ln cap="flat" cmpd="sng" w="762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4</a:t>
              </a:r>
              <a:endParaRPr b="1" i="0" sz="2000" u="non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121" name="Google Shape;1121;p43"/>
            <p:cNvGrpSpPr/>
            <p:nvPr/>
          </p:nvGrpSpPr>
          <p:grpSpPr>
            <a:xfrm>
              <a:off x="5557758" y="2365884"/>
              <a:ext cx="1407000" cy="760225"/>
              <a:chOff x="5557758" y="2365884"/>
              <a:chExt cx="1407000" cy="760225"/>
            </a:xfrm>
          </p:grpSpPr>
          <p:sp>
            <p:nvSpPr>
              <p:cNvPr id="1122" name="Google Shape;1122;p43"/>
              <p:cNvSpPr txBox="1"/>
              <p:nvPr/>
            </p:nvSpPr>
            <p:spPr>
              <a:xfrm>
                <a:off x="5585540" y="2365884"/>
                <a:ext cx="1365600" cy="34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Result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23" name="Google Shape;1123;p43"/>
              <p:cNvSpPr txBox="1"/>
              <p:nvPr/>
            </p:nvSpPr>
            <p:spPr>
              <a:xfrm>
                <a:off x="5557758" y="2572009"/>
                <a:ext cx="14070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b" bIns="91425" lIns="91425" spcFirstLastPara="1" rIns="91425" wrap="square" tIns="91425">
                <a:sp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1124" name="Google Shape;1124;p43"/>
            <p:cNvSpPr/>
            <p:nvPr/>
          </p:nvSpPr>
          <p:spPr>
            <a:xfrm>
              <a:off x="2633078" y="3817156"/>
              <a:ext cx="540778" cy="540793"/>
            </a:xfrm>
            <a:custGeom>
              <a:rect b="b" l="l" r="r" t="t"/>
              <a:pathLst>
                <a:path extrusionOk="0" h="11650" w="11721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25" name="Google Shape;1125;p43"/>
            <p:cNvSpPr/>
            <p:nvPr/>
          </p:nvSpPr>
          <p:spPr>
            <a:xfrm>
              <a:off x="964535" y="3817163"/>
              <a:ext cx="540792" cy="540768"/>
            </a:xfrm>
            <a:custGeom>
              <a:rect b="b" l="l" r="r" t="t"/>
              <a:pathLst>
                <a:path extrusionOk="0" h="11657" w="11689">
                  <a:moveTo>
                    <a:pt x="5860" y="662"/>
                  </a:moveTo>
                  <a:cubicBezTo>
                    <a:pt x="6080" y="662"/>
                    <a:pt x="6238" y="851"/>
                    <a:pt x="6238" y="1040"/>
                  </a:cubicBezTo>
                  <a:lnTo>
                    <a:pt x="6238" y="1386"/>
                  </a:lnTo>
                  <a:lnTo>
                    <a:pt x="756" y="1386"/>
                  </a:lnTo>
                  <a:lnTo>
                    <a:pt x="756" y="1040"/>
                  </a:lnTo>
                  <a:cubicBezTo>
                    <a:pt x="725" y="851"/>
                    <a:pt x="882" y="662"/>
                    <a:pt x="1071" y="662"/>
                  </a:cubicBezTo>
                  <a:close/>
                  <a:moveTo>
                    <a:pt x="6175" y="2048"/>
                  </a:moveTo>
                  <a:lnTo>
                    <a:pt x="6175" y="3686"/>
                  </a:lnTo>
                  <a:cubicBezTo>
                    <a:pt x="5639" y="3686"/>
                    <a:pt x="5198" y="4096"/>
                    <a:pt x="5198" y="4663"/>
                  </a:cubicBezTo>
                  <a:cubicBezTo>
                    <a:pt x="4820" y="4694"/>
                    <a:pt x="4505" y="4883"/>
                    <a:pt x="4348" y="5261"/>
                  </a:cubicBezTo>
                  <a:lnTo>
                    <a:pt x="3592" y="4505"/>
                  </a:lnTo>
                  <a:cubicBezTo>
                    <a:pt x="3403" y="4300"/>
                    <a:pt x="3135" y="4198"/>
                    <a:pt x="2867" y="4198"/>
                  </a:cubicBezTo>
                  <a:cubicBezTo>
                    <a:pt x="2599" y="4198"/>
                    <a:pt x="2331" y="4300"/>
                    <a:pt x="2142" y="4505"/>
                  </a:cubicBezTo>
                  <a:cubicBezTo>
                    <a:pt x="1733" y="4883"/>
                    <a:pt x="1733" y="5576"/>
                    <a:pt x="2142" y="5954"/>
                  </a:cubicBezTo>
                  <a:lnTo>
                    <a:pt x="4505" y="8317"/>
                  </a:lnTo>
                  <a:lnTo>
                    <a:pt x="4316" y="8317"/>
                  </a:lnTo>
                  <a:cubicBezTo>
                    <a:pt x="3875" y="8317"/>
                    <a:pt x="3466" y="8601"/>
                    <a:pt x="3308" y="9042"/>
                  </a:cubicBezTo>
                  <a:lnTo>
                    <a:pt x="725" y="9042"/>
                  </a:lnTo>
                  <a:lnTo>
                    <a:pt x="725" y="8979"/>
                  </a:lnTo>
                  <a:lnTo>
                    <a:pt x="725" y="2048"/>
                  </a:lnTo>
                  <a:close/>
                  <a:moveTo>
                    <a:pt x="7640" y="3907"/>
                  </a:moveTo>
                  <a:cubicBezTo>
                    <a:pt x="7727" y="3907"/>
                    <a:pt x="7813" y="3938"/>
                    <a:pt x="7876" y="4001"/>
                  </a:cubicBezTo>
                  <a:lnTo>
                    <a:pt x="8664" y="4789"/>
                  </a:lnTo>
                  <a:cubicBezTo>
                    <a:pt x="9325" y="5450"/>
                    <a:pt x="9861" y="6238"/>
                    <a:pt x="10113" y="7026"/>
                  </a:cubicBezTo>
                  <a:lnTo>
                    <a:pt x="7530" y="9609"/>
                  </a:lnTo>
                  <a:lnTo>
                    <a:pt x="4222" y="9609"/>
                  </a:lnTo>
                  <a:cubicBezTo>
                    <a:pt x="4033" y="9609"/>
                    <a:pt x="3875" y="9451"/>
                    <a:pt x="3875" y="9262"/>
                  </a:cubicBezTo>
                  <a:cubicBezTo>
                    <a:pt x="3875" y="9073"/>
                    <a:pt x="4033" y="8916"/>
                    <a:pt x="4222" y="8916"/>
                  </a:cubicBezTo>
                  <a:lnTo>
                    <a:pt x="5230" y="8916"/>
                  </a:lnTo>
                  <a:cubicBezTo>
                    <a:pt x="5387" y="8916"/>
                    <a:pt x="5513" y="8821"/>
                    <a:pt x="5545" y="8695"/>
                  </a:cubicBezTo>
                  <a:cubicBezTo>
                    <a:pt x="5608" y="8601"/>
                    <a:pt x="5608" y="8443"/>
                    <a:pt x="5482" y="8349"/>
                  </a:cubicBezTo>
                  <a:lnTo>
                    <a:pt x="2520" y="5387"/>
                  </a:lnTo>
                  <a:cubicBezTo>
                    <a:pt x="2394" y="5293"/>
                    <a:pt x="2394" y="5041"/>
                    <a:pt x="2520" y="4915"/>
                  </a:cubicBezTo>
                  <a:cubicBezTo>
                    <a:pt x="2583" y="4868"/>
                    <a:pt x="2670" y="4844"/>
                    <a:pt x="2757" y="4844"/>
                  </a:cubicBezTo>
                  <a:cubicBezTo>
                    <a:pt x="2843" y="4844"/>
                    <a:pt x="2930" y="4868"/>
                    <a:pt x="2993" y="4915"/>
                  </a:cubicBezTo>
                  <a:lnTo>
                    <a:pt x="4442" y="6395"/>
                  </a:lnTo>
                  <a:lnTo>
                    <a:pt x="5450" y="7372"/>
                  </a:lnTo>
                  <a:cubicBezTo>
                    <a:pt x="5498" y="7435"/>
                    <a:pt x="5584" y="7467"/>
                    <a:pt x="5675" y="7467"/>
                  </a:cubicBezTo>
                  <a:cubicBezTo>
                    <a:pt x="5765" y="7467"/>
                    <a:pt x="5860" y="7435"/>
                    <a:pt x="5923" y="7372"/>
                  </a:cubicBezTo>
                  <a:cubicBezTo>
                    <a:pt x="6017" y="7246"/>
                    <a:pt x="6017" y="7026"/>
                    <a:pt x="5923" y="6900"/>
                  </a:cubicBezTo>
                  <a:lnTo>
                    <a:pt x="4915" y="5923"/>
                  </a:lnTo>
                  <a:cubicBezTo>
                    <a:pt x="4820" y="5797"/>
                    <a:pt x="4820" y="5545"/>
                    <a:pt x="4915" y="5450"/>
                  </a:cubicBezTo>
                  <a:cubicBezTo>
                    <a:pt x="4978" y="5387"/>
                    <a:pt x="5072" y="5356"/>
                    <a:pt x="5163" y="5356"/>
                  </a:cubicBezTo>
                  <a:cubicBezTo>
                    <a:pt x="5253" y="5356"/>
                    <a:pt x="5340" y="5387"/>
                    <a:pt x="5387" y="5450"/>
                  </a:cubicBezTo>
                  <a:lnTo>
                    <a:pt x="6396" y="6427"/>
                  </a:lnTo>
                  <a:cubicBezTo>
                    <a:pt x="6443" y="6490"/>
                    <a:pt x="6529" y="6522"/>
                    <a:pt x="6620" y="6522"/>
                  </a:cubicBezTo>
                  <a:cubicBezTo>
                    <a:pt x="6711" y="6522"/>
                    <a:pt x="6805" y="6490"/>
                    <a:pt x="6868" y="6427"/>
                  </a:cubicBezTo>
                  <a:cubicBezTo>
                    <a:pt x="6963" y="6301"/>
                    <a:pt x="6963" y="6080"/>
                    <a:pt x="6868" y="5954"/>
                  </a:cubicBezTo>
                  <a:lnTo>
                    <a:pt x="5860" y="4978"/>
                  </a:lnTo>
                  <a:cubicBezTo>
                    <a:pt x="5765" y="4852"/>
                    <a:pt x="5765" y="4631"/>
                    <a:pt x="5860" y="4505"/>
                  </a:cubicBezTo>
                  <a:cubicBezTo>
                    <a:pt x="5923" y="4442"/>
                    <a:pt x="6017" y="4411"/>
                    <a:pt x="6108" y="4411"/>
                  </a:cubicBezTo>
                  <a:cubicBezTo>
                    <a:pt x="6199" y="4411"/>
                    <a:pt x="6285" y="4442"/>
                    <a:pt x="6333" y="4505"/>
                  </a:cubicBezTo>
                  <a:lnTo>
                    <a:pt x="7341" y="5482"/>
                  </a:lnTo>
                  <a:cubicBezTo>
                    <a:pt x="7388" y="5545"/>
                    <a:pt x="7475" y="5576"/>
                    <a:pt x="7565" y="5576"/>
                  </a:cubicBezTo>
                  <a:cubicBezTo>
                    <a:pt x="7656" y="5576"/>
                    <a:pt x="7750" y="5545"/>
                    <a:pt x="7813" y="5482"/>
                  </a:cubicBezTo>
                  <a:cubicBezTo>
                    <a:pt x="7908" y="5356"/>
                    <a:pt x="7908" y="5135"/>
                    <a:pt x="7813" y="5009"/>
                  </a:cubicBezTo>
                  <a:lnTo>
                    <a:pt x="7341" y="4537"/>
                  </a:lnTo>
                  <a:cubicBezTo>
                    <a:pt x="7278" y="4348"/>
                    <a:pt x="7278" y="4096"/>
                    <a:pt x="7404" y="4001"/>
                  </a:cubicBezTo>
                  <a:cubicBezTo>
                    <a:pt x="7467" y="3938"/>
                    <a:pt x="7553" y="3907"/>
                    <a:pt x="7640" y="3907"/>
                  </a:cubicBezTo>
                  <a:close/>
                  <a:moveTo>
                    <a:pt x="10554" y="7624"/>
                  </a:moveTo>
                  <a:lnTo>
                    <a:pt x="10806" y="7845"/>
                  </a:lnTo>
                  <a:cubicBezTo>
                    <a:pt x="10964" y="8002"/>
                    <a:pt x="10964" y="8191"/>
                    <a:pt x="10806" y="8317"/>
                  </a:cubicBezTo>
                  <a:lnTo>
                    <a:pt x="8853" y="10239"/>
                  </a:lnTo>
                  <a:cubicBezTo>
                    <a:pt x="8806" y="10302"/>
                    <a:pt x="8719" y="10334"/>
                    <a:pt x="8628" y="10334"/>
                  </a:cubicBezTo>
                  <a:cubicBezTo>
                    <a:pt x="8538" y="10334"/>
                    <a:pt x="8443" y="10302"/>
                    <a:pt x="8380" y="10239"/>
                  </a:cubicBezTo>
                  <a:lnTo>
                    <a:pt x="8160" y="10019"/>
                  </a:lnTo>
                  <a:lnTo>
                    <a:pt x="10554" y="7624"/>
                  </a:lnTo>
                  <a:close/>
                  <a:moveTo>
                    <a:pt x="3277" y="9672"/>
                  </a:moveTo>
                  <a:cubicBezTo>
                    <a:pt x="3434" y="10050"/>
                    <a:pt x="3781" y="10334"/>
                    <a:pt x="4222" y="10334"/>
                  </a:cubicBezTo>
                  <a:lnTo>
                    <a:pt x="6143" y="10334"/>
                  </a:lnTo>
                  <a:lnTo>
                    <a:pt x="6143" y="10680"/>
                  </a:lnTo>
                  <a:lnTo>
                    <a:pt x="6175" y="10680"/>
                  </a:lnTo>
                  <a:cubicBezTo>
                    <a:pt x="6175" y="10869"/>
                    <a:pt x="6017" y="11027"/>
                    <a:pt x="5828" y="11027"/>
                  </a:cubicBezTo>
                  <a:lnTo>
                    <a:pt x="1040" y="11027"/>
                  </a:lnTo>
                  <a:cubicBezTo>
                    <a:pt x="819" y="11027"/>
                    <a:pt x="662" y="10869"/>
                    <a:pt x="662" y="10680"/>
                  </a:cubicBezTo>
                  <a:lnTo>
                    <a:pt x="662" y="9672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40" y="11657"/>
                  </a:cubicBezTo>
                  <a:lnTo>
                    <a:pt x="5828" y="11657"/>
                  </a:lnTo>
                  <a:cubicBezTo>
                    <a:pt x="6396" y="11657"/>
                    <a:pt x="6868" y="11184"/>
                    <a:pt x="6868" y="10649"/>
                  </a:cubicBezTo>
                  <a:lnTo>
                    <a:pt x="6868" y="10334"/>
                  </a:lnTo>
                  <a:lnTo>
                    <a:pt x="7467" y="10334"/>
                  </a:lnTo>
                  <a:lnTo>
                    <a:pt x="7876" y="10775"/>
                  </a:lnTo>
                  <a:cubicBezTo>
                    <a:pt x="8081" y="10964"/>
                    <a:pt x="8349" y="11058"/>
                    <a:pt x="8613" y="11058"/>
                  </a:cubicBezTo>
                  <a:cubicBezTo>
                    <a:pt x="8877" y="11058"/>
                    <a:pt x="9136" y="10964"/>
                    <a:pt x="9325" y="10775"/>
                  </a:cubicBezTo>
                  <a:lnTo>
                    <a:pt x="11279" y="8821"/>
                  </a:lnTo>
                  <a:cubicBezTo>
                    <a:pt x="11688" y="8443"/>
                    <a:pt x="11688" y="7782"/>
                    <a:pt x="11310" y="7372"/>
                  </a:cubicBezTo>
                  <a:lnTo>
                    <a:pt x="10869" y="6931"/>
                  </a:lnTo>
                  <a:cubicBezTo>
                    <a:pt x="10554" y="6080"/>
                    <a:pt x="10082" y="5261"/>
                    <a:pt x="9420" y="4505"/>
                  </a:cubicBezTo>
                  <a:lnTo>
                    <a:pt x="8380" y="3466"/>
                  </a:lnTo>
                  <a:cubicBezTo>
                    <a:pt x="8191" y="3277"/>
                    <a:pt x="7931" y="3182"/>
                    <a:pt x="7668" y="3182"/>
                  </a:cubicBezTo>
                  <a:cubicBezTo>
                    <a:pt x="7404" y="3182"/>
                    <a:pt x="7136" y="3277"/>
                    <a:pt x="6931" y="3466"/>
                  </a:cubicBezTo>
                  <a:lnTo>
                    <a:pt x="6868" y="3560"/>
                  </a:lnTo>
                  <a:lnTo>
                    <a:pt x="6868" y="1040"/>
                  </a:lnTo>
                  <a:cubicBezTo>
                    <a:pt x="6868" y="473"/>
                    <a:pt x="6396" y="0"/>
                    <a:pt x="58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126" name="Google Shape;1126;p43"/>
            <p:cNvGrpSpPr/>
            <p:nvPr/>
          </p:nvGrpSpPr>
          <p:grpSpPr>
            <a:xfrm>
              <a:off x="7623138" y="3817795"/>
              <a:ext cx="571870" cy="539502"/>
              <a:chOff x="6524150" y="1938725"/>
              <a:chExt cx="297725" cy="276625"/>
            </a:xfrm>
          </p:grpSpPr>
          <p:sp>
            <p:nvSpPr>
              <p:cNvPr id="1127" name="Google Shape;1127;p43"/>
              <p:cNvSpPr/>
              <p:nvPr/>
            </p:nvSpPr>
            <p:spPr>
              <a:xfrm>
                <a:off x="6524150" y="2025375"/>
                <a:ext cx="297725" cy="189975"/>
              </a:xfrm>
              <a:custGeom>
                <a:rect b="b" l="l" r="r" t="t"/>
                <a:pathLst>
                  <a:path extrusionOk="0" h="7599" w="11909">
                    <a:moveTo>
                      <a:pt x="9767" y="2079"/>
                    </a:moveTo>
                    <a:lnTo>
                      <a:pt x="9767" y="5198"/>
                    </a:lnTo>
                    <a:cubicBezTo>
                      <a:pt x="9735" y="5041"/>
                      <a:pt x="9672" y="4915"/>
                      <a:pt x="9546" y="4789"/>
                    </a:cubicBezTo>
                    <a:lnTo>
                      <a:pt x="7813" y="3056"/>
                    </a:lnTo>
                    <a:cubicBezTo>
                      <a:pt x="7624" y="2867"/>
                      <a:pt x="7341" y="2741"/>
                      <a:pt x="7057" y="2741"/>
                    </a:cubicBezTo>
                    <a:lnTo>
                      <a:pt x="6018" y="2741"/>
                    </a:lnTo>
                    <a:cubicBezTo>
                      <a:pt x="5923" y="2741"/>
                      <a:pt x="5797" y="2836"/>
                      <a:pt x="5734" y="2930"/>
                    </a:cubicBezTo>
                    <a:lnTo>
                      <a:pt x="5482" y="3403"/>
                    </a:lnTo>
                    <a:cubicBezTo>
                      <a:pt x="5293" y="3812"/>
                      <a:pt x="4883" y="4001"/>
                      <a:pt x="4505" y="4001"/>
                    </a:cubicBezTo>
                    <a:lnTo>
                      <a:pt x="5356" y="2269"/>
                    </a:lnTo>
                    <a:cubicBezTo>
                      <a:pt x="5419" y="2143"/>
                      <a:pt x="5576" y="2079"/>
                      <a:pt x="5671" y="2079"/>
                    </a:cubicBezTo>
                    <a:close/>
                    <a:moveTo>
                      <a:pt x="1418" y="2079"/>
                    </a:moveTo>
                    <a:lnTo>
                      <a:pt x="1418" y="5545"/>
                    </a:lnTo>
                    <a:lnTo>
                      <a:pt x="725" y="5545"/>
                    </a:lnTo>
                    <a:lnTo>
                      <a:pt x="725" y="2079"/>
                    </a:lnTo>
                    <a:close/>
                    <a:moveTo>
                      <a:pt x="11153" y="2079"/>
                    </a:moveTo>
                    <a:lnTo>
                      <a:pt x="11153" y="5545"/>
                    </a:lnTo>
                    <a:lnTo>
                      <a:pt x="10460" y="5545"/>
                    </a:lnTo>
                    <a:lnTo>
                      <a:pt x="10460" y="2079"/>
                    </a:lnTo>
                    <a:close/>
                    <a:moveTo>
                      <a:pt x="6931" y="630"/>
                    </a:moveTo>
                    <a:cubicBezTo>
                      <a:pt x="6774" y="1008"/>
                      <a:pt x="6427" y="1323"/>
                      <a:pt x="5955" y="1323"/>
                    </a:cubicBezTo>
                    <a:lnTo>
                      <a:pt x="5671" y="1323"/>
                    </a:lnTo>
                    <a:cubicBezTo>
                      <a:pt x="5293" y="1323"/>
                      <a:pt x="4946" y="1575"/>
                      <a:pt x="4726" y="1922"/>
                    </a:cubicBezTo>
                    <a:lnTo>
                      <a:pt x="3655" y="4064"/>
                    </a:lnTo>
                    <a:cubicBezTo>
                      <a:pt x="3623" y="4127"/>
                      <a:pt x="3623" y="4253"/>
                      <a:pt x="3655" y="4316"/>
                    </a:cubicBezTo>
                    <a:cubicBezTo>
                      <a:pt x="3718" y="4411"/>
                      <a:pt x="3781" y="4474"/>
                      <a:pt x="3875" y="4537"/>
                    </a:cubicBezTo>
                    <a:cubicBezTo>
                      <a:pt x="4088" y="4627"/>
                      <a:pt x="4310" y="4670"/>
                      <a:pt x="4532" y="4670"/>
                    </a:cubicBezTo>
                    <a:cubicBezTo>
                      <a:pt x="5165" y="4670"/>
                      <a:pt x="5785" y="4316"/>
                      <a:pt x="6112" y="3686"/>
                    </a:cubicBezTo>
                    <a:lnTo>
                      <a:pt x="6238" y="3434"/>
                    </a:lnTo>
                    <a:lnTo>
                      <a:pt x="7026" y="3434"/>
                    </a:lnTo>
                    <a:cubicBezTo>
                      <a:pt x="7089" y="3434"/>
                      <a:pt x="7215" y="3466"/>
                      <a:pt x="7246" y="3529"/>
                    </a:cubicBezTo>
                    <a:lnTo>
                      <a:pt x="8979" y="5261"/>
                    </a:lnTo>
                    <a:cubicBezTo>
                      <a:pt x="9137" y="5419"/>
                      <a:pt x="9137" y="5545"/>
                      <a:pt x="9105" y="5640"/>
                    </a:cubicBezTo>
                    <a:cubicBezTo>
                      <a:pt x="9105" y="5671"/>
                      <a:pt x="9042" y="5829"/>
                      <a:pt x="8885" y="5860"/>
                    </a:cubicBezTo>
                    <a:lnTo>
                      <a:pt x="5576" y="6805"/>
                    </a:lnTo>
                    <a:cubicBezTo>
                      <a:pt x="5543" y="6814"/>
                      <a:pt x="5507" y="6818"/>
                      <a:pt x="5470" y="6818"/>
                    </a:cubicBezTo>
                    <a:cubicBezTo>
                      <a:pt x="5371" y="6818"/>
                      <a:pt x="5268" y="6788"/>
                      <a:pt x="5198" y="6742"/>
                    </a:cubicBezTo>
                    <a:lnTo>
                      <a:pt x="4096" y="5640"/>
                    </a:lnTo>
                    <a:cubicBezTo>
                      <a:pt x="4033" y="5545"/>
                      <a:pt x="3938" y="5514"/>
                      <a:pt x="3875" y="5514"/>
                    </a:cubicBezTo>
                    <a:lnTo>
                      <a:pt x="2111" y="5514"/>
                    </a:lnTo>
                    <a:lnTo>
                      <a:pt x="2111" y="2048"/>
                    </a:lnTo>
                    <a:lnTo>
                      <a:pt x="2741" y="2048"/>
                    </a:lnTo>
                    <a:cubicBezTo>
                      <a:pt x="3119" y="2048"/>
                      <a:pt x="3466" y="1796"/>
                      <a:pt x="3686" y="1449"/>
                    </a:cubicBezTo>
                    <a:lnTo>
                      <a:pt x="4001" y="819"/>
                    </a:lnTo>
                    <a:cubicBezTo>
                      <a:pt x="4064" y="693"/>
                      <a:pt x="4190" y="630"/>
                      <a:pt x="4316" y="630"/>
                    </a:cubicBezTo>
                    <a:close/>
                    <a:moveTo>
                      <a:pt x="4316" y="0"/>
                    </a:moveTo>
                    <a:cubicBezTo>
                      <a:pt x="3907" y="0"/>
                      <a:pt x="3560" y="221"/>
                      <a:pt x="3371" y="599"/>
                    </a:cubicBezTo>
                    <a:lnTo>
                      <a:pt x="3056" y="1229"/>
                    </a:lnTo>
                    <a:cubicBezTo>
                      <a:pt x="2962" y="1323"/>
                      <a:pt x="2836" y="1418"/>
                      <a:pt x="2741" y="1418"/>
                    </a:cubicBezTo>
                    <a:lnTo>
                      <a:pt x="378" y="1418"/>
                    </a:lnTo>
                    <a:cubicBezTo>
                      <a:pt x="158" y="1418"/>
                      <a:pt x="0" y="1575"/>
                      <a:pt x="0" y="1764"/>
                    </a:cubicBezTo>
                    <a:lnTo>
                      <a:pt x="0" y="5955"/>
                    </a:lnTo>
                    <a:cubicBezTo>
                      <a:pt x="0" y="6144"/>
                      <a:pt x="158" y="6301"/>
                      <a:pt x="378" y="6301"/>
                    </a:cubicBezTo>
                    <a:lnTo>
                      <a:pt x="3718" y="6301"/>
                    </a:lnTo>
                    <a:lnTo>
                      <a:pt x="4694" y="7278"/>
                    </a:lnTo>
                    <a:cubicBezTo>
                      <a:pt x="4894" y="7477"/>
                      <a:pt x="5139" y="7598"/>
                      <a:pt x="5410" y="7598"/>
                    </a:cubicBezTo>
                    <a:cubicBezTo>
                      <a:pt x="5525" y="7598"/>
                      <a:pt x="5644" y="7577"/>
                      <a:pt x="5766" y="7530"/>
                    </a:cubicBezTo>
                    <a:lnTo>
                      <a:pt x="9074" y="6553"/>
                    </a:lnTo>
                    <a:cubicBezTo>
                      <a:pt x="9263" y="6522"/>
                      <a:pt x="9420" y="6396"/>
                      <a:pt x="9578" y="6238"/>
                    </a:cubicBezTo>
                    <a:lnTo>
                      <a:pt x="11562" y="6238"/>
                    </a:lnTo>
                    <a:cubicBezTo>
                      <a:pt x="11751" y="6238"/>
                      <a:pt x="11909" y="6081"/>
                      <a:pt x="11909" y="5892"/>
                    </a:cubicBezTo>
                    <a:lnTo>
                      <a:pt x="11909" y="1733"/>
                    </a:lnTo>
                    <a:cubicBezTo>
                      <a:pt x="11877" y="1544"/>
                      <a:pt x="11720" y="1386"/>
                      <a:pt x="11499" y="1386"/>
                    </a:cubicBezTo>
                    <a:lnTo>
                      <a:pt x="7341" y="1386"/>
                    </a:lnTo>
                    <a:cubicBezTo>
                      <a:pt x="7561" y="1103"/>
                      <a:pt x="7687" y="693"/>
                      <a:pt x="7687" y="347"/>
                    </a:cubicBezTo>
                    <a:cubicBezTo>
                      <a:pt x="7687" y="158"/>
                      <a:pt x="7530" y="0"/>
                      <a:pt x="73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28" name="Google Shape;1128;p43"/>
              <p:cNvSpPr/>
              <p:nvPr/>
            </p:nvSpPr>
            <p:spPr>
              <a:xfrm>
                <a:off x="6664325" y="1938725"/>
                <a:ext cx="17375" cy="43350"/>
              </a:xfrm>
              <a:custGeom>
                <a:rect b="b" l="l" r="r" t="t"/>
                <a:pathLst>
                  <a:path extrusionOk="0" h="1734" w="695">
                    <a:moveTo>
                      <a:pt x="348" y="1"/>
                    </a:moveTo>
                    <a:cubicBezTo>
                      <a:pt x="159" y="1"/>
                      <a:pt x="1" y="158"/>
                      <a:pt x="1" y="347"/>
                    </a:cubicBezTo>
                    <a:lnTo>
                      <a:pt x="1" y="1355"/>
                    </a:lnTo>
                    <a:cubicBezTo>
                      <a:pt x="1" y="1576"/>
                      <a:pt x="159" y="1733"/>
                      <a:pt x="348" y="1733"/>
                    </a:cubicBezTo>
                    <a:cubicBezTo>
                      <a:pt x="537" y="1733"/>
                      <a:pt x="694" y="1576"/>
                      <a:pt x="694" y="1355"/>
                    </a:cubicBezTo>
                    <a:lnTo>
                      <a:pt x="694" y="347"/>
                    </a:lnTo>
                    <a:cubicBezTo>
                      <a:pt x="694" y="158"/>
                      <a:pt x="537" y="1"/>
                      <a:pt x="3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29" name="Google Shape;1129;p43"/>
              <p:cNvSpPr/>
              <p:nvPr/>
            </p:nvSpPr>
            <p:spPr>
              <a:xfrm>
                <a:off x="6594250" y="1972800"/>
                <a:ext cx="35450" cy="35275"/>
              </a:xfrm>
              <a:custGeom>
                <a:rect b="b" l="l" r="r" t="t"/>
                <a:pathLst>
                  <a:path extrusionOk="0" h="1411" w="1418">
                    <a:moveTo>
                      <a:pt x="374" y="0"/>
                    </a:moveTo>
                    <a:cubicBezTo>
                      <a:pt x="291" y="0"/>
                      <a:pt x="205" y="40"/>
                      <a:pt x="126" y="118"/>
                    </a:cubicBezTo>
                    <a:cubicBezTo>
                      <a:pt x="0" y="244"/>
                      <a:pt x="0" y="496"/>
                      <a:pt x="126" y="591"/>
                    </a:cubicBezTo>
                    <a:lnTo>
                      <a:pt x="819" y="1316"/>
                    </a:lnTo>
                    <a:cubicBezTo>
                      <a:pt x="882" y="1379"/>
                      <a:pt x="969" y="1410"/>
                      <a:pt x="1055" y="1410"/>
                    </a:cubicBezTo>
                    <a:cubicBezTo>
                      <a:pt x="1142" y="1410"/>
                      <a:pt x="1229" y="1379"/>
                      <a:pt x="1292" y="1316"/>
                    </a:cubicBezTo>
                    <a:cubicBezTo>
                      <a:pt x="1418" y="1190"/>
                      <a:pt x="1418" y="969"/>
                      <a:pt x="1292" y="843"/>
                    </a:cubicBezTo>
                    <a:lnTo>
                      <a:pt x="599" y="118"/>
                    </a:lnTo>
                    <a:cubicBezTo>
                      <a:pt x="536" y="40"/>
                      <a:pt x="457" y="0"/>
                      <a:pt x="3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30" name="Google Shape;1130;p43"/>
              <p:cNvSpPr/>
              <p:nvPr/>
            </p:nvSpPr>
            <p:spPr>
              <a:xfrm>
                <a:off x="6715525" y="1972800"/>
                <a:ext cx="35475" cy="35275"/>
              </a:xfrm>
              <a:custGeom>
                <a:rect b="b" l="l" r="r" t="t"/>
                <a:pathLst>
                  <a:path extrusionOk="0" h="1411" w="1419">
                    <a:moveTo>
                      <a:pt x="1056" y="0"/>
                    </a:moveTo>
                    <a:cubicBezTo>
                      <a:pt x="970" y="0"/>
                      <a:pt x="883" y="40"/>
                      <a:pt x="820" y="118"/>
                    </a:cubicBezTo>
                    <a:lnTo>
                      <a:pt x="127" y="843"/>
                    </a:lnTo>
                    <a:cubicBezTo>
                      <a:pt x="1" y="969"/>
                      <a:pt x="1" y="1190"/>
                      <a:pt x="127" y="1316"/>
                    </a:cubicBezTo>
                    <a:cubicBezTo>
                      <a:pt x="174" y="1379"/>
                      <a:pt x="261" y="1410"/>
                      <a:pt x="351" y="1410"/>
                    </a:cubicBezTo>
                    <a:cubicBezTo>
                      <a:pt x="442" y="1410"/>
                      <a:pt x="536" y="1379"/>
                      <a:pt x="599" y="1316"/>
                    </a:cubicBezTo>
                    <a:lnTo>
                      <a:pt x="1293" y="591"/>
                    </a:lnTo>
                    <a:cubicBezTo>
                      <a:pt x="1419" y="496"/>
                      <a:pt x="1419" y="244"/>
                      <a:pt x="1293" y="118"/>
                    </a:cubicBezTo>
                    <a:cubicBezTo>
                      <a:pt x="1230" y="40"/>
                      <a:pt x="1143" y="0"/>
                      <a:pt x="10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131" name="Google Shape;1131;p43"/>
            <p:cNvSpPr/>
            <p:nvPr/>
          </p:nvSpPr>
          <p:spPr>
            <a:xfrm>
              <a:off x="5970798" y="3817799"/>
              <a:ext cx="539483" cy="539496"/>
            </a:xfrm>
            <a:custGeom>
              <a:rect b="b" l="l" r="r" t="t"/>
              <a:pathLst>
                <a:path extrusionOk="0" h="11846" w="11847">
                  <a:moveTo>
                    <a:pt x="10744" y="3718"/>
                  </a:moveTo>
                  <a:lnTo>
                    <a:pt x="10428" y="4348"/>
                  </a:lnTo>
                  <a:cubicBezTo>
                    <a:pt x="10397" y="4442"/>
                    <a:pt x="10397" y="4568"/>
                    <a:pt x="10428" y="4663"/>
                  </a:cubicBezTo>
                  <a:lnTo>
                    <a:pt x="10744" y="5293"/>
                  </a:lnTo>
                  <a:lnTo>
                    <a:pt x="9483" y="4915"/>
                  </a:lnTo>
                  <a:lnTo>
                    <a:pt x="9105" y="4505"/>
                  </a:lnTo>
                  <a:lnTo>
                    <a:pt x="9483" y="4127"/>
                  </a:lnTo>
                  <a:lnTo>
                    <a:pt x="10744" y="3718"/>
                  </a:lnTo>
                  <a:close/>
                  <a:moveTo>
                    <a:pt x="4443" y="3497"/>
                  </a:moveTo>
                  <a:cubicBezTo>
                    <a:pt x="4884" y="3497"/>
                    <a:pt x="5262" y="3781"/>
                    <a:pt x="5419" y="4190"/>
                  </a:cubicBezTo>
                  <a:lnTo>
                    <a:pt x="4443" y="4190"/>
                  </a:lnTo>
                  <a:cubicBezTo>
                    <a:pt x="4253" y="4190"/>
                    <a:pt x="4096" y="4348"/>
                    <a:pt x="4096" y="4568"/>
                  </a:cubicBezTo>
                  <a:cubicBezTo>
                    <a:pt x="4096" y="4663"/>
                    <a:pt x="4253" y="4820"/>
                    <a:pt x="4443" y="4820"/>
                  </a:cubicBezTo>
                  <a:lnTo>
                    <a:pt x="5419" y="4820"/>
                  </a:lnTo>
                  <a:cubicBezTo>
                    <a:pt x="5262" y="5230"/>
                    <a:pt x="4915" y="5545"/>
                    <a:pt x="4443" y="5545"/>
                  </a:cubicBezTo>
                  <a:cubicBezTo>
                    <a:pt x="3844" y="5545"/>
                    <a:pt x="3434" y="5072"/>
                    <a:pt x="3434" y="4505"/>
                  </a:cubicBezTo>
                  <a:cubicBezTo>
                    <a:pt x="3434" y="3970"/>
                    <a:pt x="3907" y="3497"/>
                    <a:pt x="4443" y="3497"/>
                  </a:cubicBezTo>
                  <a:close/>
                  <a:moveTo>
                    <a:pt x="4443" y="2080"/>
                  </a:moveTo>
                  <a:cubicBezTo>
                    <a:pt x="5671" y="2080"/>
                    <a:pt x="6679" y="2993"/>
                    <a:pt x="6837" y="4159"/>
                  </a:cubicBezTo>
                  <a:lnTo>
                    <a:pt x="6144" y="4159"/>
                  </a:lnTo>
                  <a:cubicBezTo>
                    <a:pt x="5986" y="3371"/>
                    <a:pt x="5262" y="2773"/>
                    <a:pt x="4443" y="2773"/>
                  </a:cubicBezTo>
                  <a:cubicBezTo>
                    <a:pt x="3497" y="2773"/>
                    <a:pt x="2710" y="3560"/>
                    <a:pt x="2710" y="4505"/>
                  </a:cubicBezTo>
                  <a:cubicBezTo>
                    <a:pt x="2710" y="5451"/>
                    <a:pt x="3497" y="6238"/>
                    <a:pt x="4443" y="6238"/>
                  </a:cubicBezTo>
                  <a:cubicBezTo>
                    <a:pt x="5262" y="6238"/>
                    <a:pt x="5986" y="5671"/>
                    <a:pt x="6144" y="4883"/>
                  </a:cubicBezTo>
                  <a:lnTo>
                    <a:pt x="6837" y="4883"/>
                  </a:lnTo>
                  <a:cubicBezTo>
                    <a:pt x="6679" y="6049"/>
                    <a:pt x="5671" y="6963"/>
                    <a:pt x="4443" y="6963"/>
                  </a:cubicBezTo>
                  <a:cubicBezTo>
                    <a:pt x="3119" y="6963"/>
                    <a:pt x="2017" y="5860"/>
                    <a:pt x="2017" y="4505"/>
                  </a:cubicBezTo>
                  <a:cubicBezTo>
                    <a:pt x="2017" y="3182"/>
                    <a:pt x="3119" y="2080"/>
                    <a:pt x="4443" y="2080"/>
                  </a:cubicBezTo>
                  <a:close/>
                  <a:moveTo>
                    <a:pt x="4474" y="662"/>
                  </a:moveTo>
                  <a:cubicBezTo>
                    <a:pt x="6459" y="662"/>
                    <a:pt x="8097" y="2206"/>
                    <a:pt x="8255" y="4127"/>
                  </a:cubicBezTo>
                  <a:lnTo>
                    <a:pt x="7562" y="4127"/>
                  </a:lnTo>
                  <a:cubicBezTo>
                    <a:pt x="7372" y="2584"/>
                    <a:pt x="6049" y="1355"/>
                    <a:pt x="4443" y="1355"/>
                  </a:cubicBezTo>
                  <a:cubicBezTo>
                    <a:pt x="2710" y="1355"/>
                    <a:pt x="1324" y="2773"/>
                    <a:pt x="1324" y="4474"/>
                  </a:cubicBezTo>
                  <a:cubicBezTo>
                    <a:pt x="1324" y="6175"/>
                    <a:pt x="2741" y="7593"/>
                    <a:pt x="4443" y="7593"/>
                  </a:cubicBezTo>
                  <a:cubicBezTo>
                    <a:pt x="6049" y="7593"/>
                    <a:pt x="7372" y="6364"/>
                    <a:pt x="7562" y="4820"/>
                  </a:cubicBezTo>
                  <a:lnTo>
                    <a:pt x="8255" y="4820"/>
                  </a:lnTo>
                  <a:cubicBezTo>
                    <a:pt x="8097" y="6774"/>
                    <a:pt x="6459" y="8286"/>
                    <a:pt x="4474" y="8286"/>
                  </a:cubicBezTo>
                  <a:cubicBezTo>
                    <a:pt x="2395" y="8286"/>
                    <a:pt x="662" y="6616"/>
                    <a:pt x="662" y="4474"/>
                  </a:cubicBezTo>
                  <a:cubicBezTo>
                    <a:pt x="662" y="2363"/>
                    <a:pt x="2363" y="662"/>
                    <a:pt x="4474" y="662"/>
                  </a:cubicBezTo>
                  <a:close/>
                  <a:moveTo>
                    <a:pt x="5734" y="8822"/>
                  </a:moveTo>
                  <a:lnTo>
                    <a:pt x="6049" y="9767"/>
                  </a:lnTo>
                  <a:lnTo>
                    <a:pt x="2836" y="9767"/>
                  </a:lnTo>
                  <a:lnTo>
                    <a:pt x="3151" y="8822"/>
                  </a:lnTo>
                  <a:cubicBezTo>
                    <a:pt x="3529" y="8916"/>
                    <a:pt x="4001" y="9011"/>
                    <a:pt x="4443" y="9011"/>
                  </a:cubicBezTo>
                  <a:cubicBezTo>
                    <a:pt x="4884" y="9011"/>
                    <a:pt x="5356" y="8916"/>
                    <a:pt x="5734" y="8822"/>
                  </a:cubicBezTo>
                  <a:close/>
                  <a:moveTo>
                    <a:pt x="6522" y="10428"/>
                  </a:moveTo>
                  <a:cubicBezTo>
                    <a:pt x="6963" y="10428"/>
                    <a:pt x="7372" y="10680"/>
                    <a:pt x="7530" y="11121"/>
                  </a:cubicBezTo>
                  <a:lnTo>
                    <a:pt x="1418" y="11121"/>
                  </a:lnTo>
                  <a:cubicBezTo>
                    <a:pt x="1576" y="10743"/>
                    <a:pt x="1922" y="10428"/>
                    <a:pt x="2395" y="10428"/>
                  </a:cubicBezTo>
                  <a:close/>
                  <a:moveTo>
                    <a:pt x="4474" y="0"/>
                  </a:moveTo>
                  <a:cubicBezTo>
                    <a:pt x="1985" y="0"/>
                    <a:pt x="0" y="1985"/>
                    <a:pt x="0" y="4474"/>
                  </a:cubicBezTo>
                  <a:cubicBezTo>
                    <a:pt x="0" y="6238"/>
                    <a:pt x="1040" y="7813"/>
                    <a:pt x="2552" y="8538"/>
                  </a:cubicBezTo>
                  <a:lnTo>
                    <a:pt x="2143" y="9767"/>
                  </a:lnTo>
                  <a:cubicBezTo>
                    <a:pt x="1324" y="9861"/>
                    <a:pt x="693" y="10586"/>
                    <a:pt x="693" y="11499"/>
                  </a:cubicBezTo>
                  <a:cubicBezTo>
                    <a:pt x="693" y="11688"/>
                    <a:pt x="851" y="11846"/>
                    <a:pt x="1040" y="11846"/>
                  </a:cubicBezTo>
                  <a:lnTo>
                    <a:pt x="7971" y="11846"/>
                  </a:lnTo>
                  <a:cubicBezTo>
                    <a:pt x="8192" y="11846"/>
                    <a:pt x="8349" y="11688"/>
                    <a:pt x="8349" y="11499"/>
                  </a:cubicBezTo>
                  <a:cubicBezTo>
                    <a:pt x="8349" y="10617"/>
                    <a:pt x="7719" y="9924"/>
                    <a:pt x="6900" y="9767"/>
                  </a:cubicBezTo>
                  <a:lnTo>
                    <a:pt x="6490" y="8538"/>
                  </a:lnTo>
                  <a:cubicBezTo>
                    <a:pt x="7782" y="7908"/>
                    <a:pt x="8727" y="6679"/>
                    <a:pt x="8979" y="5230"/>
                  </a:cubicBezTo>
                  <a:lnTo>
                    <a:pt x="9137" y="5388"/>
                  </a:lnTo>
                  <a:cubicBezTo>
                    <a:pt x="9168" y="5419"/>
                    <a:pt x="9200" y="5451"/>
                    <a:pt x="9263" y="5451"/>
                  </a:cubicBezTo>
                  <a:lnTo>
                    <a:pt x="11374" y="6175"/>
                  </a:lnTo>
                  <a:cubicBezTo>
                    <a:pt x="11403" y="6183"/>
                    <a:pt x="11435" y="6186"/>
                    <a:pt x="11466" y="6186"/>
                  </a:cubicBezTo>
                  <a:cubicBezTo>
                    <a:pt x="11569" y="6186"/>
                    <a:pt x="11672" y="6145"/>
                    <a:pt x="11720" y="6049"/>
                  </a:cubicBezTo>
                  <a:cubicBezTo>
                    <a:pt x="11815" y="5923"/>
                    <a:pt x="11846" y="5766"/>
                    <a:pt x="11783" y="5671"/>
                  </a:cubicBezTo>
                  <a:lnTo>
                    <a:pt x="11153" y="4442"/>
                  </a:lnTo>
                  <a:lnTo>
                    <a:pt x="11783" y="3214"/>
                  </a:lnTo>
                  <a:cubicBezTo>
                    <a:pt x="11815" y="3151"/>
                    <a:pt x="11783" y="2993"/>
                    <a:pt x="11689" y="2899"/>
                  </a:cubicBezTo>
                  <a:cubicBezTo>
                    <a:pt x="11641" y="2802"/>
                    <a:pt x="11519" y="2761"/>
                    <a:pt x="11422" y="2761"/>
                  </a:cubicBezTo>
                  <a:cubicBezTo>
                    <a:pt x="11392" y="2761"/>
                    <a:pt x="11364" y="2765"/>
                    <a:pt x="11342" y="2773"/>
                  </a:cubicBezTo>
                  <a:lnTo>
                    <a:pt x="9200" y="3497"/>
                  </a:lnTo>
                  <a:cubicBezTo>
                    <a:pt x="9168" y="3497"/>
                    <a:pt x="9105" y="3529"/>
                    <a:pt x="9105" y="3560"/>
                  </a:cubicBezTo>
                  <a:lnTo>
                    <a:pt x="8916" y="3718"/>
                  </a:lnTo>
                  <a:cubicBezTo>
                    <a:pt x="8570" y="1607"/>
                    <a:pt x="6742" y="0"/>
                    <a:pt x="44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132" name="Google Shape;1132;p43"/>
            <p:cNvGrpSpPr/>
            <p:nvPr/>
          </p:nvGrpSpPr>
          <p:grpSpPr>
            <a:xfrm>
              <a:off x="4296844" y="3817805"/>
              <a:ext cx="550297" cy="539486"/>
              <a:chOff x="-63669700" y="2646600"/>
              <a:chExt cx="324525" cy="317625"/>
            </a:xfrm>
          </p:grpSpPr>
          <p:sp>
            <p:nvSpPr>
              <p:cNvPr id="1133" name="Google Shape;1133;p43"/>
              <p:cNvSpPr/>
              <p:nvPr/>
            </p:nvSpPr>
            <p:spPr>
              <a:xfrm>
                <a:off x="-63669700" y="2646600"/>
                <a:ext cx="324525" cy="317550"/>
              </a:xfrm>
              <a:custGeom>
                <a:rect b="b" l="l" r="r" t="t"/>
                <a:pathLst>
                  <a:path extrusionOk="0" h="12702" w="12981">
                    <a:moveTo>
                      <a:pt x="6947" y="867"/>
                    </a:moveTo>
                    <a:cubicBezTo>
                      <a:pt x="7058" y="867"/>
                      <a:pt x="7168" y="906"/>
                      <a:pt x="7247" y="985"/>
                    </a:cubicBezTo>
                    <a:cubicBezTo>
                      <a:pt x="7404" y="1143"/>
                      <a:pt x="7404" y="1426"/>
                      <a:pt x="7247" y="1584"/>
                    </a:cubicBezTo>
                    <a:lnTo>
                      <a:pt x="5199" y="3632"/>
                    </a:lnTo>
                    <a:cubicBezTo>
                      <a:pt x="5120" y="3710"/>
                      <a:pt x="5010" y="3750"/>
                      <a:pt x="4900" y="3750"/>
                    </a:cubicBezTo>
                    <a:cubicBezTo>
                      <a:pt x="4789" y="3750"/>
                      <a:pt x="4679" y="3710"/>
                      <a:pt x="4600" y="3632"/>
                    </a:cubicBezTo>
                    <a:cubicBezTo>
                      <a:pt x="4443" y="3474"/>
                      <a:pt x="4443" y="3190"/>
                      <a:pt x="4600" y="3033"/>
                    </a:cubicBezTo>
                    <a:lnTo>
                      <a:pt x="6648" y="985"/>
                    </a:lnTo>
                    <a:cubicBezTo>
                      <a:pt x="6727" y="906"/>
                      <a:pt x="6837" y="867"/>
                      <a:pt x="6947" y="867"/>
                    </a:cubicBezTo>
                    <a:close/>
                    <a:moveTo>
                      <a:pt x="7530" y="2434"/>
                    </a:moveTo>
                    <a:lnTo>
                      <a:pt x="10429" y="5364"/>
                    </a:lnTo>
                    <a:lnTo>
                      <a:pt x="8979" y="6814"/>
                    </a:lnTo>
                    <a:lnTo>
                      <a:pt x="6050" y="3884"/>
                    </a:lnTo>
                    <a:lnTo>
                      <a:pt x="7530" y="2434"/>
                    </a:lnTo>
                    <a:close/>
                    <a:moveTo>
                      <a:pt x="6648" y="5679"/>
                    </a:moveTo>
                    <a:lnTo>
                      <a:pt x="7247" y="6246"/>
                    </a:lnTo>
                    <a:lnTo>
                      <a:pt x="5482" y="8042"/>
                    </a:lnTo>
                    <a:lnTo>
                      <a:pt x="4884" y="7444"/>
                    </a:lnTo>
                    <a:lnTo>
                      <a:pt x="6648" y="5679"/>
                    </a:lnTo>
                    <a:close/>
                    <a:moveTo>
                      <a:pt x="11642" y="5561"/>
                    </a:moveTo>
                    <a:cubicBezTo>
                      <a:pt x="11752" y="5561"/>
                      <a:pt x="11862" y="5601"/>
                      <a:pt x="11941" y="5679"/>
                    </a:cubicBezTo>
                    <a:cubicBezTo>
                      <a:pt x="12098" y="5837"/>
                      <a:pt x="12098" y="6089"/>
                      <a:pt x="11941" y="6246"/>
                    </a:cubicBezTo>
                    <a:lnTo>
                      <a:pt x="9893" y="8294"/>
                    </a:lnTo>
                    <a:cubicBezTo>
                      <a:pt x="9814" y="8373"/>
                      <a:pt x="9704" y="8412"/>
                      <a:pt x="9594" y="8412"/>
                    </a:cubicBezTo>
                    <a:cubicBezTo>
                      <a:pt x="9484" y="8412"/>
                      <a:pt x="9373" y="8373"/>
                      <a:pt x="9295" y="8294"/>
                    </a:cubicBezTo>
                    <a:cubicBezTo>
                      <a:pt x="9137" y="8137"/>
                      <a:pt x="9137" y="7885"/>
                      <a:pt x="9295" y="7727"/>
                    </a:cubicBezTo>
                    <a:lnTo>
                      <a:pt x="11342" y="5679"/>
                    </a:lnTo>
                    <a:cubicBezTo>
                      <a:pt x="11421" y="5601"/>
                      <a:pt x="11531" y="5561"/>
                      <a:pt x="11642" y="5561"/>
                    </a:cubicBezTo>
                    <a:close/>
                    <a:moveTo>
                      <a:pt x="4065" y="7664"/>
                    </a:moveTo>
                    <a:lnTo>
                      <a:pt x="5230" y="8861"/>
                    </a:lnTo>
                    <a:lnTo>
                      <a:pt x="2426" y="11665"/>
                    </a:lnTo>
                    <a:cubicBezTo>
                      <a:pt x="2269" y="11823"/>
                      <a:pt x="2064" y="11902"/>
                      <a:pt x="1855" y="11902"/>
                    </a:cubicBezTo>
                    <a:cubicBezTo>
                      <a:pt x="1647" y="11902"/>
                      <a:pt x="1434" y="11823"/>
                      <a:pt x="1261" y="11665"/>
                    </a:cubicBezTo>
                    <a:cubicBezTo>
                      <a:pt x="914" y="11350"/>
                      <a:pt x="914" y="10783"/>
                      <a:pt x="1261" y="10468"/>
                    </a:cubicBezTo>
                    <a:lnTo>
                      <a:pt x="4065" y="7664"/>
                    </a:lnTo>
                    <a:close/>
                    <a:moveTo>
                      <a:pt x="6971" y="1"/>
                    </a:moveTo>
                    <a:cubicBezTo>
                      <a:pt x="6648" y="1"/>
                      <a:pt x="6317" y="119"/>
                      <a:pt x="6050" y="355"/>
                    </a:cubicBezTo>
                    <a:lnTo>
                      <a:pt x="4002" y="2403"/>
                    </a:lnTo>
                    <a:cubicBezTo>
                      <a:pt x="3529" y="2875"/>
                      <a:pt x="3529" y="3663"/>
                      <a:pt x="4002" y="4167"/>
                    </a:cubicBezTo>
                    <a:cubicBezTo>
                      <a:pt x="4258" y="4424"/>
                      <a:pt x="4564" y="4544"/>
                      <a:pt x="4874" y="4544"/>
                    </a:cubicBezTo>
                    <a:cubicBezTo>
                      <a:pt x="5058" y="4544"/>
                      <a:pt x="5243" y="4501"/>
                      <a:pt x="5419" y="4419"/>
                    </a:cubicBezTo>
                    <a:lnTo>
                      <a:pt x="6081" y="5018"/>
                    </a:lnTo>
                    <a:lnTo>
                      <a:pt x="4285" y="6814"/>
                    </a:lnTo>
                    <a:cubicBezTo>
                      <a:pt x="4206" y="6735"/>
                      <a:pt x="4096" y="6695"/>
                      <a:pt x="3990" y="6695"/>
                    </a:cubicBezTo>
                    <a:cubicBezTo>
                      <a:pt x="3884" y="6695"/>
                      <a:pt x="3781" y="6735"/>
                      <a:pt x="3718" y="6814"/>
                    </a:cubicBezTo>
                    <a:lnTo>
                      <a:pt x="631" y="9869"/>
                    </a:lnTo>
                    <a:cubicBezTo>
                      <a:pt x="1" y="10500"/>
                      <a:pt x="1" y="11571"/>
                      <a:pt x="631" y="12201"/>
                    </a:cubicBezTo>
                    <a:cubicBezTo>
                      <a:pt x="965" y="12536"/>
                      <a:pt x="1405" y="12701"/>
                      <a:pt x="1840" y="12701"/>
                    </a:cubicBezTo>
                    <a:cubicBezTo>
                      <a:pt x="2264" y="12701"/>
                      <a:pt x="2682" y="12544"/>
                      <a:pt x="2994" y="12232"/>
                    </a:cubicBezTo>
                    <a:lnTo>
                      <a:pt x="6050" y="9176"/>
                    </a:lnTo>
                    <a:cubicBezTo>
                      <a:pt x="6207" y="9019"/>
                      <a:pt x="6207" y="8735"/>
                      <a:pt x="6050" y="8578"/>
                    </a:cubicBezTo>
                    <a:lnTo>
                      <a:pt x="7845" y="6814"/>
                    </a:lnTo>
                    <a:lnTo>
                      <a:pt x="8475" y="7444"/>
                    </a:lnTo>
                    <a:cubicBezTo>
                      <a:pt x="8255" y="7853"/>
                      <a:pt x="8318" y="8452"/>
                      <a:pt x="8696" y="8861"/>
                    </a:cubicBezTo>
                    <a:cubicBezTo>
                      <a:pt x="8932" y="9098"/>
                      <a:pt x="9247" y="9216"/>
                      <a:pt x="9566" y="9216"/>
                    </a:cubicBezTo>
                    <a:cubicBezTo>
                      <a:pt x="9885" y="9216"/>
                      <a:pt x="10208" y="9098"/>
                      <a:pt x="10460" y="8861"/>
                    </a:cubicBezTo>
                    <a:lnTo>
                      <a:pt x="12508" y="6814"/>
                    </a:lnTo>
                    <a:cubicBezTo>
                      <a:pt x="12981" y="6341"/>
                      <a:pt x="12981" y="5553"/>
                      <a:pt x="12508" y="5018"/>
                    </a:cubicBezTo>
                    <a:cubicBezTo>
                      <a:pt x="12274" y="4784"/>
                      <a:pt x="11979" y="4670"/>
                      <a:pt x="11669" y="4670"/>
                    </a:cubicBezTo>
                    <a:cubicBezTo>
                      <a:pt x="11479" y="4670"/>
                      <a:pt x="11282" y="4713"/>
                      <a:pt x="11090" y="4797"/>
                    </a:cubicBezTo>
                    <a:lnTo>
                      <a:pt x="8066" y="1773"/>
                    </a:lnTo>
                    <a:cubicBezTo>
                      <a:pt x="8255" y="1332"/>
                      <a:pt x="8223" y="733"/>
                      <a:pt x="7845" y="355"/>
                    </a:cubicBezTo>
                    <a:cubicBezTo>
                      <a:pt x="7609" y="119"/>
                      <a:pt x="7294" y="1"/>
                      <a:pt x="6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134" name="Google Shape;1134;p43"/>
              <p:cNvSpPr/>
              <p:nvPr/>
            </p:nvSpPr>
            <p:spPr>
              <a:xfrm>
                <a:off x="-63532650" y="2901200"/>
                <a:ext cx="185900" cy="63025"/>
              </a:xfrm>
              <a:custGeom>
                <a:rect b="b" l="l" r="r" t="t"/>
                <a:pathLst>
                  <a:path extrusionOk="0" h="2521" w="7436">
                    <a:moveTo>
                      <a:pt x="5356" y="851"/>
                    </a:moveTo>
                    <a:cubicBezTo>
                      <a:pt x="5577" y="851"/>
                      <a:pt x="5734" y="1040"/>
                      <a:pt x="5734" y="1261"/>
                    </a:cubicBezTo>
                    <a:lnTo>
                      <a:pt x="5734" y="1702"/>
                    </a:lnTo>
                    <a:lnTo>
                      <a:pt x="1607" y="1702"/>
                    </a:lnTo>
                    <a:lnTo>
                      <a:pt x="1607" y="1261"/>
                    </a:lnTo>
                    <a:cubicBezTo>
                      <a:pt x="1607" y="1040"/>
                      <a:pt x="1796" y="851"/>
                      <a:pt x="2048" y="851"/>
                    </a:cubicBezTo>
                    <a:close/>
                    <a:moveTo>
                      <a:pt x="2048" y="1"/>
                    </a:moveTo>
                    <a:cubicBezTo>
                      <a:pt x="1355" y="1"/>
                      <a:pt x="788" y="568"/>
                      <a:pt x="788" y="1261"/>
                    </a:cubicBezTo>
                    <a:lnTo>
                      <a:pt x="788" y="1702"/>
                    </a:lnTo>
                    <a:lnTo>
                      <a:pt x="378" y="1702"/>
                    </a:lnTo>
                    <a:cubicBezTo>
                      <a:pt x="158" y="1702"/>
                      <a:pt x="0" y="1891"/>
                      <a:pt x="0" y="2111"/>
                    </a:cubicBezTo>
                    <a:cubicBezTo>
                      <a:pt x="0" y="2332"/>
                      <a:pt x="189" y="2521"/>
                      <a:pt x="378" y="2521"/>
                    </a:cubicBezTo>
                    <a:lnTo>
                      <a:pt x="6995" y="2521"/>
                    </a:lnTo>
                    <a:cubicBezTo>
                      <a:pt x="7247" y="2521"/>
                      <a:pt x="7436" y="2332"/>
                      <a:pt x="7436" y="2111"/>
                    </a:cubicBezTo>
                    <a:cubicBezTo>
                      <a:pt x="7404" y="1891"/>
                      <a:pt x="7184" y="1702"/>
                      <a:pt x="6963" y="1702"/>
                    </a:cubicBezTo>
                    <a:lnTo>
                      <a:pt x="6553" y="1702"/>
                    </a:lnTo>
                    <a:lnTo>
                      <a:pt x="6553" y="1261"/>
                    </a:lnTo>
                    <a:cubicBezTo>
                      <a:pt x="6553" y="599"/>
                      <a:pt x="6018" y="1"/>
                      <a:pt x="5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9" name="Google Shape;1139;p44"/>
          <p:cNvGrpSpPr/>
          <p:nvPr/>
        </p:nvGrpSpPr>
        <p:grpSpPr>
          <a:xfrm>
            <a:off x="1122196" y="1408879"/>
            <a:ext cx="9947706" cy="4976904"/>
            <a:chOff x="1122195" y="1408879"/>
            <a:chExt cx="9947706" cy="4976904"/>
          </a:xfrm>
        </p:grpSpPr>
        <p:sp>
          <p:nvSpPr>
            <p:cNvPr id="1140" name="Google Shape;1140;p44"/>
            <p:cNvSpPr/>
            <p:nvPr/>
          </p:nvSpPr>
          <p:spPr>
            <a:xfrm>
              <a:off x="1414910" y="1678046"/>
              <a:ext cx="2603700" cy="2013000"/>
            </a:xfrm>
            <a:prstGeom prst="round2DiagRect">
              <a:avLst>
                <a:gd fmla="val 0" name="adj1"/>
                <a:gd fmla="val 20549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41" name="Google Shape;1141;p44"/>
            <p:cNvSpPr/>
            <p:nvPr/>
          </p:nvSpPr>
          <p:spPr>
            <a:xfrm>
              <a:off x="1122195" y="1408879"/>
              <a:ext cx="1164000" cy="1164000"/>
            </a:xfrm>
            <a:prstGeom prst="ellipse">
              <a:avLst/>
            </a:prstGeom>
            <a:solidFill>
              <a:srgbClr val="1D51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42" name="Google Shape;1142;p44"/>
            <p:cNvSpPr/>
            <p:nvPr/>
          </p:nvSpPr>
          <p:spPr>
            <a:xfrm>
              <a:off x="1234810" y="1521494"/>
              <a:ext cx="938700" cy="938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01</a:t>
              </a:r>
              <a:endParaRPr/>
            </a:p>
          </p:txBody>
        </p:sp>
        <p:sp>
          <p:nvSpPr>
            <p:cNvPr id="1143" name="Google Shape;1143;p44"/>
            <p:cNvSpPr/>
            <p:nvPr/>
          </p:nvSpPr>
          <p:spPr>
            <a:xfrm>
              <a:off x="6002712" y="1678046"/>
              <a:ext cx="2603700" cy="2013000"/>
            </a:xfrm>
            <a:prstGeom prst="round2DiagRect">
              <a:avLst>
                <a:gd fmla="val 0" name="adj1"/>
                <a:gd fmla="val 20573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44" name="Google Shape;1144;p44"/>
            <p:cNvSpPr/>
            <p:nvPr/>
          </p:nvSpPr>
          <p:spPr>
            <a:xfrm>
              <a:off x="5709997" y="1408879"/>
              <a:ext cx="1164000" cy="1164000"/>
            </a:xfrm>
            <a:prstGeom prst="ellipse">
              <a:avLst/>
            </a:prstGeom>
            <a:solidFill>
              <a:srgbClr val="20818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45" name="Google Shape;1145;p44"/>
            <p:cNvSpPr/>
            <p:nvPr/>
          </p:nvSpPr>
          <p:spPr>
            <a:xfrm>
              <a:off x="5822612" y="1521494"/>
              <a:ext cx="938700" cy="938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02</a:t>
              </a:r>
              <a:endParaRPr/>
            </a:p>
          </p:txBody>
        </p:sp>
        <p:sp>
          <p:nvSpPr>
            <p:cNvPr id="1146" name="Google Shape;1146;p44"/>
            <p:cNvSpPr/>
            <p:nvPr/>
          </p:nvSpPr>
          <p:spPr>
            <a:xfrm>
              <a:off x="3866280" y="4372783"/>
              <a:ext cx="2603700" cy="2013000"/>
            </a:xfrm>
            <a:prstGeom prst="round2DiagRect">
              <a:avLst>
                <a:gd fmla="val 0" name="adj1"/>
                <a:gd fmla="val 20573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47" name="Google Shape;1147;p44"/>
            <p:cNvSpPr/>
            <p:nvPr/>
          </p:nvSpPr>
          <p:spPr>
            <a:xfrm>
              <a:off x="3573564" y="4103616"/>
              <a:ext cx="1164000" cy="1164000"/>
            </a:xfrm>
            <a:prstGeom prst="ellipse">
              <a:avLst/>
            </a:prstGeom>
            <a:solidFill>
              <a:srgbClr val="6F0E4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48" name="Google Shape;1148;p44"/>
            <p:cNvSpPr/>
            <p:nvPr/>
          </p:nvSpPr>
          <p:spPr>
            <a:xfrm>
              <a:off x="3686179" y="4216231"/>
              <a:ext cx="938700" cy="938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03</a:t>
              </a:r>
              <a:endParaRPr/>
            </a:p>
          </p:txBody>
        </p:sp>
        <p:sp>
          <p:nvSpPr>
            <p:cNvPr id="1149" name="Google Shape;1149;p44"/>
            <p:cNvSpPr/>
            <p:nvPr/>
          </p:nvSpPr>
          <p:spPr>
            <a:xfrm>
              <a:off x="8466144" y="4372783"/>
              <a:ext cx="2603700" cy="2013000"/>
            </a:xfrm>
            <a:prstGeom prst="round2DiagRect">
              <a:avLst>
                <a:gd fmla="val 0" name="adj1"/>
                <a:gd fmla="val 22643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50" name="Google Shape;1150;p44"/>
            <p:cNvSpPr/>
            <p:nvPr/>
          </p:nvSpPr>
          <p:spPr>
            <a:xfrm>
              <a:off x="8173429" y="4103616"/>
              <a:ext cx="1164000" cy="1164000"/>
            </a:xfrm>
            <a:prstGeom prst="ellipse">
              <a:avLst/>
            </a:prstGeom>
            <a:solidFill>
              <a:srgbClr val="CA1A2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151" name="Google Shape;1151;p44"/>
            <p:cNvSpPr/>
            <p:nvPr/>
          </p:nvSpPr>
          <p:spPr>
            <a:xfrm>
              <a:off x="8286044" y="4216231"/>
              <a:ext cx="938700" cy="938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04</a:t>
              </a:r>
              <a:endParaRPr/>
            </a:p>
          </p:txBody>
        </p:sp>
        <p:grpSp>
          <p:nvGrpSpPr>
            <p:cNvPr id="1152" name="Google Shape;1152;p44"/>
            <p:cNvGrpSpPr/>
            <p:nvPr/>
          </p:nvGrpSpPr>
          <p:grpSpPr>
            <a:xfrm>
              <a:off x="6842821" y="2125943"/>
              <a:ext cx="1818927" cy="991363"/>
              <a:chOff x="3282501" y="5176304"/>
              <a:chExt cx="2929500" cy="991363"/>
            </a:xfrm>
          </p:grpSpPr>
          <p:sp>
            <p:nvSpPr>
              <p:cNvPr id="1153" name="Google Shape;1153;p44"/>
              <p:cNvSpPr txBox="1"/>
              <p:nvPr/>
            </p:nvSpPr>
            <p:spPr>
              <a:xfrm>
                <a:off x="3282501" y="5498067"/>
                <a:ext cx="2541000" cy="66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154" name="Google Shape;1154;p44"/>
              <p:cNvSpPr txBox="1"/>
              <p:nvPr/>
            </p:nvSpPr>
            <p:spPr>
              <a:xfrm>
                <a:off x="3282501" y="5176304"/>
                <a:ext cx="2929500" cy="41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Interview</a:t>
                </a:r>
                <a:endParaRPr b="1" sz="16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155" name="Google Shape;1155;p44"/>
            <p:cNvGrpSpPr/>
            <p:nvPr/>
          </p:nvGrpSpPr>
          <p:grpSpPr>
            <a:xfrm>
              <a:off x="2353689" y="2125943"/>
              <a:ext cx="1818927" cy="991363"/>
              <a:chOff x="585131" y="5176304"/>
              <a:chExt cx="2929500" cy="991363"/>
            </a:xfrm>
          </p:grpSpPr>
          <p:sp>
            <p:nvSpPr>
              <p:cNvPr id="1156" name="Google Shape;1156;p44"/>
              <p:cNvSpPr txBox="1"/>
              <p:nvPr/>
            </p:nvSpPr>
            <p:spPr>
              <a:xfrm>
                <a:off x="585131" y="5498067"/>
                <a:ext cx="2541000" cy="66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157" name="Google Shape;1157;p44"/>
              <p:cNvSpPr txBox="1"/>
              <p:nvPr/>
            </p:nvSpPr>
            <p:spPr>
              <a:xfrm>
                <a:off x="585131" y="5176304"/>
                <a:ext cx="2929500" cy="41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Sign offer</a:t>
                </a:r>
                <a:endParaRPr b="1" sz="16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158" name="Google Shape;1158;p44"/>
            <p:cNvGrpSpPr/>
            <p:nvPr/>
          </p:nvGrpSpPr>
          <p:grpSpPr>
            <a:xfrm>
              <a:off x="9382116" y="4877353"/>
              <a:ext cx="1687785" cy="1043443"/>
              <a:chOff x="8871598" y="5124224"/>
              <a:chExt cx="3068700" cy="1043443"/>
            </a:xfrm>
          </p:grpSpPr>
          <p:sp>
            <p:nvSpPr>
              <p:cNvPr id="1159" name="Google Shape;1159;p44"/>
              <p:cNvSpPr txBox="1"/>
              <p:nvPr/>
            </p:nvSpPr>
            <p:spPr>
              <a:xfrm>
                <a:off x="8871598" y="5498067"/>
                <a:ext cx="2541000" cy="66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160" name="Google Shape;1160;p44"/>
              <p:cNvSpPr txBox="1"/>
              <p:nvPr/>
            </p:nvSpPr>
            <p:spPr>
              <a:xfrm>
                <a:off x="8871598" y="5124224"/>
                <a:ext cx="3068700" cy="41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Submit application</a:t>
                </a:r>
                <a:endParaRPr b="1" sz="16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161" name="Google Shape;1161;p44"/>
            <p:cNvGrpSpPr/>
            <p:nvPr/>
          </p:nvGrpSpPr>
          <p:grpSpPr>
            <a:xfrm>
              <a:off x="4691473" y="4929433"/>
              <a:ext cx="1818927" cy="991363"/>
              <a:chOff x="5979871" y="5176304"/>
              <a:chExt cx="2929500" cy="991363"/>
            </a:xfrm>
          </p:grpSpPr>
          <p:sp>
            <p:nvSpPr>
              <p:cNvPr id="1162" name="Google Shape;1162;p44"/>
              <p:cNvSpPr txBox="1"/>
              <p:nvPr/>
            </p:nvSpPr>
            <p:spPr>
              <a:xfrm>
                <a:off x="5979871" y="5498067"/>
                <a:ext cx="2541000" cy="66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163" name="Google Shape;1163;p44"/>
              <p:cNvSpPr txBox="1"/>
              <p:nvPr/>
            </p:nvSpPr>
            <p:spPr>
              <a:xfrm>
                <a:off x="5979871" y="5176304"/>
                <a:ext cx="2929500" cy="41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Written test</a:t>
                </a:r>
                <a:endParaRPr b="1" sz="16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8" name="Google Shape;1168;p45"/>
          <p:cNvGrpSpPr/>
          <p:nvPr/>
        </p:nvGrpSpPr>
        <p:grpSpPr>
          <a:xfrm>
            <a:off x="8687507" y="3280588"/>
            <a:ext cx="2706454" cy="1244499"/>
            <a:chOff x="6584700" y="2241471"/>
            <a:chExt cx="2102100" cy="966601"/>
          </a:xfrm>
        </p:grpSpPr>
        <p:sp>
          <p:nvSpPr>
            <p:cNvPr id="1169" name="Google Shape;1169;p45"/>
            <p:cNvSpPr txBox="1"/>
            <p:nvPr/>
          </p:nvSpPr>
          <p:spPr>
            <a:xfrm>
              <a:off x="6584700" y="2241471"/>
              <a:ext cx="21021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Always prioritize  leadership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70" name="Google Shape;1170;p45"/>
            <p:cNvSpPr txBox="1"/>
            <p:nvPr/>
          </p:nvSpPr>
          <p:spPr>
            <a:xfrm>
              <a:off x="6792252" y="2680972"/>
              <a:ext cx="18945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171" name="Google Shape;1171;p45"/>
          <p:cNvGrpSpPr/>
          <p:nvPr/>
        </p:nvGrpSpPr>
        <p:grpSpPr>
          <a:xfrm>
            <a:off x="798349" y="2080613"/>
            <a:ext cx="2706454" cy="1280211"/>
            <a:chOff x="457200" y="1309452"/>
            <a:chExt cx="2102100" cy="994339"/>
          </a:xfrm>
        </p:grpSpPr>
        <p:sp>
          <p:nvSpPr>
            <p:cNvPr id="1172" name="Google Shape;1172;p45"/>
            <p:cNvSpPr txBox="1"/>
            <p:nvPr/>
          </p:nvSpPr>
          <p:spPr>
            <a:xfrm flipH="1">
              <a:off x="457200" y="1309452"/>
              <a:ext cx="21021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Value employees for their skills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73" name="Google Shape;1173;p45"/>
            <p:cNvSpPr txBox="1"/>
            <p:nvPr/>
          </p:nvSpPr>
          <p:spPr>
            <a:xfrm flipH="1">
              <a:off x="457224" y="1776691"/>
              <a:ext cx="18945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174" name="Google Shape;1174;p45"/>
          <p:cNvGrpSpPr/>
          <p:nvPr/>
        </p:nvGrpSpPr>
        <p:grpSpPr>
          <a:xfrm>
            <a:off x="798349" y="4478003"/>
            <a:ext cx="2706454" cy="1282786"/>
            <a:chOff x="457200" y="3171502"/>
            <a:chExt cx="2102100" cy="996339"/>
          </a:xfrm>
        </p:grpSpPr>
        <p:sp>
          <p:nvSpPr>
            <p:cNvPr id="1175" name="Google Shape;1175;p45"/>
            <p:cNvSpPr txBox="1"/>
            <p:nvPr/>
          </p:nvSpPr>
          <p:spPr>
            <a:xfrm flipH="1">
              <a:off x="457200" y="3171502"/>
              <a:ext cx="2102100" cy="6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Treat employees with respect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76" name="Google Shape;1176;p45"/>
            <p:cNvSpPr txBox="1"/>
            <p:nvPr/>
          </p:nvSpPr>
          <p:spPr>
            <a:xfrm flipH="1">
              <a:off x="457224" y="3640741"/>
              <a:ext cx="1894500" cy="52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177" name="Google Shape;1177;p45"/>
          <p:cNvGrpSpPr/>
          <p:nvPr/>
        </p:nvGrpSpPr>
        <p:grpSpPr>
          <a:xfrm>
            <a:off x="5208730" y="1816480"/>
            <a:ext cx="1774819" cy="2522985"/>
            <a:chOff x="3882738" y="1104300"/>
            <a:chExt cx="1378500" cy="1959600"/>
          </a:xfrm>
        </p:grpSpPr>
        <p:sp>
          <p:nvSpPr>
            <p:cNvPr id="1178" name="Google Shape;1178;p45"/>
            <p:cNvSpPr/>
            <p:nvPr/>
          </p:nvSpPr>
          <p:spPr>
            <a:xfrm>
              <a:off x="3882738" y="1783800"/>
              <a:ext cx="1378500" cy="12801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79" name="Google Shape;1179;p45"/>
            <p:cNvSpPr/>
            <p:nvPr/>
          </p:nvSpPr>
          <p:spPr>
            <a:xfrm>
              <a:off x="4304275" y="1104300"/>
              <a:ext cx="527100" cy="527100"/>
            </a:xfrm>
            <a:prstGeom prst="ellipse">
              <a:avLst/>
            </a:prstGeom>
            <a:solidFill>
              <a:schemeClr val="accen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  <a:endParaRPr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180" name="Google Shape;1180;p45"/>
          <p:cNvGrpSpPr/>
          <p:nvPr/>
        </p:nvGrpSpPr>
        <p:grpSpPr>
          <a:xfrm>
            <a:off x="3446479" y="4339464"/>
            <a:ext cx="2649660" cy="1648129"/>
            <a:chOff x="2514000" y="3063900"/>
            <a:chExt cx="2057988" cy="1280100"/>
          </a:xfrm>
        </p:grpSpPr>
        <p:sp>
          <p:nvSpPr>
            <p:cNvPr id="1181" name="Google Shape;1181;p45"/>
            <p:cNvSpPr/>
            <p:nvPr/>
          </p:nvSpPr>
          <p:spPr>
            <a:xfrm>
              <a:off x="3193488" y="3063900"/>
              <a:ext cx="1378500" cy="1280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82" name="Google Shape;1182;p45"/>
            <p:cNvSpPr/>
            <p:nvPr/>
          </p:nvSpPr>
          <p:spPr>
            <a:xfrm>
              <a:off x="2514000" y="3440400"/>
              <a:ext cx="527100" cy="527100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183" name="Google Shape;1183;p45"/>
          <p:cNvGrpSpPr/>
          <p:nvPr/>
        </p:nvGrpSpPr>
        <p:grpSpPr>
          <a:xfrm>
            <a:off x="6096138" y="4339464"/>
            <a:ext cx="2649690" cy="1648129"/>
            <a:chOff x="4571988" y="3063900"/>
            <a:chExt cx="2058012" cy="1280100"/>
          </a:xfrm>
        </p:grpSpPr>
        <p:sp>
          <p:nvSpPr>
            <p:cNvPr id="1184" name="Google Shape;1184;p45"/>
            <p:cNvSpPr/>
            <p:nvPr/>
          </p:nvSpPr>
          <p:spPr>
            <a:xfrm>
              <a:off x="4571988" y="3063900"/>
              <a:ext cx="1378500" cy="1280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85" name="Google Shape;1185;p45"/>
            <p:cNvSpPr/>
            <p:nvPr/>
          </p:nvSpPr>
          <p:spPr>
            <a:xfrm>
              <a:off x="6102900" y="3440400"/>
              <a:ext cx="527100" cy="527100"/>
            </a:xfrm>
            <a:prstGeom prst="ellipse">
              <a:avLst/>
            </a:prstGeom>
            <a:solidFill>
              <a:schemeClr val="lt2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186" name="Google Shape;1186;p45"/>
          <p:cNvGrpSpPr/>
          <p:nvPr/>
        </p:nvGrpSpPr>
        <p:grpSpPr>
          <a:xfrm>
            <a:off x="6571430" y="4751399"/>
            <a:ext cx="824107" cy="824077"/>
            <a:chOff x="3599700" y="1954475"/>
            <a:chExt cx="296175" cy="295400"/>
          </a:xfrm>
        </p:grpSpPr>
        <p:sp>
          <p:nvSpPr>
            <p:cNvPr id="1187" name="Google Shape;1187;p45"/>
            <p:cNvSpPr/>
            <p:nvPr/>
          </p:nvSpPr>
          <p:spPr>
            <a:xfrm>
              <a:off x="3599700" y="1954475"/>
              <a:ext cx="296175" cy="295400"/>
            </a:xfrm>
            <a:custGeom>
              <a:rect b="b" l="l" r="r" t="t"/>
              <a:pathLst>
                <a:path extrusionOk="0" h="11816" w="11847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88" name="Google Shape;1188;p45"/>
            <p:cNvSpPr/>
            <p:nvPr/>
          </p:nvSpPr>
          <p:spPr>
            <a:xfrm>
              <a:off x="3825750" y="20757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89" name="Google Shape;1189;p45"/>
            <p:cNvSpPr/>
            <p:nvPr/>
          </p:nvSpPr>
          <p:spPr>
            <a:xfrm>
              <a:off x="3633550" y="2075775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1190" name="Google Shape;1190;p45"/>
          <p:cNvSpPr/>
          <p:nvPr/>
        </p:nvSpPr>
        <p:spPr>
          <a:xfrm>
            <a:off x="4846001" y="4751355"/>
            <a:ext cx="725183" cy="824107"/>
          </a:xfrm>
          <a:custGeom>
            <a:rect b="b" l="l" r="r" t="t"/>
            <a:pathLst>
              <a:path extrusionOk="0" h="11847" w="10524">
                <a:moveTo>
                  <a:pt x="7278" y="662"/>
                </a:moveTo>
                <a:cubicBezTo>
                  <a:pt x="7499" y="662"/>
                  <a:pt x="7656" y="820"/>
                  <a:pt x="7656" y="1009"/>
                </a:cubicBezTo>
                <a:lnTo>
                  <a:pt x="7656" y="3151"/>
                </a:lnTo>
                <a:cubicBezTo>
                  <a:pt x="7404" y="3057"/>
                  <a:pt x="7184" y="2994"/>
                  <a:pt x="6932" y="2994"/>
                </a:cubicBezTo>
                <a:lnTo>
                  <a:pt x="6932" y="1009"/>
                </a:lnTo>
                <a:cubicBezTo>
                  <a:pt x="6932" y="820"/>
                  <a:pt x="7089" y="662"/>
                  <a:pt x="7278" y="662"/>
                </a:cubicBezTo>
                <a:close/>
                <a:moveTo>
                  <a:pt x="3120" y="662"/>
                </a:moveTo>
                <a:cubicBezTo>
                  <a:pt x="3309" y="662"/>
                  <a:pt x="3466" y="820"/>
                  <a:pt x="3466" y="1009"/>
                </a:cubicBezTo>
                <a:lnTo>
                  <a:pt x="3466" y="2994"/>
                </a:lnTo>
                <a:cubicBezTo>
                  <a:pt x="3246" y="3025"/>
                  <a:pt x="2994" y="3057"/>
                  <a:pt x="2773" y="3183"/>
                </a:cubicBezTo>
                <a:lnTo>
                  <a:pt x="2773" y="1009"/>
                </a:lnTo>
                <a:cubicBezTo>
                  <a:pt x="2773" y="820"/>
                  <a:pt x="2931" y="662"/>
                  <a:pt x="3120" y="662"/>
                </a:cubicBezTo>
                <a:close/>
                <a:moveTo>
                  <a:pt x="4506" y="1702"/>
                </a:moveTo>
                <a:cubicBezTo>
                  <a:pt x="4695" y="1702"/>
                  <a:pt x="4852" y="1860"/>
                  <a:pt x="4852" y="2049"/>
                </a:cubicBezTo>
                <a:lnTo>
                  <a:pt x="4852" y="3309"/>
                </a:lnTo>
                <a:cubicBezTo>
                  <a:pt x="4663" y="3183"/>
                  <a:pt x="4411" y="3057"/>
                  <a:pt x="4128" y="3025"/>
                </a:cubicBezTo>
                <a:lnTo>
                  <a:pt x="4128" y="2049"/>
                </a:lnTo>
                <a:cubicBezTo>
                  <a:pt x="4128" y="1860"/>
                  <a:pt x="4285" y="1702"/>
                  <a:pt x="4506" y="1702"/>
                </a:cubicBezTo>
                <a:close/>
                <a:moveTo>
                  <a:pt x="5861" y="1702"/>
                </a:moveTo>
                <a:cubicBezTo>
                  <a:pt x="6081" y="1702"/>
                  <a:pt x="6239" y="1860"/>
                  <a:pt x="6239" y="2049"/>
                </a:cubicBezTo>
                <a:lnTo>
                  <a:pt x="6239" y="3025"/>
                </a:lnTo>
                <a:cubicBezTo>
                  <a:pt x="5987" y="3120"/>
                  <a:pt x="5766" y="3183"/>
                  <a:pt x="5514" y="3340"/>
                </a:cubicBezTo>
                <a:lnTo>
                  <a:pt x="5514" y="2049"/>
                </a:lnTo>
                <a:cubicBezTo>
                  <a:pt x="5546" y="1860"/>
                  <a:pt x="5703" y="1702"/>
                  <a:pt x="5861" y="1702"/>
                </a:cubicBezTo>
                <a:close/>
                <a:moveTo>
                  <a:pt x="1733" y="1324"/>
                </a:moveTo>
                <a:cubicBezTo>
                  <a:pt x="1922" y="1324"/>
                  <a:pt x="2080" y="1482"/>
                  <a:pt x="2080" y="1702"/>
                </a:cubicBezTo>
                <a:lnTo>
                  <a:pt x="2080" y="3624"/>
                </a:lnTo>
                <a:cubicBezTo>
                  <a:pt x="2017" y="3687"/>
                  <a:pt x="1922" y="3781"/>
                  <a:pt x="1859" y="3907"/>
                </a:cubicBezTo>
                <a:cubicBezTo>
                  <a:pt x="1733" y="3687"/>
                  <a:pt x="1576" y="3529"/>
                  <a:pt x="1387" y="3435"/>
                </a:cubicBezTo>
                <a:lnTo>
                  <a:pt x="1387" y="1702"/>
                </a:lnTo>
                <a:cubicBezTo>
                  <a:pt x="1387" y="1482"/>
                  <a:pt x="1544" y="1324"/>
                  <a:pt x="1733" y="1324"/>
                </a:cubicBezTo>
                <a:close/>
                <a:moveTo>
                  <a:pt x="8665" y="1324"/>
                </a:moveTo>
                <a:cubicBezTo>
                  <a:pt x="8854" y="1324"/>
                  <a:pt x="9011" y="1482"/>
                  <a:pt x="9011" y="1702"/>
                </a:cubicBezTo>
                <a:lnTo>
                  <a:pt x="9011" y="3466"/>
                </a:lnTo>
                <a:cubicBezTo>
                  <a:pt x="8854" y="3592"/>
                  <a:pt x="8759" y="3750"/>
                  <a:pt x="8633" y="3907"/>
                </a:cubicBezTo>
                <a:cubicBezTo>
                  <a:pt x="8539" y="3781"/>
                  <a:pt x="8476" y="3687"/>
                  <a:pt x="8381" y="3592"/>
                </a:cubicBezTo>
                <a:lnTo>
                  <a:pt x="8349" y="3529"/>
                </a:lnTo>
                <a:lnTo>
                  <a:pt x="8349" y="1702"/>
                </a:lnTo>
                <a:cubicBezTo>
                  <a:pt x="8318" y="1482"/>
                  <a:pt x="8476" y="1324"/>
                  <a:pt x="8665" y="1324"/>
                </a:cubicBezTo>
                <a:close/>
                <a:moveTo>
                  <a:pt x="6774" y="3647"/>
                </a:moveTo>
                <a:cubicBezTo>
                  <a:pt x="7160" y="3647"/>
                  <a:pt x="7546" y="3797"/>
                  <a:pt x="7845" y="4096"/>
                </a:cubicBezTo>
                <a:cubicBezTo>
                  <a:pt x="8318" y="4569"/>
                  <a:pt x="8444" y="5294"/>
                  <a:pt x="8066" y="5892"/>
                </a:cubicBezTo>
                <a:cubicBezTo>
                  <a:pt x="7089" y="6176"/>
                  <a:pt x="6333" y="7058"/>
                  <a:pt x="6239" y="8098"/>
                </a:cubicBezTo>
                <a:lnTo>
                  <a:pt x="5199" y="9043"/>
                </a:lnTo>
                <a:lnTo>
                  <a:pt x="4128" y="8035"/>
                </a:lnTo>
                <a:cubicBezTo>
                  <a:pt x="4065" y="6995"/>
                  <a:pt x="3309" y="6144"/>
                  <a:pt x="2332" y="5892"/>
                </a:cubicBezTo>
                <a:cubicBezTo>
                  <a:pt x="1985" y="5325"/>
                  <a:pt x="2112" y="4569"/>
                  <a:pt x="2553" y="4096"/>
                </a:cubicBezTo>
                <a:cubicBezTo>
                  <a:pt x="2836" y="3813"/>
                  <a:pt x="3246" y="3655"/>
                  <a:pt x="3624" y="3655"/>
                </a:cubicBezTo>
                <a:cubicBezTo>
                  <a:pt x="4033" y="3655"/>
                  <a:pt x="4411" y="3813"/>
                  <a:pt x="4695" y="4096"/>
                </a:cubicBezTo>
                <a:lnTo>
                  <a:pt x="4915" y="4317"/>
                </a:lnTo>
                <a:lnTo>
                  <a:pt x="4978" y="4348"/>
                </a:lnTo>
                <a:cubicBezTo>
                  <a:pt x="5026" y="4411"/>
                  <a:pt x="5112" y="4443"/>
                  <a:pt x="5203" y="4443"/>
                </a:cubicBezTo>
                <a:cubicBezTo>
                  <a:pt x="5294" y="4443"/>
                  <a:pt x="5388" y="4411"/>
                  <a:pt x="5451" y="4348"/>
                </a:cubicBezTo>
                <a:lnTo>
                  <a:pt x="5703" y="4096"/>
                </a:lnTo>
                <a:cubicBezTo>
                  <a:pt x="6002" y="3797"/>
                  <a:pt x="6388" y="3647"/>
                  <a:pt x="6774" y="3647"/>
                </a:cubicBezTo>
                <a:close/>
                <a:moveTo>
                  <a:pt x="662" y="3813"/>
                </a:moveTo>
                <a:cubicBezTo>
                  <a:pt x="1103" y="3970"/>
                  <a:pt x="1418" y="4380"/>
                  <a:pt x="1418" y="4884"/>
                </a:cubicBezTo>
                <a:lnTo>
                  <a:pt x="1418" y="6176"/>
                </a:lnTo>
                <a:cubicBezTo>
                  <a:pt x="1418" y="6365"/>
                  <a:pt x="1576" y="6522"/>
                  <a:pt x="1765" y="6522"/>
                </a:cubicBezTo>
                <a:cubicBezTo>
                  <a:pt x="2679" y="6522"/>
                  <a:pt x="3435" y="7247"/>
                  <a:pt x="3435" y="8161"/>
                </a:cubicBezTo>
                <a:lnTo>
                  <a:pt x="3435" y="8224"/>
                </a:lnTo>
                <a:lnTo>
                  <a:pt x="3435" y="8980"/>
                </a:lnTo>
                <a:cubicBezTo>
                  <a:pt x="3435" y="9169"/>
                  <a:pt x="3592" y="9326"/>
                  <a:pt x="3781" y="9326"/>
                </a:cubicBezTo>
                <a:cubicBezTo>
                  <a:pt x="3970" y="9326"/>
                  <a:pt x="4128" y="9169"/>
                  <a:pt x="4128" y="8980"/>
                </a:cubicBezTo>
                <a:lnTo>
                  <a:pt x="4852" y="9610"/>
                </a:lnTo>
                <a:lnTo>
                  <a:pt x="4852" y="11059"/>
                </a:lnTo>
                <a:lnTo>
                  <a:pt x="2080" y="11059"/>
                </a:lnTo>
                <a:lnTo>
                  <a:pt x="2080" y="9925"/>
                </a:lnTo>
                <a:cubicBezTo>
                  <a:pt x="2080" y="9673"/>
                  <a:pt x="1985" y="9421"/>
                  <a:pt x="1765" y="9200"/>
                </a:cubicBezTo>
                <a:lnTo>
                  <a:pt x="1198" y="8633"/>
                </a:lnTo>
                <a:cubicBezTo>
                  <a:pt x="883" y="8287"/>
                  <a:pt x="662" y="7877"/>
                  <a:pt x="662" y="7404"/>
                </a:cubicBezTo>
                <a:lnTo>
                  <a:pt x="662" y="3813"/>
                </a:lnTo>
                <a:close/>
                <a:moveTo>
                  <a:pt x="9767" y="3844"/>
                </a:moveTo>
                <a:lnTo>
                  <a:pt x="9767" y="7436"/>
                </a:lnTo>
                <a:cubicBezTo>
                  <a:pt x="9767" y="7909"/>
                  <a:pt x="9578" y="8350"/>
                  <a:pt x="9263" y="8665"/>
                </a:cubicBezTo>
                <a:lnTo>
                  <a:pt x="8665" y="9263"/>
                </a:lnTo>
                <a:cubicBezTo>
                  <a:pt x="8476" y="9452"/>
                  <a:pt x="8349" y="9704"/>
                  <a:pt x="8349" y="9988"/>
                </a:cubicBezTo>
                <a:lnTo>
                  <a:pt x="8349" y="11153"/>
                </a:lnTo>
                <a:lnTo>
                  <a:pt x="5514" y="11153"/>
                </a:lnTo>
                <a:lnTo>
                  <a:pt x="5514" y="9736"/>
                </a:lnTo>
                <a:lnTo>
                  <a:pt x="6239" y="9043"/>
                </a:lnTo>
                <a:cubicBezTo>
                  <a:pt x="6270" y="9200"/>
                  <a:pt x="6396" y="9326"/>
                  <a:pt x="6585" y="9326"/>
                </a:cubicBezTo>
                <a:cubicBezTo>
                  <a:pt x="6774" y="9326"/>
                  <a:pt x="6932" y="9169"/>
                  <a:pt x="6932" y="8980"/>
                </a:cubicBezTo>
                <a:lnTo>
                  <a:pt x="6932" y="8255"/>
                </a:lnTo>
                <a:cubicBezTo>
                  <a:pt x="6932" y="7404"/>
                  <a:pt x="7530" y="6711"/>
                  <a:pt x="8349" y="6554"/>
                </a:cubicBezTo>
                <a:lnTo>
                  <a:pt x="8665" y="6554"/>
                </a:lnTo>
                <a:cubicBezTo>
                  <a:pt x="8854" y="6554"/>
                  <a:pt x="9011" y="6396"/>
                  <a:pt x="9011" y="6207"/>
                </a:cubicBezTo>
                <a:lnTo>
                  <a:pt x="9011" y="4916"/>
                </a:lnTo>
                <a:cubicBezTo>
                  <a:pt x="9011" y="4443"/>
                  <a:pt x="9326" y="4002"/>
                  <a:pt x="9767" y="3844"/>
                </a:cubicBezTo>
                <a:close/>
                <a:moveTo>
                  <a:pt x="3120" y="1"/>
                </a:moveTo>
                <a:cubicBezTo>
                  <a:pt x="2647" y="1"/>
                  <a:pt x="2238" y="316"/>
                  <a:pt x="2143" y="757"/>
                </a:cubicBezTo>
                <a:cubicBezTo>
                  <a:pt x="2017" y="694"/>
                  <a:pt x="1891" y="662"/>
                  <a:pt x="1733" y="662"/>
                </a:cubicBezTo>
                <a:cubicBezTo>
                  <a:pt x="1135" y="662"/>
                  <a:pt x="725" y="1135"/>
                  <a:pt x="725" y="1702"/>
                </a:cubicBezTo>
                <a:lnTo>
                  <a:pt x="725" y="3120"/>
                </a:lnTo>
                <a:cubicBezTo>
                  <a:pt x="599" y="3057"/>
                  <a:pt x="473" y="3057"/>
                  <a:pt x="347" y="3057"/>
                </a:cubicBezTo>
                <a:cubicBezTo>
                  <a:pt x="158" y="3057"/>
                  <a:pt x="1" y="3214"/>
                  <a:pt x="1" y="3435"/>
                </a:cubicBezTo>
                <a:lnTo>
                  <a:pt x="1" y="7436"/>
                </a:lnTo>
                <a:cubicBezTo>
                  <a:pt x="1" y="8066"/>
                  <a:pt x="253" y="8696"/>
                  <a:pt x="725" y="9169"/>
                </a:cubicBezTo>
                <a:lnTo>
                  <a:pt x="1292" y="9767"/>
                </a:lnTo>
                <a:cubicBezTo>
                  <a:pt x="1387" y="9830"/>
                  <a:pt x="1418" y="9925"/>
                  <a:pt x="1418" y="9988"/>
                </a:cubicBezTo>
                <a:lnTo>
                  <a:pt x="1418" y="11153"/>
                </a:lnTo>
                <a:lnTo>
                  <a:pt x="1072" y="11153"/>
                </a:lnTo>
                <a:cubicBezTo>
                  <a:pt x="883" y="11153"/>
                  <a:pt x="725" y="11311"/>
                  <a:pt x="725" y="11500"/>
                </a:cubicBezTo>
                <a:cubicBezTo>
                  <a:pt x="725" y="11689"/>
                  <a:pt x="883" y="11847"/>
                  <a:pt x="1072" y="11847"/>
                </a:cubicBezTo>
                <a:lnTo>
                  <a:pt x="9389" y="11847"/>
                </a:lnTo>
                <a:cubicBezTo>
                  <a:pt x="9578" y="11847"/>
                  <a:pt x="9736" y="11689"/>
                  <a:pt x="9736" y="11500"/>
                </a:cubicBezTo>
                <a:cubicBezTo>
                  <a:pt x="9736" y="11311"/>
                  <a:pt x="9578" y="11153"/>
                  <a:pt x="9389" y="11153"/>
                </a:cubicBezTo>
                <a:lnTo>
                  <a:pt x="9106" y="11153"/>
                </a:lnTo>
                <a:lnTo>
                  <a:pt x="9106" y="9988"/>
                </a:lnTo>
                <a:cubicBezTo>
                  <a:pt x="9106" y="9925"/>
                  <a:pt x="9137" y="9799"/>
                  <a:pt x="9232" y="9767"/>
                </a:cubicBezTo>
                <a:lnTo>
                  <a:pt x="9830" y="9169"/>
                </a:lnTo>
                <a:cubicBezTo>
                  <a:pt x="10271" y="8696"/>
                  <a:pt x="10523" y="8098"/>
                  <a:pt x="10523" y="7436"/>
                </a:cubicBezTo>
                <a:lnTo>
                  <a:pt x="10523" y="3466"/>
                </a:lnTo>
                <a:cubicBezTo>
                  <a:pt x="10492" y="3214"/>
                  <a:pt x="10334" y="3057"/>
                  <a:pt x="10114" y="3057"/>
                </a:cubicBezTo>
                <a:cubicBezTo>
                  <a:pt x="9956" y="3057"/>
                  <a:pt x="9862" y="3057"/>
                  <a:pt x="9704" y="3120"/>
                </a:cubicBezTo>
                <a:lnTo>
                  <a:pt x="9704" y="1702"/>
                </a:lnTo>
                <a:cubicBezTo>
                  <a:pt x="9704" y="1103"/>
                  <a:pt x="9232" y="662"/>
                  <a:pt x="8665" y="662"/>
                </a:cubicBezTo>
                <a:cubicBezTo>
                  <a:pt x="8539" y="662"/>
                  <a:pt x="8413" y="694"/>
                  <a:pt x="8286" y="757"/>
                </a:cubicBezTo>
                <a:cubicBezTo>
                  <a:pt x="8160" y="316"/>
                  <a:pt x="7751" y="1"/>
                  <a:pt x="7278" y="1"/>
                </a:cubicBezTo>
                <a:cubicBezTo>
                  <a:pt x="6711" y="1"/>
                  <a:pt x="6270" y="473"/>
                  <a:pt x="6270" y="1009"/>
                </a:cubicBezTo>
                <a:lnTo>
                  <a:pt x="6270" y="1103"/>
                </a:lnTo>
                <a:cubicBezTo>
                  <a:pt x="6144" y="1072"/>
                  <a:pt x="6050" y="1009"/>
                  <a:pt x="5924" y="1009"/>
                </a:cubicBezTo>
                <a:cubicBezTo>
                  <a:pt x="5640" y="1009"/>
                  <a:pt x="5388" y="1135"/>
                  <a:pt x="5199" y="1292"/>
                </a:cubicBezTo>
                <a:cubicBezTo>
                  <a:pt x="5010" y="1135"/>
                  <a:pt x="4758" y="1009"/>
                  <a:pt x="4506" y="1009"/>
                </a:cubicBezTo>
                <a:cubicBezTo>
                  <a:pt x="4380" y="1009"/>
                  <a:pt x="4254" y="1072"/>
                  <a:pt x="4128" y="1103"/>
                </a:cubicBezTo>
                <a:lnTo>
                  <a:pt x="4128" y="1009"/>
                </a:lnTo>
                <a:cubicBezTo>
                  <a:pt x="4128" y="442"/>
                  <a:pt x="3655" y="1"/>
                  <a:pt x="312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191" name="Google Shape;1191;p45"/>
          <p:cNvGrpSpPr/>
          <p:nvPr/>
        </p:nvGrpSpPr>
        <p:grpSpPr>
          <a:xfrm>
            <a:off x="5708423" y="3103286"/>
            <a:ext cx="774619" cy="824067"/>
            <a:chOff x="5421475" y="1945825"/>
            <a:chExt cx="278050" cy="296150"/>
          </a:xfrm>
        </p:grpSpPr>
        <p:sp>
          <p:nvSpPr>
            <p:cNvPr id="1192" name="Google Shape;1192;p45"/>
            <p:cNvSpPr/>
            <p:nvPr/>
          </p:nvSpPr>
          <p:spPr>
            <a:xfrm>
              <a:off x="5472650" y="1999375"/>
              <a:ext cx="172525" cy="242600"/>
            </a:xfrm>
            <a:custGeom>
              <a:rect b="b" l="l" r="r" t="t"/>
              <a:pathLst>
                <a:path extrusionOk="0" h="9704" w="6901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93" name="Google Shape;1193;p45"/>
            <p:cNvSpPr/>
            <p:nvPr/>
          </p:nvSpPr>
          <p:spPr>
            <a:xfrm>
              <a:off x="5559300" y="1945825"/>
              <a:ext cx="18150" cy="44125"/>
            </a:xfrm>
            <a:custGeom>
              <a:rect b="b" l="l" r="r" t="t"/>
              <a:pathLst>
                <a:path extrusionOk="0" h="1765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94" name="Google Shape;1194;p45"/>
            <p:cNvSpPr/>
            <p:nvPr/>
          </p:nvSpPr>
          <p:spPr>
            <a:xfrm>
              <a:off x="5611275" y="1963925"/>
              <a:ext cx="35475" cy="34500"/>
            </a:xfrm>
            <a:custGeom>
              <a:rect b="b" l="l" r="r" t="t"/>
              <a:pathLst>
                <a:path extrusionOk="0" h="1380" w="1419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95" name="Google Shape;1195;p45"/>
            <p:cNvSpPr/>
            <p:nvPr/>
          </p:nvSpPr>
          <p:spPr>
            <a:xfrm>
              <a:off x="5664050" y="2067900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5421475" y="2067900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5490000" y="1963925"/>
              <a:ext cx="35450" cy="33900"/>
            </a:xfrm>
            <a:custGeom>
              <a:rect b="b" l="l" r="r" t="t"/>
              <a:pathLst>
                <a:path extrusionOk="0" h="1356" w="1418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5437225" y="1997650"/>
              <a:ext cx="37825" cy="26325"/>
            </a:xfrm>
            <a:custGeom>
              <a:rect b="b" l="l" r="r" t="t"/>
              <a:pathLst>
                <a:path extrusionOk="0" h="1053" w="1513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5645150" y="1998300"/>
              <a:ext cx="37825" cy="26900"/>
            </a:xfrm>
            <a:custGeom>
              <a:rect b="b" l="l" r="r" t="t"/>
              <a:pathLst>
                <a:path extrusionOk="0" h="1076" w="1513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4" name="Google Shape;1204;p46"/>
          <p:cNvGrpSpPr/>
          <p:nvPr/>
        </p:nvGrpSpPr>
        <p:grpSpPr>
          <a:xfrm>
            <a:off x="379313" y="1229357"/>
            <a:ext cx="11433712" cy="5207307"/>
            <a:chOff x="539374" y="1229357"/>
            <a:chExt cx="11433712" cy="5207307"/>
          </a:xfrm>
        </p:grpSpPr>
        <p:grpSp>
          <p:nvGrpSpPr>
            <p:cNvPr id="1205" name="Google Shape;1205;p46"/>
            <p:cNvGrpSpPr/>
            <p:nvPr/>
          </p:nvGrpSpPr>
          <p:grpSpPr>
            <a:xfrm>
              <a:off x="539374" y="1229357"/>
              <a:ext cx="11433712" cy="5207307"/>
              <a:chOff x="551731" y="998344"/>
              <a:chExt cx="11433712" cy="5207307"/>
            </a:xfrm>
          </p:grpSpPr>
          <p:grpSp>
            <p:nvGrpSpPr>
              <p:cNvPr id="1206" name="Google Shape;1206;p46"/>
              <p:cNvGrpSpPr/>
              <p:nvPr/>
            </p:nvGrpSpPr>
            <p:grpSpPr>
              <a:xfrm>
                <a:off x="551731" y="1956487"/>
                <a:ext cx="3635014" cy="4249038"/>
                <a:chOff x="551731" y="1956487"/>
                <a:chExt cx="3635014" cy="4249038"/>
              </a:xfrm>
            </p:grpSpPr>
            <p:grpSp>
              <p:nvGrpSpPr>
                <p:cNvPr id="1207" name="Google Shape;1207;p46"/>
                <p:cNvGrpSpPr/>
                <p:nvPr/>
              </p:nvGrpSpPr>
              <p:grpSpPr>
                <a:xfrm>
                  <a:off x="1437905" y="1956487"/>
                  <a:ext cx="1862328" cy="3439932"/>
                  <a:chOff x="2024232" y="1989993"/>
                  <a:chExt cx="1862328" cy="3439932"/>
                </a:xfrm>
              </p:grpSpPr>
              <p:sp>
                <p:nvSpPr>
                  <p:cNvPr id="1208" name="Google Shape;1208;p46"/>
                  <p:cNvSpPr/>
                  <p:nvPr/>
                </p:nvSpPr>
                <p:spPr>
                  <a:xfrm>
                    <a:off x="2024232" y="1989993"/>
                    <a:ext cx="1862328" cy="3439932"/>
                  </a:xfrm>
                  <a:custGeom>
                    <a:rect b="b" l="l" r="r" t="t"/>
                    <a:pathLst>
                      <a:path extrusionOk="0" h="15664" w="8479">
                        <a:moveTo>
                          <a:pt x="3571" y="14919"/>
                        </a:moveTo>
                        <a:lnTo>
                          <a:pt x="3571" y="14919"/>
                        </a:lnTo>
                        <a:cubicBezTo>
                          <a:pt x="3706" y="15663"/>
                          <a:pt x="4772" y="15663"/>
                          <a:pt x="4907" y="14919"/>
                        </a:cubicBezTo>
                        <a:lnTo>
                          <a:pt x="7936" y="4637"/>
                        </a:lnTo>
                        <a:lnTo>
                          <a:pt x="7936" y="4637"/>
                        </a:lnTo>
                        <a:cubicBezTo>
                          <a:pt x="8478" y="2263"/>
                          <a:pt x="6674" y="0"/>
                          <a:pt x="4239" y="0"/>
                        </a:cubicBezTo>
                        <a:lnTo>
                          <a:pt x="4239" y="0"/>
                        </a:lnTo>
                        <a:cubicBezTo>
                          <a:pt x="1804" y="0"/>
                          <a:pt x="0" y="2263"/>
                          <a:pt x="543" y="4637"/>
                        </a:cubicBezTo>
                        <a:lnTo>
                          <a:pt x="3571" y="14919"/>
                        </a:lnTo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09" name="Google Shape;1209;p46"/>
                  <p:cNvSpPr/>
                  <p:nvPr/>
                </p:nvSpPr>
                <p:spPr>
                  <a:xfrm>
                    <a:off x="2356410" y="2734731"/>
                    <a:ext cx="1196999" cy="1994998"/>
                  </a:xfrm>
                  <a:custGeom>
                    <a:rect b="b" l="l" r="r" t="t"/>
                    <a:pathLst>
                      <a:path extrusionOk="0" h="9085" w="5451">
                        <a:moveTo>
                          <a:pt x="0" y="6988"/>
                        </a:moveTo>
                        <a:lnTo>
                          <a:pt x="0" y="2097"/>
                        </a:lnTo>
                        <a:lnTo>
                          <a:pt x="0" y="2097"/>
                        </a:lnTo>
                        <a:cubicBezTo>
                          <a:pt x="0" y="938"/>
                          <a:pt x="1220" y="0"/>
                          <a:pt x="2725" y="0"/>
                        </a:cubicBezTo>
                        <a:lnTo>
                          <a:pt x="2725" y="0"/>
                        </a:lnTo>
                        <a:cubicBezTo>
                          <a:pt x="4230" y="0"/>
                          <a:pt x="5450" y="938"/>
                          <a:pt x="5450" y="2097"/>
                        </a:cubicBezTo>
                        <a:lnTo>
                          <a:pt x="5450" y="6988"/>
                        </a:lnTo>
                        <a:lnTo>
                          <a:pt x="5450" y="6988"/>
                        </a:lnTo>
                        <a:cubicBezTo>
                          <a:pt x="5450" y="8146"/>
                          <a:pt x="4230" y="9084"/>
                          <a:pt x="2725" y="9084"/>
                        </a:cubicBezTo>
                        <a:lnTo>
                          <a:pt x="2725" y="9084"/>
                        </a:lnTo>
                        <a:cubicBezTo>
                          <a:pt x="1220" y="9084"/>
                          <a:pt x="0" y="8146"/>
                          <a:pt x="0" y="6988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10" name="Google Shape;1210;p46"/>
                  <p:cNvSpPr/>
                  <p:nvPr/>
                </p:nvSpPr>
                <p:spPr>
                  <a:xfrm>
                    <a:off x="2333167" y="2710519"/>
                    <a:ext cx="1244459" cy="2042453"/>
                  </a:xfrm>
                  <a:custGeom>
                    <a:rect b="b" l="l" r="r" t="t"/>
                    <a:pathLst>
                      <a:path extrusionOk="0" h="9301" w="5667">
                        <a:moveTo>
                          <a:pt x="2833" y="216"/>
                        </a:moveTo>
                        <a:lnTo>
                          <a:pt x="2833" y="216"/>
                        </a:lnTo>
                        <a:cubicBezTo>
                          <a:pt x="1390" y="216"/>
                          <a:pt x="216" y="1108"/>
                          <a:pt x="216" y="2205"/>
                        </a:cubicBezTo>
                        <a:lnTo>
                          <a:pt x="216" y="7096"/>
                        </a:lnTo>
                        <a:lnTo>
                          <a:pt x="216" y="7096"/>
                        </a:lnTo>
                        <a:cubicBezTo>
                          <a:pt x="216" y="8193"/>
                          <a:pt x="1390" y="9084"/>
                          <a:pt x="2833" y="9084"/>
                        </a:cubicBezTo>
                        <a:lnTo>
                          <a:pt x="2833" y="9084"/>
                        </a:lnTo>
                        <a:cubicBezTo>
                          <a:pt x="4276" y="9084"/>
                          <a:pt x="5450" y="8193"/>
                          <a:pt x="5450" y="7096"/>
                        </a:cubicBezTo>
                        <a:lnTo>
                          <a:pt x="5450" y="2205"/>
                        </a:lnTo>
                        <a:lnTo>
                          <a:pt x="5450" y="2205"/>
                        </a:lnTo>
                        <a:cubicBezTo>
                          <a:pt x="5450" y="1108"/>
                          <a:pt x="4276" y="216"/>
                          <a:pt x="2833" y="216"/>
                        </a:cubicBezTo>
                        <a:close/>
                        <a:moveTo>
                          <a:pt x="2833" y="9300"/>
                        </a:moveTo>
                        <a:lnTo>
                          <a:pt x="2833" y="9300"/>
                        </a:lnTo>
                        <a:cubicBezTo>
                          <a:pt x="1270" y="9300"/>
                          <a:pt x="0" y="8311"/>
                          <a:pt x="0" y="7096"/>
                        </a:cubicBezTo>
                        <a:lnTo>
                          <a:pt x="0" y="2205"/>
                        </a:lnTo>
                        <a:lnTo>
                          <a:pt x="0" y="2205"/>
                        </a:lnTo>
                        <a:cubicBezTo>
                          <a:pt x="0" y="989"/>
                          <a:pt x="1270" y="0"/>
                          <a:pt x="2833" y="0"/>
                        </a:cubicBezTo>
                        <a:lnTo>
                          <a:pt x="2833" y="0"/>
                        </a:lnTo>
                        <a:cubicBezTo>
                          <a:pt x="4395" y="0"/>
                          <a:pt x="5666" y="989"/>
                          <a:pt x="5666" y="2205"/>
                        </a:cubicBezTo>
                        <a:lnTo>
                          <a:pt x="5666" y="7096"/>
                        </a:lnTo>
                        <a:lnTo>
                          <a:pt x="5666" y="7096"/>
                        </a:lnTo>
                        <a:cubicBezTo>
                          <a:pt x="5666" y="8311"/>
                          <a:pt x="4395" y="9300"/>
                          <a:pt x="2833" y="930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11" name="Google Shape;1211;p46"/>
                  <p:cNvSpPr/>
                  <p:nvPr/>
                </p:nvSpPr>
                <p:spPr>
                  <a:xfrm>
                    <a:off x="2293461" y="2138166"/>
                    <a:ext cx="1323863" cy="1323871"/>
                  </a:xfrm>
                  <a:custGeom>
                    <a:rect b="b" l="l" r="r" t="t"/>
                    <a:pathLst>
                      <a:path extrusionOk="0" h="6030" w="6029">
                        <a:moveTo>
                          <a:pt x="3014" y="6029"/>
                        </a:moveTo>
                        <a:lnTo>
                          <a:pt x="3014" y="6029"/>
                        </a:lnTo>
                        <a:cubicBezTo>
                          <a:pt x="4679" y="6029"/>
                          <a:pt x="6028" y="4680"/>
                          <a:pt x="6028" y="3014"/>
                        </a:cubicBezTo>
                        <a:lnTo>
                          <a:pt x="6028" y="3014"/>
                        </a:lnTo>
                        <a:cubicBezTo>
                          <a:pt x="6028" y="1350"/>
                          <a:pt x="4679" y="0"/>
                          <a:pt x="3014" y="0"/>
                        </a:cubicBezTo>
                        <a:lnTo>
                          <a:pt x="3014" y="0"/>
                        </a:lnTo>
                        <a:cubicBezTo>
                          <a:pt x="1349" y="0"/>
                          <a:pt x="0" y="1350"/>
                          <a:pt x="0" y="3014"/>
                        </a:cubicBezTo>
                        <a:lnTo>
                          <a:pt x="0" y="3014"/>
                        </a:lnTo>
                        <a:cubicBezTo>
                          <a:pt x="0" y="4680"/>
                          <a:pt x="1349" y="6029"/>
                          <a:pt x="3014" y="6029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0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01</a:t>
                    </a:r>
                    <a:endParaRPr/>
                  </a:p>
                </p:txBody>
              </p:sp>
              <p:sp>
                <p:nvSpPr>
                  <p:cNvPr id="1212" name="Google Shape;1212;p46"/>
                  <p:cNvSpPr/>
                  <p:nvPr/>
                </p:nvSpPr>
                <p:spPr>
                  <a:xfrm>
                    <a:off x="2252785" y="2097491"/>
                    <a:ext cx="1406188" cy="1406188"/>
                  </a:xfrm>
                  <a:custGeom>
                    <a:rect b="b" l="l" r="r" t="t"/>
                    <a:pathLst>
                      <a:path extrusionOk="0" h="6401" w="6401">
                        <a:moveTo>
                          <a:pt x="6400" y="3199"/>
                        </a:moveTo>
                        <a:lnTo>
                          <a:pt x="6400" y="3199"/>
                        </a:lnTo>
                        <a:cubicBezTo>
                          <a:pt x="6400" y="1435"/>
                          <a:pt x="4965" y="0"/>
                          <a:pt x="3200" y="0"/>
                        </a:cubicBezTo>
                        <a:lnTo>
                          <a:pt x="3200" y="0"/>
                        </a:lnTo>
                        <a:cubicBezTo>
                          <a:pt x="1435" y="0"/>
                          <a:pt x="0" y="1435"/>
                          <a:pt x="0" y="3199"/>
                        </a:cubicBezTo>
                        <a:lnTo>
                          <a:pt x="0" y="3199"/>
                        </a:lnTo>
                        <a:cubicBezTo>
                          <a:pt x="0" y="4964"/>
                          <a:pt x="1435" y="6400"/>
                          <a:pt x="3200" y="6400"/>
                        </a:cubicBezTo>
                        <a:lnTo>
                          <a:pt x="3200" y="6400"/>
                        </a:lnTo>
                        <a:cubicBezTo>
                          <a:pt x="4965" y="6400"/>
                          <a:pt x="6400" y="4964"/>
                          <a:pt x="6400" y="3199"/>
                        </a:cubicBezTo>
                        <a:close/>
                        <a:moveTo>
                          <a:pt x="6214" y="3199"/>
                        </a:moveTo>
                        <a:lnTo>
                          <a:pt x="6214" y="3199"/>
                        </a:lnTo>
                        <a:cubicBezTo>
                          <a:pt x="6214" y="4865"/>
                          <a:pt x="4865" y="6214"/>
                          <a:pt x="3200" y="6214"/>
                        </a:cubicBezTo>
                        <a:lnTo>
                          <a:pt x="3200" y="6214"/>
                        </a:lnTo>
                        <a:cubicBezTo>
                          <a:pt x="1535" y="6214"/>
                          <a:pt x="186" y="4865"/>
                          <a:pt x="186" y="3199"/>
                        </a:cubicBezTo>
                        <a:lnTo>
                          <a:pt x="186" y="3199"/>
                        </a:lnTo>
                        <a:cubicBezTo>
                          <a:pt x="186" y="1535"/>
                          <a:pt x="1535" y="185"/>
                          <a:pt x="3200" y="185"/>
                        </a:cubicBezTo>
                        <a:lnTo>
                          <a:pt x="3200" y="185"/>
                        </a:lnTo>
                        <a:cubicBezTo>
                          <a:pt x="4865" y="185"/>
                          <a:pt x="6214" y="1535"/>
                          <a:pt x="6214" y="3199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grpSp>
              <p:nvGrpSpPr>
                <p:cNvPr id="1213" name="Google Shape;1213;p46"/>
                <p:cNvGrpSpPr/>
                <p:nvPr/>
              </p:nvGrpSpPr>
              <p:grpSpPr>
                <a:xfrm>
                  <a:off x="551731" y="5462246"/>
                  <a:ext cx="3635014" cy="743278"/>
                  <a:chOff x="2574529" y="991686"/>
                  <a:chExt cx="4114800" cy="632147"/>
                </a:xfrm>
              </p:grpSpPr>
              <p:sp>
                <p:nvSpPr>
                  <p:cNvPr id="1214" name="Google Shape;1214;p46"/>
                  <p:cNvSpPr txBox="1"/>
                  <p:nvPr/>
                </p:nvSpPr>
                <p:spPr>
                  <a:xfrm>
                    <a:off x="2574529" y="991686"/>
                    <a:ext cx="4114800" cy="348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F3F3F"/>
                      </a:buClr>
                      <a:buSzPts val="1400"/>
                      <a:buFont typeface="Lora"/>
                      <a:buNone/>
                    </a:pPr>
                    <a:r>
                      <a:rPr b="1" lang="en-IN" sz="14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Hiring manager satisfaction</a:t>
                    </a:r>
                    <a:endParaRPr b="1"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15" name="Google Shape;1215;p46"/>
                  <p:cNvSpPr txBox="1"/>
                  <p:nvPr/>
                </p:nvSpPr>
                <p:spPr>
                  <a:xfrm>
                    <a:off x="2799323" y="1191833"/>
                    <a:ext cx="3665100" cy="43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lang="en-IN" sz="105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Maecenas non laoreet odio. Fusce lobortis porttitor.</a:t>
                    </a:r>
                    <a:endParaRPr/>
                  </a:p>
                </p:txBody>
              </p:sp>
            </p:grpSp>
          </p:grpSp>
          <p:grpSp>
            <p:nvGrpSpPr>
              <p:cNvPr id="1216" name="Google Shape;1216;p46"/>
              <p:cNvGrpSpPr/>
              <p:nvPr/>
            </p:nvGrpSpPr>
            <p:grpSpPr>
              <a:xfrm>
                <a:off x="3151297" y="998344"/>
                <a:ext cx="3635014" cy="4398074"/>
                <a:chOff x="3100891" y="998344"/>
                <a:chExt cx="3635014" cy="4398074"/>
              </a:xfrm>
            </p:grpSpPr>
            <p:grpSp>
              <p:nvGrpSpPr>
                <p:cNvPr id="1217" name="Google Shape;1217;p46"/>
                <p:cNvGrpSpPr/>
                <p:nvPr/>
              </p:nvGrpSpPr>
              <p:grpSpPr>
                <a:xfrm>
                  <a:off x="3987065" y="1956487"/>
                  <a:ext cx="1862335" cy="3439932"/>
                  <a:chOff x="4119395" y="1989993"/>
                  <a:chExt cx="1862335" cy="3439932"/>
                </a:xfrm>
              </p:grpSpPr>
              <p:sp>
                <p:nvSpPr>
                  <p:cNvPr id="1218" name="Google Shape;1218;p46"/>
                  <p:cNvSpPr/>
                  <p:nvPr/>
                </p:nvSpPr>
                <p:spPr>
                  <a:xfrm>
                    <a:off x="4119395" y="1989993"/>
                    <a:ext cx="1862335" cy="3439932"/>
                  </a:xfrm>
                  <a:custGeom>
                    <a:rect b="b" l="l" r="r" t="t"/>
                    <a:pathLst>
                      <a:path extrusionOk="0" h="15664" w="8480">
                        <a:moveTo>
                          <a:pt x="3572" y="14919"/>
                        </a:moveTo>
                        <a:lnTo>
                          <a:pt x="3572" y="14919"/>
                        </a:lnTo>
                        <a:cubicBezTo>
                          <a:pt x="3707" y="15663"/>
                          <a:pt x="4773" y="15663"/>
                          <a:pt x="4907" y="14919"/>
                        </a:cubicBezTo>
                        <a:lnTo>
                          <a:pt x="7936" y="4637"/>
                        </a:lnTo>
                        <a:lnTo>
                          <a:pt x="7936" y="4637"/>
                        </a:lnTo>
                        <a:cubicBezTo>
                          <a:pt x="8479" y="2263"/>
                          <a:pt x="6675" y="0"/>
                          <a:pt x="4239" y="0"/>
                        </a:cubicBezTo>
                        <a:lnTo>
                          <a:pt x="4239" y="0"/>
                        </a:lnTo>
                        <a:cubicBezTo>
                          <a:pt x="1804" y="0"/>
                          <a:pt x="0" y="2263"/>
                          <a:pt x="544" y="4637"/>
                        </a:cubicBezTo>
                        <a:lnTo>
                          <a:pt x="3572" y="14919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19" name="Google Shape;1219;p46"/>
                  <p:cNvSpPr/>
                  <p:nvPr/>
                </p:nvSpPr>
                <p:spPr>
                  <a:xfrm>
                    <a:off x="4452541" y="2734731"/>
                    <a:ext cx="1196999" cy="1994998"/>
                  </a:xfrm>
                  <a:custGeom>
                    <a:rect b="b" l="l" r="r" t="t"/>
                    <a:pathLst>
                      <a:path extrusionOk="0" h="9085" w="5451">
                        <a:moveTo>
                          <a:pt x="0" y="6988"/>
                        </a:moveTo>
                        <a:lnTo>
                          <a:pt x="0" y="2097"/>
                        </a:lnTo>
                        <a:lnTo>
                          <a:pt x="0" y="2097"/>
                        </a:lnTo>
                        <a:cubicBezTo>
                          <a:pt x="0" y="938"/>
                          <a:pt x="1220" y="0"/>
                          <a:pt x="2725" y="0"/>
                        </a:cubicBezTo>
                        <a:lnTo>
                          <a:pt x="2725" y="0"/>
                        </a:lnTo>
                        <a:cubicBezTo>
                          <a:pt x="4231" y="0"/>
                          <a:pt x="5450" y="938"/>
                          <a:pt x="5450" y="2097"/>
                        </a:cubicBezTo>
                        <a:lnTo>
                          <a:pt x="5450" y="6988"/>
                        </a:lnTo>
                        <a:lnTo>
                          <a:pt x="5450" y="6988"/>
                        </a:lnTo>
                        <a:cubicBezTo>
                          <a:pt x="5450" y="8146"/>
                          <a:pt x="4231" y="9084"/>
                          <a:pt x="2725" y="9084"/>
                        </a:cubicBezTo>
                        <a:lnTo>
                          <a:pt x="2725" y="9084"/>
                        </a:lnTo>
                        <a:cubicBezTo>
                          <a:pt x="1220" y="9084"/>
                          <a:pt x="0" y="8146"/>
                          <a:pt x="0" y="6988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20" name="Google Shape;1220;p46"/>
                  <p:cNvSpPr/>
                  <p:nvPr/>
                </p:nvSpPr>
                <p:spPr>
                  <a:xfrm>
                    <a:off x="4428330" y="2710519"/>
                    <a:ext cx="1244452" cy="2042453"/>
                  </a:xfrm>
                  <a:custGeom>
                    <a:rect b="b" l="l" r="r" t="t"/>
                    <a:pathLst>
                      <a:path extrusionOk="0" h="9301" w="5668">
                        <a:moveTo>
                          <a:pt x="2833" y="216"/>
                        </a:moveTo>
                        <a:lnTo>
                          <a:pt x="2833" y="216"/>
                        </a:lnTo>
                        <a:cubicBezTo>
                          <a:pt x="1390" y="216"/>
                          <a:pt x="216" y="1108"/>
                          <a:pt x="216" y="2205"/>
                        </a:cubicBezTo>
                        <a:lnTo>
                          <a:pt x="216" y="7096"/>
                        </a:lnTo>
                        <a:lnTo>
                          <a:pt x="216" y="7096"/>
                        </a:lnTo>
                        <a:cubicBezTo>
                          <a:pt x="216" y="8193"/>
                          <a:pt x="1390" y="9084"/>
                          <a:pt x="2833" y="9084"/>
                        </a:cubicBezTo>
                        <a:lnTo>
                          <a:pt x="2833" y="9084"/>
                        </a:lnTo>
                        <a:cubicBezTo>
                          <a:pt x="4276" y="9084"/>
                          <a:pt x="5450" y="8193"/>
                          <a:pt x="5450" y="7096"/>
                        </a:cubicBezTo>
                        <a:lnTo>
                          <a:pt x="5450" y="2205"/>
                        </a:lnTo>
                        <a:lnTo>
                          <a:pt x="5450" y="2205"/>
                        </a:lnTo>
                        <a:cubicBezTo>
                          <a:pt x="5450" y="1108"/>
                          <a:pt x="4276" y="216"/>
                          <a:pt x="2833" y="216"/>
                        </a:cubicBezTo>
                        <a:close/>
                        <a:moveTo>
                          <a:pt x="2833" y="9300"/>
                        </a:moveTo>
                        <a:lnTo>
                          <a:pt x="2833" y="9300"/>
                        </a:lnTo>
                        <a:cubicBezTo>
                          <a:pt x="1271" y="9300"/>
                          <a:pt x="0" y="8311"/>
                          <a:pt x="0" y="7096"/>
                        </a:cubicBezTo>
                        <a:lnTo>
                          <a:pt x="0" y="2205"/>
                        </a:lnTo>
                        <a:lnTo>
                          <a:pt x="0" y="2205"/>
                        </a:lnTo>
                        <a:cubicBezTo>
                          <a:pt x="0" y="989"/>
                          <a:pt x="1271" y="0"/>
                          <a:pt x="2833" y="0"/>
                        </a:cubicBezTo>
                        <a:lnTo>
                          <a:pt x="2833" y="0"/>
                        </a:lnTo>
                        <a:cubicBezTo>
                          <a:pt x="4396" y="0"/>
                          <a:pt x="5667" y="989"/>
                          <a:pt x="5667" y="2205"/>
                        </a:cubicBezTo>
                        <a:lnTo>
                          <a:pt x="5667" y="7096"/>
                        </a:lnTo>
                        <a:lnTo>
                          <a:pt x="5667" y="7096"/>
                        </a:lnTo>
                        <a:cubicBezTo>
                          <a:pt x="5667" y="8311"/>
                          <a:pt x="4396" y="9300"/>
                          <a:pt x="2833" y="930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21" name="Google Shape;1221;p46"/>
                  <p:cNvSpPr/>
                  <p:nvPr/>
                </p:nvSpPr>
                <p:spPr>
                  <a:xfrm>
                    <a:off x="4388624" y="2138166"/>
                    <a:ext cx="1323871" cy="1323871"/>
                  </a:xfrm>
                  <a:custGeom>
                    <a:rect b="b" l="l" r="r" t="t"/>
                    <a:pathLst>
                      <a:path extrusionOk="0" h="6030" w="6030">
                        <a:moveTo>
                          <a:pt x="3014" y="6029"/>
                        </a:moveTo>
                        <a:lnTo>
                          <a:pt x="3014" y="6029"/>
                        </a:lnTo>
                        <a:cubicBezTo>
                          <a:pt x="4679" y="6029"/>
                          <a:pt x="6029" y="4680"/>
                          <a:pt x="6029" y="3014"/>
                        </a:cubicBezTo>
                        <a:lnTo>
                          <a:pt x="6029" y="3014"/>
                        </a:lnTo>
                        <a:cubicBezTo>
                          <a:pt x="6029" y="1350"/>
                          <a:pt x="4679" y="0"/>
                          <a:pt x="3014" y="0"/>
                        </a:cubicBezTo>
                        <a:lnTo>
                          <a:pt x="3014" y="0"/>
                        </a:lnTo>
                        <a:cubicBezTo>
                          <a:pt x="1349" y="0"/>
                          <a:pt x="0" y="1350"/>
                          <a:pt x="0" y="3014"/>
                        </a:cubicBezTo>
                        <a:lnTo>
                          <a:pt x="0" y="3014"/>
                        </a:lnTo>
                        <a:cubicBezTo>
                          <a:pt x="0" y="4680"/>
                          <a:pt x="1349" y="6029"/>
                          <a:pt x="3014" y="6029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0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02</a:t>
                    </a:r>
                    <a:endParaRPr/>
                  </a:p>
                </p:txBody>
              </p:sp>
              <p:sp>
                <p:nvSpPr>
                  <p:cNvPr id="1222" name="Google Shape;1222;p46"/>
                  <p:cNvSpPr/>
                  <p:nvPr/>
                </p:nvSpPr>
                <p:spPr>
                  <a:xfrm>
                    <a:off x="4347948" y="2097491"/>
                    <a:ext cx="1406183" cy="1406188"/>
                  </a:xfrm>
                  <a:custGeom>
                    <a:rect b="b" l="l" r="r" t="t"/>
                    <a:pathLst>
                      <a:path extrusionOk="0" h="6401" w="6402">
                        <a:moveTo>
                          <a:pt x="6401" y="3199"/>
                        </a:moveTo>
                        <a:lnTo>
                          <a:pt x="6401" y="3199"/>
                        </a:lnTo>
                        <a:cubicBezTo>
                          <a:pt x="6401" y="1435"/>
                          <a:pt x="4965" y="0"/>
                          <a:pt x="3200" y="0"/>
                        </a:cubicBezTo>
                        <a:lnTo>
                          <a:pt x="3200" y="0"/>
                        </a:lnTo>
                        <a:cubicBezTo>
                          <a:pt x="1436" y="0"/>
                          <a:pt x="0" y="1435"/>
                          <a:pt x="0" y="3199"/>
                        </a:cubicBezTo>
                        <a:lnTo>
                          <a:pt x="0" y="3199"/>
                        </a:lnTo>
                        <a:cubicBezTo>
                          <a:pt x="0" y="4964"/>
                          <a:pt x="1436" y="6400"/>
                          <a:pt x="3200" y="6400"/>
                        </a:cubicBezTo>
                        <a:lnTo>
                          <a:pt x="3200" y="6400"/>
                        </a:lnTo>
                        <a:cubicBezTo>
                          <a:pt x="4965" y="6400"/>
                          <a:pt x="6401" y="4964"/>
                          <a:pt x="6401" y="3199"/>
                        </a:cubicBezTo>
                        <a:close/>
                        <a:moveTo>
                          <a:pt x="6215" y="3199"/>
                        </a:moveTo>
                        <a:lnTo>
                          <a:pt x="6215" y="3199"/>
                        </a:lnTo>
                        <a:cubicBezTo>
                          <a:pt x="6215" y="4865"/>
                          <a:pt x="4865" y="6214"/>
                          <a:pt x="3200" y="6214"/>
                        </a:cubicBezTo>
                        <a:lnTo>
                          <a:pt x="3200" y="6214"/>
                        </a:lnTo>
                        <a:cubicBezTo>
                          <a:pt x="1535" y="6214"/>
                          <a:pt x="186" y="4865"/>
                          <a:pt x="186" y="3199"/>
                        </a:cubicBezTo>
                        <a:lnTo>
                          <a:pt x="186" y="3199"/>
                        </a:lnTo>
                        <a:cubicBezTo>
                          <a:pt x="186" y="1535"/>
                          <a:pt x="1535" y="185"/>
                          <a:pt x="3200" y="185"/>
                        </a:cubicBezTo>
                        <a:lnTo>
                          <a:pt x="3200" y="185"/>
                        </a:lnTo>
                        <a:cubicBezTo>
                          <a:pt x="4865" y="185"/>
                          <a:pt x="6215" y="1535"/>
                          <a:pt x="6215" y="3199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grpSp>
              <p:nvGrpSpPr>
                <p:cNvPr id="1223" name="Google Shape;1223;p46"/>
                <p:cNvGrpSpPr/>
                <p:nvPr/>
              </p:nvGrpSpPr>
              <p:grpSpPr>
                <a:xfrm>
                  <a:off x="3100891" y="998344"/>
                  <a:ext cx="3635014" cy="749326"/>
                  <a:chOff x="2574529" y="2050258"/>
                  <a:chExt cx="4114800" cy="637290"/>
                </a:xfrm>
              </p:grpSpPr>
              <p:sp>
                <p:nvSpPr>
                  <p:cNvPr id="1224" name="Google Shape;1224;p46"/>
                  <p:cNvSpPr txBox="1"/>
                  <p:nvPr/>
                </p:nvSpPr>
                <p:spPr>
                  <a:xfrm>
                    <a:off x="2574529" y="2050258"/>
                    <a:ext cx="4114800" cy="348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F3F3F"/>
                      </a:buClr>
                      <a:buSzPts val="1400"/>
                      <a:buFont typeface="Lora"/>
                      <a:buNone/>
                    </a:pPr>
                    <a:r>
                      <a:rPr b="1" lang="en-IN" sz="14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Candidate job satisfaction</a:t>
                    </a:r>
                    <a:endParaRPr b="1"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25" name="Google Shape;1225;p46"/>
                  <p:cNvSpPr txBox="1"/>
                  <p:nvPr/>
                </p:nvSpPr>
                <p:spPr>
                  <a:xfrm>
                    <a:off x="2799323" y="2255548"/>
                    <a:ext cx="3665100" cy="43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lang="en-IN" sz="105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Maecenas non laoreet odio. Fusce lobortis porttitor.</a:t>
                    </a:r>
                    <a:endParaRPr/>
                  </a:p>
                </p:txBody>
              </p:sp>
            </p:grpSp>
            <p:grpSp>
              <p:nvGrpSpPr>
                <p:cNvPr id="1226" name="Google Shape;1226;p46"/>
                <p:cNvGrpSpPr/>
                <p:nvPr/>
              </p:nvGrpSpPr>
              <p:grpSpPr>
                <a:xfrm>
                  <a:off x="4612642" y="3656346"/>
                  <a:ext cx="611408" cy="650451"/>
                  <a:chOff x="-10019125" y="2490075"/>
                  <a:chExt cx="333975" cy="354450"/>
                </a:xfrm>
              </p:grpSpPr>
              <p:sp>
                <p:nvSpPr>
                  <p:cNvPr id="1227" name="Google Shape;1227;p46"/>
                  <p:cNvSpPr/>
                  <p:nvPr/>
                </p:nvSpPr>
                <p:spPr>
                  <a:xfrm>
                    <a:off x="-10019125" y="2490850"/>
                    <a:ext cx="333975" cy="353675"/>
                  </a:xfrm>
                  <a:custGeom>
                    <a:rect b="b" l="l" r="r" t="t"/>
                    <a:pathLst>
                      <a:path extrusionOk="0" h="14147" w="13359">
                        <a:moveTo>
                          <a:pt x="7184" y="1670"/>
                        </a:moveTo>
                        <a:cubicBezTo>
                          <a:pt x="7405" y="1670"/>
                          <a:pt x="7625" y="1859"/>
                          <a:pt x="7625" y="2048"/>
                        </a:cubicBezTo>
                        <a:lnTo>
                          <a:pt x="7625" y="4191"/>
                        </a:lnTo>
                        <a:cubicBezTo>
                          <a:pt x="7499" y="4128"/>
                          <a:pt x="7342" y="4096"/>
                          <a:pt x="7184" y="4096"/>
                        </a:cubicBezTo>
                        <a:cubicBezTo>
                          <a:pt x="7027" y="4096"/>
                          <a:pt x="6900" y="4128"/>
                          <a:pt x="6743" y="4191"/>
                        </a:cubicBezTo>
                        <a:lnTo>
                          <a:pt x="6743" y="2048"/>
                        </a:lnTo>
                        <a:cubicBezTo>
                          <a:pt x="6743" y="1828"/>
                          <a:pt x="6932" y="1670"/>
                          <a:pt x="7184" y="1670"/>
                        </a:cubicBezTo>
                        <a:close/>
                        <a:moveTo>
                          <a:pt x="8791" y="788"/>
                        </a:moveTo>
                        <a:cubicBezTo>
                          <a:pt x="8980" y="788"/>
                          <a:pt x="9200" y="977"/>
                          <a:pt x="9200" y="1229"/>
                        </a:cubicBezTo>
                        <a:lnTo>
                          <a:pt x="9200" y="5356"/>
                        </a:lnTo>
                        <a:cubicBezTo>
                          <a:pt x="9200" y="5608"/>
                          <a:pt x="9389" y="5797"/>
                          <a:pt x="9610" y="5797"/>
                        </a:cubicBezTo>
                        <a:cubicBezTo>
                          <a:pt x="9862" y="5797"/>
                          <a:pt x="10019" y="5608"/>
                          <a:pt x="10019" y="5356"/>
                        </a:cubicBezTo>
                        <a:lnTo>
                          <a:pt x="10019" y="2048"/>
                        </a:lnTo>
                        <a:cubicBezTo>
                          <a:pt x="10019" y="1828"/>
                          <a:pt x="10209" y="1670"/>
                          <a:pt x="10398" y="1670"/>
                        </a:cubicBezTo>
                        <a:cubicBezTo>
                          <a:pt x="10618" y="1670"/>
                          <a:pt x="10807" y="1859"/>
                          <a:pt x="10807" y="2048"/>
                        </a:cubicBezTo>
                        <a:lnTo>
                          <a:pt x="10807" y="5356"/>
                        </a:lnTo>
                        <a:cubicBezTo>
                          <a:pt x="10807" y="5608"/>
                          <a:pt x="10996" y="5797"/>
                          <a:pt x="11185" y="5797"/>
                        </a:cubicBezTo>
                        <a:cubicBezTo>
                          <a:pt x="11406" y="5797"/>
                          <a:pt x="11626" y="5608"/>
                          <a:pt x="11626" y="5356"/>
                        </a:cubicBezTo>
                        <a:lnTo>
                          <a:pt x="11626" y="4537"/>
                        </a:lnTo>
                        <a:cubicBezTo>
                          <a:pt x="11626" y="4285"/>
                          <a:pt x="11815" y="4096"/>
                          <a:pt x="12036" y="4096"/>
                        </a:cubicBezTo>
                        <a:cubicBezTo>
                          <a:pt x="12256" y="4096"/>
                          <a:pt x="12414" y="4285"/>
                          <a:pt x="12414" y="4537"/>
                        </a:cubicBezTo>
                        <a:lnTo>
                          <a:pt x="12414" y="8696"/>
                        </a:lnTo>
                        <a:cubicBezTo>
                          <a:pt x="12414" y="9389"/>
                          <a:pt x="11878" y="9925"/>
                          <a:pt x="11154" y="9925"/>
                        </a:cubicBezTo>
                        <a:lnTo>
                          <a:pt x="9925" y="9925"/>
                        </a:lnTo>
                        <a:lnTo>
                          <a:pt x="9925" y="7845"/>
                        </a:lnTo>
                        <a:cubicBezTo>
                          <a:pt x="9925" y="7184"/>
                          <a:pt x="9389" y="6617"/>
                          <a:pt x="8665" y="6617"/>
                        </a:cubicBezTo>
                        <a:cubicBezTo>
                          <a:pt x="8507" y="6617"/>
                          <a:pt x="8413" y="6648"/>
                          <a:pt x="8287" y="6711"/>
                        </a:cubicBezTo>
                        <a:cubicBezTo>
                          <a:pt x="8413" y="6585"/>
                          <a:pt x="8413" y="1891"/>
                          <a:pt x="8413" y="1229"/>
                        </a:cubicBezTo>
                        <a:cubicBezTo>
                          <a:pt x="8413" y="977"/>
                          <a:pt x="8602" y="788"/>
                          <a:pt x="8791" y="788"/>
                        </a:cubicBezTo>
                        <a:close/>
                        <a:moveTo>
                          <a:pt x="5483" y="4096"/>
                        </a:moveTo>
                        <a:cubicBezTo>
                          <a:pt x="5735" y="4096"/>
                          <a:pt x="5892" y="4254"/>
                          <a:pt x="5924" y="4506"/>
                        </a:cubicBezTo>
                        <a:lnTo>
                          <a:pt x="5924" y="8696"/>
                        </a:lnTo>
                        <a:cubicBezTo>
                          <a:pt x="5924" y="8948"/>
                          <a:pt x="6113" y="9105"/>
                          <a:pt x="6302" y="9105"/>
                        </a:cubicBezTo>
                        <a:cubicBezTo>
                          <a:pt x="6554" y="9105"/>
                          <a:pt x="6743" y="8885"/>
                          <a:pt x="6743" y="8696"/>
                        </a:cubicBezTo>
                        <a:lnTo>
                          <a:pt x="6743" y="5356"/>
                        </a:lnTo>
                        <a:cubicBezTo>
                          <a:pt x="6743" y="5136"/>
                          <a:pt x="6932" y="4915"/>
                          <a:pt x="7153" y="4915"/>
                        </a:cubicBezTo>
                        <a:cubicBezTo>
                          <a:pt x="7342" y="4915"/>
                          <a:pt x="7562" y="5136"/>
                          <a:pt x="7562" y="5356"/>
                        </a:cubicBezTo>
                        <a:lnTo>
                          <a:pt x="7562" y="8696"/>
                        </a:lnTo>
                        <a:cubicBezTo>
                          <a:pt x="7562" y="8948"/>
                          <a:pt x="7783" y="9105"/>
                          <a:pt x="7972" y="9105"/>
                        </a:cubicBezTo>
                        <a:cubicBezTo>
                          <a:pt x="8161" y="9105"/>
                          <a:pt x="8350" y="8885"/>
                          <a:pt x="8350" y="8696"/>
                        </a:cubicBezTo>
                        <a:lnTo>
                          <a:pt x="8350" y="7877"/>
                        </a:lnTo>
                        <a:cubicBezTo>
                          <a:pt x="8350" y="7656"/>
                          <a:pt x="8570" y="7436"/>
                          <a:pt x="8759" y="7436"/>
                        </a:cubicBezTo>
                        <a:cubicBezTo>
                          <a:pt x="8948" y="7436"/>
                          <a:pt x="9137" y="7656"/>
                          <a:pt x="9137" y="7877"/>
                        </a:cubicBezTo>
                        <a:lnTo>
                          <a:pt x="9137" y="12035"/>
                        </a:lnTo>
                        <a:cubicBezTo>
                          <a:pt x="9137" y="12728"/>
                          <a:pt x="8602" y="13264"/>
                          <a:pt x="7940" y="13264"/>
                        </a:cubicBezTo>
                        <a:lnTo>
                          <a:pt x="3403" y="13264"/>
                        </a:lnTo>
                        <a:cubicBezTo>
                          <a:pt x="2994" y="13264"/>
                          <a:pt x="2647" y="13075"/>
                          <a:pt x="2427" y="12791"/>
                        </a:cubicBezTo>
                        <a:cubicBezTo>
                          <a:pt x="915" y="10523"/>
                          <a:pt x="1009" y="10649"/>
                          <a:pt x="1009" y="10586"/>
                        </a:cubicBezTo>
                        <a:cubicBezTo>
                          <a:pt x="915" y="10429"/>
                          <a:pt x="915" y="10208"/>
                          <a:pt x="1104" y="10051"/>
                        </a:cubicBezTo>
                        <a:cubicBezTo>
                          <a:pt x="1189" y="9980"/>
                          <a:pt x="1280" y="9947"/>
                          <a:pt x="1370" y="9947"/>
                        </a:cubicBezTo>
                        <a:cubicBezTo>
                          <a:pt x="1479" y="9947"/>
                          <a:pt x="1584" y="9995"/>
                          <a:pt x="1671" y="10082"/>
                        </a:cubicBezTo>
                        <a:lnTo>
                          <a:pt x="2742" y="11153"/>
                        </a:lnTo>
                        <a:cubicBezTo>
                          <a:pt x="2818" y="11230"/>
                          <a:pt x="2918" y="11271"/>
                          <a:pt x="3005" y="11271"/>
                        </a:cubicBezTo>
                        <a:cubicBezTo>
                          <a:pt x="3062" y="11271"/>
                          <a:pt x="3114" y="11254"/>
                          <a:pt x="3151" y="11216"/>
                        </a:cubicBezTo>
                        <a:cubicBezTo>
                          <a:pt x="3340" y="11153"/>
                          <a:pt x="3403" y="11027"/>
                          <a:pt x="3403" y="10838"/>
                        </a:cubicBezTo>
                        <a:lnTo>
                          <a:pt x="3403" y="5356"/>
                        </a:lnTo>
                        <a:cubicBezTo>
                          <a:pt x="3403" y="5136"/>
                          <a:pt x="3592" y="4915"/>
                          <a:pt x="3845" y="4915"/>
                        </a:cubicBezTo>
                        <a:cubicBezTo>
                          <a:pt x="4065" y="4915"/>
                          <a:pt x="4223" y="5136"/>
                          <a:pt x="4223" y="5356"/>
                        </a:cubicBezTo>
                        <a:lnTo>
                          <a:pt x="4223" y="8696"/>
                        </a:lnTo>
                        <a:cubicBezTo>
                          <a:pt x="4223" y="8948"/>
                          <a:pt x="4412" y="9105"/>
                          <a:pt x="4664" y="9105"/>
                        </a:cubicBezTo>
                        <a:cubicBezTo>
                          <a:pt x="4884" y="9105"/>
                          <a:pt x="5105" y="8885"/>
                          <a:pt x="5105" y="8696"/>
                        </a:cubicBezTo>
                        <a:lnTo>
                          <a:pt x="5105" y="4537"/>
                        </a:lnTo>
                        <a:cubicBezTo>
                          <a:pt x="5105" y="4285"/>
                          <a:pt x="5294" y="4096"/>
                          <a:pt x="5483" y="4096"/>
                        </a:cubicBezTo>
                        <a:close/>
                        <a:moveTo>
                          <a:pt x="8822" y="1"/>
                        </a:moveTo>
                        <a:cubicBezTo>
                          <a:pt x="8255" y="1"/>
                          <a:pt x="7783" y="410"/>
                          <a:pt x="7657" y="914"/>
                        </a:cubicBezTo>
                        <a:cubicBezTo>
                          <a:pt x="7499" y="883"/>
                          <a:pt x="7342" y="820"/>
                          <a:pt x="7184" y="820"/>
                        </a:cubicBezTo>
                        <a:cubicBezTo>
                          <a:pt x="6522" y="820"/>
                          <a:pt x="5955" y="1387"/>
                          <a:pt x="5955" y="2048"/>
                        </a:cubicBezTo>
                        <a:lnTo>
                          <a:pt x="5955" y="3340"/>
                        </a:lnTo>
                        <a:cubicBezTo>
                          <a:pt x="5829" y="3309"/>
                          <a:pt x="5672" y="3277"/>
                          <a:pt x="5514" y="3277"/>
                        </a:cubicBezTo>
                        <a:cubicBezTo>
                          <a:pt x="4947" y="3277"/>
                          <a:pt x="4475" y="3655"/>
                          <a:pt x="4349" y="4191"/>
                        </a:cubicBezTo>
                        <a:cubicBezTo>
                          <a:pt x="4191" y="4128"/>
                          <a:pt x="4034" y="4096"/>
                          <a:pt x="3876" y="4096"/>
                        </a:cubicBezTo>
                        <a:cubicBezTo>
                          <a:pt x="3214" y="4096"/>
                          <a:pt x="2616" y="4663"/>
                          <a:pt x="2616" y="5356"/>
                        </a:cubicBezTo>
                        <a:lnTo>
                          <a:pt x="2616" y="9862"/>
                        </a:lnTo>
                        <a:lnTo>
                          <a:pt x="2269" y="9483"/>
                        </a:lnTo>
                        <a:cubicBezTo>
                          <a:pt x="2025" y="9239"/>
                          <a:pt x="1712" y="9121"/>
                          <a:pt x="1398" y="9121"/>
                        </a:cubicBezTo>
                        <a:cubicBezTo>
                          <a:pt x="1105" y="9121"/>
                          <a:pt x="811" y="9223"/>
                          <a:pt x="568" y="9420"/>
                        </a:cubicBezTo>
                        <a:cubicBezTo>
                          <a:pt x="95" y="9862"/>
                          <a:pt x="1" y="10555"/>
                          <a:pt x="379" y="11059"/>
                        </a:cubicBezTo>
                        <a:lnTo>
                          <a:pt x="1797" y="13264"/>
                        </a:lnTo>
                        <a:cubicBezTo>
                          <a:pt x="2175" y="13831"/>
                          <a:pt x="2805" y="14146"/>
                          <a:pt x="3435" y="14146"/>
                        </a:cubicBezTo>
                        <a:lnTo>
                          <a:pt x="7972" y="14146"/>
                        </a:lnTo>
                        <a:cubicBezTo>
                          <a:pt x="9106" y="14146"/>
                          <a:pt x="10051" y="13201"/>
                          <a:pt x="10051" y="12035"/>
                        </a:cubicBezTo>
                        <a:lnTo>
                          <a:pt x="10051" y="10807"/>
                        </a:lnTo>
                        <a:lnTo>
                          <a:pt x="11280" y="10807"/>
                        </a:lnTo>
                        <a:cubicBezTo>
                          <a:pt x="12414" y="10807"/>
                          <a:pt x="13359" y="9862"/>
                          <a:pt x="13359" y="8696"/>
                        </a:cubicBezTo>
                        <a:lnTo>
                          <a:pt x="13359" y="4537"/>
                        </a:lnTo>
                        <a:cubicBezTo>
                          <a:pt x="13359" y="3876"/>
                          <a:pt x="12823" y="3309"/>
                          <a:pt x="12130" y="3309"/>
                        </a:cubicBezTo>
                        <a:cubicBezTo>
                          <a:pt x="11973" y="3309"/>
                          <a:pt x="11878" y="3340"/>
                          <a:pt x="11752" y="3372"/>
                        </a:cubicBezTo>
                        <a:lnTo>
                          <a:pt x="11752" y="2048"/>
                        </a:lnTo>
                        <a:cubicBezTo>
                          <a:pt x="11752" y="1387"/>
                          <a:pt x="11185" y="820"/>
                          <a:pt x="10492" y="820"/>
                        </a:cubicBezTo>
                        <a:cubicBezTo>
                          <a:pt x="10335" y="820"/>
                          <a:pt x="10177" y="883"/>
                          <a:pt x="10019" y="914"/>
                        </a:cubicBezTo>
                        <a:cubicBezTo>
                          <a:pt x="9862" y="410"/>
                          <a:pt x="9389" y="1"/>
                          <a:pt x="88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Calibri"/>
                      <a:buNone/>
                    </a:pPr>
                    <a:r>
                      <a:t/>
                    </a:r>
                    <a:endParaRPr sz="12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28" name="Google Shape;1228;p46"/>
                  <p:cNvSpPr/>
                  <p:nvPr/>
                </p:nvSpPr>
                <p:spPr>
                  <a:xfrm>
                    <a:off x="-10016750" y="2491050"/>
                    <a:ext cx="63825" cy="61850"/>
                  </a:xfrm>
                  <a:custGeom>
                    <a:rect b="b" l="l" r="r" t="t"/>
                    <a:pathLst>
                      <a:path extrusionOk="0" h="2474" w="2553">
                        <a:moveTo>
                          <a:pt x="457" y="0"/>
                        </a:moveTo>
                        <a:cubicBezTo>
                          <a:pt x="347" y="0"/>
                          <a:pt x="237" y="40"/>
                          <a:pt x="158" y="119"/>
                        </a:cubicBezTo>
                        <a:cubicBezTo>
                          <a:pt x="0" y="276"/>
                          <a:pt x="0" y="560"/>
                          <a:pt x="158" y="717"/>
                        </a:cubicBezTo>
                        <a:lnTo>
                          <a:pt x="1796" y="2355"/>
                        </a:lnTo>
                        <a:cubicBezTo>
                          <a:pt x="1891" y="2434"/>
                          <a:pt x="2001" y="2474"/>
                          <a:pt x="2107" y="2474"/>
                        </a:cubicBezTo>
                        <a:cubicBezTo>
                          <a:pt x="2214" y="2474"/>
                          <a:pt x="2316" y="2434"/>
                          <a:pt x="2395" y="2355"/>
                        </a:cubicBezTo>
                        <a:cubicBezTo>
                          <a:pt x="2552" y="2198"/>
                          <a:pt x="2552" y="1914"/>
                          <a:pt x="2395" y="1757"/>
                        </a:cubicBezTo>
                        <a:lnTo>
                          <a:pt x="757" y="119"/>
                        </a:lnTo>
                        <a:cubicBezTo>
                          <a:pt x="678" y="40"/>
                          <a:pt x="568" y="0"/>
                          <a:pt x="457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Calibri"/>
                      <a:buNone/>
                    </a:pPr>
                    <a:r>
                      <a:t/>
                    </a:r>
                    <a:endParaRPr sz="12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29" name="Google Shape;1229;p46"/>
                  <p:cNvSpPr/>
                  <p:nvPr/>
                </p:nvSpPr>
                <p:spPr>
                  <a:xfrm>
                    <a:off x="-9933275" y="2490075"/>
                    <a:ext cx="20525" cy="63025"/>
                  </a:xfrm>
                  <a:custGeom>
                    <a:rect b="b" l="l" r="r" t="t"/>
                    <a:pathLst>
                      <a:path extrusionOk="0" h="2521" w="821">
                        <a:moveTo>
                          <a:pt x="442" y="0"/>
                        </a:moveTo>
                        <a:cubicBezTo>
                          <a:pt x="221" y="0"/>
                          <a:pt x="1" y="189"/>
                          <a:pt x="1" y="441"/>
                        </a:cubicBezTo>
                        <a:lnTo>
                          <a:pt x="1" y="2079"/>
                        </a:lnTo>
                        <a:cubicBezTo>
                          <a:pt x="1" y="2331"/>
                          <a:pt x="221" y="2520"/>
                          <a:pt x="442" y="2520"/>
                        </a:cubicBezTo>
                        <a:cubicBezTo>
                          <a:pt x="631" y="2520"/>
                          <a:pt x="820" y="2331"/>
                          <a:pt x="820" y="2079"/>
                        </a:cubicBezTo>
                        <a:lnTo>
                          <a:pt x="820" y="441"/>
                        </a:lnTo>
                        <a:cubicBezTo>
                          <a:pt x="820" y="189"/>
                          <a:pt x="631" y="0"/>
                          <a:pt x="44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Calibri"/>
                      <a:buNone/>
                    </a:pPr>
                    <a:r>
                      <a:t/>
                    </a:r>
                    <a:endParaRPr sz="12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30" name="Google Shape;1230;p46"/>
                  <p:cNvSpPr/>
                  <p:nvPr/>
                </p:nvSpPr>
                <p:spPr>
                  <a:xfrm>
                    <a:off x="-10015975" y="2573550"/>
                    <a:ext cx="63050" cy="20500"/>
                  </a:xfrm>
                  <a:custGeom>
                    <a:rect b="b" l="l" r="r" t="t"/>
                    <a:pathLst>
                      <a:path extrusionOk="0" h="820" w="2522">
                        <a:moveTo>
                          <a:pt x="442" y="1"/>
                        </a:moveTo>
                        <a:cubicBezTo>
                          <a:pt x="190" y="1"/>
                          <a:pt x="1" y="190"/>
                          <a:pt x="1" y="442"/>
                        </a:cubicBezTo>
                        <a:cubicBezTo>
                          <a:pt x="1" y="631"/>
                          <a:pt x="190" y="820"/>
                          <a:pt x="442" y="820"/>
                        </a:cubicBezTo>
                        <a:lnTo>
                          <a:pt x="2080" y="820"/>
                        </a:lnTo>
                        <a:cubicBezTo>
                          <a:pt x="2332" y="820"/>
                          <a:pt x="2521" y="631"/>
                          <a:pt x="2521" y="442"/>
                        </a:cubicBezTo>
                        <a:cubicBezTo>
                          <a:pt x="2521" y="190"/>
                          <a:pt x="2332" y="1"/>
                          <a:pt x="208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200"/>
                      <a:buFont typeface="Calibri"/>
                      <a:buNone/>
                    </a:pPr>
                    <a:r>
                      <a:t/>
                    </a:r>
                    <a:endParaRPr sz="12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</p:grpSp>
          <p:grpSp>
            <p:nvGrpSpPr>
              <p:cNvPr id="1231" name="Google Shape;1231;p46"/>
              <p:cNvGrpSpPr/>
              <p:nvPr/>
            </p:nvGrpSpPr>
            <p:grpSpPr>
              <a:xfrm>
                <a:off x="5750863" y="1956487"/>
                <a:ext cx="3635014" cy="4249164"/>
                <a:chOff x="5725176" y="1956487"/>
                <a:chExt cx="3635014" cy="4249164"/>
              </a:xfrm>
            </p:grpSpPr>
            <p:grpSp>
              <p:nvGrpSpPr>
                <p:cNvPr id="1232" name="Google Shape;1232;p46"/>
                <p:cNvGrpSpPr/>
                <p:nvPr/>
              </p:nvGrpSpPr>
              <p:grpSpPr>
                <a:xfrm>
                  <a:off x="6611350" y="1956487"/>
                  <a:ext cx="1862328" cy="3439932"/>
                  <a:chOff x="6210276" y="1989993"/>
                  <a:chExt cx="1862328" cy="3439932"/>
                </a:xfrm>
              </p:grpSpPr>
              <p:sp>
                <p:nvSpPr>
                  <p:cNvPr id="1233" name="Google Shape;1233;p46"/>
                  <p:cNvSpPr/>
                  <p:nvPr/>
                </p:nvSpPr>
                <p:spPr>
                  <a:xfrm>
                    <a:off x="6210276" y="1989993"/>
                    <a:ext cx="1862328" cy="3439932"/>
                  </a:xfrm>
                  <a:custGeom>
                    <a:rect b="b" l="l" r="r" t="t"/>
                    <a:pathLst>
                      <a:path extrusionOk="0" h="15664" w="8479">
                        <a:moveTo>
                          <a:pt x="3571" y="14919"/>
                        </a:moveTo>
                        <a:lnTo>
                          <a:pt x="3571" y="14919"/>
                        </a:lnTo>
                        <a:cubicBezTo>
                          <a:pt x="3706" y="15663"/>
                          <a:pt x="4772" y="15663"/>
                          <a:pt x="4907" y="14919"/>
                        </a:cubicBezTo>
                        <a:lnTo>
                          <a:pt x="7936" y="4637"/>
                        </a:lnTo>
                        <a:lnTo>
                          <a:pt x="7936" y="4637"/>
                        </a:lnTo>
                        <a:cubicBezTo>
                          <a:pt x="8478" y="2263"/>
                          <a:pt x="6674" y="0"/>
                          <a:pt x="4239" y="0"/>
                        </a:cubicBezTo>
                        <a:lnTo>
                          <a:pt x="4239" y="0"/>
                        </a:lnTo>
                        <a:cubicBezTo>
                          <a:pt x="1804" y="0"/>
                          <a:pt x="0" y="2263"/>
                          <a:pt x="543" y="4637"/>
                        </a:cubicBezTo>
                        <a:lnTo>
                          <a:pt x="3571" y="14919"/>
                        </a:lnTo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34" name="Google Shape;1234;p46"/>
                  <p:cNvSpPr/>
                  <p:nvPr/>
                </p:nvSpPr>
                <p:spPr>
                  <a:xfrm>
                    <a:off x="6542454" y="2734731"/>
                    <a:ext cx="1196999" cy="1994998"/>
                  </a:xfrm>
                  <a:custGeom>
                    <a:rect b="b" l="l" r="r" t="t"/>
                    <a:pathLst>
                      <a:path extrusionOk="0" h="9085" w="5451">
                        <a:moveTo>
                          <a:pt x="0" y="6988"/>
                        </a:moveTo>
                        <a:lnTo>
                          <a:pt x="0" y="2097"/>
                        </a:lnTo>
                        <a:lnTo>
                          <a:pt x="0" y="2097"/>
                        </a:lnTo>
                        <a:cubicBezTo>
                          <a:pt x="0" y="938"/>
                          <a:pt x="1220" y="0"/>
                          <a:pt x="2725" y="0"/>
                        </a:cubicBezTo>
                        <a:lnTo>
                          <a:pt x="2725" y="0"/>
                        </a:lnTo>
                        <a:cubicBezTo>
                          <a:pt x="4230" y="0"/>
                          <a:pt x="5450" y="938"/>
                          <a:pt x="5450" y="2097"/>
                        </a:cubicBezTo>
                        <a:lnTo>
                          <a:pt x="5450" y="6988"/>
                        </a:lnTo>
                        <a:lnTo>
                          <a:pt x="5450" y="6988"/>
                        </a:lnTo>
                        <a:cubicBezTo>
                          <a:pt x="5450" y="8146"/>
                          <a:pt x="4230" y="9084"/>
                          <a:pt x="2725" y="9084"/>
                        </a:cubicBezTo>
                        <a:lnTo>
                          <a:pt x="2725" y="9084"/>
                        </a:lnTo>
                        <a:cubicBezTo>
                          <a:pt x="1220" y="9084"/>
                          <a:pt x="0" y="8146"/>
                          <a:pt x="0" y="6988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35" name="Google Shape;1235;p46"/>
                  <p:cNvSpPr/>
                  <p:nvPr/>
                </p:nvSpPr>
                <p:spPr>
                  <a:xfrm>
                    <a:off x="6519212" y="2710519"/>
                    <a:ext cx="1244459" cy="2042453"/>
                  </a:xfrm>
                  <a:custGeom>
                    <a:rect b="b" l="l" r="r" t="t"/>
                    <a:pathLst>
                      <a:path extrusionOk="0" h="9301" w="5667">
                        <a:moveTo>
                          <a:pt x="2833" y="216"/>
                        </a:moveTo>
                        <a:lnTo>
                          <a:pt x="2833" y="216"/>
                        </a:lnTo>
                        <a:cubicBezTo>
                          <a:pt x="1390" y="216"/>
                          <a:pt x="216" y="1108"/>
                          <a:pt x="216" y="2205"/>
                        </a:cubicBezTo>
                        <a:lnTo>
                          <a:pt x="216" y="7096"/>
                        </a:lnTo>
                        <a:lnTo>
                          <a:pt x="216" y="7096"/>
                        </a:lnTo>
                        <a:cubicBezTo>
                          <a:pt x="216" y="8193"/>
                          <a:pt x="1390" y="9084"/>
                          <a:pt x="2833" y="9084"/>
                        </a:cubicBezTo>
                        <a:lnTo>
                          <a:pt x="2833" y="9084"/>
                        </a:lnTo>
                        <a:cubicBezTo>
                          <a:pt x="4276" y="9084"/>
                          <a:pt x="5450" y="8193"/>
                          <a:pt x="5450" y="7096"/>
                        </a:cubicBezTo>
                        <a:lnTo>
                          <a:pt x="5450" y="2205"/>
                        </a:lnTo>
                        <a:lnTo>
                          <a:pt x="5450" y="2205"/>
                        </a:lnTo>
                        <a:cubicBezTo>
                          <a:pt x="5450" y="1108"/>
                          <a:pt x="4276" y="216"/>
                          <a:pt x="2833" y="216"/>
                        </a:cubicBezTo>
                        <a:close/>
                        <a:moveTo>
                          <a:pt x="2833" y="9300"/>
                        </a:moveTo>
                        <a:lnTo>
                          <a:pt x="2833" y="9300"/>
                        </a:lnTo>
                        <a:cubicBezTo>
                          <a:pt x="1270" y="9300"/>
                          <a:pt x="0" y="8311"/>
                          <a:pt x="0" y="7096"/>
                        </a:cubicBezTo>
                        <a:lnTo>
                          <a:pt x="0" y="2205"/>
                        </a:lnTo>
                        <a:lnTo>
                          <a:pt x="0" y="2205"/>
                        </a:lnTo>
                        <a:cubicBezTo>
                          <a:pt x="0" y="989"/>
                          <a:pt x="1270" y="0"/>
                          <a:pt x="2833" y="0"/>
                        </a:cubicBezTo>
                        <a:lnTo>
                          <a:pt x="2833" y="0"/>
                        </a:lnTo>
                        <a:cubicBezTo>
                          <a:pt x="4395" y="0"/>
                          <a:pt x="5666" y="989"/>
                          <a:pt x="5666" y="2205"/>
                        </a:cubicBezTo>
                        <a:lnTo>
                          <a:pt x="5666" y="7096"/>
                        </a:lnTo>
                        <a:lnTo>
                          <a:pt x="5666" y="7096"/>
                        </a:lnTo>
                        <a:cubicBezTo>
                          <a:pt x="5666" y="8311"/>
                          <a:pt x="4395" y="9300"/>
                          <a:pt x="2833" y="930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36" name="Google Shape;1236;p46"/>
                  <p:cNvSpPr/>
                  <p:nvPr/>
                </p:nvSpPr>
                <p:spPr>
                  <a:xfrm>
                    <a:off x="6479505" y="2138166"/>
                    <a:ext cx="1323863" cy="1323871"/>
                  </a:xfrm>
                  <a:custGeom>
                    <a:rect b="b" l="l" r="r" t="t"/>
                    <a:pathLst>
                      <a:path extrusionOk="0" h="6030" w="6029">
                        <a:moveTo>
                          <a:pt x="3014" y="6029"/>
                        </a:moveTo>
                        <a:lnTo>
                          <a:pt x="3014" y="6029"/>
                        </a:lnTo>
                        <a:cubicBezTo>
                          <a:pt x="4679" y="6029"/>
                          <a:pt x="6028" y="4680"/>
                          <a:pt x="6028" y="3014"/>
                        </a:cubicBezTo>
                        <a:lnTo>
                          <a:pt x="6028" y="3014"/>
                        </a:lnTo>
                        <a:cubicBezTo>
                          <a:pt x="6028" y="1350"/>
                          <a:pt x="4679" y="0"/>
                          <a:pt x="3014" y="0"/>
                        </a:cubicBezTo>
                        <a:lnTo>
                          <a:pt x="3014" y="0"/>
                        </a:lnTo>
                        <a:cubicBezTo>
                          <a:pt x="1349" y="0"/>
                          <a:pt x="0" y="1350"/>
                          <a:pt x="0" y="3014"/>
                        </a:cubicBezTo>
                        <a:lnTo>
                          <a:pt x="0" y="3014"/>
                        </a:lnTo>
                        <a:cubicBezTo>
                          <a:pt x="0" y="4680"/>
                          <a:pt x="1349" y="6029"/>
                          <a:pt x="3014" y="6029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0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03</a:t>
                    </a:r>
                    <a:endParaRPr/>
                  </a:p>
                </p:txBody>
              </p:sp>
              <p:sp>
                <p:nvSpPr>
                  <p:cNvPr id="1237" name="Google Shape;1237;p46"/>
                  <p:cNvSpPr/>
                  <p:nvPr/>
                </p:nvSpPr>
                <p:spPr>
                  <a:xfrm>
                    <a:off x="6438830" y="2097491"/>
                    <a:ext cx="1406188" cy="1406188"/>
                  </a:xfrm>
                  <a:custGeom>
                    <a:rect b="b" l="l" r="r" t="t"/>
                    <a:pathLst>
                      <a:path extrusionOk="0" h="6401" w="6401">
                        <a:moveTo>
                          <a:pt x="6400" y="3199"/>
                        </a:moveTo>
                        <a:lnTo>
                          <a:pt x="6400" y="3199"/>
                        </a:lnTo>
                        <a:cubicBezTo>
                          <a:pt x="6400" y="1435"/>
                          <a:pt x="4965" y="0"/>
                          <a:pt x="3200" y="0"/>
                        </a:cubicBezTo>
                        <a:lnTo>
                          <a:pt x="3200" y="0"/>
                        </a:lnTo>
                        <a:cubicBezTo>
                          <a:pt x="1435" y="0"/>
                          <a:pt x="0" y="1435"/>
                          <a:pt x="0" y="3199"/>
                        </a:cubicBezTo>
                        <a:lnTo>
                          <a:pt x="0" y="3199"/>
                        </a:lnTo>
                        <a:cubicBezTo>
                          <a:pt x="0" y="4964"/>
                          <a:pt x="1435" y="6400"/>
                          <a:pt x="3200" y="6400"/>
                        </a:cubicBezTo>
                        <a:lnTo>
                          <a:pt x="3200" y="6400"/>
                        </a:lnTo>
                        <a:cubicBezTo>
                          <a:pt x="4965" y="6400"/>
                          <a:pt x="6400" y="4964"/>
                          <a:pt x="6400" y="3199"/>
                        </a:cubicBezTo>
                        <a:close/>
                        <a:moveTo>
                          <a:pt x="6214" y="3199"/>
                        </a:moveTo>
                        <a:lnTo>
                          <a:pt x="6214" y="3199"/>
                        </a:lnTo>
                        <a:cubicBezTo>
                          <a:pt x="6214" y="4865"/>
                          <a:pt x="4865" y="6214"/>
                          <a:pt x="3200" y="6214"/>
                        </a:cubicBezTo>
                        <a:lnTo>
                          <a:pt x="3200" y="6214"/>
                        </a:lnTo>
                        <a:cubicBezTo>
                          <a:pt x="1535" y="6214"/>
                          <a:pt x="186" y="4865"/>
                          <a:pt x="186" y="3199"/>
                        </a:cubicBezTo>
                        <a:lnTo>
                          <a:pt x="186" y="3199"/>
                        </a:lnTo>
                        <a:cubicBezTo>
                          <a:pt x="186" y="1535"/>
                          <a:pt x="1535" y="185"/>
                          <a:pt x="3200" y="185"/>
                        </a:cubicBezTo>
                        <a:lnTo>
                          <a:pt x="3200" y="185"/>
                        </a:lnTo>
                        <a:cubicBezTo>
                          <a:pt x="4865" y="185"/>
                          <a:pt x="6214" y="1535"/>
                          <a:pt x="6214" y="319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grpSp>
              <p:nvGrpSpPr>
                <p:cNvPr id="1238" name="Google Shape;1238;p46"/>
                <p:cNvGrpSpPr/>
                <p:nvPr/>
              </p:nvGrpSpPr>
              <p:grpSpPr>
                <a:xfrm>
                  <a:off x="5725176" y="5459308"/>
                  <a:ext cx="3635014" cy="746344"/>
                  <a:chOff x="2574529" y="3964163"/>
                  <a:chExt cx="4114800" cy="634754"/>
                </a:xfrm>
              </p:grpSpPr>
              <p:sp>
                <p:nvSpPr>
                  <p:cNvPr id="1239" name="Google Shape;1239;p46"/>
                  <p:cNvSpPr txBox="1"/>
                  <p:nvPr/>
                </p:nvSpPr>
                <p:spPr>
                  <a:xfrm>
                    <a:off x="2574529" y="3964163"/>
                    <a:ext cx="4114800" cy="348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F3F3F"/>
                      </a:buClr>
                      <a:buSzPts val="1400"/>
                      <a:buFont typeface="Lora"/>
                      <a:buNone/>
                    </a:pPr>
                    <a:r>
                      <a:rPr b="1" lang="en-IN" sz="14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Selection ratio</a:t>
                    </a:r>
                    <a:endParaRPr b="1"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40" name="Google Shape;1240;p46"/>
                  <p:cNvSpPr txBox="1"/>
                  <p:nvPr/>
                </p:nvSpPr>
                <p:spPr>
                  <a:xfrm>
                    <a:off x="2799323" y="4166917"/>
                    <a:ext cx="3665100" cy="43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lang="en-IN" sz="105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Maecenas non laoreet odio. Fusce lobortis porttitor.</a:t>
                    </a:r>
                    <a:endParaRPr/>
                  </a:p>
                </p:txBody>
              </p:sp>
            </p:grpSp>
            <p:sp>
              <p:nvSpPr>
                <p:cNvPr id="1241" name="Google Shape;1241;p46"/>
                <p:cNvSpPr/>
                <p:nvPr/>
              </p:nvSpPr>
              <p:spPr>
                <a:xfrm>
                  <a:off x="7217301" y="3656369"/>
                  <a:ext cx="650437" cy="650456"/>
                </a:xfrm>
                <a:custGeom>
                  <a:rect b="b" l="l" r="r" t="t"/>
                  <a:pathLst>
                    <a:path extrusionOk="0" h="12036" w="12004">
                      <a:moveTo>
                        <a:pt x="10933" y="4947"/>
                      </a:moveTo>
                      <a:cubicBezTo>
                        <a:pt x="11122" y="4947"/>
                        <a:pt x="11279" y="5104"/>
                        <a:pt x="11279" y="5293"/>
                      </a:cubicBezTo>
                      <a:lnTo>
                        <a:pt x="11279" y="5671"/>
                      </a:lnTo>
                      <a:lnTo>
                        <a:pt x="7782" y="5671"/>
                      </a:lnTo>
                      <a:lnTo>
                        <a:pt x="7782" y="5293"/>
                      </a:lnTo>
                      <a:cubicBezTo>
                        <a:pt x="7782" y="5104"/>
                        <a:pt x="7940" y="4947"/>
                        <a:pt x="8129" y="4947"/>
                      </a:cubicBezTo>
                      <a:close/>
                      <a:moveTo>
                        <a:pt x="9547" y="694"/>
                      </a:moveTo>
                      <a:cubicBezTo>
                        <a:pt x="9736" y="694"/>
                        <a:pt x="9893" y="851"/>
                        <a:pt x="9893" y="1040"/>
                      </a:cubicBezTo>
                      <a:lnTo>
                        <a:pt x="9893" y="4254"/>
                      </a:lnTo>
                      <a:lnTo>
                        <a:pt x="8129" y="4254"/>
                      </a:lnTo>
                      <a:cubicBezTo>
                        <a:pt x="7530" y="4254"/>
                        <a:pt x="7058" y="4726"/>
                        <a:pt x="7058" y="5293"/>
                      </a:cubicBezTo>
                      <a:lnTo>
                        <a:pt x="7058" y="6365"/>
                      </a:lnTo>
                      <a:lnTo>
                        <a:pt x="694" y="6365"/>
                      </a:lnTo>
                      <a:lnTo>
                        <a:pt x="694" y="1040"/>
                      </a:lnTo>
                      <a:cubicBezTo>
                        <a:pt x="725" y="851"/>
                        <a:pt x="883" y="694"/>
                        <a:pt x="1072" y="694"/>
                      </a:cubicBezTo>
                      <a:close/>
                      <a:moveTo>
                        <a:pt x="7121" y="7026"/>
                      </a:moveTo>
                      <a:lnTo>
                        <a:pt x="7121" y="7751"/>
                      </a:lnTo>
                      <a:lnTo>
                        <a:pt x="1072" y="7751"/>
                      </a:lnTo>
                      <a:cubicBezTo>
                        <a:pt x="883" y="7751"/>
                        <a:pt x="725" y="7593"/>
                        <a:pt x="725" y="7404"/>
                      </a:cubicBezTo>
                      <a:lnTo>
                        <a:pt x="725" y="7026"/>
                      </a:lnTo>
                      <a:close/>
                      <a:moveTo>
                        <a:pt x="5703" y="8444"/>
                      </a:moveTo>
                      <a:lnTo>
                        <a:pt x="5703" y="9168"/>
                      </a:lnTo>
                      <a:lnTo>
                        <a:pt x="4947" y="9168"/>
                      </a:lnTo>
                      <a:lnTo>
                        <a:pt x="4947" y="8444"/>
                      </a:lnTo>
                      <a:close/>
                      <a:moveTo>
                        <a:pt x="7089" y="8444"/>
                      </a:moveTo>
                      <a:lnTo>
                        <a:pt x="7089" y="9168"/>
                      </a:lnTo>
                      <a:lnTo>
                        <a:pt x="6365" y="9168"/>
                      </a:lnTo>
                      <a:lnTo>
                        <a:pt x="6365" y="8444"/>
                      </a:lnTo>
                      <a:close/>
                      <a:moveTo>
                        <a:pt x="11279" y="6333"/>
                      </a:moveTo>
                      <a:lnTo>
                        <a:pt x="11279" y="9830"/>
                      </a:lnTo>
                      <a:lnTo>
                        <a:pt x="7782" y="9830"/>
                      </a:lnTo>
                      <a:lnTo>
                        <a:pt x="7782" y="6333"/>
                      </a:lnTo>
                      <a:close/>
                      <a:moveTo>
                        <a:pt x="11279" y="10523"/>
                      </a:moveTo>
                      <a:lnTo>
                        <a:pt x="11279" y="10901"/>
                      </a:lnTo>
                      <a:cubicBezTo>
                        <a:pt x="11279" y="11090"/>
                        <a:pt x="11122" y="11248"/>
                        <a:pt x="10933" y="11248"/>
                      </a:cubicBezTo>
                      <a:lnTo>
                        <a:pt x="8129" y="11248"/>
                      </a:lnTo>
                      <a:cubicBezTo>
                        <a:pt x="7940" y="11248"/>
                        <a:pt x="7782" y="11090"/>
                        <a:pt x="7782" y="10901"/>
                      </a:cubicBezTo>
                      <a:lnTo>
                        <a:pt x="7782" y="10523"/>
                      </a:lnTo>
                      <a:close/>
                      <a:moveTo>
                        <a:pt x="1040" y="1"/>
                      </a:moveTo>
                      <a:cubicBezTo>
                        <a:pt x="442" y="1"/>
                        <a:pt x="1" y="473"/>
                        <a:pt x="1" y="1040"/>
                      </a:cubicBezTo>
                      <a:lnTo>
                        <a:pt x="1" y="7436"/>
                      </a:lnTo>
                      <a:cubicBezTo>
                        <a:pt x="1" y="8034"/>
                        <a:pt x="442" y="8507"/>
                        <a:pt x="1040" y="8507"/>
                      </a:cubicBezTo>
                      <a:lnTo>
                        <a:pt x="4191" y="8507"/>
                      </a:lnTo>
                      <a:lnTo>
                        <a:pt x="4191" y="9200"/>
                      </a:lnTo>
                      <a:lnTo>
                        <a:pt x="3151" y="9200"/>
                      </a:lnTo>
                      <a:cubicBezTo>
                        <a:pt x="2931" y="9200"/>
                        <a:pt x="2773" y="9357"/>
                        <a:pt x="2773" y="9546"/>
                      </a:cubicBezTo>
                      <a:cubicBezTo>
                        <a:pt x="2773" y="9767"/>
                        <a:pt x="2931" y="9925"/>
                        <a:pt x="3151" y="9925"/>
                      </a:cubicBezTo>
                      <a:lnTo>
                        <a:pt x="7026" y="9925"/>
                      </a:lnTo>
                      <a:lnTo>
                        <a:pt x="7026" y="10964"/>
                      </a:lnTo>
                      <a:cubicBezTo>
                        <a:pt x="7026" y="11563"/>
                        <a:pt x="7499" y="12035"/>
                        <a:pt x="8097" y="12035"/>
                      </a:cubicBezTo>
                      <a:lnTo>
                        <a:pt x="10901" y="12035"/>
                      </a:lnTo>
                      <a:cubicBezTo>
                        <a:pt x="11468" y="12035"/>
                        <a:pt x="11941" y="11563"/>
                        <a:pt x="11941" y="10964"/>
                      </a:cubicBezTo>
                      <a:lnTo>
                        <a:pt x="11941" y="5356"/>
                      </a:lnTo>
                      <a:cubicBezTo>
                        <a:pt x="12004" y="4726"/>
                        <a:pt x="11531" y="4254"/>
                        <a:pt x="10933" y="4254"/>
                      </a:cubicBezTo>
                      <a:lnTo>
                        <a:pt x="10586" y="4254"/>
                      </a:lnTo>
                      <a:lnTo>
                        <a:pt x="10586" y="1040"/>
                      </a:lnTo>
                      <a:cubicBezTo>
                        <a:pt x="10586" y="473"/>
                        <a:pt x="10114" y="1"/>
                        <a:pt x="951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Calibri"/>
                    <a:buNone/>
                  </a:pPr>
                  <a:r>
                    <a:t/>
                  </a:r>
                  <a:endParaRPr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1242" name="Google Shape;1242;p46"/>
              <p:cNvGrpSpPr/>
              <p:nvPr/>
            </p:nvGrpSpPr>
            <p:grpSpPr>
              <a:xfrm>
                <a:off x="8350429" y="999118"/>
                <a:ext cx="3635014" cy="4397301"/>
                <a:chOff x="8350429" y="999118"/>
                <a:chExt cx="3635014" cy="4397301"/>
              </a:xfrm>
            </p:grpSpPr>
            <p:grpSp>
              <p:nvGrpSpPr>
                <p:cNvPr id="1243" name="Google Shape;1243;p46"/>
                <p:cNvGrpSpPr/>
                <p:nvPr/>
              </p:nvGrpSpPr>
              <p:grpSpPr>
                <a:xfrm>
                  <a:off x="9236603" y="1956487"/>
                  <a:ext cx="1862335" cy="3439932"/>
                  <a:chOff x="8305439" y="1989993"/>
                  <a:chExt cx="1862335" cy="3439932"/>
                </a:xfrm>
              </p:grpSpPr>
              <p:sp>
                <p:nvSpPr>
                  <p:cNvPr id="1244" name="Google Shape;1244;p46"/>
                  <p:cNvSpPr/>
                  <p:nvPr/>
                </p:nvSpPr>
                <p:spPr>
                  <a:xfrm>
                    <a:off x="8305439" y="1989993"/>
                    <a:ext cx="1862335" cy="3439932"/>
                  </a:xfrm>
                  <a:custGeom>
                    <a:rect b="b" l="l" r="r" t="t"/>
                    <a:pathLst>
                      <a:path extrusionOk="0" h="15664" w="8480">
                        <a:moveTo>
                          <a:pt x="3572" y="14919"/>
                        </a:moveTo>
                        <a:lnTo>
                          <a:pt x="3572" y="14919"/>
                        </a:lnTo>
                        <a:cubicBezTo>
                          <a:pt x="3707" y="15663"/>
                          <a:pt x="4773" y="15663"/>
                          <a:pt x="4907" y="14919"/>
                        </a:cubicBezTo>
                        <a:lnTo>
                          <a:pt x="7936" y="4637"/>
                        </a:lnTo>
                        <a:lnTo>
                          <a:pt x="7936" y="4637"/>
                        </a:lnTo>
                        <a:cubicBezTo>
                          <a:pt x="8479" y="2263"/>
                          <a:pt x="6675" y="0"/>
                          <a:pt x="4239" y="0"/>
                        </a:cubicBezTo>
                        <a:lnTo>
                          <a:pt x="4239" y="0"/>
                        </a:lnTo>
                        <a:cubicBezTo>
                          <a:pt x="1804" y="0"/>
                          <a:pt x="0" y="2263"/>
                          <a:pt x="544" y="4637"/>
                        </a:cubicBezTo>
                        <a:lnTo>
                          <a:pt x="3572" y="14919"/>
                        </a:lnTo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45" name="Google Shape;1245;p46"/>
                  <p:cNvSpPr/>
                  <p:nvPr/>
                </p:nvSpPr>
                <p:spPr>
                  <a:xfrm>
                    <a:off x="8638585" y="2734731"/>
                    <a:ext cx="1196999" cy="1994998"/>
                  </a:xfrm>
                  <a:custGeom>
                    <a:rect b="b" l="l" r="r" t="t"/>
                    <a:pathLst>
                      <a:path extrusionOk="0" h="9085" w="5451">
                        <a:moveTo>
                          <a:pt x="0" y="6988"/>
                        </a:moveTo>
                        <a:lnTo>
                          <a:pt x="0" y="2097"/>
                        </a:lnTo>
                        <a:lnTo>
                          <a:pt x="0" y="2097"/>
                        </a:lnTo>
                        <a:cubicBezTo>
                          <a:pt x="0" y="938"/>
                          <a:pt x="1220" y="0"/>
                          <a:pt x="2725" y="0"/>
                        </a:cubicBezTo>
                        <a:lnTo>
                          <a:pt x="2725" y="0"/>
                        </a:lnTo>
                        <a:cubicBezTo>
                          <a:pt x="4231" y="0"/>
                          <a:pt x="5450" y="938"/>
                          <a:pt x="5450" y="2097"/>
                        </a:cubicBezTo>
                        <a:lnTo>
                          <a:pt x="5450" y="6988"/>
                        </a:lnTo>
                        <a:lnTo>
                          <a:pt x="5450" y="6988"/>
                        </a:lnTo>
                        <a:cubicBezTo>
                          <a:pt x="5450" y="8146"/>
                          <a:pt x="4231" y="9084"/>
                          <a:pt x="2725" y="9084"/>
                        </a:cubicBezTo>
                        <a:lnTo>
                          <a:pt x="2725" y="9084"/>
                        </a:lnTo>
                        <a:cubicBezTo>
                          <a:pt x="1220" y="9084"/>
                          <a:pt x="0" y="8146"/>
                          <a:pt x="0" y="6988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46" name="Google Shape;1246;p46"/>
                  <p:cNvSpPr/>
                  <p:nvPr/>
                </p:nvSpPr>
                <p:spPr>
                  <a:xfrm>
                    <a:off x="8614374" y="2710519"/>
                    <a:ext cx="1244452" cy="2042453"/>
                  </a:xfrm>
                  <a:custGeom>
                    <a:rect b="b" l="l" r="r" t="t"/>
                    <a:pathLst>
                      <a:path extrusionOk="0" h="9301" w="5668">
                        <a:moveTo>
                          <a:pt x="2833" y="216"/>
                        </a:moveTo>
                        <a:lnTo>
                          <a:pt x="2833" y="216"/>
                        </a:lnTo>
                        <a:cubicBezTo>
                          <a:pt x="1390" y="216"/>
                          <a:pt x="216" y="1108"/>
                          <a:pt x="216" y="2205"/>
                        </a:cubicBezTo>
                        <a:lnTo>
                          <a:pt x="216" y="7096"/>
                        </a:lnTo>
                        <a:lnTo>
                          <a:pt x="216" y="7096"/>
                        </a:lnTo>
                        <a:cubicBezTo>
                          <a:pt x="216" y="8193"/>
                          <a:pt x="1390" y="9084"/>
                          <a:pt x="2833" y="9084"/>
                        </a:cubicBezTo>
                        <a:lnTo>
                          <a:pt x="2833" y="9084"/>
                        </a:lnTo>
                        <a:cubicBezTo>
                          <a:pt x="4276" y="9084"/>
                          <a:pt x="5450" y="8193"/>
                          <a:pt x="5450" y="7096"/>
                        </a:cubicBezTo>
                        <a:lnTo>
                          <a:pt x="5450" y="2205"/>
                        </a:lnTo>
                        <a:lnTo>
                          <a:pt x="5450" y="2205"/>
                        </a:lnTo>
                        <a:cubicBezTo>
                          <a:pt x="5450" y="1108"/>
                          <a:pt x="4276" y="216"/>
                          <a:pt x="2833" y="216"/>
                        </a:cubicBezTo>
                        <a:close/>
                        <a:moveTo>
                          <a:pt x="2833" y="9300"/>
                        </a:moveTo>
                        <a:lnTo>
                          <a:pt x="2833" y="9300"/>
                        </a:lnTo>
                        <a:cubicBezTo>
                          <a:pt x="1271" y="9300"/>
                          <a:pt x="0" y="8311"/>
                          <a:pt x="0" y="7096"/>
                        </a:cubicBezTo>
                        <a:lnTo>
                          <a:pt x="0" y="2205"/>
                        </a:lnTo>
                        <a:lnTo>
                          <a:pt x="0" y="2205"/>
                        </a:lnTo>
                        <a:cubicBezTo>
                          <a:pt x="0" y="989"/>
                          <a:pt x="1271" y="0"/>
                          <a:pt x="2833" y="0"/>
                        </a:cubicBezTo>
                        <a:lnTo>
                          <a:pt x="2833" y="0"/>
                        </a:lnTo>
                        <a:cubicBezTo>
                          <a:pt x="4396" y="0"/>
                          <a:pt x="5667" y="989"/>
                          <a:pt x="5667" y="2205"/>
                        </a:cubicBezTo>
                        <a:lnTo>
                          <a:pt x="5667" y="7096"/>
                        </a:lnTo>
                        <a:lnTo>
                          <a:pt x="5667" y="7096"/>
                        </a:lnTo>
                        <a:cubicBezTo>
                          <a:pt x="5667" y="8311"/>
                          <a:pt x="4396" y="9300"/>
                          <a:pt x="2833" y="930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47" name="Google Shape;1247;p46"/>
                  <p:cNvSpPr/>
                  <p:nvPr/>
                </p:nvSpPr>
                <p:spPr>
                  <a:xfrm>
                    <a:off x="8574668" y="2138166"/>
                    <a:ext cx="1323871" cy="1323871"/>
                  </a:xfrm>
                  <a:custGeom>
                    <a:rect b="b" l="l" r="r" t="t"/>
                    <a:pathLst>
                      <a:path extrusionOk="0" h="6030" w="6030">
                        <a:moveTo>
                          <a:pt x="3014" y="6029"/>
                        </a:moveTo>
                        <a:lnTo>
                          <a:pt x="3014" y="6029"/>
                        </a:lnTo>
                        <a:cubicBezTo>
                          <a:pt x="4679" y="6029"/>
                          <a:pt x="6029" y="4680"/>
                          <a:pt x="6029" y="3014"/>
                        </a:cubicBezTo>
                        <a:lnTo>
                          <a:pt x="6029" y="3014"/>
                        </a:lnTo>
                        <a:cubicBezTo>
                          <a:pt x="6029" y="1350"/>
                          <a:pt x="4679" y="0"/>
                          <a:pt x="3014" y="0"/>
                        </a:cubicBezTo>
                        <a:lnTo>
                          <a:pt x="3014" y="0"/>
                        </a:lnTo>
                        <a:cubicBezTo>
                          <a:pt x="1349" y="0"/>
                          <a:pt x="0" y="1350"/>
                          <a:pt x="0" y="3014"/>
                        </a:cubicBezTo>
                        <a:lnTo>
                          <a:pt x="0" y="3014"/>
                        </a:lnTo>
                        <a:cubicBezTo>
                          <a:pt x="0" y="4680"/>
                          <a:pt x="1349" y="6029"/>
                          <a:pt x="3014" y="6029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0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04</a:t>
                    </a:r>
                    <a:endParaRPr/>
                  </a:p>
                </p:txBody>
              </p:sp>
              <p:sp>
                <p:nvSpPr>
                  <p:cNvPr id="1248" name="Google Shape;1248;p46"/>
                  <p:cNvSpPr/>
                  <p:nvPr/>
                </p:nvSpPr>
                <p:spPr>
                  <a:xfrm>
                    <a:off x="8533992" y="2097491"/>
                    <a:ext cx="1406183" cy="1406188"/>
                  </a:xfrm>
                  <a:custGeom>
                    <a:rect b="b" l="l" r="r" t="t"/>
                    <a:pathLst>
                      <a:path extrusionOk="0" h="6401" w="6402">
                        <a:moveTo>
                          <a:pt x="6401" y="3199"/>
                        </a:moveTo>
                        <a:lnTo>
                          <a:pt x="6401" y="3199"/>
                        </a:lnTo>
                        <a:cubicBezTo>
                          <a:pt x="6401" y="1435"/>
                          <a:pt x="4965" y="0"/>
                          <a:pt x="3200" y="0"/>
                        </a:cubicBezTo>
                        <a:lnTo>
                          <a:pt x="3200" y="0"/>
                        </a:lnTo>
                        <a:cubicBezTo>
                          <a:pt x="1436" y="0"/>
                          <a:pt x="0" y="1435"/>
                          <a:pt x="0" y="3199"/>
                        </a:cubicBezTo>
                        <a:lnTo>
                          <a:pt x="0" y="3199"/>
                        </a:lnTo>
                        <a:cubicBezTo>
                          <a:pt x="0" y="4964"/>
                          <a:pt x="1436" y="6400"/>
                          <a:pt x="3200" y="6400"/>
                        </a:cubicBezTo>
                        <a:lnTo>
                          <a:pt x="3200" y="6400"/>
                        </a:lnTo>
                        <a:cubicBezTo>
                          <a:pt x="4965" y="6400"/>
                          <a:pt x="6401" y="4964"/>
                          <a:pt x="6401" y="3199"/>
                        </a:cubicBezTo>
                        <a:close/>
                        <a:moveTo>
                          <a:pt x="6215" y="3199"/>
                        </a:moveTo>
                        <a:lnTo>
                          <a:pt x="6215" y="3199"/>
                        </a:lnTo>
                        <a:cubicBezTo>
                          <a:pt x="6215" y="4865"/>
                          <a:pt x="4865" y="6214"/>
                          <a:pt x="3200" y="6214"/>
                        </a:cubicBezTo>
                        <a:lnTo>
                          <a:pt x="3200" y="6214"/>
                        </a:lnTo>
                        <a:cubicBezTo>
                          <a:pt x="1535" y="6214"/>
                          <a:pt x="186" y="4865"/>
                          <a:pt x="186" y="3199"/>
                        </a:cubicBezTo>
                        <a:lnTo>
                          <a:pt x="186" y="3199"/>
                        </a:lnTo>
                        <a:cubicBezTo>
                          <a:pt x="186" y="1535"/>
                          <a:pt x="1535" y="185"/>
                          <a:pt x="3200" y="185"/>
                        </a:cubicBezTo>
                        <a:lnTo>
                          <a:pt x="3200" y="185"/>
                        </a:lnTo>
                        <a:cubicBezTo>
                          <a:pt x="4865" y="185"/>
                          <a:pt x="6215" y="1535"/>
                          <a:pt x="6215" y="3199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grpSp>
              <p:nvGrpSpPr>
                <p:cNvPr id="1249" name="Google Shape;1249;p46"/>
                <p:cNvGrpSpPr/>
                <p:nvPr/>
              </p:nvGrpSpPr>
              <p:grpSpPr>
                <a:xfrm>
                  <a:off x="8350429" y="999118"/>
                  <a:ext cx="3635014" cy="747870"/>
                  <a:chOff x="2574529" y="3038760"/>
                  <a:chExt cx="4114800" cy="636052"/>
                </a:xfrm>
              </p:grpSpPr>
              <p:sp>
                <p:nvSpPr>
                  <p:cNvPr id="1250" name="Google Shape;1250;p46"/>
                  <p:cNvSpPr txBox="1"/>
                  <p:nvPr/>
                </p:nvSpPr>
                <p:spPr>
                  <a:xfrm>
                    <a:off x="2574529" y="3038760"/>
                    <a:ext cx="4114800" cy="348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F3F3F"/>
                      </a:buClr>
                      <a:buSzPts val="1400"/>
                      <a:buFont typeface="Lora"/>
                      <a:buNone/>
                    </a:pPr>
                    <a:r>
                      <a:rPr b="1" lang="en-IN" sz="14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Applicants per opening</a:t>
                    </a:r>
                    <a:endParaRPr b="1"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251" name="Google Shape;1251;p46"/>
                  <p:cNvSpPr txBox="1"/>
                  <p:nvPr/>
                </p:nvSpPr>
                <p:spPr>
                  <a:xfrm>
                    <a:off x="2799323" y="3242812"/>
                    <a:ext cx="3665100" cy="43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lang="en-IN" sz="105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Maecenas non laoreet odio. Fusce lobortis porttitor.</a:t>
                    </a:r>
                    <a:endParaRPr/>
                  </a:p>
                </p:txBody>
              </p:sp>
            </p:grpSp>
            <p:sp>
              <p:nvSpPr>
                <p:cNvPr id="1252" name="Google Shape;1252;p46"/>
                <p:cNvSpPr/>
                <p:nvPr/>
              </p:nvSpPr>
              <p:spPr>
                <a:xfrm>
                  <a:off x="9836039" y="3656382"/>
                  <a:ext cx="663454" cy="650416"/>
                </a:xfrm>
                <a:custGeom>
                  <a:rect b="b" l="l" r="r" t="t"/>
                  <a:pathLst>
                    <a:path extrusionOk="0" h="11815" w="11973">
                      <a:moveTo>
                        <a:pt x="5986" y="631"/>
                      </a:moveTo>
                      <a:cubicBezTo>
                        <a:pt x="6396" y="631"/>
                        <a:pt x="6711" y="946"/>
                        <a:pt x="6711" y="1324"/>
                      </a:cubicBezTo>
                      <a:cubicBezTo>
                        <a:pt x="6711" y="1733"/>
                        <a:pt x="6396" y="2048"/>
                        <a:pt x="5986" y="2048"/>
                      </a:cubicBezTo>
                      <a:cubicBezTo>
                        <a:pt x="5608" y="2048"/>
                        <a:pt x="5293" y="1733"/>
                        <a:pt x="5293" y="1324"/>
                      </a:cubicBezTo>
                      <a:cubicBezTo>
                        <a:pt x="5293" y="946"/>
                        <a:pt x="5608" y="631"/>
                        <a:pt x="5986" y="631"/>
                      </a:cubicBezTo>
                      <a:close/>
                      <a:moveTo>
                        <a:pt x="5986" y="2710"/>
                      </a:moveTo>
                      <a:cubicBezTo>
                        <a:pt x="6931" y="2710"/>
                        <a:pt x="7719" y="3498"/>
                        <a:pt x="7719" y="4443"/>
                      </a:cubicBezTo>
                      <a:lnTo>
                        <a:pt x="7719" y="4789"/>
                      </a:lnTo>
                      <a:lnTo>
                        <a:pt x="4253" y="4789"/>
                      </a:lnTo>
                      <a:lnTo>
                        <a:pt x="4253" y="4443"/>
                      </a:lnTo>
                      <a:cubicBezTo>
                        <a:pt x="4253" y="3498"/>
                        <a:pt x="5041" y="2710"/>
                        <a:pt x="5986" y="2710"/>
                      </a:cubicBezTo>
                      <a:close/>
                      <a:moveTo>
                        <a:pt x="3245" y="6900"/>
                      </a:moveTo>
                      <a:cubicBezTo>
                        <a:pt x="3623" y="6900"/>
                        <a:pt x="3938" y="7215"/>
                        <a:pt x="3938" y="7593"/>
                      </a:cubicBezTo>
                      <a:cubicBezTo>
                        <a:pt x="3938" y="8003"/>
                        <a:pt x="3623" y="8318"/>
                        <a:pt x="3245" y="8318"/>
                      </a:cubicBezTo>
                      <a:cubicBezTo>
                        <a:pt x="2836" y="8255"/>
                        <a:pt x="2521" y="7940"/>
                        <a:pt x="2521" y="7593"/>
                      </a:cubicBezTo>
                      <a:cubicBezTo>
                        <a:pt x="2521" y="7215"/>
                        <a:pt x="2836" y="6900"/>
                        <a:pt x="3245" y="6900"/>
                      </a:cubicBezTo>
                      <a:close/>
                      <a:moveTo>
                        <a:pt x="8759" y="6900"/>
                      </a:moveTo>
                      <a:cubicBezTo>
                        <a:pt x="9137" y="6900"/>
                        <a:pt x="9452" y="7215"/>
                        <a:pt x="9452" y="7593"/>
                      </a:cubicBezTo>
                      <a:cubicBezTo>
                        <a:pt x="9452" y="8003"/>
                        <a:pt x="9137" y="8318"/>
                        <a:pt x="8759" y="8318"/>
                      </a:cubicBezTo>
                      <a:cubicBezTo>
                        <a:pt x="8349" y="8318"/>
                        <a:pt x="8034" y="7940"/>
                        <a:pt x="8034" y="7593"/>
                      </a:cubicBezTo>
                      <a:cubicBezTo>
                        <a:pt x="8034" y="7215"/>
                        <a:pt x="8349" y="6900"/>
                        <a:pt x="8759" y="6900"/>
                      </a:cubicBezTo>
                      <a:close/>
                      <a:moveTo>
                        <a:pt x="10365" y="5545"/>
                      </a:moveTo>
                      <a:cubicBezTo>
                        <a:pt x="10523" y="5545"/>
                        <a:pt x="10680" y="5672"/>
                        <a:pt x="10712" y="5829"/>
                      </a:cubicBezTo>
                      <a:lnTo>
                        <a:pt x="11216" y="8570"/>
                      </a:lnTo>
                      <a:cubicBezTo>
                        <a:pt x="11247" y="8790"/>
                        <a:pt x="11027" y="8980"/>
                        <a:pt x="10838" y="8980"/>
                      </a:cubicBezTo>
                      <a:lnTo>
                        <a:pt x="10460" y="8980"/>
                      </a:lnTo>
                      <a:cubicBezTo>
                        <a:pt x="10239" y="8790"/>
                        <a:pt x="10019" y="8633"/>
                        <a:pt x="9767" y="8507"/>
                      </a:cubicBezTo>
                      <a:cubicBezTo>
                        <a:pt x="10019" y="8255"/>
                        <a:pt x="10145" y="7940"/>
                        <a:pt x="10145" y="7562"/>
                      </a:cubicBezTo>
                      <a:cubicBezTo>
                        <a:pt x="10145" y="6806"/>
                        <a:pt x="9515" y="6176"/>
                        <a:pt x="8759" y="6176"/>
                      </a:cubicBezTo>
                      <a:cubicBezTo>
                        <a:pt x="8002" y="6176"/>
                        <a:pt x="7372" y="6806"/>
                        <a:pt x="7372" y="7562"/>
                      </a:cubicBezTo>
                      <a:cubicBezTo>
                        <a:pt x="7372" y="7908"/>
                        <a:pt x="7498" y="8223"/>
                        <a:pt x="7719" y="8507"/>
                      </a:cubicBezTo>
                      <a:cubicBezTo>
                        <a:pt x="7498" y="8633"/>
                        <a:pt x="7246" y="8790"/>
                        <a:pt x="7057" y="8980"/>
                      </a:cubicBezTo>
                      <a:lnTo>
                        <a:pt x="4883" y="8980"/>
                      </a:lnTo>
                      <a:cubicBezTo>
                        <a:pt x="4694" y="8790"/>
                        <a:pt x="4442" y="8633"/>
                        <a:pt x="4222" y="8507"/>
                      </a:cubicBezTo>
                      <a:cubicBezTo>
                        <a:pt x="4474" y="8255"/>
                        <a:pt x="4568" y="7940"/>
                        <a:pt x="4568" y="7562"/>
                      </a:cubicBezTo>
                      <a:cubicBezTo>
                        <a:pt x="4568" y="6806"/>
                        <a:pt x="3938" y="6176"/>
                        <a:pt x="3214" y="6176"/>
                      </a:cubicBezTo>
                      <a:cubicBezTo>
                        <a:pt x="2458" y="6176"/>
                        <a:pt x="1828" y="6806"/>
                        <a:pt x="1828" y="7562"/>
                      </a:cubicBezTo>
                      <a:cubicBezTo>
                        <a:pt x="1828" y="7908"/>
                        <a:pt x="1954" y="8223"/>
                        <a:pt x="2174" y="8507"/>
                      </a:cubicBezTo>
                      <a:cubicBezTo>
                        <a:pt x="1922" y="8633"/>
                        <a:pt x="1701" y="8790"/>
                        <a:pt x="1512" y="8980"/>
                      </a:cubicBezTo>
                      <a:lnTo>
                        <a:pt x="1103" y="8980"/>
                      </a:lnTo>
                      <a:cubicBezTo>
                        <a:pt x="882" y="8980"/>
                        <a:pt x="725" y="8790"/>
                        <a:pt x="756" y="8570"/>
                      </a:cubicBezTo>
                      <a:lnTo>
                        <a:pt x="1260" y="5829"/>
                      </a:lnTo>
                      <a:cubicBezTo>
                        <a:pt x="1323" y="5672"/>
                        <a:pt x="1418" y="5545"/>
                        <a:pt x="1638" y="5545"/>
                      </a:cubicBezTo>
                      <a:close/>
                      <a:moveTo>
                        <a:pt x="3214" y="8948"/>
                      </a:moveTo>
                      <a:cubicBezTo>
                        <a:pt x="4127" y="8948"/>
                        <a:pt x="4915" y="9736"/>
                        <a:pt x="4915" y="10712"/>
                      </a:cubicBezTo>
                      <a:lnTo>
                        <a:pt x="4915" y="11059"/>
                      </a:lnTo>
                      <a:lnTo>
                        <a:pt x="1481" y="11059"/>
                      </a:lnTo>
                      <a:lnTo>
                        <a:pt x="1481" y="10712"/>
                      </a:lnTo>
                      <a:cubicBezTo>
                        <a:pt x="1481" y="9736"/>
                        <a:pt x="2269" y="8948"/>
                        <a:pt x="3214" y="8948"/>
                      </a:cubicBezTo>
                      <a:close/>
                      <a:moveTo>
                        <a:pt x="8759" y="8948"/>
                      </a:moveTo>
                      <a:cubicBezTo>
                        <a:pt x="9704" y="8948"/>
                        <a:pt x="10491" y="9736"/>
                        <a:pt x="10491" y="10712"/>
                      </a:cubicBezTo>
                      <a:lnTo>
                        <a:pt x="10491" y="11059"/>
                      </a:lnTo>
                      <a:lnTo>
                        <a:pt x="7026" y="11059"/>
                      </a:lnTo>
                      <a:lnTo>
                        <a:pt x="7026" y="10712"/>
                      </a:lnTo>
                      <a:cubicBezTo>
                        <a:pt x="7026" y="9736"/>
                        <a:pt x="7813" y="8948"/>
                        <a:pt x="8759" y="8948"/>
                      </a:cubicBezTo>
                      <a:close/>
                      <a:moveTo>
                        <a:pt x="5986" y="1"/>
                      </a:moveTo>
                      <a:cubicBezTo>
                        <a:pt x="5262" y="1"/>
                        <a:pt x="4631" y="631"/>
                        <a:pt x="4631" y="1387"/>
                      </a:cubicBezTo>
                      <a:cubicBezTo>
                        <a:pt x="4631" y="1733"/>
                        <a:pt x="4726" y="2048"/>
                        <a:pt x="4978" y="2269"/>
                      </a:cubicBezTo>
                      <a:cubicBezTo>
                        <a:pt x="4127" y="2679"/>
                        <a:pt x="3592" y="3498"/>
                        <a:pt x="3592" y="4474"/>
                      </a:cubicBezTo>
                      <a:lnTo>
                        <a:pt x="3592" y="4852"/>
                      </a:lnTo>
                      <a:lnTo>
                        <a:pt x="1670" y="4852"/>
                      </a:lnTo>
                      <a:cubicBezTo>
                        <a:pt x="1166" y="4852"/>
                        <a:pt x="725" y="5199"/>
                        <a:pt x="630" y="5703"/>
                      </a:cubicBezTo>
                      <a:lnTo>
                        <a:pt x="126" y="8475"/>
                      </a:lnTo>
                      <a:cubicBezTo>
                        <a:pt x="0" y="9043"/>
                        <a:pt x="473" y="9610"/>
                        <a:pt x="1071" y="9673"/>
                      </a:cubicBezTo>
                      <a:cubicBezTo>
                        <a:pt x="914" y="9988"/>
                        <a:pt x="819" y="10366"/>
                        <a:pt x="819" y="10744"/>
                      </a:cubicBezTo>
                      <a:lnTo>
                        <a:pt x="819" y="11468"/>
                      </a:lnTo>
                      <a:cubicBezTo>
                        <a:pt x="819" y="11657"/>
                        <a:pt x="977" y="11815"/>
                        <a:pt x="1197" y="11815"/>
                      </a:cubicBezTo>
                      <a:lnTo>
                        <a:pt x="5356" y="11815"/>
                      </a:lnTo>
                      <a:cubicBezTo>
                        <a:pt x="5545" y="11815"/>
                        <a:pt x="5703" y="11657"/>
                        <a:pt x="5703" y="11468"/>
                      </a:cubicBezTo>
                      <a:lnTo>
                        <a:pt x="5703" y="10744"/>
                      </a:lnTo>
                      <a:cubicBezTo>
                        <a:pt x="5703" y="10366"/>
                        <a:pt x="5640" y="9988"/>
                        <a:pt x="5482" y="9673"/>
                      </a:cubicBezTo>
                      <a:lnTo>
                        <a:pt x="6648" y="9673"/>
                      </a:lnTo>
                      <a:cubicBezTo>
                        <a:pt x="6490" y="9988"/>
                        <a:pt x="6427" y="10366"/>
                        <a:pt x="6427" y="10744"/>
                      </a:cubicBezTo>
                      <a:lnTo>
                        <a:pt x="6427" y="11468"/>
                      </a:lnTo>
                      <a:cubicBezTo>
                        <a:pt x="6427" y="11657"/>
                        <a:pt x="6585" y="11815"/>
                        <a:pt x="6774" y="11815"/>
                      </a:cubicBezTo>
                      <a:lnTo>
                        <a:pt x="10838" y="11815"/>
                      </a:lnTo>
                      <a:cubicBezTo>
                        <a:pt x="11027" y="11815"/>
                        <a:pt x="11184" y="11657"/>
                        <a:pt x="11184" y="11468"/>
                      </a:cubicBezTo>
                      <a:lnTo>
                        <a:pt x="11184" y="10744"/>
                      </a:lnTo>
                      <a:cubicBezTo>
                        <a:pt x="11184" y="10366"/>
                        <a:pt x="11121" y="9988"/>
                        <a:pt x="10964" y="9673"/>
                      </a:cubicBezTo>
                      <a:cubicBezTo>
                        <a:pt x="11563" y="9610"/>
                        <a:pt x="11972" y="9043"/>
                        <a:pt x="11878" y="8475"/>
                      </a:cubicBezTo>
                      <a:lnTo>
                        <a:pt x="11342" y="5703"/>
                      </a:lnTo>
                      <a:cubicBezTo>
                        <a:pt x="11279" y="5199"/>
                        <a:pt x="10838" y="4852"/>
                        <a:pt x="10334" y="4852"/>
                      </a:cubicBezTo>
                      <a:lnTo>
                        <a:pt x="8412" y="4852"/>
                      </a:lnTo>
                      <a:lnTo>
                        <a:pt x="8412" y="4474"/>
                      </a:lnTo>
                      <a:cubicBezTo>
                        <a:pt x="8412" y="3498"/>
                        <a:pt x="7845" y="2679"/>
                        <a:pt x="7026" y="2269"/>
                      </a:cubicBezTo>
                      <a:cubicBezTo>
                        <a:pt x="7246" y="2048"/>
                        <a:pt x="7372" y="1733"/>
                        <a:pt x="7372" y="1387"/>
                      </a:cubicBezTo>
                      <a:cubicBezTo>
                        <a:pt x="7372" y="631"/>
                        <a:pt x="6742" y="1"/>
                        <a:pt x="5986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200"/>
                    <a:buFont typeface="Calibri"/>
                    <a:buNone/>
                  </a:pPr>
                  <a:r>
                    <a:t/>
                  </a:r>
                  <a:endParaRPr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1253" name="Google Shape;1253;p46"/>
            <p:cNvGrpSpPr/>
            <p:nvPr/>
          </p:nvGrpSpPr>
          <p:grpSpPr>
            <a:xfrm>
              <a:off x="2081145" y="3936597"/>
              <a:ext cx="528016" cy="498156"/>
              <a:chOff x="-63665750" y="1914325"/>
              <a:chExt cx="328450" cy="316450"/>
            </a:xfrm>
          </p:grpSpPr>
          <p:sp>
            <p:nvSpPr>
              <p:cNvPr id="1254" name="Google Shape;1254;p46"/>
              <p:cNvSpPr/>
              <p:nvPr/>
            </p:nvSpPr>
            <p:spPr>
              <a:xfrm>
                <a:off x="-63665750" y="1914325"/>
                <a:ext cx="328450" cy="316450"/>
              </a:xfrm>
              <a:custGeom>
                <a:rect b="b" l="l" r="r" t="t"/>
                <a:pathLst>
                  <a:path extrusionOk="0" h="12658" w="13138">
                    <a:moveTo>
                      <a:pt x="8144" y="835"/>
                    </a:moveTo>
                    <a:cubicBezTo>
                      <a:pt x="9097" y="835"/>
                      <a:pt x="10050" y="1197"/>
                      <a:pt x="10775" y="1922"/>
                    </a:cubicBezTo>
                    <a:cubicBezTo>
                      <a:pt x="12256" y="3371"/>
                      <a:pt x="12256" y="5734"/>
                      <a:pt x="10775" y="7183"/>
                    </a:cubicBezTo>
                    <a:cubicBezTo>
                      <a:pt x="10050" y="7908"/>
                      <a:pt x="9097" y="8270"/>
                      <a:pt x="8144" y="8270"/>
                    </a:cubicBezTo>
                    <a:cubicBezTo>
                      <a:pt x="7191" y="8270"/>
                      <a:pt x="6238" y="7908"/>
                      <a:pt x="5513" y="7183"/>
                    </a:cubicBezTo>
                    <a:cubicBezTo>
                      <a:pt x="4064" y="5734"/>
                      <a:pt x="4064" y="3371"/>
                      <a:pt x="5513" y="1922"/>
                    </a:cubicBezTo>
                    <a:cubicBezTo>
                      <a:pt x="6238" y="1197"/>
                      <a:pt x="7191" y="835"/>
                      <a:pt x="8144" y="835"/>
                    </a:cubicBezTo>
                    <a:close/>
                    <a:moveTo>
                      <a:pt x="3466" y="8632"/>
                    </a:moveTo>
                    <a:lnTo>
                      <a:pt x="4064" y="9231"/>
                    </a:lnTo>
                    <a:lnTo>
                      <a:pt x="1607" y="11688"/>
                    </a:lnTo>
                    <a:lnTo>
                      <a:pt x="1008" y="11090"/>
                    </a:lnTo>
                    <a:lnTo>
                      <a:pt x="3466" y="8632"/>
                    </a:lnTo>
                    <a:close/>
                    <a:moveTo>
                      <a:pt x="8172" y="0"/>
                    </a:moveTo>
                    <a:cubicBezTo>
                      <a:pt x="7010" y="0"/>
                      <a:pt x="5844" y="441"/>
                      <a:pt x="4946" y="1323"/>
                    </a:cubicBezTo>
                    <a:cubicBezTo>
                      <a:pt x="3277" y="3024"/>
                      <a:pt x="3182" y="5671"/>
                      <a:pt x="4694" y="7467"/>
                    </a:cubicBezTo>
                    <a:lnTo>
                      <a:pt x="4096" y="8065"/>
                    </a:lnTo>
                    <a:lnTo>
                      <a:pt x="3214" y="7183"/>
                    </a:lnTo>
                    <a:cubicBezTo>
                      <a:pt x="3151" y="7104"/>
                      <a:pt x="3048" y="7065"/>
                      <a:pt x="2942" y="7065"/>
                    </a:cubicBezTo>
                    <a:cubicBezTo>
                      <a:pt x="2836" y="7065"/>
                      <a:pt x="2725" y="7104"/>
                      <a:pt x="2646" y="7183"/>
                    </a:cubicBezTo>
                    <a:cubicBezTo>
                      <a:pt x="2489" y="7341"/>
                      <a:pt x="2489" y="7624"/>
                      <a:pt x="2646" y="7782"/>
                    </a:cubicBezTo>
                    <a:lnTo>
                      <a:pt x="2899" y="8065"/>
                    </a:lnTo>
                    <a:lnTo>
                      <a:pt x="158" y="10806"/>
                    </a:lnTo>
                    <a:cubicBezTo>
                      <a:pt x="0" y="10964"/>
                      <a:pt x="0" y="11247"/>
                      <a:pt x="158" y="11405"/>
                    </a:cubicBezTo>
                    <a:lnTo>
                      <a:pt x="1292" y="12539"/>
                    </a:lnTo>
                    <a:cubicBezTo>
                      <a:pt x="1371" y="12618"/>
                      <a:pt x="1481" y="12657"/>
                      <a:pt x="1591" y="12657"/>
                    </a:cubicBezTo>
                    <a:cubicBezTo>
                      <a:pt x="1701" y="12657"/>
                      <a:pt x="1812" y="12618"/>
                      <a:pt x="1890" y="12539"/>
                    </a:cubicBezTo>
                    <a:lnTo>
                      <a:pt x="4631" y="9798"/>
                    </a:lnTo>
                    <a:lnTo>
                      <a:pt x="4915" y="10050"/>
                    </a:lnTo>
                    <a:cubicBezTo>
                      <a:pt x="4994" y="10129"/>
                      <a:pt x="5104" y="10168"/>
                      <a:pt x="5214" y="10168"/>
                    </a:cubicBezTo>
                    <a:cubicBezTo>
                      <a:pt x="5324" y="10168"/>
                      <a:pt x="5435" y="10129"/>
                      <a:pt x="5513" y="10050"/>
                    </a:cubicBezTo>
                    <a:cubicBezTo>
                      <a:pt x="5671" y="9893"/>
                      <a:pt x="5671" y="9640"/>
                      <a:pt x="5513" y="9483"/>
                    </a:cubicBezTo>
                    <a:lnTo>
                      <a:pt x="4631" y="8601"/>
                    </a:lnTo>
                    <a:lnTo>
                      <a:pt x="5230" y="8034"/>
                    </a:lnTo>
                    <a:cubicBezTo>
                      <a:pt x="6059" y="8730"/>
                      <a:pt x="7090" y="9078"/>
                      <a:pt x="8127" y="9078"/>
                    </a:cubicBezTo>
                    <a:cubicBezTo>
                      <a:pt x="9296" y="9078"/>
                      <a:pt x="10472" y="8635"/>
                      <a:pt x="11373" y="7750"/>
                    </a:cubicBezTo>
                    <a:cubicBezTo>
                      <a:pt x="13138" y="5986"/>
                      <a:pt x="13138" y="3087"/>
                      <a:pt x="11373" y="1323"/>
                    </a:cubicBezTo>
                    <a:cubicBezTo>
                      <a:pt x="10491" y="441"/>
                      <a:pt x="9333" y="0"/>
                      <a:pt x="81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255" name="Google Shape;1255;p46"/>
              <p:cNvSpPr/>
              <p:nvPr/>
            </p:nvSpPr>
            <p:spPr>
              <a:xfrm>
                <a:off x="-63524775" y="1955275"/>
                <a:ext cx="123675" cy="134700"/>
              </a:xfrm>
              <a:custGeom>
                <a:rect b="b" l="l" r="r" t="t"/>
                <a:pathLst>
                  <a:path extrusionOk="0" h="5388" w="4947">
                    <a:moveTo>
                      <a:pt x="2458" y="882"/>
                    </a:moveTo>
                    <a:cubicBezTo>
                      <a:pt x="2930" y="882"/>
                      <a:pt x="3308" y="1229"/>
                      <a:pt x="3308" y="1702"/>
                    </a:cubicBezTo>
                    <a:cubicBezTo>
                      <a:pt x="3308" y="2174"/>
                      <a:pt x="2962" y="2521"/>
                      <a:pt x="2458" y="2521"/>
                    </a:cubicBezTo>
                    <a:cubicBezTo>
                      <a:pt x="1985" y="2521"/>
                      <a:pt x="1639" y="2174"/>
                      <a:pt x="1639" y="1702"/>
                    </a:cubicBezTo>
                    <a:cubicBezTo>
                      <a:pt x="1639" y="1229"/>
                      <a:pt x="2048" y="882"/>
                      <a:pt x="2458" y="882"/>
                    </a:cubicBezTo>
                    <a:close/>
                    <a:moveTo>
                      <a:pt x="2458" y="3340"/>
                    </a:moveTo>
                    <a:cubicBezTo>
                      <a:pt x="3245" y="3340"/>
                      <a:pt x="3876" y="3875"/>
                      <a:pt x="4096" y="4600"/>
                    </a:cubicBezTo>
                    <a:lnTo>
                      <a:pt x="883" y="4600"/>
                    </a:lnTo>
                    <a:cubicBezTo>
                      <a:pt x="1040" y="3875"/>
                      <a:pt x="1733" y="3340"/>
                      <a:pt x="2458" y="3340"/>
                    </a:cubicBezTo>
                    <a:close/>
                    <a:moveTo>
                      <a:pt x="2458" y="0"/>
                    </a:moveTo>
                    <a:cubicBezTo>
                      <a:pt x="1576" y="0"/>
                      <a:pt x="820" y="756"/>
                      <a:pt x="820" y="1670"/>
                    </a:cubicBezTo>
                    <a:cubicBezTo>
                      <a:pt x="820" y="2080"/>
                      <a:pt x="977" y="2489"/>
                      <a:pt x="1292" y="2804"/>
                    </a:cubicBezTo>
                    <a:cubicBezTo>
                      <a:pt x="536" y="3245"/>
                      <a:pt x="0" y="4033"/>
                      <a:pt x="0" y="4978"/>
                    </a:cubicBezTo>
                    <a:cubicBezTo>
                      <a:pt x="0" y="5230"/>
                      <a:pt x="189" y="5388"/>
                      <a:pt x="410" y="5388"/>
                    </a:cubicBezTo>
                    <a:lnTo>
                      <a:pt x="4569" y="5388"/>
                    </a:lnTo>
                    <a:cubicBezTo>
                      <a:pt x="4789" y="5388"/>
                      <a:pt x="4947" y="5199"/>
                      <a:pt x="4947" y="4978"/>
                    </a:cubicBezTo>
                    <a:cubicBezTo>
                      <a:pt x="4947" y="4033"/>
                      <a:pt x="4443" y="3245"/>
                      <a:pt x="3655" y="2804"/>
                    </a:cubicBezTo>
                    <a:cubicBezTo>
                      <a:pt x="3939" y="2489"/>
                      <a:pt x="4128" y="2080"/>
                      <a:pt x="4128" y="1670"/>
                    </a:cubicBezTo>
                    <a:cubicBezTo>
                      <a:pt x="4128" y="756"/>
                      <a:pt x="3371" y="0"/>
                      <a:pt x="24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47"/>
          <p:cNvGrpSpPr/>
          <p:nvPr/>
        </p:nvGrpSpPr>
        <p:grpSpPr>
          <a:xfrm>
            <a:off x="915947" y="1569294"/>
            <a:ext cx="10359970" cy="4734519"/>
            <a:chOff x="457188" y="970747"/>
            <a:chExt cx="8235925" cy="3763828"/>
          </a:xfrm>
        </p:grpSpPr>
        <p:grpSp>
          <p:nvGrpSpPr>
            <p:cNvPr id="1261" name="Google Shape;1261;p47"/>
            <p:cNvGrpSpPr/>
            <p:nvPr/>
          </p:nvGrpSpPr>
          <p:grpSpPr>
            <a:xfrm>
              <a:off x="457188" y="1382488"/>
              <a:ext cx="2230037" cy="1403575"/>
              <a:chOff x="457188" y="1382488"/>
              <a:chExt cx="2230037" cy="1403575"/>
            </a:xfrm>
          </p:grpSpPr>
          <p:sp>
            <p:nvSpPr>
              <p:cNvPr id="1262" name="Google Shape;1262;p47"/>
              <p:cNvSpPr/>
              <p:nvPr/>
            </p:nvSpPr>
            <p:spPr>
              <a:xfrm>
                <a:off x="463025" y="1982063"/>
                <a:ext cx="2224200" cy="804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263" name="Google Shape;1263;p47"/>
              <p:cNvSpPr/>
              <p:nvPr/>
            </p:nvSpPr>
            <p:spPr>
              <a:xfrm>
                <a:off x="457188" y="1382488"/>
                <a:ext cx="2224200" cy="621000"/>
              </a:xfrm>
              <a:prstGeom prst="round2SameRect">
                <a:avLst>
                  <a:gd fmla="val 33597" name="adj1"/>
                  <a:gd fmla="val 0" name="adj2"/>
                </a:avLst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264" name="Google Shape;1264;p47"/>
            <p:cNvSpPr/>
            <p:nvPr/>
          </p:nvSpPr>
          <p:spPr>
            <a:xfrm>
              <a:off x="1331185" y="970747"/>
              <a:ext cx="487884" cy="487946"/>
            </a:xfrm>
            <a:custGeom>
              <a:rect b="b" l="l" r="r" t="t"/>
              <a:pathLst>
                <a:path extrusionOk="0" h="24835" w="24835">
                  <a:moveTo>
                    <a:pt x="0" y="12417"/>
                  </a:moveTo>
                  <a:cubicBezTo>
                    <a:pt x="0" y="19265"/>
                    <a:pt x="5570" y="24834"/>
                    <a:pt x="12417" y="24834"/>
                  </a:cubicBezTo>
                  <a:lnTo>
                    <a:pt x="12417" y="24834"/>
                  </a:lnTo>
                  <a:cubicBezTo>
                    <a:pt x="19288" y="24834"/>
                    <a:pt x="24834" y="19265"/>
                    <a:pt x="24834" y="12417"/>
                  </a:cubicBezTo>
                  <a:lnTo>
                    <a:pt x="24834" y="12417"/>
                  </a:lnTo>
                  <a:cubicBezTo>
                    <a:pt x="24834" y="5547"/>
                    <a:pt x="19288" y="1"/>
                    <a:pt x="12417" y="1"/>
                  </a:cubicBezTo>
                  <a:lnTo>
                    <a:pt x="12417" y="1"/>
                  </a:lnTo>
                  <a:cubicBezTo>
                    <a:pt x="5570" y="1"/>
                    <a:pt x="0" y="5547"/>
                    <a:pt x="0" y="12417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  <a:endParaRPr b="1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265" name="Google Shape;1265;p47"/>
            <p:cNvGrpSpPr/>
            <p:nvPr/>
          </p:nvGrpSpPr>
          <p:grpSpPr>
            <a:xfrm>
              <a:off x="3457200" y="1382488"/>
              <a:ext cx="2230038" cy="1403575"/>
              <a:chOff x="3457200" y="1382488"/>
              <a:chExt cx="2230038" cy="1403575"/>
            </a:xfrm>
          </p:grpSpPr>
          <p:sp>
            <p:nvSpPr>
              <p:cNvPr id="1266" name="Google Shape;1266;p47"/>
              <p:cNvSpPr/>
              <p:nvPr/>
            </p:nvSpPr>
            <p:spPr>
              <a:xfrm>
                <a:off x="3463038" y="1982063"/>
                <a:ext cx="2224200" cy="804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267" name="Google Shape;1267;p47"/>
              <p:cNvSpPr/>
              <p:nvPr/>
            </p:nvSpPr>
            <p:spPr>
              <a:xfrm>
                <a:off x="3457200" y="1382488"/>
                <a:ext cx="2224200" cy="621000"/>
              </a:xfrm>
              <a:prstGeom prst="round2SameRect">
                <a:avLst>
                  <a:gd fmla="val 33597" name="adj1"/>
                  <a:gd fmla="val 0" name="adj2"/>
                </a:avLst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268" name="Google Shape;1268;p47"/>
            <p:cNvSpPr/>
            <p:nvPr/>
          </p:nvSpPr>
          <p:spPr>
            <a:xfrm>
              <a:off x="4334135" y="970747"/>
              <a:ext cx="487884" cy="487946"/>
            </a:xfrm>
            <a:custGeom>
              <a:rect b="b" l="l" r="r" t="t"/>
              <a:pathLst>
                <a:path extrusionOk="0" h="24835" w="24835">
                  <a:moveTo>
                    <a:pt x="0" y="12417"/>
                  </a:moveTo>
                  <a:cubicBezTo>
                    <a:pt x="0" y="19265"/>
                    <a:pt x="5570" y="24834"/>
                    <a:pt x="12417" y="24834"/>
                  </a:cubicBezTo>
                  <a:lnTo>
                    <a:pt x="12417" y="24834"/>
                  </a:lnTo>
                  <a:cubicBezTo>
                    <a:pt x="19288" y="24834"/>
                    <a:pt x="24834" y="19265"/>
                    <a:pt x="24834" y="12417"/>
                  </a:cubicBezTo>
                  <a:lnTo>
                    <a:pt x="24834" y="12417"/>
                  </a:lnTo>
                  <a:cubicBezTo>
                    <a:pt x="24834" y="5547"/>
                    <a:pt x="19288" y="1"/>
                    <a:pt x="12417" y="1"/>
                  </a:cubicBezTo>
                  <a:lnTo>
                    <a:pt x="12417" y="1"/>
                  </a:lnTo>
                  <a:cubicBezTo>
                    <a:pt x="5570" y="1"/>
                    <a:pt x="0" y="5547"/>
                    <a:pt x="0" y="12417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  <a:endParaRPr b="1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269" name="Google Shape;1269;p47"/>
            <p:cNvGrpSpPr/>
            <p:nvPr/>
          </p:nvGrpSpPr>
          <p:grpSpPr>
            <a:xfrm>
              <a:off x="6457225" y="1382488"/>
              <a:ext cx="2230038" cy="1403575"/>
              <a:chOff x="6457225" y="1382488"/>
              <a:chExt cx="2230038" cy="1403575"/>
            </a:xfrm>
          </p:grpSpPr>
          <p:sp>
            <p:nvSpPr>
              <p:cNvPr id="1270" name="Google Shape;1270;p47"/>
              <p:cNvSpPr/>
              <p:nvPr/>
            </p:nvSpPr>
            <p:spPr>
              <a:xfrm>
                <a:off x="6463063" y="1982063"/>
                <a:ext cx="2224200" cy="804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271" name="Google Shape;1271;p47"/>
              <p:cNvSpPr/>
              <p:nvPr/>
            </p:nvSpPr>
            <p:spPr>
              <a:xfrm>
                <a:off x="6457225" y="1382488"/>
                <a:ext cx="2224200" cy="621000"/>
              </a:xfrm>
              <a:prstGeom prst="round2SameRect">
                <a:avLst>
                  <a:gd fmla="val 33597" name="adj1"/>
                  <a:gd fmla="val 0" name="adj2"/>
                </a:avLst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Remote interview</a:t>
                </a:r>
                <a:endParaRPr b="1"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272" name="Google Shape;1272;p47"/>
            <p:cNvSpPr/>
            <p:nvPr/>
          </p:nvSpPr>
          <p:spPr>
            <a:xfrm>
              <a:off x="7325385" y="970747"/>
              <a:ext cx="487884" cy="487946"/>
            </a:xfrm>
            <a:custGeom>
              <a:rect b="b" l="l" r="r" t="t"/>
              <a:pathLst>
                <a:path extrusionOk="0" h="24835" w="24835">
                  <a:moveTo>
                    <a:pt x="0" y="12417"/>
                  </a:moveTo>
                  <a:cubicBezTo>
                    <a:pt x="0" y="19265"/>
                    <a:pt x="5570" y="24834"/>
                    <a:pt x="12417" y="24834"/>
                  </a:cubicBezTo>
                  <a:lnTo>
                    <a:pt x="12417" y="24834"/>
                  </a:lnTo>
                  <a:cubicBezTo>
                    <a:pt x="19288" y="24834"/>
                    <a:pt x="24834" y="19265"/>
                    <a:pt x="24834" y="12417"/>
                  </a:cubicBezTo>
                  <a:lnTo>
                    <a:pt x="24834" y="12417"/>
                  </a:lnTo>
                  <a:cubicBezTo>
                    <a:pt x="24834" y="5547"/>
                    <a:pt x="19288" y="1"/>
                    <a:pt x="12417" y="1"/>
                  </a:cubicBezTo>
                  <a:lnTo>
                    <a:pt x="12417" y="1"/>
                  </a:lnTo>
                  <a:cubicBezTo>
                    <a:pt x="5570" y="1"/>
                    <a:pt x="0" y="5547"/>
                    <a:pt x="0" y="12417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  <a:endParaRPr b="1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273" name="Google Shape;1273;p47"/>
            <p:cNvGrpSpPr/>
            <p:nvPr/>
          </p:nvGrpSpPr>
          <p:grpSpPr>
            <a:xfrm>
              <a:off x="457188" y="3331000"/>
              <a:ext cx="2230037" cy="1403575"/>
              <a:chOff x="457188" y="3331000"/>
              <a:chExt cx="2230037" cy="1403575"/>
            </a:xfrm>
          </p:grpSpPr>
          <p:sp>
            <p:nvSpPr>
              <p:cNvPr id="1274" name="Google Shape;1274;p47"/>
              <p:cNvSpPr/>
              <p:nvPr/>
            </p:nvSpPr>
            <p:spPr>
              <a:xfrm>
                <a:off x="463025" y="3930575"/>
                <a:ext cx="2224200" cy="804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275" name="Google Shape;1275;p47"/>
              <p:cNvSpPr/>
              <p:nvPr/>
            </p:nvSpPr>
            <p:spPr>
              <a:xfrm>
                <a:off x="457188" y="3331000"/>
                <a:ext cx="2224200" cy="621000"/>
              </a:xfrm>
              <a:prstGeom prst="round2SameRect">
                <a:avLst>
                  <a:gd fmla="val 33597" name="adj1"/>
                  <a:gd fmla="val 0" name="adj2"/>
                </a:avLst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Personal interview</a:t>
                </a:r>
                <a:endParaRPr b="1"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276" name="Google Shape;1276;p47"/>
            <p:cNvSpPr/>
            <p:nvPr/>
          </p:nvSpPr>
          <p:spPr>
            <a:xfrm>
              <a:off x="1331185" y="2919247"/>
              <a:ext cx="487884" cy="487946"/>
            </a:xfrm>
            <a:custGeom>
              <a:rect b="b" l="l" r="r" t="t"/>
              <a:pathLst>
                <a:path extrusionOk="0" h="24835" w="24835">
                  <a:moveTo>
                    <a:pt x="0" y="12417"/>
                  </a:moveTo>
                  <a:cubicBezTo>
                    <a:pt x="0" y="19265"/>
                    <a:pt x="5570" y="24834"/>
                    <a:pt x="12417" y="24834"/>
                  </a:cubicBezTo>
                  <a:lnTo>
                    <a:pt x="12417" y="24834"/>
                  </a:lnTo>
                  <a:cubicBezTo>
                    <a:pt x="19288" y="24834"/>
                    <a:pt x="24834" y="19265"/>
                    <a:pt x="24834" y="12417"/>
                  </a:cubicBezTo>
                  <a:lnTo>
                    <a:pt x="24834" y="12417"/>
                  </a:lnTo>
                  <a:cubicBezTo>
                    <a:pt x="24834" y="5547"/>
                    <a:pt x="19288" y="1"/>
                    <a:pt x="12417" y="1"/>
                  </a:cubicBezTo>
                  <a:lnTo>
                    <a:pt x="12417" y="1"/>
                  </a:lnTo>
                  <a:cubicBezTo>
                    <a:pt x="5570" y="1"/>
                    <a:pt x="0" y="5547"/>
                    <a:pt x="0" y="12417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4</a:t>
              </a:r>
              <a:endParaRPr b="1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277" name="Google Shape;1277;p47"/>
            <p:cNvGrpSpPr/>
            <p:nvPr/>
          </p:nvGrpSpPr>
          <p:grpSpPr>
            <a:xfrm>
              <a:off x="3460125" y="3331000"/>
              <a:ext cx="2230038" cy="1403575"/>
              <a:chOff x="3460125" y="3331000"/>
              <a:chExt cx="2230038" cy="1403575"/>
            </a:xfrm>
          </p:grpSpPr>
          <p:sp>
            <p:nvSpPr>
              <p:cNvPr id="1278" name="Google Shape;1278;p47"/>
              <p:cNvSpPr/>
              <p:nvPr/>
            </p:nvSpPr>
            <p:spPr>
              <a:xfrm>
                <a:off x="3465963" y="3930575"/>
                <a:ext cx="2224200" cy="804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279" name="Google Shape;1279;p47"/>
              <p:cNvSpPr/>
              <p:nvPr/>
            </p:nvSpPr>
            <p:spPr>
              <a:xfrm>
                <a:off x="3460125" y="3331000"/>
                <a:ext cx="2224200" cy="621000"/>
              </a:xfrm>
              <a:prstGeom prst="round2SameRect">
                <a:avLst>
                  <a:gd fmla="val 33597" name="adj1"/>
                  <a:gd fmla="val 0" name="adj2"/>
                </a:avLst>
              </a:pr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280" name="Google Shape;1280;p47"/>
            <p:cNvSpPr/>
            <p:nvPr/>
          </p:nvSpPr>
          <p:spPr>
            <a:xfrm>
              <a:off x="4334135" y="2919247"/>
              <a:ext cx="487884" cy="487946"/>
            </a:xfrm>
            <a:custGeom>
              <a:rect b="b" l="l" r="r" t="t"/>
              <a:pathLst>
                <a:path extrusionOk="0" h="24835" w="24835">
                  <a:moveTo>
                    <a:pt x="0" y="12417"/>
                  </a:moveTo>
                  <a:cubicBezTo>
                    <a:pt x="0" y="19265"/>
                    <a:pt x="5570" y="24834"/>
                    <a:pt x="12417" y="24834"/>
                  </a:cubicBezTo>
                  <a:lnTo>
                    <a:pt x="12417" y="24834"/>
                  </a:lnTo>
                  <a:cubicBezTo>
                    <a:pt x="19288" y="24834"/>
                    <a:pt x="24834" y="19265"/>
                    <a:pt x="24834" y="12417"/>
                  </a:cubicBezTo>
                  <a:lnTo>
                    <a:pt x="24834" y="12417"/>
                  </a:lnTo>
                  <a:cubicBezTo>
                    <a:pt x="24834" y="5547"/>
                    <a:pt x="19288" y="1"/>
                    <a:pt x="12417" y="1"/>
                  </a:cubicBezTo>
                  <a:lnTo>
                    <a:pt x="12417" y="1"/>
                  </a:lnTo>
                  <a:cubicBezTo>
                    <a:pt x="5570" y="1"/>
                    <a:pt x="0" y="5547"/>
                    <a:pt x="0" y="12417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5</a:t>
              </a:r>
              <a:endParaRPr b="1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281" name="Google Shape;1281;p47"/>
            <p:cNvGrpSpPr/>
            <p:nvPr/>
          </p:nvGrpSpPr>
          <p:grpSpPr>
            <a:xfrm>
              <a:off x="6463075" y="3331000"/>
              <a:ext cx="2230038" cy="1403575"/>
              <a:chOff x="6463075" y="3331000"/>
              <a:chExt cx="2230038" cy="1403575"/>
            </a:xfrm>
          </p:grpSpPr>
          <p:sp>
            <p:nvSpPr>
              <p:cNvPr id="1282" name="Google Shape;1282;p47"/>
              <p:cNvSpPr/>
              <p:nvPr/>
            </p:nvSpPr>
            <p:spPr>
              <a:xfrm>
                <a:off x="6468913" y="3930575"/>
                <a:ext cx="2224200" cy="8040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1283" name="Google Shape;1283;p47"/>
              <p:cNvSpPr/>
              <p:nvPr/>
            </p:nvSpPr>
            <p:spPr>
              <a:xfrm>
                <a:off x="6463075" y="3331000"/>
                <a:ext cx="2224200" cy="621000"/>
              </a:xfrm>
              <a:prstGeom prst="round2SameRect">
                <a:avLst>
                  <a:gd fmla="val 33597" name="adj1"/>
                  <a:gd fmla="val 0" name="adj2"/>
                </a:avLst>
              </a:prstGeom>
              <a:solidFill>
                <a:schemeClr val="accent4"/>
              </a:solidFill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Start to work</a:t>
                </a:r>
                <a:endParaRPr b="1"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284" name="Google Shape;1284;p47"/>
            <p:cNvSpPr/>
            <p:nvPr/>
          </p:nvSpPr>
          <p:spPr>
            <a:xfrm>
              <a:off x="7325374" y="2919250"/>
              <a:ext cx="487884" cy="487946"/>
            </a:xfrm>
            <a:custGeom>
              <a:rect b="b" l="l" r="r" t="t"/>
              <a:pathLst>
                <a:path extrusionOk="0" h="24835" w="24835">
                  <a:moveTo>
                    <a:pt x="0" y="12417"/>
                  </a:moveTo>
                  <a:cubicBezTo>
                    <a:pt x="0" y="19265"/>
                    <a:pt x="5570" y="24834"/>
                    <a:pt x="12417" y="24834"/>
                  </a:cubicBezTo>
                  <a:lnTo>
                    <a:pt x="12417" y="24834"/>
                  </a:lnTo>
                  <a:cubicBezTo>
                    <a:pt x="19288" y="24834"/>
                    <a:pt x="24834" y="19265"/>
                    <a:pt x="24834" y="12417"/>
                  </a:cubicBezTo>
                  <a:lnTo>
                    <a:pt x="24834" y="12417"/>
                  </a:lnTo>
                  <a:cubicBezTo>
                    <a:pt x="24834" y="5547"/>
                    <a:pt x="19288" y="1"/>
                    <a:pt x="12417" y="1"/>
                  </a:cubicBezTo>
                  <a:lnTo>
                    <a:pt x="12417" y="1"/>
                  </a:lnTo>
                  <a:cubicBezTo>
                    <a:pt x="5570" y="1"/>
                    <a:pt x="0" y="5547"/>
                    <a:pt x="0" y="12417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6</a:t>
              </a:r>
              <a:endParaRPr b="1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9" name="Google Shape;1289;p48"/>
          <p:cNvGrpSpPr/>
          <p:nvPr/>
        </p:nvGrpSpPr>
        <p:grpSpPr>
          <a:xfrm>
            <a:off x="1005729" y="1713892"/>
            <a:ext cx="10180547" cy="4414214"/>
            <a:chOff x="1096898" y="1726249"/>
            <a:chExt cx="10180547" cy="4414214"/>
          </a:xfrm>
        </p:grpSpPr>
        <p:grpSp>
          <p:nvGrpSpPr>
            <p:cNvPr id="1290" name="Google Shape;1290;p48"/>
            <p:cNvGrpSpPr/>
            <p:nvPr/>
          </p:nvGrpSpPr>
          <p:grpSpPr>
            <a:xfrm>
              <a:off x="1096898" y="1908111"/>
              <a:ext cx="3301909" cy="3973757"/>
              <a:chOff x="1096898" y="1784150"/>
              <a:chExt cx="3301909" cy="3973757"/>
            </a:xfrm>
          </p:grpSpPr>
          <p:sp>
            <p:nvSpPr>
              <p:cNvPr id="1291" name="Google Shape;1291;p48"/>
              <p:cNvSpPr/>
              <p:nvPr/>
            </p:nvSpPr>
            <p:spPr>
              <a:xfrm>
                <a:off x="1096898" y="1927039"/>
                <a:ext cx="330900" cy="3309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292" name="Google Shape;1292;p48"/>
              <p:cNvSpPr/>
              <p:nvPr/>
            </p:nvSpPr>
            <p:spPr>
              <a:xfrm>
                <a:off x="1096898" y="3503183"/>
                <a:ext cx="330900" cy="330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293" name="Google Shape;1293;p48"/>
              <p:cNvSpPr/>
              <p:nvPr/>
            </p:nvSpPr>
            <p:spPr>
              <a:xfrm>
                <a:off x="1096898" y="5082338"/>
                <a:ext cx="330900" cy="3309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grpSp>
            <p:nvGrpSpPr>
              <p:cNvPr id="1294" name="Google Shape;1294;p48"/>
              <p:cNvGrpSpPr/>
              <p:nvPr/>
            </p:nvGrpSpPr>
            <p:grpSpPr>
              <a:xfrm>
                <a:off x="1692353" y="3381452"/>
                <a:ext cx="2706454" cy="727543"/>
                <a:chOff x="457198" y="2396856"/>
                <a:chExt cx="2102100" cy="565082"/>
              </a:xfrm>
            </p:grpSpPr>
            <p:sp>
              <p:nvSpPr>
                <p:cNvPr id="1295" name="Google Shape;1295;p48"/>
                <p:cNvSpPr txBox="1"/>
                <p:nvPr/>
              </p:nvSpPr>
              <p:spPr>
                <a:xfrm>
                  <a:off x="457198" y="2396856"/>
                  <a:ext cx="2102100" cy="310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1400"/>
                    <a:buFont typeface="Lora"/>
                    <a:buNone/>
                  </a:pPr>
                  <a:r>
                    <a:rPr b="1" lang="en-IN"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Always prioritize  leadership</a:t>
                  </a:r>
                  <a:endParaRPr b="1"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296" name="Google Shape;1296;p48"/>
                <p:cNvSpPr txBox="1"/>
                <p:nvPr/>
              </p:nvSpPr>
              <p:spPr>
                <a:xfrm>
                  <a:off x="457198" y="2579438"/>
                  <a:ext cx="1894500" cy="38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grpSp>
            <p:nvGrpSpPr>
              <p:cNvPr id="1297" name="Google Shape;1297;p48"/>
              <p:cNvGrpSpPr/>
              <p:nvPr/>
            </p:nvGrpSpPr>
            <p:grpSpPr>
              <a:xfrm>
                <a:off x="1692353" y="1784150"/>
                <a:ext cx="2706454" cy="870977"/>
                <a:chOff x="457199" y="1381169"/>
                <a:chExt cx="2102100" cy="676487"/>
              </a:xfrm>
            </p:grpSpPr>
            <p:sp>
              <p:nvSpPr>
                <p:cNvPr id="1298" name="Google Shape;1298;p48"/>
                <p:cNvSpPr txBox="1"/>
                <p:nvPr/>
              </p:nvSpPr>
              <p:spPr>
                <a:xfrm flipH="1">
                  <a:off x="457199" y="1381169"/>
                  <a:ext cx="2102100" cy="47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1400"/>
                    <a:buFont typeface="Lora"/>
                    <a:buNone/>
                  </a:pPr>
                  <a:r>
                    <a:rPr b="1" lang="en-IN"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Value employees for their skills</a:t>
                  </a:r>
                  <a:endParaRPr b="1"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299" name="Google Shape;1299;p48"/>
                <p:cNvSpPr txBox="1"/>
                <p:nvPr/>
              </p:nvSpPr>
              <p:spPr>
                <a:xfrm flipH="1">
                  <a:off x="457224" y="1675156"/>
                  <a:ext cx="1894500" cy="38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grpSp>
            <p:nvGrpSpPr>
              <p:cNvPr id="1300" name="Google Shape;1300;p48"/>
              <p:cNvGrpSpPr/>
              <p:nvPr/>
            </p:nvGrpSpPr>
            <p:grpSpPr>
              <a:xfrm>
                <a:off x="1692353" y="4992079"/>
                <a:ext cx="2706454" cy="765828"/>
                <a:chOff x="457199" y="3326888"/>
                <a:chExt cx="2102100" cy="594818"/>
              </a:xfrm>
            </p:grpSpPr>
            <p:sp>
              <p:nvSpPr>
                <p:cNvPr id="1301" name="Google Shape;1301;p48"/>
                <p:cNvSpPr txBox="1"/>
                <p:nvPr/>
              </p:nvSpPr>
              <p:spPr>
                <a:xfrm flipH="1">
                  <a:off x="457199" y="3326888"/>
                  <a:ext cx="2102100" cy="310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1400"/>
                    <a:buFont typeface="Lora"/>
                    <a:buNone/>
                  </a:pPr>
                  <a:r>
                    <a:rPr b="1" lang="en-IN"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Treat employees with respect</a:t>
                  </a:r>
                  <a:endParaRPr b="1"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02" name="Google Shape;1302;p48"/>
                <p:cNvSpPr txBox="1"/>
                <p:nvPr/>
              </p:nvSpPr>
              <p:spPr>
                <a:xfrm flipH="1">
                  <a:off x="457224" y="3539206"/>
                  <a:ext cx="1894500" cy="38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</p:grpSp>
        <p:grpSp>
          <p:nvGrpSpPr>
            <p:cNvPr id="1303" name="Google Shape;1303;p48"/>
            <p:cNvGrpSpPr/>
            <p:nvPr/>
          </p:nvGrpSpPr>
          <p:grpSpPr>
            <a:xfrm>
              <a:off x="5189320" y="1726249"/>
              <a:ext cx="6088125" cy="4414214"/>
              <a:chOff x="5189320" y="1726249"/>
              <a:chExt cx="6088125" cy="4414214"/>
            </a:xfrm>
          </p:grpSpPr>
          <p:sp>
            <p:nvSpPr>
              <p:cNvPr id="1304" name="Google Shape;1304;p48"/>
              <p:cNvSpPr/>
              <p:nvPr/>
            </p:nvSpPr>
            <p:spPr>
              <a:xfrm>
                <a:off x="7776117" y="1726249"/>
                <a:ext cx="3501328" cy="1103961"/>
              </a:xfrm>
              <a:custGeom>
                <a:rect b="b" l="l" r="r" t="t"/>
                <a:pathLst>
                  <a:path extrusionOk="0" h="2981" w="9455">
                    <a:moveTo>
                      <a:pt x="6474" y="2980"/>
                    </a:moveTo>
                    <a:lnTo>
                      <a:pt x="0" y="2980"/>
                    </a:lnTo>
                    <a:lnTo>
                      <a:pt x="2275" y="0"/>
                    </a:lnTo>
                    <a:lnTo>
                      <a:pt x="9454" y="0"/>
                    </a:lnTo>
                    <a:lnTo>
                      <a:pt x="9454" y="0"/>
                    </a:lnTo>
                    <a:cubicBezTo>
                      <a:pt x="9454" y="1646"/>
                      <a:pt x="8120" y="2980"/>
                      <a:pt x="6474" y="2980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05" name="Google Shape;1305;p48"/>
              <p:cNvSpPr/>
              <p:nvPr/>
            </p:nvSpPr>
            <p:spPr>
              <a:xfrm>
                <a:off x="5189320" y="2830210"/>
                <a:ext cx="3501328" cy="1103963"/>
              </a:xfrm>
              <a:custGeom>
                <a:rect b="b" l="l" r="r" t="t"/>
                <a:pathLst>
                  <a:path extrusionOk="0" h="2980" w="9455">
                    <a:moveTo>
                      <a:pt x="2980" y="2979"/>
                    </a:moveTo>
                    <a:lnTo>
                      <a:pt x="9454" y="2979"/>
                    </a:lnTo>
                    <a:lnTo>
                      <a:pt x="7179" y="0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0" y="1646"/>
                      <a:pt x="1334" y="2979"/>
                      <a:pt x="2980" y="297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06" name="Google Shape;1306;p48"/>
              <p:cNvSpPr/>
              <p:nvPr/>
            </p:nvSpPr>
            <p:spPr>
              <a:xfrm>
                <a:off x="7776117" y="2828577"/>
                <a:ext cx="914524" cy="1105594"/>
              </a:xfrm>
              <a:custGeom>
                <a:rect b="b" l="l" r="r" t="t"/>
                <a:pathLst>
                  <a:path extrusionOk="0" h="2984" w="2470">
                    <a:moveTo>
                      <a:pt x="2469" y="2983"/>
                    </a:moveTo>
                    <a:lnTo>
                      <a:pt x="2469" y="0"/>
                    </a:lnTo>
                    <a:lnTo>
                      <a:pt x="0" y="4"/>
                    </a:lnTo>
                    <a:lnTo>
                      <a:pt x="2469" y="2983"/>
                    </a:lnTo>
                  </a:path>
                </a:pathLst>
              </a:custGeom>
              <a:solidFill>
                <a:srgbClr val="A64A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07" name="Google Shape;1307;p48"/>
              <p:cNvSpPr/>
              <p:nvPr/>
            </p:nvSpPr>
            <p:spPr>
              <a:xfrm>
                <a:off x="7776117" y="3932539"/>
                <a:ext cx="3501328" cy="1103963"/>
              </a:xfrm>
              <a:custGeom>
                <a:rect b="b" l="l" r="r" t="t"/>
                <a:pathLst>
                  <a:path extrusionOk="0" h="2980" w="9455">
                    <a:moveTo>
                      <a:pt x="6474" y="2979"/>
                    </a:moveTo>
                    <a:lnTo>
                      <a:pt x="0" y="2979"/>
                    </a:lnTo>
                    <a:lnTo>
                      <a:pt x="2275" y="0"/>
                    </a:lnTo>
                    <a:lnTo>
                      <a:pt x="9454" y="0"/>
                    </a:lnTo>
                    <a:lnTo>
                      <a:pt x="9454" y="0"/>
                    </a:lnTo>
                    <a:cubicBezTo>
                      <a:pt x="9454" y="1645"/>
                      <a:pt x="8120" y="2979"/>
                      <a:pt x="6474" y="297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08" name="Google Shape;1308;p48"/>
              <p:cNvSpPr/>
              <p:nvPr/>
            </p:nvSpPr>
            <p:spPr>
              <a:xfrm>
                <a:off x="7776117" y="5034869"/>
                <a:ext cx="914524" cy="1105594"/>
              </a:xfrm>
              <a:custGeom>
                <a:rect b="b" l="l" r="r" t="t"/>
                <a:pathLst>
                  <a:path extrusionOk="0" h="2984" w="2470">
                    <a:moveTo>
                      <a:pt x="2469" y="2983"/>
                    </a:moveTo>
                    <a:lnTo>
                      <a:pt x="2469" y="0"/>
                    </a:lnTo>
                    <a:lnTo>
                      <a:pt x="0" y="3"/>
                    </a:lnTo>
                    <a:lnTo>
                      <a:pt x="2469" y="2983"/>
                    </a:lnTo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09" name="Google Shape;1309;p48"/>
              <p:cNvSpPr/>
              <p:nvPr/>
            </p:nvSpPr>
            <p:spPr>
              <a:xfrm>
                <a:off x="7776117" y="3932539"/>
                <a:ext cx="914525" cy="1103963"/>
              </a:xfrm>
              <a:custGeom>
                <a:rect b="b" l="l" r="r" t="t"/>
                <a:pathLst>
                  <a:path extrusionOk="0" h="2980" w="2276">
                    <a:moveTo>
                      <a:pt x="0" y="2979"/>
                    </a:moveTo>
                    <a:lnTo>
                      <a:pt x="0" y="0"/>
                    </a:lnTo>
                    <a:lnTo>
                      <a:pt x="2275" y="0"/>
                    </a:lnTo>
                    <a:lnTo>
                      <a:pt x="0" y="2979"/>
                    </a:lnTo>
                  </a:path>
                </a:pathLst>
              </a:custGeom>
              <a:solidFill>
                <a:srgbClr val="6F0E4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grpSp>
            <p:nvGrpSpPr>
              <p:cNvPr id="1310" name="Google Shape;1310;p48"/>
              <p:cNvGrpSpPr/>
              <p:nvPr/>
            </p:nvGrpSpPr>
            <p:grpSpPr>
              <a:xfrm>
                <a:off x="9283934" y="4072512"/>
                <a:ext cx="824107" cy="824077"/>
                <a:chOff x="3599700" y="1954475"/>
                <a:chExt cx="296175" cy="295400"/>
              </a:xfrm>
            </p:grpSpPr>
            <p:sp>
              <p:nvSpPr>
                <p:cNvPr id="1311" name="Google Shape;1311;p48"/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rect b="b" l="l" r="r" t="t"/>
                  <a:pathLst>
                    <a:path extrusionOk="0" h="11816" w="11847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12" name="Google Shape;1312;p48"/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rect b="b" l="l" r="r" t="t"/>
                  <a:pathLst>
                    <a:path extrusionOk="0" h="694" w="1418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13" name="Google Shape;1313;p48"/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rect b="b" l="l" r="r" t="t"/>
                  <a:pathLst>
                    <a:path extrusionOk="0" h="694" w="1419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1314" name="Google Shape;1314;p48"/>
              <p:cNvSpPr/>
              <p:nvPr/>
            </p:nvSpPr>
            <p:spPr>
              <a:xfrm>
                <a:off x="6577385" y="2970141"/>
                <a:ext cx="725183" cy="824107"/>
              </a:xfrm>
              <a:custGeom>
                <a:rect b="b" l="l" r="r" t="t"/>
                <a:pathLst>
                  <a:path extrusionOk="0" h="11847" w="10524">
                    <a:moveTo>
                      <a:pt x="7278" y="662"/>
                    </a:moveTo>
                    <a:cubicBezTo>
                      <a:pt x="7499" y="662"/>
                      <a:pt x="7656" y="820"/>
                      <a:pt x="7656" y="1009"/>
                    </a:cubicBezTo>
                    <a:lnTo>
                      <a:pt x="7656" y="3151"/>
                    </a:lnTo>
                    <a:cubicBezTo>
                      <a:pt x="7404" y="3057"/>
                      <a:pt x="7184" y="2994"/>
                      <a:pt x="6932" y="2994"/>
                    </a:cubicBezTo>
                    <a:lnTo>
                      <a:pt x="6932" y="1009"/>
                    </a:lnTo>
                    <a:cubicBezTo>
                      <a:pt x="6932" y="820"/>
                      <a:pt x="7089" y="662"/>
                      <a:pt x="7278" y="662"/>
                    </a:cubicBezTo>
                    <a:close/>
                    <a:moveTo>
                      <a:pt x="3120" y="662"/>
                    </a:moveTo>
                    <a:cubicBezTo>
                      <a:pt x="3309" y="662"/>
                      <a:pt x="3466" y="820"/>
                      <a:pt x="3466" y="1009"/>
                    </a:cubicBezTo>
                    <a:lnTo>
                      <a:pt x="3466" y="2994"/>
                    </a:lnTo>
                    <a:cubicBezTo>
                      <a:pt x="3246" y="3025"/>
                      <a:pt x="2994" y="3057"/>
                      <a:pt x="2773" y="3183"/>
                    </a:cubicBezTo>
                    <a:lnTo>
                      <a:pt x="2773" y="1009"/>
                    </a:lnTo>
                    <a:cubicBezTo>
                      <a:pt x="2773" y="820"/>
                      <a:pt x="2931" y="662"/>
                      <a:pt x="3120" y="662"/>
                    </a:cubicBezTo>
                    <a:close/>
                    <a:moveTo>
                      <a:pt x="4506" y="1702"/>
                    </a:moveTo>
                    <a:cubicBezTo>
                      <a:pt x="4695" y="1702"/>
                      <a:pt x="4852" y="1860"/>
                      <a:pt x="4852" y="2049"/>
                    </a:cubicBezTo>
                    <a:lnTo>
                      <a:pt x="4852" y="3309"/>
                    </a:lnTo>
                    <a:cubicBezTo>
                      <a:pt x="4663" y="3183"/>
                      <a:pt x="4411" y="3057"/>
                      <a:pt x="4128" y="3025"/>
                    </a:cubicBezTo>
                    <a:lnTo>
                      <a:pt x="4128" y="2049"/>
                    </a:lnTo>
                    <a:cubicBezTo>
                      <a:pt x="4128" y="1860"/>
                      <a:pt x="4285" y="1702"/>
                      <a:pt x="4506" y="1702"/>
                    </a:cubicBezTo>
                    <a:close/>
                    <a:moveTo>
                      <a:pt x="5861" y="1702"/>
                    </a:moveTo>
                    <a:cubicBezTo>
                      <a:pt x="6081" y="1702"/>
                      <a:pt x="6239" y="1860"/>
                      <a:pt x="6239" y="2049"/>
                    </a:cubicBezTo>
                    <a:lnTo>
                      <a:pt x="6239" y="3025"/>
                    </a:lnTo>
                    <a:cubicBezTo>
                      <a:pt x="5987" y="3120"/>
                      <a:pt x="5766" y="3183"/>
                      <a:pt x="5514" y="3340"/>
                    </a:cubicBezTo>
                    <a:lnTo>
                      <a:pt x="5514" y="2049"/>
                    </a:lnTo>
                    <a:cubicBezTo>
                      <a:pt x="5546" y="1860"/>
                      <a:pt x="5703" y="1702"/>
                      <a:pt x="5861" y="1702"/>
                    </a:cubicBezTo>
                    <a:close/>
                    <a:moveTo>
                      <a:pt x="1733" y="1324"/>
                    </a:moveTo>
                    <a:cubicBezTo>
                      <a:pt x="1922" y="1324"/>
                      <a:pt x="2080" y="1482"/>
                      <a:pt x="2080" y="1702"/>
                    </a:cubicBezTo>
                    <a:lnTo>
                      <a:pt x="2080" y="3624"/>
                    </a:lnTo>
                    <a:cubicBezTo>
                      <a:pt x="2017" y="3687"/>
                      <a:pt x="1922" y="3781"/>
                      <a:pt x="1859" y="3907"/>
                    </a:cubicBezTo>
                    <a:cubicBezTo>
                      <a:pt x="1733" y="3687"/>
                      <a:pt x="1576" y="3529"/>
                      <a:pt x="1387" y="3435"/>
                    </a:cubicBezTo>
                    <a:lnTo>
                      <a:pt x="1387" y="1702"/>
                    </a:lnTo>
                    <a:cubicBezTo>
                      <a:pt x="1387" y="1482"/>
                      <a:pt x="1544" y="1324"/>
                      <a:pt x="1733" y="1324"/>
                    </a:cubicBezTo>
                    <a:close/>
                    <a:moveTo>
                      <a:pt x="8665" y="1324"/>
                    </a:moveTo>
                    <a:cubicBezTo>
                      <a:pt x="8854" y="1324"/>
                      <a:pt x="9011" y="1482"/>
                      <a:pt x="9011" y="1702"/>
                    </a:cubicBezTo>
                    <a:lnTo>
                      <a:pt x="9011" y="3466"/>
                    </a:lnTo>
                    <a:cubicBezTo>
                      <a:pt x="8854" y="3592"/>
                      <a:pt x="8759" y="3750"/>
                      <a:pt x="8633" y="3907"/>
                    </a:cubicBezTo>
                    <a:cubicBezTo>
                      <a:pt x="8539" y="3781"/>
                      <a:pt x="8476" y="3687"/>
                      <a:pt x="8381" y="3592"/>
                    </a:cubicBezTo>
                    <a:lnTo>
                      <a:pt x="8349" y="3529"/>
                    </a:lnTo>
                    <a:lnTo>
                      <a:pt x="8349" y="1702"/>
                    </a:lnTo>
                    <a:cubicBezTo>
                      <a:pt x="8318" y="1482"/>
                      <a:pt x="8476" y="1324"/>
                      <a:pt x="8665" y="1324"/>
                    </a:cubicBezTo>
                    <a:close/>
                    <a:moveTo>
                      <a:pt x="6774" y="3647"/>
                    </a:moveTo>
                    <a:cubicBezTo>
                      <a:pt x="7160" y="3647"/>
                      <a:pt x="7546" y="3797"/>
                      <a:pt x="7845" y="4096"/>
                    </a:cubicBezTo>
                    <a:cubicBezTo>
                      <a:pt x="8318" y="4569"/>
                      <a:pt x="8444" y="5294"/>
                      <a:pt x="8066" y="5892"/>
                    </a:cubicBezTo>
                    <a:cubicBezTo>
                      <a:pt x="7089" y="6176"/>
                      <a:pt x="6333" y="7058"/>
                      <a:pt x="6239" y="8098"/>
                    </a:cubicBezTo>
                    <a:lnTo>
                      <a:pt x="5199" y="9043"/>
                    </a:lnTo>
                    <a:lnTo>
                      <a:pt x="4128" y="8035"/>
                    </a:lnTo>
                    <a:cubicBezTo>
                      <a:pt x="4065" y="6995"/>
                      <a:pt x="3309" y="6144"/>
                      <a:pt x="2332" y="5892"/>
                    </a:cubicBezTo>
                    <a:cubicBezTo>
                      <a:pt x="1985" y="5325"/>
                      <a:pt x="2112" y="4569"/>
                      <a:pt x="2553" y="4096"/>
                    </a:cubicBezTo>
                    <a:cubicBezTo>
                      <a:pt x="2836" y="3813"/>
                      <a:pt x="3246" y="3655"/>
                      <a:pt x="3624" y="3655"/>
                    </a:cubicBezTo>
                    <a:cubicBezTo>
                      <a:pt x="4033" y="3655"/>
                      <a:pt x="4411" y="3813"/>
                      <a:pt x="4695" y="4096"/>
                    </a:cubicBezTo>
                    <a:lnTo>
                      <a:pt x="4915" y="4317"/>
                    </a:lnTo>
                    <a:lnTo>
                      <a:pt x="4978" y="4348"/>
                    </a:lnTo>
                    <a:cubicBezTo>
                      <a:pt x="5026" y="4411"/>
                      <a:pt x="5112" y="4443"/>
                      <a:pt x="5203" y="4443"/>
                    </a:cubicBezTo>
                    <a:cubicBezTo>
                      <a:pt x="5294" y="4443"/>
                      <a:pt x="5388" y="4411"/>
                      <a:pt x="5451" y="4348"/>
                    </a:cubicBezTo>
                    <a:lnTo>
                      <a:pt x="5703" y="4096"/>
                    </a:lnTo>
                    <a:cubicBezTo>
                      <a:pt x="6002" y="3797"/>
                      <a:pt x="6388" y="3647"/>
                      <a:pt x="6774" y="3647"/>
                    </a:cubicBezTo>
                    <a:close/>
                    <a:moveTo>
                      <a:pt x="662" y="3813"/>
                    </a:moveTo>
                    <a:cubicBezTo>
                      <a:pt x="1103" y="3970"/>
                      <a:pt x="1418" y="4380"/>
                      <a:pt x="1418" y="4884"/>
                    </a:cubicBezTo>
                    <a:lnTo>
                      <a:pt x="1418" y="6176"/>
                    </a:lnTo>
                    <a:cubicBezTo>
                      <a:pt x="1418" y="6365"/>
                      <a:pt x="1576" y="6522"/>
                      <a:pt x="1765" y="6522"/>
                    </a:cubicBezTo>
                    <a:cubicBezTo>
                      <a:pt x="2679" y="6522"/>
                      <a:pt x="3435" y="7247"/>
                      <a:pt x="3435" y="8161"/>
                    </a:cubicBezTo>
                    <a:lnTo>
                      <a:pt x="3435" y="8224"/>
                    </a:lnTo>
                    <a:lnTo>
                      <a:pt x="3435" y="8980"/>
                    </a:lnTo>
                    <a:cubicBezTo>
                      <a:pt x="3435" y="9169"/>
                      <a:pt x="3592" y="9326"/>
                      <a:pt x="3781" y="9326"/>
                    </a:cubicBezTo>
                    <a:cubicBezTo>
                      <a:pt x="3970" y="9326"/>
                      <a:pt x="4128" y="9169"/>
                      <a:pt x="4128" y="8980"/>
                    </a:cubicBezTo>
                    <a:lnTo>
                      <a:pt x="4852" y="9610"/>
                    </a:lnTo>
                    <a:lnTo>
                      <a:pt x="4852" y="11059"/>
                    </a:lnTo>
                    <a:lnTo>
                      <a:pt x="2080" y="11059"/>
                    </a:lnTo>
                    <a:lnTo>
                      <a:pt x="2080" y="9925"/>
                    </a:lnTo>
                    <a:cubicBezTo>
                      <a:pt x="2080" y="9673"/>
                      <a:pt x="1985" y="9421"/>
                      <a:pt x="1765" y="9200"/>
                    </a:cubicBezTo>
                    <a:lnTo>
                      <a:pt x="1198" y="8633"/>
                    </a:lnTo>
                    <a:cubicBezTo>
                      <a:pt x="883" y="8287"/>
                      <a:pt x="662" y="7877"/>
                      <a:pt x="662" y="7404"/>
                    </a:cubicBezTo>
                    <a:lnTo>
                      <a:pt x="662" y="3813"/>
                    </a:lnTo>
                    <a:close/>
                    <a:moveTo>
                      <a:pt x="9767" y="3844"/>
                    </a:moveTo>
                    <a:lnTo>
                      <a:pt x="9767" y="7436"/>
                    </a:lnTo>
                    <a:cubicBezTo>
                      <a:pt x="9767" y="7909"/>
                      <a:pt x="9578" y="8350"/>
                      <a:pt x="9263" y="8665"/>
                    </a:cubicBezTo>
                    <a:lnTo>
                      <a:pt x="8665" y="9263"/>
                    </a:lnTo>
                    <a:cubicBezTo>
                      <a:pt x="8476" y="9452"/>
                      <a:pt x="8349" y="9704"/>
                      <a:pt x="8349" y="9988"/>
                    </a:cubicBezTo>
                    <a:lnTo>
                      <a:pt x="8349" y="11153"/>
                    </a:lnTo>
                    <a:lnTo>
                      <a:pt x="5514" y="11153"/>
                    </a:lnTo>
                    <a:lnTo>
                      <a:pt x="5514" y="9736"/>
                    </a:lnTo>
                    <a:lnTo>
                      <a:pt x="6239" y="9043"/>
                    </a:lnTo>
                    <a:cubicBezTo>
                      <a:pt x="6270" y="9200"/>
                      <a:pt x="6396" y="9326"/>
                      <a:pt x="6585" y="9326"/>
                    </a:cubicBezTo>
                    <a:cubicBezTo>
                      <a:pt x="6774" y="9326"/>
                      <a:pt x="6932" y="9169"/>
                      <a:pt x="6932" y="8980"/>
                    </a:cubicBezTo>
                    <a:lnTo>
                      <a:pt x="6932" y="8255"/>
                    </a:lnTo>
                    <a:cubicBezTo>
                      <a:pt x="6932" y="7404"/>
                      <a:pt x="7530" y="6711"/>
                      <a:pt x="8349" y="6554"/>
                    </a:cubicBezTo>
                    <a:lnTo>
                      <a:pt x="8665" y="6554"/>
                    </a:lnTo>
                    <a:cubicBezTo>
                      <a:pt x="8854" y="6554"/>
                      <a:pt x="9011" y="6396"/>
                      <a:pt x="9011" y="6207"/>
                    </a:cubicBezTo>
                    <a:lnTo>
                      <a:pt x="9011" y="4916"/>
                    </a:lnTo>
                    <a:cubicBezTo>
                      <a:pt x="9011" y="4443"/>
                      <a:pt x="9326" y="4002"/>
                      <a:pt x="9767" y="3844"/>
                    </a:cubicBezTo>
                    <a:close/>
                    <a:moveTo>
                      <a:pt x="3120" y="1"/>
                    </a:moveTo>
                    <a:cubicBezTo>
                      <a:pt x="2647" y="1"/>
                      <a:pt x="2238" y="316"/>
                      <a:pt x="2143" y="757"/>
                    </a:cubicBezTo>
                    <a:cubicBezTo>
                      <a:pt x="2017" y="694"/>
                      <a:pt x="1891" y="662"/>
                      <a:pt x="1733" y="662"/>
                    </a:cubicBezTo>
                    <a:cubicBezTo>
                      <a:pt x="1135" y="662"/>
                      <a:pt x="725" y="1135"/>
                      <a:pt x="725" y="1702"/>
                    </a:cubicBezTo>
                    <a:lnTo>
                      <a:pt x="725" y="3120"/>
                    </a:lnTo>
                    <a:cubicBezTo>
                      <a:pt x="599" y="3057"/>
                      <a:pt x="473" y="3057"/>
                      <a:pt x="347" y="3057"/>
                    </a:cubicBezTo>
                    <a:cubicBezTo>
                      <a:pt x="158" y="3057"/>
                      <a:pt x="1" y="3214"/>
                      <a:pt x="1" y="3435"/>
                    </a:cubicBezTo>
                    <a:lnTo>
                      <a:pt x="1" y="7436"/>
                    </a:lnTo>
                    <a:cubicBezTo>
                      <a:pt x="1" y="8066"/>
                      <a:pt x="253" y="8696"/>
                      <a:pt x="725" y="9169"/>
                    </a:cubicBezTo>
                    <a:lnTo>
                      <a:pt x="1292" y="9767"/>
                    </a:lnTo>
                    <a:cubicBezTo>
                      <a:pt x="1387" y="9830"/>
                      <a:pt x="1418" y="9925"/>
                      <a:pt x="1418" y="9988"/>
                    </a:cubicBezTo>
                    <a:lnTo>
                      <a:pt x="1418" y="11153"/>
                    </a:lnTo>
                    <a:lnTo>
                      <a:pt x="1072" y="11153"/>
                    </a:lnTo>
                    <a:cubicBezTo>
                      <a:pt x="883" y="11153"/>
                      <a:pt x="725" y="11311"/>
                      <a:pt x="725" y="11500"/>
                    </a:cubicBezTo>
                    <a:cubicBezTo>
                      <a:pt x="725" y="11689"/>
                      <a:pt x="883" y="11847"/>
                      <a:pt x="1072" y="11847"/>
                    </a:cubicBezTo>
                    <a:lnTo>
                      <a:pt x="9389" y="11847"/>
                    </a:lnTo>
                    <a:cubicBezTo>
                      <a:pt x="9578" y="11847"/>
                      <a:pt x="9736" y="11689"/>
                      <a:pt x="9736" y="11500"/>
                    </a:cubicBezTo>
                    <a:cubicBezTo>
                      <a:pt x="9736" y="11311"/>
                      <a:pt x="9578" y="11153"/>
                      <a:pt x="9389" y="11153"/>
                    </a:cubicBezTo>
                    <a:lnTo>
                      <a:pt x="9106" y="11153"/>
                    </a:lnTo>
                    <a:lnTo>
                      <a:pt x="9106" y="9988"/>
                    </a:lnTo>
                    <a:cubicBezTo>
                      <a:pt x="9106" y="9925"/>
                      <a:pt x="9137" y="9799"/>
                      <a:pt x="9232" y="9767"/>
                    </a:cubicBezTo>
                    <a:lnTo>
                      <a:pt x="9830" y="9169"/>
                    </a:lnTo>
                    <a:cubicBezTo>
                      <a:pt x="10271" y="8696"/>
                      <a:pt x="10523" y="8098"/>
                      <a:pt x="10523" y="7436"/>
                    </a:cubicBezTo>
                    <a:lnTo>
                      <a:pt x="10523" y="3466"/>
                    </a:lnTo>
                    <a:cubicBezTo>
                      <a:pt x="10492" y="3214"/>
                      <a:pt x="10334" y="3057"/>
                      <a:pt x="10114" y="3057"/>
                    </a:cubicBezTo>
                    <a:cubicBezTo>
                      <a:pt x="9956" y="3057"/>
                      <a:pt x="9862" y="3057"/>
                      <a:pt x="9704" y="3120"/>
                    </a:cubicBezTo>
                    <a:lnTo>
                      <a:pt x="9704" y="1702"/>
                    </a:lnTo>
                    <a:cubicBezTo>
                      <a:pt x="9704" y="1103"/>
                      <a:pt x="9232" y="662"/>
                      <a:pt x="8665" y="662"/>
                    </a:cubicBezTo>
                    <a:cubicBezTo>
                      <a:pt x="8539" y="662"/>
                      <a:pt x="8413" y="694"/>
                      <a:pt x="8286" y="757"/>
                    </a:cubicBezTo>
                    <a:cubicBezTo>
                      <a:pt x="8160" y="316"/>
                      <a:pt x="7751" y="1"/>
                      <a:pt x="7278" y="1"/>
                    </a:cubicBezTo>
                    <a:cubicBezTo>
                      <a:pt x="6711" y="1"/>
                      <a:pt x="6270" y="473"/>
                      <a:pt x="6270" y="1009"/>
                    </a:cubicBezTo>
                    <a:lnTo>
                      <a:pt x="6270" y="1103"/>
                    </a:lnTo>
                    <a:cubicBezTo>
                      <a:pt x="6144" y="1072"/>
                      <a:pt x="6050" y="1009"/>
                      <a:pt x="5924" y="1009"/>
                    </a:cubicBezTo>
                    <a:cubicBezTo>
                      <a:pt x="5640" y="1009"/>
                      <a:pt x="5388" y="1135"/>
                      <a:pt x="5199" y="1292"/>
                    </a:cubicBezTo>
                    <a:cubicBezTo>
                      <a:pt x="5010" y="1135"/>
                      <a:pt x="4758" y="1009"/>
                      <a:pt x="4506" y="1009"/>
                    </a:cubicBezTo>
                    <a:cubicBezTo>
                      <a:pt x="4380" y="1009"/>
                      <a:pt x="4254" y="1072"/>
                      <a:pt x="4128" y="1103"/>
                    </a:cubicBezTo>
                    <a:lnTo>
                      <a:pt x="4128" y="1009"/>
                    </a:lnTo>
                    <a:cubicBezTo>
                      <a:pt x="4128" y="442"/>
                      <a:pt x="3655" y="1"/>
                      <a:pt x="312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1315" name="Google Shape;1315;p48"/>
              <p:cNvGrpSpPr/>
              <p:nvPr/>
            </p:nvGrpSpPr>
            <p:grpSpPr>
              <a:xfrm>
                <a:off x="9187245" y="1845998"/>
                <a:ext cx="774619" cy="824067"/>
                <a:chOff x="5421475" y="1945825"/>
                <a:chExt cx="278050" cy="296150"/>
              </a:xfrm>
            </p:grpSpPr>
            <p:sp>
              <p:nvSpPr>
                <p:cNvPr id="1316" name="Google Shape;1316;p48"/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rect b="b" l="l" r="r" t="t"/>
                  <a:pathLst>
                    <a:path extrusionOk="0" h="9704" w="6901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17" name="Google Shape;1317;p48"/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rect b="b" l="l" r="r" t="t"/>
                  <a:pathLst>
                    <a:path extrusionOk="0" h="1765" w="726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18" name="Google Shape;1318;p48"/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rect b="b" l="l" r="r" t="t"/>
                  <a:pathLst>
                    <a:path extrusionOk="0" h="1380" w="1419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19" name="Google Shape;1319;p48"/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rect b="b" l="l" r="r" t="t"/>
                  <a:pathLst>
                    <a:path extrusionOk="0" h="694" w="1419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20" name="Google Shape;1320;p48"/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rect b="b" l="l" r="r" t="t"/>
                  <a:pathLst>
                    <a:path extrusionOk="0" h="694" w="1418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21" name="Google Shape;1321;p48"/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rect b="b" l="l" r="r" t="t"/>
                  <a:pathLst>
                    <a:path extrusionOk="0" h="1356" w="1418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22" name="Google Shape;1322;p48"/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rect b="b" l="l" r="r" t="t"/>
                  <a:pathLst>
                    <a:path extrusionOk="0" h="1053" w="1513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323" name="Google Shape;1323;p48"/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rect b="b" l="l" r="r" t="t"/>
                  <a:pathLst>
                    <a:path extrusionOk="0" h="1076" w="1513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49"/>
          <p:cNvSpPr/>
          <p:nvPr/>
        </p:nvSpPr>
        <p:spPr>
          <a:xfrm rot="5400000">
            <a:off x="6260978" y="1919337"/>
            <a:ext cx="1094100" cy="7761900"/>
          </a:xfrm>
          <a:prstGeom prst="round2SameRect">
            <a:avLst>
              <a:gd fmla="val 48549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29" name="Google Shape;1329;p49"/>
          <p:cNvSpPr/>
          <p:nvPr/>
        </p:nvSpPr>
        <p:spPr>
          <a:xfrm rot="5400000">
            <a:off x="6260978" y="636417"/>
            <a:ext cx="1094100" cy="7761900"/>
          </a:xfrm>
          <a:prstGeom prst="round2SameRect">
            <a:avLst>
              <a:gd fmla="val 48549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0" name="Google Shape;1330;p49"/>
          <p:cNvSpPr/>
          <p:nvPr/>
        </p:nvSpPr>
        <p:spPr>
          <a:xfrm rot="5400000">
            <a:off x="6260978" y="-646502"/>
            <a:ext cx="1094100" cy="7761900"/>
          </a:xfrm>
          <a:prstGeom prst="round2SameRect">
            <a:avLst>
              <a:gd fmla="val 48549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1" name="Google Shape;1331;p49"/>
          <p:cNvSpPr/>
          <p:nvPr/>
        </p:nvSpPr>
        <p:spPr>
          <a:xfrm rot="5400000">
            <a:off x="6260978" y="-1929422"/>
            <a:ext cx="1094100" cy="7761900"/>
          </a:xfrm>
          <a:prstGeom prst="round2SameRect">
            <a:avLst>
              <a:gd fmla="val 48549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332" name="Google Shape;1332;p49"/>
          <p:cNvGrpSpPr/>
          <p:nvPr/>
        </p:nvGrpSpPr>
        <p:grpSpPr>
          <a:xfrm>
            <a:off x="3512524" y="1540003"/>
            <a:ext cx="5321671" cy="752323"/>
            <a:chOff x="2574529" y="991686"/>
            <a:chExt cx="4114800" cy="581708"/>
          </a:xfrm>
        </p:grpSpPr>
        <p:sp>
          <p:nvSpPr>
            <p:cNvPr id="1333" name="Google Shape;1333;p49"/>
            <p:cNvSpPr txBox="1"/>
            <p:nvPr/>
          </p:nvSpPr>
          <p:spPr>
            <a:xfrm>
              <a:off x="2574529" y="991686"/>
              <a:ext cx="4114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DFDFD"/>
                </a:buClr>
                <a:buSzPts val="2000"/>
                <a:buFont typeface="Lora"/>
                <a:buNone/>
              </a:pPr>
              <a:r>
                <a:rPr lang="en-IN" sz="2000">
                  <a:solidFill>
                    <a:srgbClr val="FDFDFD"/>
                  </a:solidFill>
                  <a:latin typeface="Lora"/>
                  <a:ea typeface="Lora"/>
                  <a:cs typeface="Lora"/>
                  <a:sym typeface="Lora"/>
                </a:rPr>
                <a:t>Hiring manager satisfaction</a:t>
              </a:r>
              <a:endParaRPr sz="2000">
                <a:solidFill>
                  <a:srgbClr val="FDFDFD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34" name="Google Shape;1334;p49"/>
            <p:cNvSpPr txBox="1"/>
            <p:nvPr/>
          </p:nvSpPr>
          <p:spPr>
            <a:xfrm>
              <a:off x="2799323" y="1264094"/>
              <a:ext cx="36651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335" name="Google Shape;1335;p49"/>
          <p:cNvGrpSpPr/>
          <p:nvPr/>
        </p:nvGrpSpPr>
        <p:grpSpPr>
          <a:xfrm>
            <a:off x="3512524" y="2813902"/>
            <a:ext cx="5321671" cy="760670"/>
            <a:chOff x="2574529" y="1976686"/>
            <a:chExt cx="4114800" cy="588162"/>
          </a:xfrm>
        </p:grpSpPr>
        <p:sp>
          <p:nvSpPr>
            <p:cNvPr id="1336" name="Google Shape;1336;p49"/>
            <p:cNvSpPr txBox="1"/>
            <p:nvPr/>
          </p:nvSpPr>
          <p:spPr>
            <a:xfrm>
              <a:off x="2574529" y="1976686"/>
              <a:ext cx="4114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DFDFD"/>
                </a:buClr>
                <a:buSzPts val="2000"/>
                <a:buFont typeface="Lora"/>
                <a:buNone/>
              </a:pPr>
              <a:r>
                <a:rPr lang="en-IN" sz="2000">
                  <a:solidFill>
                    <a:srgbClr val="FDFDFD"/>
                  </a:solidFill>
                  <a:latin typeface="Lora"/>
                  <a:ea typeface="Lora"/>
                  <a:cs typeface="Lora"/>
                  <a:sym typeface="Lora"/>
                </a:rPr>
                <a:t>Candidate job satisfaction</a:t>
              </a:r>
              <a:endParaRPr sz="2000">
                <a:solidFill>
                  <a:srgbClr val="FDFDFD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37" name="Google Shape;1337;p49"/>
            <p:cNvSpPr txBox="1"/>
            <p:nvPr/>
          </p:nvSpPr>
          <p:spPr>
            <a:xfrm>
              <a:off x="2799323" y="2255548"/>
              <a:ext cx="36651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338" name="Google Shape;1338;p49"/>
          <p:cNvGrpSpPr/>
          <p:nvPr/>
        </p:nvGrpSpPr>
        <p:grpSpPr>
          <a:xfrm>
            <a:off x="3512524" y="4092326"/>
            <a:ext cx="5321671" cy="759074"/>
            <a:chOff x="2574529" y="2965184"/>
            <a:chExt cx="4114800" cy="586928"/>
          </a:xfrm>
        </p:grpSpPr>
        <p:sp>
          <p:nvSpPr>
            <p:cNvPr id="1339" name="Google Shape;1339;p49"/>
            <p:cNvSpPr txBox="1"/>
            <p:nvPr/>
          </p:nvSpPr>
          <p:spPr>
            <a:xfrm>
              <a:off x="2574529" y="2965184"/>
              <a:ext cx="4114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DFDFD"/>
                </a:buClr>
                <a:buSzPts val="2000"/>
                <a:buFont typeface="Lora"/>
                <a:buNone/>
              </a:pPr>
              <a:r>
                <a:rPr lang="en-IN" sz="2000">
                  <a:solidFill>
                    <a:srgbClr val="FDFDFD"/>
                  </a:solidFill>
                  <a:latin typeface="Lora"/>
                  <a:ea typeface="Lora"/>
                  <a:cs typeface="Lora"/>
                  <a:sym typeface="Lora"/>
                </a:rPr>
                <a:t>Applicants per opening</a:t>
              </a:r>
              <a:endParaRPr sz="2000">
                <a:solidFill>
                  <a:srgbClr val="FDFDFD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40" name="Google Shape;1340;p49"/>
            <p:cNvSpPr txBox="1"/>
            <p:nvPr/>
          </p:nvSpPr>
          <p:spPr>
            <a:xfrm>
              <a:off x="2799323" y="3242812"/>
              <a:ext cx="36651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341" name="Google Shape;1341;p49"/>
          <p:cNvGrpSpPr/>
          <p:nvPr/>
        </p:nvGrpSpPr>
        <p:grpSpPr>
          <a:xfrm>
            <a:off x="3512524" y="5384305"/>
            <a:ext cx="5321671" cy="759074"/>
            <a:chOff x="2574529" y="3964163"/>
            <a:chExt cx="4114800" cy="586928"/>
          </a:xfrm>
        </p:grpSpPr>
        <p:sp>
          <p:nvSpPr>
            <p:cNvPr id="1342" name="Google Shape;1342;p49"/>
            <p:cNvSpPr txBox="1"/>
            <p:nvPr/>
          </p:nvSpPr>
          <p:spPr>
            <a:xfrm>
              <a:off x="2574529" y="3964163"/>
              <a:ext cx="4114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DFDFD"/>
                </a:buClr>
                <a:buSzPts val="2000"/>
                <a:buFont typeface="Lora"/>
                <a:buNone/>
              </a:pPr>
              <a:r>
                <a:rPr lang="en-IN" sz="2000">
                  <a:solidFill>
                    <a:srgbClr val="FDFDFD"/>
                  </a:solidFill>
                  <a:latin typeface="Lora"/>
                  <a:ea typeface="Lora"/>
                  <a:cs typeface="Lora"/>
                  <a:sym typeface="Lora"/>
                </a:rPr>
                <a:t>Selection ratio</a:t>
              </a:r>
              <a:endParaRPr sz="2000">
                <a:solidFill>
                  <a:srgbClr val="FDFDFD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43" name="Google Shape;1343;p49"/>
            <p:cNvSpPr txBox="1"/>
            <p:nvPr/>
          </p:nvSpPr>
          <p:spPr>
            <a:xfrm>
              <a:off x="2799323" y="4241791"/>
              <a:ext cx="3665100" cy="30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344" name="Google Shape;1344;p49"/>
          <p:cNvGrpSpPr/>
          <p:nvPr/>
        </p:nvGrpSpPr>
        <p:grpSpPr>
          <a:xfrm>
            <a:off x="9598947" y="1634976"/>
            <a:ext cx="689482" cy="650463"/>
            <a:chOff x="-63665750" y="1914325"/>
            <a:chExt cx="328450" cy="316450"/>
          </a:xfrm>
        </p:grpSpPr>
        <p:sp>
          <p:nvSpPr>
            <p:cNvPr id="1345" name="Google Shape;1345;p49"/>
            <p:cNvSpPr/>
            <p:nvPr/>
          </p:nvSpPr>
          <p:spPr>
            <a:xfrm>
              <a:off x="-63665750" y="1914325"/>
              <a:ext cx="328450" cy="316450"/>
            </a:xfrm>
            <a:custGeom>
              <a:rect b="b" l="l" r="r" t="t"/>
              <a:pathLst>
                <a:path extrusionOk="0" h="12658" w="13138">
                  <a:moveTo>
                    <a:pt x="8144" y="835"/>
                  </a:moveTo>
                  <a:cubicBezTo>
                    <a:pt x="9097" y="835"/>
                    <a:pt x="10050" y="1197"/>
                    <a:pt x="10775" y="1922"/>
                  </a:cubicBezTo>
                  <a:cubicBezTo>
                    <a:pt x="12256" y="3371"/>
                    <a:pt x="12256" y="5734"/>
                    <a:pt x="10775" y="7183"/>
                  </a:cubicBezTo>
                  <a:cubicBezTo>
                    <a:pt x="10050" y="7908"/>
                    <a:pt x="9097" y="8270"/>
                    <a:pt x="8144" y="8270"/>
                  </a:cubicBezTo>
                  <a:cubicBezTo>
                    <a:pt x="7191" y="8270"/>
                    <a:pt x="6238" y="7908"/>
                    <a:pt x="5513" y="7183"/>
                  </a:cubicBezTo>
                  <a:cubicBezTo>
                    <a:pt x="4064" y="5734"/>
                    <a:pt x="4064" y="3371"/>
                    <a:pt x="5513" y="1922"/>
                  </a:cubicBezTo>
                  <a:cubicBezTo>
                    <a:pt x="6238" y="1197"/>
                    <a:pt x="7191" y="835"/>
                    <a:pt x="8144" y="835"/>
                  </a:cubicBezTo>
                  <a:close/>
                  <a:moveTo>
                    <a:pt x="3466" y="8632"/>
                  </a:moveTo>
                  <a:lnTo>
                    <a:pt x="4064" y="9231"/>
                  </a:lnTo>
                  <a:lnTo>
                    <a:pt x="1607" y="11688"/>
                  </a:lnTo>
                  <a:lnTo>
                    <a:pt x="1008" y="11090"/>
                  </a:lnTo>
                  <a:lnTo>
                    <a:pt x="3466" y="8632"/>
                  </a:lnTo>
                  <a:close/>
                  <a:moveTo>
                    <a:pt x="8172" y="0"/>
                  </a:moveTo>
                  <a:cubicBezTo>
                    <a:pt x="7010" y="0"/>
                    <a:pt x="5844" y="441"/>
                    <a:pt x="4946" y="1323"/>
                  </a:cubicBezTo>
                  <a:cubicBezTo>
                    <a:pt x="3277" y="3024"/>
                    <a:pt x="3182" y="5671"/>
                    <a:pt x="4694" y="7467"/>
                  </a:cubicBezTo>
                  <a:lnTo>
                    <a:pt x="4096" y="8065"/>
                  </a:lnTo>
                  <a:lnTo>
                    <a:pt x="3214" y="7183"/>
                  </a:lnTo>
                  <a:cubicBezTo>
                    <a:pt x="3151" y="7104"/>
                    <a:pt x="3048" y="7065"/>
                    <a:pt x="2942" y="7065"/>
                  </a:cubicBezTo>
                  <a:cubicBezTo>
                    <a:pt x="2836" y="7065"/>
                    <a:pt x="2725" y="7104"/>
                    <a:pt x="2646" y="7183"/>
                  </a:cubicBezTo>
                  <a:cubicBezTo>
                    <a:pt x="2489" y="7341"/>
                    <a:pt x="2489" y="7624"/>
                    <a:pt x="2646" y="7782"/>
                  </a:cubicBezTo>
                  <a:lnTo>
                    <a:pt x="2899" y="8065"/>
                  </a:lnTo>
                  <a:lnTo>
                    <a:pt x="158" y="10806"/>
                  </a:lnTo>
                  <a:cubicBezTo>
                    <a:pt x="0" y="10964"/>
                    <a:pt x="0" y="11247"/>
                    <a:pt x="158" y="11405"/>
                  </a:cubicBezTo>
                  <a:lnTo>
                    <a:pt x="1292" y="12539"/>
                  </a:lnTo>
                  <a:cubicBezTo>
                    <a:pt x="1371" y="12618"/>
                    <a:pt x="1481" y="12657"/>
                    <a:pt x="1591" y="12657"/>
                  </a:cubicBezTo>
                  <a:cubicBezTo>
                    <a:pt x="1701" y="12657"/>
                    <a:pt x="1812" y="12618"/>
                    <a:pt x="1890" y="12539"/>
                  </a:cubicBezTo>
                  <a:lnTo>
                    <a:pt x="4631" y="9798"/>
                  </a:lnTo>
                  <a:lnTo>
                    <a:pt x="4915" y="10050"/>
                  </a:lnTo>
                  <a:cubicBezTo>
                    <a:pt x="4994" y="10129"/>
                    <a:pt x="5104" y="10168"/>
                    <a:pt x="5214" y="10168"/>
                  </a:cubicBezTo>
                  <a:cubicBezTo>
                    <a:pt x="5324" y="10168"/>
                    <a:pt x="5435" y="10129"/>
                    <a:pt x="5513" y="10050"/>
                  </a:cubicBezTo>
                  <a:cubicBezTo>
                    <a:pt x="5671" y="9893"/>
                    <a:pt x="5671" y="9640"/>
                    <a:pt x="5513" y="9483"/>
                  </a:cubicBezTo>
                  <a:lnTo>
                    <a:pt x="4631" y="8601"/>
                  </a:lnTo>
                  <a:lnTo>
                    <a:pt x="5230" y="8034"/>
                  </a:lnTo>
                  <a:cubicBezTo>
                    <a:pt x="6059" y="8730"/>
                    <a:pt x="7090" y="9078"/>
                    <a:pt x="8127" y="9078"/>
                  </a:cubicBezTo>
                  <a:cubicBezTo>
                    <a:pt x="9296" y="9078"/>
                    <a:pt x="10472" y="8635"/>
                    <a:pt x="11373" y="7750"/>
                  </a:cubicBezTo>
                  <a:cubicBezTo>
                    <a:pt x="13138" y="5986"/>
                    <a:pt x="13138" y="3087"/>
                    <a:pt x="11373" y="1323"/>
                  </a:cubicBezTo>
                  <a:cubicBezTo>
                    <a:pt x="10491" y="441"/>
                    <a:pt x="9333" y="0"/>
                    <a:pt x="81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46" name="Google Shape;1346;p49"/>
            <p:cNvSpPr/>
            <p:nvPr/>
          </p:nvSpPr>
          <p:spPr>
            <a:xfrm>
              <a:off x="-63524775" y="1955275"/>
              <a:ext cx="123675" cy="134700"/>
            </a:xfrm>
            <a:custGeom>
              <a:rect b="b" l="l" r="r" t="t"/>
              <a:pathLst>
                <a:path extrusionOk="0" h="5388" w="4947">
                  <a:moveTo>
                    <a:pt x="2458" y="882"/>
                  </a:moveTo>
                  <a:cubicBezTo>
                    <a:pt x="2930" y="882"/>
                    <a:pt x="3308" y="1229"/>
                    <a:pt x="3308" y="1702"/>
                  </a:cubicBezTo>
                  <a:cubicBezTo>
                    <a:pt x="3308" y="2174"/>
                    <a:pt x="2962" y="2521"/>
                    <a:pt x="2458" y="2521"/>
                  </a:cubicBezTo>
                  <a:cubicBezTo>
                    <a:pt x="1985" y="2521"/>
                    <a:pt x="1639" y="2174"/>
                    <a:pt x="1639" y="1702"/>
                  </a:cubicBezTo>
                  <a:cubicBezTo>
                    <a:pt x="1639" y="1229"/>
                    <a:pt x="2048" y="882"/>
                    <a:pt x="2458" y="882"/>
                  </a:cubicBezTo>
                  <a:close/>
                  <a:moveTo>
                    <a:pt x="2458" y="3340"/>
                  </a:moveTo>
                  <a:cubicBezTo>
                    <a:pt x="3245" y="3340"/>
                    <a:pt x="3876" y="3875"/>
                    <a:pt x="4096" y="4600"/>
                  </a:cubicBezTo>
                  <a:lnTo>
                    <a:pt x="883" y="4600"/>
                  </a:lnTo>
                  <a:cubicBezTo>
                    <a:pt x="1040" y="3875"/>
                    <a:pt x="1733" y="3340"/>
                    <a:pt x="2458" y="3340"/>
                  </a:cubicBezTo>
                  <a:close/>
                  <a:moveTo>
                    <a:pt x="2458" y="0"/>
                  </a:moveTo>
                  <a:cubicBezTo>
                    <a:pt x="1576" y="0"/>
                    <a:pt x="820" y="756"/>
                    <a:pt x="820" y="1670"/>
                  </a:cubicBezTo>
                  <a:cubicBezTo>
                    <a:pt x="820" y="2080"/>
                    <a:pt x="977" y="2489"/>
                    <a:pt x="1292" y="2804"/>
                  </a:cubicBezTo>
                  <a:cubicBezTo>
                    <a:pt x="536" y="3245"/>
                    <a:pt x="0" y="4033"/>
                    <a:pt x="0" y="4978"/>
                  </a:cubicBezTo>
                  <a:cubicBezTo>
                    <a:pt x="0" y="5230"/>
                    <a:pt x="189" y="5388"/>
                    <a:pt x="410" y="5388"/>
                  </a:cubicBezTo>
                  <a:lnTo>
                    <a:pt x="4569" y="5388"/>
                  </a:lnTo>
                  <a:cubicBezTo>
                    <a:pt x="4789" y="5388"/>
                    <a:pt x="4947" y="5199"/>
                    <a:pt x="4947" y="4978"/>
                  </a:cubicBezTo>
                  <a:cubicBezTo>
                    <a:pt x="4947" y="4033"/>
                    <a:pt x="4443" y="3245"/>
                    <a:pt x="3655" y="2804"/>
                  </a:cubicBezTo>
                  <a:cubicBezTo>
                    <a:pt x="3939" y="2489"/>
                    <a:pt x="4128" y="2080"/>
                    <a:pt x="4128" y="1670"/>
                  </a:cubicBezTo>
                  <a:cubicBezTo>
                    <a:pt x="4128" y="756"/>
                    <a:pt x="3371" y="0"/>
                    <a:pt x="2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347" name="Google Shape;1347;p49"/>
          <p:cNvGrpSpPr/>
          <p:nvPr/>
        </p:nvGrpSpPr>
        <p:grpSpPr>
          <a:xfrm>
            <a:off x="9637762" y="2913053"/>
            <a:ext cx="611408" cy="650451"/>
            <a:chOff x="-10019125" y="2490075"/>
            <a:chExt cx="333975" cy="354450"/>
          </a:xfrm>
        </p:grpSpPr>
        <p:sp>
          <p:nvSpPr>
            <p:cNvPr id="1348" name="Google Shape;1348;p49"/>
            <p:cNvSpPr/>
            <p:nvPr/>
          </p:nvSpPr>
          <p:spPr>
            <a:xfrm>
              <a:off x="-10019125" y="2490850"/>
              <a:ext cx="333975" cy="353675"/>
            </a:xfrm>
            <a:custGeom>
              <a:rect b="b" l="l" r="r" t="t"/>
              <a:pathLst>
                <a:path extrusionOk="0" h="14147" w="13359">
                  <a:moveTo>
                    <a:pt x="7184" y="1670"/>
                  </a:moveTo>
                  <a:cubicBezTo>
                    <a:pt x="7405" y="1670"/>
                    <a:pt x="7625" y="1859"/>
                    <a:pt x="7625" y="2048"/>
                  </a:cubicBezTo>
                  <a:lnTo>
                    <a:pt x="7625" y="4191"/>
                  </a:lnTo>
                  <a:cubicBezTo>
                    <a:pt x="7499" y="4128"/>
                    <a:pt x="7342" y="4096"/>
                    <a:pt x="7184" y="4096"/>
                  </a:cubicBezTo>
                  <a:cubicBezTo>
                    <a:pt x="7027" y="4096"/>
                    <a:pt x="6900" y="4128"/>
                    <a:pt x="6743" y="4191"/>
                  </a:cubicBezTo>
                  <a:lnTo>
                    <a:pt x="6743" y="2048"/>
                  </a:lnTo>
                  <a:cubicBezTo>
                    <a:pt x="6743" y="1828"/>
                    <a:pt x="6932" y="1670"/>
                    <a:pt x="7184" y="1670"/>
                  </a:cubicBezTo>
                  <a:close/>
                  <a:moveTo>
                    <a:pt x="8791" y="788"/>
                  </a:moveTo>
                  <a:cubicBezTo>
                    <a:pt x="8980" y="788"/>
                    <a:pt x="9200" y="977"/>
                    <a:pt x="9200" y="1229"/>
                  </a:cubicBezTo>
                  <a:lnTo>
                    <a:pt x="9200" y="5356"/>
                  </a:lnTo>
                  <a:cubicBezTo>
                    <a:pt x="9200" y="5608"/>
                    <a:pt x="9389" y="5797"/>
                    <a:pt x="9610" y="5797"/>
                  </a:cubicBezTo>
                  <a:cubicBezTo>
                    <a:pt x="9862" y="5797"/>
                    <a:pt x="10019" y="5608"/>
                    <a:pt x="10019" y="5356"/>
                  </a:cubicBezTo>
                  <a:lnTo>
                    <a:pt x="10019" y="2048"/>
                  </a:lnTo>
                  <a:cubicBezTo>
                    <a:pt x="10019" y="1828"/>
                    <a:pt x="10209" y="1670"/>
                    <a:pt x="10398" y="1670"/>
                  </a:cubicBezTo>
                  <a:cubicBezTo>
                    <a:pt x="10618" y="1670"/>
                    <a:pt x="10807" y="1859"/>
                    <a:pt x="10807" y="2048"/>
                  </a:cubicBezTo>
                  <a:lnTo>
                    <a:pt x="10807" y="5356"/>
                  </a:lnTo>
                  <a:cubicBezTo>
                    <a:pt x="10807" y="5608"/>
                    <a:pt x="10996" y="5797"/>
                    <a:pt x="11185" y="5797"/>
                  </a:cubicBezTo>
                  <a:cubicBezTo>
                    <a:pt x="11406" y="5797"/>
                    <a:pt x="11626" y="5608"/>
                    <a:pt x="11626" y="5356"/>
                  </a:cubicBezTo>
                  <a:lnTo>
                    <a:pt x="11626" y="4537"/>
                  </a:lnTo>
                  <a:cubicBezTo>
                    <a:pt x="11626" y="4285"/>
                    <a:pt x="11815" y="4096"/>
                    <a:pt x="12036" y="4096"/>
                  </a:cubicBezTo>
                  <a:cubicBezTo>
                    <a:pt x="12256" y="4096"/>
                    <a:pt x="12414" y="4285"/>
                    <a:pt x="12414" y="4537"/>
                  </a:cubicBezTo>
                  <a:lnTo>
                    <a:pt x="12414" y="8696"/>
                  </a:lnTo>
                  <a:cubicBezTo>
                    <a:pt x="12414" y="9389"/>
                    <a:pt x="11878" y="9925"/>
                    <a:pt x="11154" y="9925"/>
                  </a:cubicBezTo>
                  <a:lnTo>
                    <a:pt x="9925" y="9925"/>
                  </a:lnTo>
                  <a:lnTo>
                    <a:pt x="9925" y="7845"/>
                  </a:lnTo>
                  <a:cubicBezTo>
                    <a:pt x="9925" y="7184"/>
                    <a:pt x="9389" y="6617"/>
                    <a:pt x="8665" y="6617"/>
                  </a:cubicBezTo>
                  <a:cubicBezTo>
                    <a:pt x="8507" y="6617"/>
                    <a:pt x="8413" y="6648"/>
                    <a:pt x="8287" y="6711"/>
                  </a:cubicBezTo>
                  <a:cubicBezTo>
                    <a:pt x="8413" y="6585"/>
                    <a:pt x="8413" y="1891"/>
                    <a:pt x="8413" y="1229"/>
                  </a:cubicBezTo>
                  <a:cubicBezTo>
                    <a:pt x="8413" y="977"/>
                    <a:pt x="8602" y="788"/>
                    <a:pt x="8791" y="788"/>
                  </a:cubicBezTo>
                  <a:close/>
                  <a:moveTo>
                    <a:pt x="5483" y="4096"/>
                  </a:moveTo>
                  <a:cubicBezTo>
                    <a:pt x="5735" y="4096"/>
                    <a:pt x="5892" y="4254"/>
                    <a:pt x="5924" y="4506"/>
                  </a:cubicBezTo>
                  <a:lnTo>
                    <a:pt x="5924" y="8696"/>
                  </a:lnTo>
                  <a:cubicBezTo>
                    <a:pt x="5924" y="8948"/>
                    <a:pt x="6113" y="9105"/>
                    <a:pt x="6302" y="9105"/>
                  </a:cubicBezTo>
                  <a:cubicBezTo>
                    <a:pt x="6554" y="9105"/>
                    <a:pt x="6743" y="8885"/>
                    <a:pt x="6743" y="8696"/>
                  </a:cubicBezTo>
                  <a:lnTo>
                    <a:pt x="6743" y="5356"/>
                  </a:lnTo>
                  <a:cubicBezTo>
                    <a:pt x="6743" y="5136"/>
                    <a:pt x="6932" y="4915"/>
                    <a:pt x="7153" y="4915"/>
                  </a:cubicBezTo>
                  <a:cubicBezTo>
                    <a:pt x="7342" y="4915"/>
                    <a:pt x="7562" y="5136"/>
                    <a:pt x="7562" y="5356"/>
                  </a:cubicBezTo>
                  <a:lnTo>
                    <a:pt x="7562" y="8696"/>
                  </a:lnTo>
                  <a:cubicBezTo>
                    <a:pt x="7562" y="8948"/>
                    <a:pt x="7783" y="9105"/>
                    <a:pt x="7972" y="9105"/>
                  </a:cubicBezTo>
                  <a:cubicBezTo>
                    <a:pt x="8161" y="9105"/>
                    <a:pt x="8350" y="8885"/>
                    <a:pt x="8350" y="8696"/>
                  </a:cubicBezTo>
                  <a:lnTo>
                    <a:pt x="8350" y="7877"/>
                  </a:lnTo>
                  <a:cubicBezTo>
                    <a:pt x="8350" y="7656"/>
                    <a:pt x="8570" y="7436"/>
                    <a:pt x="8759" y="7436"/>
                  </a:cubicBezTo>
                  <a:cubicBezTo>
                    <a:pt x="8948" y="7436"/>
                    <a:pt x="9137" y="7656"/>
                    <a:pt x="9137" y="7877"/>
                  </a:cubicBezTo>
                  <a:lnTo>
                    <a:pt x="9137" y="12035"/>
                  </a:lnTo>
                  <a:cubicBezTo>
                    <a:pt x="9137" y="12728"/>
                    <a:pt x="8602" y="13264"/>
                    <a:pt x="7940" y="13264"/>
                  </a:cubicBezTo>
                  <a:lnTo>
                    <a:pt x="3403" y="13264"/>
                  </a:lnTo>
                  <a:cubicBezTo>
                    <a:pt x="2994" y="13264"/>
                    <a:pt x="2647" y="13075"/>
                    <a:pt x="2427" y="12791"/>
                  </a:cubicBezTo>
                  <a:cubicBezTo>
                    <a:pt x="915" y="10523"/>
                    <a:pt x="1009" y="10649"/>
                    <a:pt x="1009" y="10586"/>
                  </a:cubicBezTo>
                  <a:cubicBezTo>
                    <a:pt x="915" y="10429"/>
                    <a:pt x="915" y="10208"/>
                    <a:pt x="1104" y="10051"/>
                  </a:cubicBezTo>
                  <a:cubicBezTo>
                    <a:pt x="1189" y="9980"/>
                    <a:pt x="1280" y="9947"/>
                    <a:pt x="1370" y="9947"/>
                  </a:cubicBezTo>
                  <a:cubicBezTo>
                    <a:pt x="1479" y="9947"/>
                    <a:pt x="1584" y="9995"/>
                    <a:pt x="1671" y="10082"/>
                  </a:cubicBezTo>
                  <a:lnTo>
                    <a:pt x="2742" y="11153"/>
                  </a:lnTo>
                  <a:cubicBezTo>
                    <a:pt x="2818" y="11230"/>
                    <a:pt x="2918" y="11271"/>
                    <a:pt x="3005" y="11271"/>
                  </a:cubicBezTo>
                  <a:cubicBezTo>
                    <a:pt x="3062" y="11271"/>
                    <a:pt x="3114" y="11254"/>
                    <a:pt x="3151" y="11216"/>
                  </a:cubicBezTo>
                  <a:cubicBezTo>
                    <a:pt x="3340" y="11153"/>
                    <a:pt x="3403" y="11027"/>
                    <a:pt x="3403" y="10838"/>
                  </a:cubicBezTo>
                  <a:lnTo>
                    <a:pt x="3403" y="5356"/>
                  </a:lnTo>
                  <a:cubicBezTo>
                    <a:pt x="3403" y="5136"/>
                    <a:pt x="3592" y="4915"/>
                    <a:pt x="3845" y="4915"/>
                  </a:cubicBezTo>
                  <a:cubicBezTo>
                    <a:pt x="4065" y="4915"/>
                    <a:pt x="4223" y="5136"/>
                    <a:pt x="4223" y="5356"/>
                  </a:cubicBezTo>
                  <a:lnTo>
                    <a:pt x="4223" y="8696"/>
                  </a:lnTo>
                  <a:cubicBezTo>
                    <a:pt x="4223" y="8948"/>
                    <a:pt x="4412" y="9105"/>
                    <a:pt x="4664" y="9105"/>
                  </a:cubicBezTo>
                  <a:cubicBezTo>
                    <a:pt x="4884" y="9105"/>
                    <a:pt x="5105" y="8885"/>
                    <a:pt x="5105" y="8696"/>
                  </a:cubicBezTo>
                  <a:lnTo>
                    <a:pt x="5105" y="4537"/>
                  </a:lnTo>
                  <a:cubicBezTo>
                    <a:pt x="5105" y="4285"/>
                    <a:pt x="5294" y="4096"/>
                    <a:pt x="5483" y="4096"/>
                  </a:cubicBezTo>
                  <a:close/>
                  <a:moveTo>
                    <a:pt x="8822" y="1"/>
                  </a:moveTo>
                  <a:cubicBezTo>
                    <a:pt x="8255" y="1"/>
                    <a:pt x="7783" y="410"/>
                    <a:pt x="7657" y="914"/>
                  </a:cubicBezTo>
                  <a:cubicBezTo>
                    <a:pt x="7499" y="883"/>
                    <a:pt x="7342" y="820"/>
                    <a:pt x="7184" y="820"/>
                  </a:cubicBezTo>
                  <a:cubicBezTo>
                    <a:pt x="6522" y="820"/>
                    <a:pt x="5955" y="1387"/>
                    <a:pt x="5955" y="2048"/>
                  </a:cubicBezTo>
                  <a:lnTo>
                    <a:pt x="5955" y="3340"/>
                  </a:lnTo>
                  <a:cubicBezTo>
                    <a:pt x="5829" y="3309"/>
                    <a:pt x="5672" y="3277"/>
                    <a:pt x="5514" y="3277"/>
                  </a:cubicBezTo>
                  <a:cubicBezTo>
                    <a:pt x="4947" y="3277"/>
                    <a:pt x="4475" y="3655"/>
                    <a:pt x="4349" y="4191"/>
                  </a:cubicBezTo>
                  <a:cubicBezTo>
                    <a:pt x="4191" y="4128"/>
                    <a:pt x="4034" y="4096"/>
                    <a:pt x="3876" y="4096"/>
                  </a:cubicBezTo>
                  <a:cubicBezTo>
                    <a:pt x="3214" y="4096"/>
                    <a:pt x="2616" y="4663"/>
                    <a:pt x="2616" y="5356"/>
                  </a:cubicBezTo>
                  <a:lnTo>
                    <a:pt x="2616" y="9862"/>
                  </a:lnTo>
                  <a:lnTo>
                    <a:pt x="2269" y="9483"/>
                  </a:lnTo>
                  <a:cubicBezTo>
                    <a:pt x="2025" y="9239"/>
                    <a:pt x="1712" y="9121"/>
                    <a:pt x="1398" y="9121"/>
                  </a:cubicBezTo>
                  <a:cubicBezTo>
                    <a:pt x="1105" y="9121"/>
                    <a:pt x="811" y="9223"/>
                    <a:pt x="568" y="9420"/>
                  </a:cubicBezTo>
                  <a:cubicBezTo>
                    <a:pt x="95" y="9862"/>
                    <a:pt x="1" y="10555"/>
                    <a:pt x="379" y="11059"/>
                  </a:cubicBezTo>
                  <a:lnTo>
                    <a:pt x="1797" y="13264"/>
                  </a:lnTo>
                  <a:cubicBezTo>
                    <a:pt x="2175" y="13831"/>
                    <a:pt x="2805" y="14146"/>
                    <a:pt x="3435" y="14146"/>
                  </a:cubicBezTo>
                  <a:lnTo>
                    <a:pt x="7972" y="14146"/>
                  </a:lnTo>
                  <a:cubicBezTo>
                    <a:pt x="9106" y="14146"/>
                    <a:pt x="10051" y="13201"/>
                    <a:pt x="10051" y="12035"/>
                  </a:cubicBezTo>
                  <a:lnTo>
                    <a:pt x="10051" y="10807"/>
                  </a:lnTo>
                  <a:lnTo>
                    <a:pt x="11280" y="10807"/>
                  </a:lnTo>
                  <a:cubicBezTo>
                    <a:pt x="12414" y="10807"/>
                    <a:pt x="13359" y="9862"/>
                    <a:pt x="13359" y="8696"/>
                  </a:cubicBezTo>
                  <a:lnTo>
                    <a:pt x="13359" y="4537"/>
                  </a:lnTo>
                  <a:cubicBezTo>
                    <a:pt x="13359" y="3876"/>
                    <a:pt x="12823" y="3309"/>
                    <a:pt x="12130" y="3309"/>
                  </a:cubicBezTo>
                  <a:cubicBezTo>
                    <a:pt x="11973" y="3309"/>
                    <a:pt x="11878" y="3340"/>
                    <a:pt x="11752" y="3372"/>
                  </a:cubicBezTo>
                  <a:lnTo>
                    <a:pt x="11752" y="2048"/>
                  </a:lnTo>
                  <a:cubicBezTo>
                    <a:pt x="11752" y="1387"/>
                    <a:pt x="11185" y="820"/>
                    <a:pt x="10492" y="820"/>
                  </a:cubicBezTo>
                  <a:cubicBezTo>
                    <a:pt x="10335" y="820"/>
                    <a:pt x="10177" y="883"/>
                    <a:pt x="10019" y="914"/>
                  </a:cubicBezTo>
                  <a:cubicBezTo>
                    <a:pt x="9862" y="410"/>
                    <a:pt x="9389" y="1"/>
                    <a:pt x="88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49" name="Google Shape;1349;p49"/>
            <p:cNvSpPr/>
            <p:nvPr/>
          </p:nvSpPr>
          <p:spPr>
            <a:xfrm>
              <a:off x="-10016750" y="2491050"/>
              <a:ext cx="63825" cy="61850"/>
            </a:xfrm>
            <a:custGeom>
              <a:rect b="b" l="l" r="r" t="t"/>
              <a:pathLst>
                <a:path extrusionOk="0" h="2474" w="2553">
                  <a:moveTo>
                    <a:pt x="457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0" y="276"/>
                    <a:pt x="0" y="560"/>
                    <a:pt x="158" y="717"/>
                  </a:cubicBezTo>
                  <a:lnTo>
                    <a:pt x="1796" y="2355"/>
                  </a:lnTo>
                  <a:cubicBezTo>
                    <a:pt x="1891" y="2434"/>
                    <a:pt x="2001" y="2474"/>
                    <a:pt x="2107" y="2474"/>
                  </a:cubicBezTo>
                  <a:cubicBezTo>
                    <a:pt x="2214" y="2474"/>
                    <a:pt x="2316" y="2434"/>
                    <a:pt x="2395" y="2355"/>
                  </a:cubicBezTo>
                  <a:cubicBezTo>
                    <a:pt x="2552" y="2198"/>
                    <a:pt x="2552" y="1914"/>
                    <a:pt x="2395" y="1757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50" name="Google Shape;1350;p49"/>
            <p:cNvSpPr/>
            <p:nvPr/>
          </p:nvSpPr>
          <p:spPr>
            <a:xfrm>
              <a:off x="-9933275" y="2490075"/>
              <a:ext cx="20525" cy="63025"/>
            </a:xfrm>
            <a:custGeom>
              <a:rect b="b" l="l" r="r" t="t"/>
              <a:pathLst>
                <a:path extrusionOk="0" h="2521" w="821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2079"/>
                  </a:lnTo>
                  <a:cubicBezTo>
                    <a:pt x="1" y="2331"/>
                    <a:pt x="221" y="2520"/>
                    <a:pt x="442" y="2520"/>
                  </a:cubicBezTo>
                  <a:cubicBezTo>
                    <a:pt x="631" y="2520"/>
                    <a:pt x="820" y="2331"/>
                    <a:pt x="820" y="2079"/>
                  </a:cubicBezTo>
                  <a:lnTo>
                    <a:pt x="820" y="441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51" name="Google Shape;1351;p49"/>
            <p:cNvSpPr/>
            <p:nvPr/>
          </p:nvSpPr>
          <p:spPr>
            <a:xfrm>
              <a:off x="-10015975" y="2573550"/>
              <a:ext cx="63050" cy="20500"/>
            </a:xfrm>
            <a:custGeom>
              <a:rect b="b" l="l" r="r" t="t"/>
              <a:pathLst>
                <a:path extrusionOk="0" h="820" w="2522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31"/>
                    <a:pt x="190" y="820"/>
                    <a:pt x="442" y="820"/>
                  </a:cubicBezTo>
                  <a:lnTo>
                    <a:pt x="2080" y="820"/>
                  </a:lnTo>
                  <a:cubicBezTo>
                    <a:pt x="2332" y="820"/>
                    <a:pt x="2521" y="631"/>
                    <a:pt x="2521" y="442"/>
                  </a:cubicBezTo>
                  <a:cubicBezTo>
                    <a:pt x="2521" y="190"/>
                    <a:pt x="2332" y="1"/>
                    <a:pt x="20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1352" name="Google Shape;1352;p49"/>
          <p:cNvSpPr/>
          <p:nvPr/>
        </p:nvSpPr>
        <p:spPr>
          <a:xfrm>
            <a:off x="9618135" y="4203923"/>
            <a:ext cx="650437" cy="650456"/>
          </a:xfrm>
          <a:custGeom>
            <a:rect b="b" l="l" r="r" t="t"/>
            <a:pathLst>
              <a:path extrusionOk="0" h="12036" w="12004">
                <a:moveTo>
                  <a:pt x="10933" y="4947"/>
                </a:moveTo>
                <a:cubicBezTo>
                  <a:pt x="11122" y="4947"/>
                  <a:pt x="11279" y="5104"/>
                  <a:pt x="11279" y="5293"/>
                </a:cubicBezTo>
                <a:lnTo>
                  <a:pt x="11279" y="5671"/>
                </a:lnTo>
                <a:lnTo>
                  <a:pt x="7782" y="5671"/>
                </a:lnTo>
                <a:lnTo>
                  <a:pt x="7782" y="5293"/>
                </a:lnTo>
                <a:cubicBezTo>
                  <a:pt x="7782" y="5104"/>
                  <a:pt x="7940" y="4947"/>
                  <a:pt x="8129" y="4947"/>
                </a:cubicBezTo>
                <a:close/>
                <a:moveTo>
                  <a:pt x="9547" y="694"/>
                </a:moveTo>
                <a:cubicBezTo>
                  <a:pt x="9736" y="694"/>
                  <a:pt x="9893" y="851"/>
                  <a:pt x="9893" y="1040"/>
                </a:cubicBezTo>
                <a:lnTo>
                  <a:pt x="9893" y="4254"/>
                </a:lnTo>
                <a:lnTo>
                  <a:pt x="8129" y="4254"/>
                </a:lnTo>
                <a:cubicBezTo>
                  <a:pt x="7530" y="4254"/>
                  <a:pt x="7058" y="4726"/>
                  <a:pt x="7058" y="5293"/>
                </a:cubicBezTo>
                <a:lnTo>
                  <a:pt x="7058" y="6365"/>
                </a:lnTo>
                <a:lnTo>
                  <a:pt x="694" y="6365"/>
                </a:lnTo>
                <a:lnTo>
                  <a:pt x="694" y="1040"/>
                </a:lnTo>
                <a:cubicBezTo>
                  <a:pt x="725" y="851"/>
                  <a:pt x="883" y="694"/>
                  <a:pt x="1072" y="694"/>
                </a:cubicBezTo>
                <a:close/>
                <a:moveTo>
                  <a:pt x="7121" y="7026"/>
                </a:moveTo>
                <a:lnTo>
                  <a:pt x="7121" y="7751"/>
                </a:lnTo>
                <a:lnTo>
                  <a:pt x="1072" y="7751"/>
                </a:lnTo>
                <a:cubicBezTo>
                  <a:pt x="883" y="7751"/>
                  <a:pt x="725" y="7593"/>
                  <a:pt x="725" y="7404"/>
                </a:cubicBezTo>
                <a:lnTo>
                  <a:pt x="725" y="7026"/>
                </a:lnTo>
                <a:close/>
                <a:moveTo>
                  <a:pt x="5703" y="8444"/>
                </a:moveTo>
                <a:lnTo>
                  <a:pt x="5703" y="9168"/>
                </a:lnTo>
                <a:lnTo>
                  <a:pt x="4947" y="9168"/>
                </a:lnTo>
                <a:lnTo>
                  <a:pt x="4947" y="8444"/>
                </a:lnTo>
                <a:close/>
                <a:moveTo>
                  <a:pt x="7089" y="8444"/>
                </a:moveTo>
                <a:lnTo>
                  <a:pt x="7089" y="9168"/>
                </a:lnTo>
                <a:lnTo>
                  <a:pt x="6365" y="9168"/>
                </a:lnTo>
                <a:lnTo>
                  <a:pt x="6365" y="8444"/>
                </a:lnTo>
                <a:close/>
                <a:moveTo>
                  <a:pt x="11279" y="6333"/>
                </a:moveTo>
                <a:lnTo>
                  <a:pt x="11279" y="9830"/>
                </a:lnTo>
                <a:lnTo>
                  <a:pt x="7782" y="9830"/>
                </a:lnTo>
                <a:lnTo>
                  <a:pt x="7782" y="6333"/>
                </a:lnTo>
                <a:close/>
                <a:moveTo>
                  <a:pt x="11279" y="10523"/>
                </a:moveTo>
                <a:lnTo>
                  <a:pt x="11279" y="10901"/>
                </a:lnTo>
                <a:cubicBezTo>
                  <a:pt x="11279" y="11090"/>
                  <a:pt x="11122" y="11248"/>
                  <a:pt x="10933" y="11248"/>
                </a:cubicBezTo>
                <a:lnTo>
                  <a:pt x="8129" y="11248"/>
                </a:lnTo>
                <a:cubicBezTo>
                  <a:pt x="7940" y="11248"/>
                  <a:pt x="7782" y="11090"/>
                  <a:pt x="7782" y="10901"/>
                </a:cubicBezTo>
                <a:lnTo>
                  <a:pt x="7782" y="10523"/>
                </a:lnTo>
                <a:close/>
                <a:moveTo>
                  <a:pt x="1040" y="1"/>
                </a:moveTo>
                <a:cubicBezTo>
                  <a:pt x="442" y="1"/>
                  <a:pt x="1" y="473"/>
                  <a:pt x="1" y="1040"/>
                </a:cubicBezTo>
                <a:lnTo>
                  <a:pt x="1" y="7436"/>
                </a:lnTo>
                <a:cubicBezTo>
                  <a:pt x="1" y="8034"/>
                  <a:pt x="442" y="8507"/>
                  <a:pt x="1040" y="8507"/>
                </a:cubicBezTo>
                <a:lnTo>
                  <a:pt x="4191" y="8507"/>
                </a:lnTo>
                <a:lnTo>
                  <a:pt x="4191" y="9200"/>
                </a:lnTo>
                <a:lnTo>
                  <a:pt x="3151" y="9200"/>
                </a:lnTo>
                <a:cubicBezTo>
                  <a:pt x="2931" y="9200"/>
                  <a:pt x="2773" y="9357"/>
                  <a:pt x="2773" y="9546"/>
                </a:cubicBezTo>
                <a:cubicBezTo>
                  <a:pt x="2773" y="9767"/>
                  <a:pt x="2931" y="9925"/>
                  <a:pt x="3151" y="9925"/>
                </a:cubicBezTo>
                <a:lnTo>
                  <a:pt x="7026" y="9925"/>
                </a:lnTo>
                <a:lnTo>
                  <a:pt x="7026" y="10964"/>
                </a:lnTo>
                <a:cubicBezTo>
                  <a:pt x="7026" y="11563"/>
                  <a:pt x="7499" y="12035"/>
                  <a:pt x="8097" y="12035"/>
                </a:cubicBezTo>
                <a:lnTo>
                  <a:pt x="10901" y="12035"/>
                </a:lnTo>
                <a:cubicBezTo>
                  <a:pt x="11468" y="12035"/>
                  <a:pt x="11941" y="11563"/>
                  <a:pt x="11941" y="10964"/>
                </a:cubicBezTo>
                <a:lnTo>
                  <a:pt x="11941" y="5356"/>
                </a:lnTo>
                <a:cubicBezTo>
                  <a:pt x="12004" y="4726"/>
                  <a:pt x="11531" y="4254"/>
                  <a:pt x="10933" y="4254"/>
                </a:cubicBezTo>
                <a:lnTo>
                  <a:pt x="10586" y="4254"/>
                </a:lnTo>
                <a:lnTo>
                  <a:pt x="10586" y="1040"/>
                </a:lnTo>
                <a:cubicBezTo>
                  <a:pt x="10586" y="473"/>
                  <a:pt x="10114" y="1"/>
                  <a:pt x="951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3" name="Google Shape;1353;p49"/>
          <p:cNvSpPr/>
          <p:nvPr/>
        </p:nvSpPr>
        <p:spPr>
          <a:xfrm>
            <a:off x="9611619" y="5475092"/>
            <a:ext cx="663454" cy="650416"/>
          </a:xfrm>
          <a:custGeom>
            <a:rect b="b" l="l" r="r" t="t"/>
            <a:pathLst>
              <a:path extrusionOk="0" h="11815" w="11973">
                <a:moveTo>
                  <a:pt x="5986" y="631"/>
                </a:moveTo>
                <a:cubicBezTo>
                  <a:pt x="6396" y="631"/>
                  <a:pt x="6711" y="946"/>
                  <a:pt x="6711" y="1324"/>
                </a:cubicBezTo>
                <a:cubicBezTo>
                  <a:pt x="6711" y="1733"/>
                  <a:pt x="6396" y="2048"/>
                  <a:pt x="5986" y="2048"/>
                </a:cubicBezTo>
                <a:cubicBezTo>
                  <a:pt x="5608" y="2048"/>
                  <a:pt x="5293" y="1733"/>
                  <a:pt x="5293" y="1324"/>
                </a:cubicBezTo>
                <a:cubicBezTo>
                  <a:pt x="5293" y="946"/>
                  <a:pt x="5608" y="631"/>
                  <a:pt x="5986" y="631"/>
                </a:cubicBezTo>
                <a:close/>
                <a:moveTo>
                  <a:pt x="5986" y="2710"/>
                </a:moveTo>
                <a:cubicBezTo>
                  <a:pt x="6931" y="2710"/>
                  <a:pt x="7719" y="3498"/>
                  <a:pt x="7719" y="4443"/>
                </a:cubicBezTo>
                <a:lnTo>
                  <a:pt x="7719" y="4789"/>
                </a:lnTo>
                <a:lnTo>
                  <a:pt x="4253" y="4789"/>
                </a:lnTo>
                <a:lnTo>
                  <a:pt x="4253" y="4443"/>
                </a:lnTo>
                <a:cubicBezTo>
                  <a:pt x="4253" y="3498"/>
                  <a:pt x="5041" y="2710"/>
                  <a:pt x="5986" y="2710"/>
                </a:cubicBezTo>
                <a:close/>
                <a:moveTo>
                  <a:pt x="3245" y="6900"/>
                </a:moveTo>
                <a:cubicBezTo>
                  <a:pt x="3623" y="6900"/>
                  <a:pt x="3938" y="7215"/>
                  <a:pt x="3938" y="7593"/>
                </a:cubicBezTo>
                <a:cubicBezTo>
                  <a:pt x="3938" y="8003"/>
                  <a:pt x="3623" y="8318"/>
                  <a:pt x="3245" y="8318"/>
                </a:cubicBezTo>
                <a:cubicBezTo>
                  <a:pt x="2836" y="8255"/>
                  <a:pt x="2521" y="7940"/>
                  <a:pt x="2521" y="7593"/>
                </a:cubicBezTo>
                <a:cubicBezTo>
                  <a:pt x="2521" y="7215"/>
                  <a:pt x="2836" y="6900"/>
                  <a:pt x="3245" y="6900"/>
                </a:cubicBezTo>
                <a:close/>
                <a:moveTo>
                  <a:pt x="8759" y="6900"/>
                </a:moveTo>
                <a:cubicBezTo>
                  <a:pt x="9137" y="6900"/>
                  <a:pt x="9452" y="7215"/>
                  <a:pt x="9452" y="7593"/>
                </a:cubicBezTo>
                <a:cubicBezTo>
                  <a:pt x="9452" y="8003"/>
                  <a:pt x="9137" y="8318"/>
                  <a:pt x="8759" y="8318"/>
                </a:cubicBezTo>
                <a:cubicBezTo>
                  <a:pt x="8349" y="8318"/>
                  <a:pt x="8034" y="7940"/>
                  <a:pt x="8034" y="7593"/>
                </a:cubicBezTo>
                <a:cubicBezTo>
                  <a:pt x="8034" y="7215"/>
                  <a:pt x="8349" y="6900"/>
                  <a:pt x="8759" y="6900"/>
                </a:cubicBezTo>
                <a:close/>
                <a:moveTo>
                  <a:pt x="10365" y="5545"/>
                </a:moveTo>
                <a:cubicBezTo>
                  <a:pt x="10523" y="5545"/>
                  <a:pt x="10680" y="5672"/>
                  <a:pt x="10712" y="5829"/>
                </a:cubicBezTo>
                <a:lnTo>
                  <a:pt x="11216" y="8570"/>
                </a:lnTo>
                <a:cubicBezTo>
                  <a:pt x="11247" y="8790"/>
                  <a:pt x="11027" y="8980"/>
                  <a:pt x="10838" y="8980"/>
                </a:cubicBezTo>
                <a:lnTo>
                  <a:pt x="10460" y="8980"/>
                </a:lnTo>
                <a:cubicBezTo>
                  <a:pt x="10239" y="8790"/>
                  <a:pt x="10019" y="8633"/>
                  <a:pt x="9767" y="8507"/>
                </a:cubicBezTo>
                <a:cubicBezTo>
                  <a:pt x="10019" y="8255"/>
                  <a:pt x="10145" y="7940"/>
                  <a:pt x="10145" y="7562"/>
                </a:cubicBezTo>
                <a:cubicBezTo>
                  <a:pt x="10145" y="6806"/>
                  <a:pt x="9515" y="6176"/>
                  <a:pt x="8759" y="6176"/>
                </a:cubicBezTo>
                <a:cubicBezTo>
                  <a:pt x="8002" y="6176"/>
                  <a:pt x="7372" y="6806"/>
                  <a:pt x="7372" y="7562"/>
                </a:cubicBezTo>
                <a:cubicBezTo>
                  <a:pt x="7372" y="7908"/>
                  <a:pt x="7498" y="8223"/>
                  <a:pt x="7719" y="8507"/>
                </a:cubicBezTo>
                <a:cubicBezTo>
                  <a:pt x="7498" y="8633"/>
                  <a:pt x="7246" y="8790"/>
                  <a:pt x="7057" y="8980"/>
                </a:cubicBezTo>
                <a:lnTo>
                  <a:pt x="4883" y="8980"/>
                </a:lnTo>
                <a:cubicBezTo>
                  <a:pt x="4694" y="8790"/>
                  <a:pt x="4442" y="8633"/>
                  <a:pt x="4222" y="8507"/>
                </a:cubicBezTo>
                <a:cubicBezTo>
                  <a:pt x="4474" y="8255"/>
                  <a:pt x="4568" y="7940"/>
                  <a:pt x="4568" y="7562"/>
                </a:cubicBezTo>
                <a:cubicBezTo>
                  <a:pt x="4568" y="6806"/>
                  <a:pt x="3938" y="6176"/>
                  <a:pt x="3214" y="6176"/>
                </a:cubicBezTo>
                <a:cubicBezTo>
                  <a:pt x="2458" y="6176"/>
                  <a:pt x="1828" y="6806"/>
                  <a:pt x="1828" y="7562"/>
                </a:cubicBezTo>
                <a:cubicBezTo>
                  <a:pt x="1828" y="7908"/>
                  <a:pt x="1954" y="8223"/>
                  <a:pt x="2174" y="8507"/>
                </a:cubicBezTo>
                <a:cubicBezTo>
                  <a:pt x="1922" y="8633"/>
                  <a:pt x="1701" y="8790"/>
                  <a:pt x="1512" y="8980"/>
                </a:cubicBezTo>
                <a:lnTo>
                  <a:pt x="1103" y="8980"/>
                </a:lnTo>
                <a:cubicBezTo>
                  <a:pt x="882" y="8980"/>
                  <a:pt x="725" y="8790"/>
                  <a:pt x="756" y="8570"/>
                </a:cubicBezTo>
                <a:lnTo>
                  <a:pt x="1260" y="5829"/>
                </a:lnTo>
                <a:cubicBezTo>
                  <a:pt x="1323" y="5672"/>
                  <a:pt x="1418" y="5545"/>
                  <a:pt x="1638" y="5545"/>
                </a:cubicBezTo>
                <a:close/>
                <a:moveTo>
                  <a:pt x="3214" y="8948"/>
                </a:moveTo>
                <a:cubicBezTo>
                  <a:pt x="4127" y="8948"/>
                  <a:pt x="4915" y="9736"/>
                  <a:pt x="4915" y="10712"/>
                </a:cubicBezTo>
                <a:lnTo>
                  <a:pt x="4915" y="11059"/>
                </a:lnTo>
                <a:lnTo>
                  <a:pt x="1481" y="11059"/>
                </a:lnTo>
                <a:lnTo>
                  <a:pt x="1481" y="10712"/>
                </a:lnTo>
                <a:cubicBezTo>
                  <a:pt x="1481" y="9736"/>
                  <a:pt x="2269" y="8948"/>
                  <a:pt x="3214" y="8948"/>
                </a:cubicBezTo>
                <a:close/>
                <a:moveTo>
                  <a:pt x="8759" y="8948"/>
                </a:moveTo>
                <a:cubicBezTo>
                  <a:pt x="9704" y="8948"/>
                  <a:pt x="10491" y="9736"/>
                  <a:pt x="10491" y="10712"/>
                </a:cubicBezTo>
                <a:lnTo>
                  <a:pt x="10491" y="11059"/>
                </a:lnTo>
                <a:lnTo>
                  <a:pt x="7026" y="11059"/>
                </a:lnTo>
                <a:lnTo>
                  <a:pt x="7026" y="10712"/>
                </a:lnTo>
                <a:cubicBezTo>
                  <a:pt x="7026" y="9736"/>
                  <a:pt x="7813" y="8948"/>
                  <a:pt x="8759" y="8948"/>
                </a:cubicBezTo>
                <a:close/>
                <a:moveTo>
                  <a:pt x="5986" y="1"/>
                </a:moveTo>
                <a:cubicBezTo>
                  <a:pt x="5262" y="1"/>
                  <a:pt x="4631" y="631"/>
                  <a:pt x="4631" y="1387"/>
                </a:cubicBezTo>
                <a:cubicBezTo>
                  <a:pt x="4631" y="1733"/>
                  <a:pt x="4726" y="2048"/>
                  <a:pt x="4978" y="2269"/>
                </a:cubicBezTo>
                <a:cubicBezTo>
                  <a:pt x="4127" y="2679"/>
                  <a:pt x="3592" y="3498"/>
                  <a:pt x="3592" y="4474"/>
                </a:cubicBezTo>
                <a:lnTo>
                  <a:pt x="3592" y="4852"/>
                </a:lnTo>
                <a:lnTo>
                  <a:pt x="1670" y="4852"/>
                </a:lnTo>
                <a:cubicBezTo>
                  <a:pt x="1166" y="4852"/>
                  <a:pt x="725" y="5199"/>
                  <a:pt x="630" y="5703"/>
                </a:cubicBezTo>
                <a:lnTo>
                  <a:pt x="126" y="8475"/>
                </a:lnTo>
                <a:cubicBezTo>
                  <a:pt x="0" y="9043"/>
                  <a:pt x="473" y="9610"/>
                  <a:pt x="1071" y="9673"/>
                </a:cubicBezTo>
                <a:cubicBezTo>
                  <a:pt x="914" y="9988"/>
                  <a:pt x="819" y="10366"/>
                  <a:pt x="819" y="10744"/>
                </a:cubicBezTo>
                <a:lnTo>
                  <a:pt x="819" y="11468"/>
                </a:lnTo>
                <a:cubicBezTo>
                  <a:pt x="819" y="11657"/>
                  <a:pt x="977" y="11815"/>
                  <a:pt x="1197" y="11815"/>
                </a:cubicBezTo>
                <a:lnTo>
                  <a:pt x="5356" y="11815"/>
                </a:lnTo>
                <a:cubicBezTo>
                  <a:pt x="5545" y="11815"/>
                  <a:pt x="5703" y="11657"/>
                  <a:pt x="5703" y="11468"/>
                </a:cubicBezTo>
                <a:lnTo>
                  <a:pt x="5703" y="10744"/>
                </a:lnTo>
                <a:cubicBezTo>
                  <a:pt x="5703" y="10366"/>
                  <a:pt x="5640" y="9988"/>
                  <a:pt x="5482" y="9673"/>
                </a:cubicBezTo>
                <a:lnTo>
                  <a:pt x="6648" y="9673"/>
                </a:lnTo>
                <a:cubicBezTo>
                  <a:pt x="6490" y="9988"/>
                  <a:pt x="6427" y="10366"/>
                  <a:pt x="6427" y="10744"/>
                </a:cubicBezTo>
                <a:lnTo>
                  <a:pt x="6427" y="11468"/>
                </a:lnTo>
                <a:cubicBezTo>
                  <a:pt x="6427" y="11657"/>
                  <a:pt x="6585" y="11815"/>
                  <a:pt x="6774" y="11815"/>
                </a:cubicBezTo>
                <a:lnTo>
                  <a:pt x="10838" y="11815"/>
                </a:lnTo>
                <a:cubicBezTo>
                  <a:pt x="11027" y="11815"/>
                  <a:pt x="11184" y="11657"/>
                  <a:pt x="11184" y="11468"/>
                </a:cubicBezTo>
                <a:lnTo>
                  <a:pt x="11184" y="10744"/>
                </a:lnTo>
                <a:cubicBezTo>
                  <a:pt x="11184" y="10366"/>
                  <a:pt x="11121" y="9988"/>
                  <a:pt x="10964" y="9673"/>
                </a:cubicBezTo>
                <a:cubicBezTo>
                  <a:pt x="11563" y="9610"/>
                  <a:pt x="11972" y="9043"/>
                  <a:pt x="11878" y="8475"/>
                </a:cubicBezTo>
                <a:lnTo>
                  <a:pt x="11342" y="5703"/>
                </a:lnTo>
                <a:cubicBezTo>
                  <a:pt x="11279" y="5199"/>
                  <a:pt x="10838" y="4852"/>
                  <a:pt x="10334" y="4852"/>
                </a:cubicBezTo>
                <a:lnTo>
                  <a:pt x="8412" y="4852"/>
                </a:lnTo>
                <a:lnTo>
                  <a:pt x="8412" y="4474"/>
                </a:lnTo>
                <a:cubicBezTo>
                  <a:pt x="8412" y="3498"/>
                  <a:pt x="7845" y="2679"/>
                  <a:pt x="7026" y="2269"/>
                </a:cubicBezTo>
                <a:cubicBezTo>
                  <a:pt x="7246" y="2048"/>
                  <a:pt x="7372" y="1733"/>
                  <a:pt x="7372" y="1387"/>
                </a:cubicBezTo>
                <a:cubicBezTo>
                  <a:pt x="7372" y="631"/>
                  <a:pt x="6742" y="1"/>
                  <a:pt x="598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4" name="Google Shape;1354;p49"/>
          <p:cNvSpPr/>
          <p:nvPr/>
        </p:nvSpPr>
        <p:spPr>
          <a:xfrm>
            <a:off x="1503022" y="1529608"/>
            <a:ext cx="843900" cy="843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1</a:t>
            </a:r>
            <a:endParaRPr b="1" sz="1800">
              <a:solidFill>
                <a:schemeClr val="lt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5" name="Google Shape;1355;p49"/>
          <p:cNvSpPr/>
          <p:nvPr/>
        </p:nvSpPr>
        <p:spPr>
          <a:xfrm>
            <a:off x="1503022" y="2812524"/>
            <a:ext cx="843900" cy="84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endParaRPr b="1"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6" name="Google Shape;1356;p49"/>
          <p:cNvSpPr/>
          <p:nvPr/>
        </p:nvSpPr>
        <p:spPr>
          <a:xfrm>
            <a:off x="1503022" y="4095439"/>
            <a:ext cx="843900" cy="8439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endParaRPr b="1"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57" name="Google Shape;1357;p49"/>
          <p:cNvSpPr/>
          <p:nvPr/>
        </p:nvSpPr>
        <p:spPr>
          <a:xfrm>
            <a:off x="1503022" y="5378355"/>
            <a:ext cx="843900" cy="8439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0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rPr>
              <a:t>4</a:t>
            </a:r>
            <a:endParaRPr b="1"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1358" name="Google Shape;1358;p49"/>
          <p:cNvCxnSpPr/>
          <p:nvPr/>
        </p:nvCxnSpPr>
        <p:spPr>
          <a:xfrm>
            <a:off x="9245393" y="1352260"/>
            <a:ext cx="0" cy="5234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9" name="Google Shape;1359;p49"/>
          <p:cNvCxnSpPr>
            <a:stCxn id="1354" idx="6"/>
            <a:endCxn id="1331" idx="1"/>
          </p:cNvCxnSpPr>
          <p:nvPr/>
        </p:nvCxnSpPr>
        <p:spPr>
          <a:xfrm>
            <a:off x="2346922" y="1951558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0" name="Google Shape;1360;p49"/>
          <p:cNvCxnSpPr>
            <a:stCxn id="1355" idx="6"/>
            <a:endCxn id="1330" idx="1"/>
          </p:cNvCxnSpPr>
          <p:nvPr/>
        </p:nvCxnSpPr>
        <p:spPr>
          <a:xfrm>
            <a:off x="2346922" y="3234474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1" name="Google Shape;1361;p49"/>
          <p:cNvCxnSpPr>
            <a:stCxn id="1356" idx="6"/>
            <a:endCxn id="1329" idx="1"/>
          </p:cNvCxnSpPr>
          <p:nvPr/>
        </p:nvCxnSpPr>
        <p:spPr>
          <a:xfrm>
            <a:off x="2346922" y="4517389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2" name="Google Shape;1362;p49"/>
          <p:cNvCxnSpPr>
            <a:stCxn id="1357" idx="6"/>
            <a:endCxn id="1328" idx="1"/>
          </p:cNvCxnSpPr>
          <p:nvPr/>
        </p:nvCxnSpPr>
        <p:spPr>
          <a:xfrm>
            <a:off x="2346922" y="5800305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7" name="Google Shape;1367;p50"/>
          <p:cNvGrpSpPr/>
          <p:nvPr/>
        </p:nvGrpSpPr>
        <p:grpSpPr>
          <a:xfrm>
            <a:off x="562587" y="1692531"/>
            <a:ext cx="11065767" cy="4513572"/>
            <a:chOff x="387126" y="1435569"/>
            <a:chExt cx="11758332" cy="4796060"/>
          </a:xfrm>
        </p:grpSpPr>
        <p:grpSp>
          <p:nvGrpSpPr>
            <p:cNvPr id="1368" name="Google Shape;1368;p50"/>
            <p:cNvGrpSpPr/>
            <p:nvPr/>
          </p:nvGrpSpPr>
          <p:grpSpPr>
            <a:xfrm>
              <a:off x="387126" y="1435569"/>
              <a:ext cx="11758332" cy="4796060"/>
              <a:chOff x="1520825" y="3177891"/>
              <a:chExt cx="21974084" cy="8962923"/>
            </a:xfrm>
          </p:grpSpPr>
          <p:sp>
            <p:nvSpPr>
              <p:cNvPr id="1369" name="Google Shape;1369;p50"/>
              <p:cNvSpPr/>
              <p:nvPr/>
            </p:nvSpPr>
            <p:spPr>
              <a:xfrm>
                <a:off x="1520825" y="3177891"/>
                <a:ext cx="2352553" cy="4109539"/>
              </a:xfrm>
              <a:custGeom>
                <a:rect b="b" l="l" r="r" t="t"/>
                <a:pathLst>
                  <a:path extrusionOk="0" h="4109539" w="2352553">
                    <a:moveTo>
                      <a:pt x="1176603" y="82948"/>
                    </a:moveTo>
                    <a:lnTo>
                      <a:pt x="65331" y="962722"/>
                    </a:lnTo>
                    <a:lnTo>
                      <a:pt x="65331" y="2520263"/>
                    </a:lnTo>
                    <a:lnTo>
                      <a:pt x="478633" y="2520263"/>
                    </a:lnTo>
                    <a:cubicBezTo>
                      <a:pt x="756177" y="2520263"/>
                      <a:pt x="1004987" y="2641684"/>
                      <a:pt x="1178043" y="2832302"/>
                    </a:cubicBezTo>
                    <a:cubicBezTo>
                      <a:pt x="1351100" y="2641684"/>
                      <a:pt x="1599910" y="2520263"/>
                      <a:pt x="1876800" y="2520263"/>
                    </a:cubicBezTo>
                    <a:lnTo>
                      <a:pt x="2287875" y="2520263"/>
                    </a:lnTo>
                    <a:lnTo>
                      <a:pt x="2287875" y="962722"/>
                    </a:lnTo>
                    <a:close/>
                    <a:moveTo>
                      <a:pt x="1176603" y="0"/>
                    </a:moveTo>
                    <a:lnTo>
                      <a:pt x="2352553" y="930718"/>
                    </a:lnTo>
                    <a:lnTo>
                      <a:pt x="2352553" y="3006383"/>
                    </a:lnTo>
                    <a:lnTo>
                      <a:pt x="2320870" y="3006383"/>
                    </a:lnTo>
                    <a:lnTo>
                      <a:pt x="2320870" y="3009865"/>
                    </a:lnTo>
                    <a:lnTo>
                      <a:pt x="1876800" y="3009865"/>
                    </a:lnTo>
                    <a:cubicBezTo>
                      <a:pt x="1626684" y="3009865"/>
                      <a:pt x="1422935" y="3214192"/>
                      <a:pt x="1422935" y="3464216"/>
                    </a:cubicBezTo>
                    <a:lnTo>
                      <a:pt x="1422935" y="3562933"/>
                    </a:lnTo>
                    <a:lnTo>
                      <a:pt x="1834098" y="3562933"/>
                    </a:lnTo>
                    <a:lnTo>
                      <a:pt x="1176276" y="4109539"/>
                    </a:lnTo>
                    <a:lnTo>
                      <a:pt x="518454" y="3562933"/>
                    </a:lnTo>
                    <a:lnTo>
                      <a:pt x="933152" y="3562933"/>
                    </a:lnTo>
                    <a:lnTo>
                      <a:pt x="933152" y="3464216"/>
                    </a:lnTo>
                    <a:cubicBezTo>
                      <a:pt x="933152" y="3214192"/>
                      <a:pt x="729402" y="3009865"/>
                      <a:pt x="478633" y="3009865"/>
                    </a:cubicBezTo>
                    <a:lnTo>
                      <a:pt x="34563" y="3009865"/>
                    </a:lnTo>
                    <a:lnTo>
                      <a:pt x="34563" y="3006383"/>
                    </a:lnTo>
                    <a:lnTo>
                      <a:pt x="0" y="3006383"/>
                    </a:lnTo>
                    <a:lnTo>
                      <a:pt x="0" y="930718"/>
                    </a:lnTo>
                    <a:lnTo>
                      <a:pt x="12413" y="92092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0" name="Google Shape;1370;p50"/>
              <p:cNvSpPr/>
              <p:nvPr/>
            </p:nvSpPr>
            <p:spPr>
              <a:xfrm>
                <a:off x="4614268" y="4641085"/>
                <a:ext cx="6446123" cy="228600"/>
              </a:xfrm>
              <a:custGeom>
                <a:rect b="b" l="l" r="r" t="t"/>
                <a:pathLst>
                  <a:path extrusionOk="0" h="581" w="9868">
                    <a:moveTo>
                      <a:pt x="9867" y="580"/>
                    </a:moveTo>
                    <a:lnTo>
                      <a:pt x="0" y="580"/>
                    </a:lnTo>
                    <a:lnTo>
                      <a:pt x="0" y="0"/>
                    </a:lnTo>
                    <a:lnTo>
                      <a:pt x="9867" y="0"/>
                    </a:lnTo>
                    <a:lnTo>
                      <a:pt x="9867" y="580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1" name="Google Shape;1371;p50"/>
              <p:cNvSpPr/>
              <p:nvPr/>
            </p:nvSpPr>
            <p:spPr>
              <a:xfrm>
                <a:off x="1520825" y="8034154"/>
                <a:ext cx="2352553" cy="4106660"/>
              </a:xfrm>
              <a:custGeom>
                <a:rect b="b" l="l" r="r" t="t"/>
                <a:pathLst>
                  <a:path extrusionOk="0" h="4106660" w="2352553">
                    <a:moveTo>
                      <a:pt x="1176603" y="82966"/>
                    </a:moveTo>
                    <a:lnTo>
                      <a:pt x="65331" y="962278"/>
                    </a:lnTo>
                    <a:lnTo>
                      <a:pt x="65331" y="2517384"/>
                    </a:lnTo>
                    <a:lnTo>
                      <a:pt x="478633" y="2517384"/>
                    </a:lnTo>
                    <a:cubicBezTo>
                      <a:pt x="756177" y="2517384"/>
                      <a:pt x="1004987" y="2638153"/>
                      <a:pt x="1178043" y="2828771"/>
                    </a:cubicBezTo>
                    <a:cubicBezTo>
                      <a:pt x="1351100" y="2638153"/>
                      <a:pt x="1599910" y="2517384"/>
                      <a:pt x="1876800" y="2517384"/>
                    </a:cubicBezTo>
                    <a:lnTo>
                      <a:pt x="2287875" y="2517384"/>
                    </a:lnTo>
                    <a:lnTo>
                      <a:pt x="2287875" y="962278"/>
                    </a:lnTo>
                    <a:close/>
                    <a:moveTo>
                      <a:pt x="1176603" y="0"/>
                    </a:moveTo>
                    <a:lnTo>
                      <a:pt x="2352553" y="930920"/>
                    </a:lnTo>
                    <a:lnTo>
                      <a:pt x="2352553" y="3006383"/>
                    </a:lnTo>
                    <a:lnTo>
                      <a:pt x="2320870" y="3006383"/>
                    </a:lnTo>
                    <a:lnTo>
                      <a:pt x="2320870" y="3006986"/>
                    </a:lnTo>
                    <a:lnTo>
                      <a:pt x="1876800" y="3006986"/>
                    </a:lnTo>
                    <a:cubicBezTo>
                      <a:pt x="1626684" y="3006986"/>
                      <a:pt x="1422935" y="3210661"/>
                      <a:pt x="1422935" y="3461337"/>
                    </a:cubicBezTo>
                    <a:lnTo>
                      <a:pt x="1422935" y="3560055"/>
                    </a:lnTo>
                    <a:lnTo>
                      <a:pt x="1834098" y="3560055"/>
                    </a:lnTo>
                    <a:lnTo>
                      <a:pt x="1176276" y="4106660"/>
                    </a:lnTo>
                    <a:lnTo>
                      <a:pt x="518454" y="3560055"/>
                    </a:lnTo>
                    <a:lnTo>
                      <a:pt x="933152" y="3560055"/>
                    </a:lnTo>
                    <a:lnTo>
                      <a:pt x="933152" y="3461337"/>
                    </a:lnTo>
                    <a:cubicBezTo>
                      <a:pt x="933152" y="3210661"/>
                      <a:pt x="729402" y="3006986"/>
                      <a:pt x="478633" y="3006986"/>
                    </a:cubicBezTo>
                    <a:lnTo>
                      <a:pt x="34563" y="3006986"/>
                    </a:lnTo>
                    <a:lnTo>
                      <a:pt x="34563" y="3006383"/>
                    </a:lnTo>
                    <a:lnTo>
                      <a:pt x="0" y="3006383"/>
                    </a:lnTo>
                    <a:lnTo>
                      <a:pt x="0" y="930920"/>
                    </a:lnTo>
                    <a:lnTo>
                      <a:pt x="12413" y="9211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2" name="Google Shape;1372;p50"/>
              <p:cNvSpPr/>
              <p:nvPr/>
            </p:nvSpPr>
            <p:spPr>
              <a:xfrm>
                <a:off x="4614268" y="9494468"/>
                <a:ext cx="6446123" cy="228600"/>
              </a:xfrm>
              <a:custGeom>
                <a:rect b="b" l="l" r="r" t="t"/>
                <a:pathLst>
                  <a:path extrusionOk="0" h="580" w="9868">
                    <a:moveTo>
                      <a:pt x="9867" y="579"/>
                    </a:moveTo>
                    <a:lnTo>
                      <a:pt x="0" y="579"/>
                    </a:lnTo>
                    <a:lnTo>
                      <a:pt x="0" y="0"/>
                    </a:lnTo>
                    <a:lnTo>
                      <a:pt x="9867" y="0"/>
                    </a:lnTo>
                    <a:lnTo>
                      <a:pt x="9867" y="579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3" name="Google Shape;1373;p50"/>
              <p:cNvSpPr/>
              <p:nvPr/>
            </p:nvSpPr>
            <p:spPr>
              <a:xfrm>
                <a:off x="13317265" y="3177891"/>
                <a:ext cx="2352553" cy="4109539"/>
              </a:xfrm>
              <a:custGeom>
                <a:rect b="b" l="l" r="r" t="t"/>
                <a:pathLst>
                  <a:path extrusionOk="0" h="4109539" w="2352553">
                    <a:moveTo>
                      <a:pt x="1176603" y="82948"/>
                    </a:moveTo>
                    <a:lnTo>
                      <a:pt x="65331" y="962722"/>
                    </a:lnTo>
                    <a:lnTo>
                      <a:pt x="65331" y="2520263"/>
                    </a:lnTo>
                    <a:lnTo>
                      <a:pt x="478633" y="2520263"/>
                    </a:lnTo>
                    <a:cubicBezTo>
                      <a:pt x="756177" y="2520263"/>
                      <a:pt x="1004987" y="2641684"/>
                      <a:pt x="1178043" y="2832302"/>
                    </a:cubicBezTo>
                    <a:cubicBezTo>
                      <a:pt x="1351100" y="2641684"/>
                      <a:pt x="1599910" y="2520263"/>
                      <a:pt x="1876800" y="2520263"/>
                    </a:cubicBezTo>
                    <a:lnTo>
                      <a:pt x="2287875" y="2520263"/>
                    </a:lnTo>
                    <a:lnTo>
                      <a:pt x="2287875" y="962722"/>
                    </a:lnTo>
                    <a:close/>
                    <a:moveTo>
                      <a:pt x="1176603" y="0"/>
                    </a:moveTo>
                    <a:lnTo>
                      <a:pt x="2352553" y="930718"/>
                    </a:lnTo>
                    <a:lnTo>
                      <a:pt x="2352553" y="3006383"/>
                    </a:lnTo>
                    <a:lnTo>
                      <a:pt x="2320870" y="3006383"/>
                    </a:lnTo>
                    <a:lnTo>
                      <a:pt x="2320870" y="3009865"/>
                    </a:lnTo>
                    <a:lnTo>
                      <a:pt x="1876800" y="3009865"/>
                    </a:lnTo>
                    <a:cubicBezTo>
                      <a:pt x="1626684" y="3009865"/>
                      <a:pt x="1422935" y="3214192"/>
                      <a:pt x="1422935" y="3464216"/>
                    </a:cubicBezTo>
                    <a:lnTo>
                      <a:pt x="1422935" y="3562933"/>
                    </a:lnTo>
                    <a:lnTo>
                      <a:pt x="1834098" y="3562933"/>
                    </a:lnTo>
                    <a:lnTo>
                      <a:pt x="1176276" y="4109539"/>
                    </a:lnTo>
                    <a:lnTo>
                      <a:pt x="518454" y="3562933"/>
                    </a:lnTo>
                    <a:lnTo>
                      <a:pt x="933152" y="3562933"/>
                    </a:lnTo>
                    <a:lnTo>
                      <a:pt x="933152" y="3464216"/>
                    </a:lnTo>
                    <a:cubicBezTo>
                      <a:pt x="933152" y="3214192"/>
                      <a:pt x="729402" y="3009865"/>
                      <a:pt x="478633" y="3009865"/>
                    </a:cubicBezTo>
                    <a:lnTo>
                      <a:pt x="34563" y="3009865"/>
                    </a:lnTo>
                    <a:lnTo>
                      <a:pt x="34563" y="3006383"/>
                    </a:lnTo>
                    <a:lnTo>
                      <a:pt x="0" y="3006383"/>
                    </a:lnTo>
                    <a:lnTo>
                      <a:pt x="0" y="930718"/>
                    </a:lnTo>
                    <a:lnTo>
                      <a:pt x="12413" y="9209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4" name="Google Shape;1374;p50"/>
              <p:cNvSpPr/>
              <p:nvPr/>
            </p:nvSpPr>
            <p:spPr>
              <a:xfrm>
                <a:off x="16410708" y="4641085"/>
                <a:ext cx="6446123" cy="228600"/>
              </a:xfrm>
              <a:custGeom>
                <a:rect b="b" l="l" r="r" t="t"/>
                <a:pathLst>
                  <a:path extrusionOk="0" h="581" w="9868">
                    <a:moveTo>
                      <a:pt x="9867" y="580"/>
                    </a:moveTo>
                    <a:lnTo>
                      <a:pt x="0" y="580"/>
                    </a:lnTo>
                    <a:lnTo>
                      <a:pt x="0" y="0"/>
                    </a:lnTo>
                    <a:lnTo>
                      <a:pt x="9867" y="0"/>
                    </a:lnTo>
                    <a:lnTo>
                      <a:pt x="9867" y="58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5" name="Google Shape;1375;p50"/>
              <p:cNvSpPr/>
              <p:nvPr/>
            </p:nvSpPr>
            <p:spPr>
              <a:xfrm>
                <a:off x="13317265" y="8034154"/>
                <a:ext cx="2352553" cy="4106660"/>
              </a:xfrm>
              <a:custGeom>
                <a:rect b="b" l="l" r="r" t="t"/>
                <a:pathLst>
                  <a:path extrusionOk="0" h="4106660" w="2352553">
                    <a:moveTo>
                      <a:pt x="1176603" y="82966"/>
                    </a:moveTo>
                    <a:lnTo>
                      <a:pt x="65331" y="962278"/>
                    </a:lnTo>
                    <a:lnTo>
                      <a:pt x="65331" y="2517384"/>
                    </a:lnTo>
                    <a:lnTo>
                      <a:pt x="478633" y="2517384"/>
                    </a:lnTo>
                    <a:cubicBezTo>
                      <a:pt x="756177" y="2517384"/>
                      <a:pt x="1004987" y="2638153"/>
                      <a:pt x="1178043" y="2828771"/>
                    </a:cubicBezTo>
                    <a:cubicBezTo>
                      <a:pt x="1351100" y="2638153"/>
                      <a:pt x="1599910" y="2517384"/>
                      <a:pt x="1876800" y="2517384"/>
                    </a:cubicBezTo>
                    <a:lnTo>
                      <a:pt x="2287875" y="2517384"/>
                    </a:lnTo>
                    <a:lnTo>
                      <a:pt x="2287875" y="962278"/>
                    </a:lnTo>
                    <a:close/>
                    <a:moveTo>
                      <a:pt x="1176603" y="0"/>
                    </a:moveTo>
                    <a:lnTo>
                      <a:pt x="2352553" y="930920"/>
                    </a:lnTo>
                    <a:lnTo>
                      <a:pt x="2352553" y="3006383"/>
                    </a:lnTo>
                    <a:lnTo>
                      <a:pt x="2320870" y="3006383"/>
                    </a:lnTo>
                    <a:lnTo>
                      <a:pt x="2320870" y="3006986"/>
                    </a:lnTo>
                    <a:lnTo>
                      <a:pt x="1876800" y="3006986"/>
                    </a:lnTo>
                    <a:cubicBezTo>
                      <a:pt x="1626684" y="3006986"/>
                      <a:pt x="1422935" y="3210661"/>
                      <a:pt x="1422935" y="3461337"/>
                    </a:cubicBezTo>
                    <a:lnTo>
                      <a:pt x="1422935" y="3560055"/>
                    </a:lnTo>
                    <a:lnTo>
                      <a:pt x="1834098" y="3560055"/>
                    </a:lnTo>
                    <a:lnTo>
                      <a:pt x="1176276" y="4106660"/>
                    </a:lnTo>
                    <a:lnTo>
                      <a:pt x="518454" y="3560055"/>
                    </a:lnTo>
                    <a:lnTo>
                      <a:pt x="933152" y="3560055"/>
                    </a:lnTo>
                    <a:lnTo>
                      <a:pt x="933152" y="3461337"/>
                    </a:lnTo>
                    <a:cubicBezTo>
                      <a:pt x="933152" y="3210661"/>
                      <a:pt x="729402" y="3006986"/>
                      <a:pt x="478633" y="3006986"/>
                    </a:cubicBezTo>
                    <a:lnTo>
                      <a:pt x="34563" y="3006986"/>
                    </a:lnTo>
                    <a:lnTo>
                      <a:pt x="34563" y="3006383"/>
                    </a:lnTo>
                    <a:lnTo>
                      <a:pt x="0" y="3006383"/>
                    </a:lnTo>
                    <a:lnTo>
                      <a:pt x="0" y="930920"/>
                    </a:lnTo>
                    <a:lnTo>
                      <a:pt x="12413" y="92112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6" name="Google Shape;1376;p50"/>
              <p:cNvSpPr/>
              <p:nvPr/>
            </p:nvSpPr>
            <p:spPr>
              <a:xfrm>
                <a:off x="16410708" y="9494468"/>
                <a:ext cx="6446123" cy="228600"/>
              </a:xfrm>
              <a:custGeom>
                <a:rect b="b" l="l" r="r" t="t"/>
                <a:pathLst>
                  <a:path extrusionOk="0" h="580" w="9868">
                    <a:moveTo>
                      <a:pt x="9867" y="579"/>
                    </a:moveTo>
                    <a:lnTo>
                      <a:pt x="0" y="579"/>
                    </a:lnTo>
                    <a:lnTo>
                      <a:pt x="0" y="0"/>
                    </a:lnTo>
                    <a:lnTo>
                      <a:pt x="9867" y="0"/>
                    </a:lnTo>
                    <a:lnTo>
                      <a:pt x="9867" y="579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7" name="Google Shape;1377;p50"/>
              <p:cNvSpPr txBox="1"/>
              <p:nvPr/>
            </p:nvSpPr>
            <p:spPr>
              <a:xfrm>
                <a:off x="4614266" y="5074720"/>
                <a:ext cx="6446100" cy="10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None/>
                </a:pPr>
                <a:r>
                  <a:rPr lang="en-IN"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</a:t>
                </a:r>
                <a:endParaRPr sz="12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78" name="Google Shape;1378;p50"/>
              <p:cNvSpPr txBox="1"/>
              <p:nvPr/>
            </p:nvSpPr>
            <p:spPr>
              <a:xfrm>
                <a:off x="4614266" y="3698836"/>
                <a:ext cx="7540800" cy="79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Hiring manager satisfaction</a:t>
                </a:r>
                <a:endParaRPr/>
              </a:p>
            </p:txBody>
          </p:sp>
          <p:sp>
            <p:nvSpPr>
              <p:cNvPr id="1379" name="Google Shape;1379;p50"/>
              <p:cNvSpPr txBox="1"/>
              <p:nvPr/>
            </p:nvSpPr>
            <p:spPr>
              <a:xfrm>
                <a:off x="4614266" y="9907191"/>
                <a:ext cx="6446100" cy="10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None/>
                </a:pPr>
                <a:r>
                  <a:rPr lang="en-IN"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</a:t>
                </a:r>
                <a:endParaRPr sz="12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80" name="Google Shape;1380;p50"/>
              <p:cNvSpPr txBox="1"/>
              <p:nvPr/>
            </p:nvSpPr>
            <p:spPr>
              <a:xfrm>
                <a:off x="4614266" y="8572235"/>
                <a:ext cx="6446100" cy="79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Applicants per opening</a:t>
                </a:r>
                <a:endParaRPr/>
              </a:p>
            </p:txBody>
          </p:sp>
          <p:sp>
            <p:nvSpPr>
              <p:cNvPr id="1381" name="Google Shape;1381;p50"/>
              <p:cNvSpPr txBox="1"/>
              <p:nvPr/>
            </p:nvSpPr>
            <p:spPr>
              <a:xfrm>
                <a:off x="16410709" y="5074720"/>
                <a:ext cx="6446100" cy="10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None/>
                </a:pPr>
                <a:r>
                  <a:rPr lang="en-IN"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</a:t>
                </a:r>
                <a:endParaRPr sz="12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82" name="Google Shape;1382;p50"/>
              <p:cNvSpPr txBox="1"/>
              <p:nvPr/>
            </p:nvSpPr>
            <p:spPr>
              <a:xfrm>
                <a:off x="16410709" y="3698836"/>
                <a:ext cx="7084200" cy="79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Candidate job satisfaction</a:t>
                </a:r>
                <a:endParaRPr/>
              </a:p>
            </p:txBody>
          </p:sp>
          <p:sp>
            <p:nvSpPr>
              <p:cNvPr id="1383" name="Google Shape;1383;p50"/>
              <p:cNvSpPr txBox="1"/>
              <p:nvPr/>
            </p:nvSpPr>
            <p:spPr>
              <a:xfrm>
                <a:off x="16275911" y="9907191"/>
                <a:ext cx="6446100" cy="103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400"/>
                  <a:buFont typeface="Arial"/>
                  <a:buNone/>
                </a:pPr>
                <a:r>
                  <a:rPr lang="en-IN"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</a:t>
                </a:r>
                <a:endParaRPr sz="1200">
                  <a:solidFill>
                    <a:srgbClr val="3F3F3F"/>
                  </a:solidFill>
                  <a:latin typeface="Lato Light"/>
                  <a:ea typeface="Lato Light"/>
                  <a:cs typeface="Lato Light"/>
                  <a:sym typeface="Lato Light"/>
                </a:endParaRPr>
              </a:p>
            </p:txBody>
          </p:sp>
          <p:sp>
            <p:nvSpPr>
              <p:cNvPr id="1384" name="Google Shape;1384;p50"/>
              <p:cNvSpPr txBox="1"/>
              <p:nvPr/>
            </p:nvSpPr>
            <p:spPr>
              <a:xfrm>
                <a:off x="16275911" y="8572235"/>
                <a:ext cx="4372800" cy="79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Selection ratio</a:t>
                </a:r>
                <a:endParaRPr/>
              </a:p>
            </p:txBody>
          </p:sp>
        </p:grpSp>
        <p:grpSp>
          <p:nvGrpSpPr>
            <p:cNvPr id="1385" name="Google Shape;1385;p50"/>
            <p:cNvGrpSpPr/>
            <p:nvPr/>
          </p:nvGrpSpPr>
          <p:grpSpPr>
            <a:xfrm>
              <a:off x="651347" y="1954635"/>
              <a:ext cx="689482" cy="650463"/>
              <a:chOff x="-63665750" y="1914325"/>
              <a:chExt cx="328450" cy="316450"/>
            </a:xfrm>
          </p:grpSpPr>
          <p:sp>
            <p:nvSpPr>
              <p:cNvPr id="1386" name="Google Shape;1386;p50"/>
              <p:cNvSpPr/>
              <p:nvPr/>
            </p:nvSpPr>
            <p:spPr>
              <a:xfrm>
                <a:off x="-63665750" y="1914325"/>
                <a:ext cx="328450" cy="316450"/>
              </a:xfrm>
              <a:custGeom>
                <a:rect b="b" l="l" r="r" t="t"/>
                <a:pathLst>
                  <a:path extrusionOk="0" h="12658" w="13138">
                    <a:moveTo>
                      <a:pt x="8144" y="835"/>
                    </a:moveTo>
                    <a:cubicBezTo>
                      <a:pt x="9097" y="835"/>
                      <a:pt x="10050" y="1197"/>
                      <a:pt x="10775" y="1922"/>
                    </a:cubicBezTo>
                    <a:cubicBezTo>
                      <a:pt x="12256" y="3371"/>
                      <a:pt x="12256" y="5734"/>
                      <a:pt x="10775" y="7183"/>
                    </a:cubicBezTo>
                    <a:cubicBezTo>
                      <a:pt x="10050" y="7908"/>
                      <a:pt x="9097" y="8270"/>
                      <a:pt x="8144" y="8270"/>
                    </a:cubicBezTo>
                    <a:cubicBezTo>
                      <a:pt x="7191" y="8270"/>
                      <a:pt x="6238" y="7908"/>
                      <a:pt x="5513" y="7183"/>
                    </a:cubicBezTo>
                    <a:cubicBezTo>
                      <a:pt x="4064" y="5734"/>
                      <a:pt x="4064" y="3371"/>
                      <a:pt x="5513" y="1922"/>
                    </a:cubicBezTo>
                    <a:cubicBezTo>
                      <a:pt x="6238" y="1197"/>
                      <a:pt x="7191" y="835"/>
                      <a:pt x="8144" y="835"/>
                    </a:cubicBezTo>
                    <a:close/>
                    <a:moveTo>
                      <a:pt x="3466" y="8632"/>
                    </a:moveTo>
                    <a:lnTo>
                      <a:pt x="4064" y="9231"/>
                    </a:lnTo>
                    <a:lnTo>
                      <a:pt x="1607" y="11688"/>
                    </a:lnTo>
                    <a:lnTo>
                      <a:pt x="1008" y="11090"/>
                    </a:lnTo>
                    <a:lnTo>
                      <a:pt x="3466" y="8632"/>
                    </a:lnTo>
                    <a:close/>
                    <a:moveTo>
                      <a:pt x="8172" y="0"/>
                    </a:moveTo>
                    <a:cubicBezTo>
                      <a:pt x="7010" y="0"/>
                      <a:pt x="5844" y="441"/>
                      <a:pt x="4946" y="1323"/>
                    </a:cubicBezTo>
                    <a:cubicBezTo>
                      <a:pt x="3277" y="3024"/>
                      <a:pt x="3182" y="5671"/>
                      <a:pt x="4694" y="7467"/>
                    </a:cubicBezTo>
                    <a:lnTo>
                      <a:pt x="4096" y="8065"/>
                    </a:lnTo>
                    <a:lnTo>
                      <a:pt x="3214" y="7183"/>
                    </a:lnTo>
                    <a:cubicBezTo>
                      <a:pt x="3151" y="7104"/>
                      <a:pt x="3048" y="7065"/>
                      <a:pt x="2942" y="7065"/>
                    </a:cubicBezTo>
                    <a:cubicBezTo>
                      <a:pt x="2836" y="7065"/>
                      <a:pt x="2725" y="7104"/>
                      <a:pt x="2646" y="7183"/>
                    </a:cubicBezTo>
                    <a:cubicBezTo>
                      <a:pt x="2489" y="7341"/>
                      <a:pt x="2489" y="7624"/>
                      <a:pt x="2646" y="7782"/>
                    </a:cubicBezTo>
                    <a:lnTo>
                      <a:pt x="2899" y="8065"/>
                    </a:lnTo>
                    <a:lnTo>
                      <a:pt x="158" y="10806"/>
                    </a:lnTo>
                    <a:cubicBezTo>
                      <a:pt x="0" y="10964"/>
                      <a:pt x="0" y="11247"/>
                      <a:pt x="158" y="11405"/>
                    </a:cubicBezTo>
                    <a:lnTo>
                      <a:pt x="1292" y="12539"/>
                    </a:lnTo>
                    <a:cubicBezTo>
                      <a:pt x="1371" y="12618"/>
                      <a:pt x="1481" y="12657"/>
                      <a:pt x="1591" y="12657"/>
                    </a:cubicBezTo>
                    <a:cubicBezTo>
                      <a:pt x="1701" y="12657"/>
                      <a:pt x="1812" y="12618"/>
                      <a:pt x="1890" y="12539"/>
                    </a:cubicBezTo>
                    <a:lnTo>
                      <a:pt x="4631" y="9798"/>
                    </a:lnTo>
                    <a:lnTo>
                      <a:pt x="4915" y="10050"/>
                    </a:lnTo>
                    <a:cubicBezTo>
                      <a:pt x="4994" y="10129"/>
                      <a:pt x="5104" y="10168"/>
                      <a:pt x="5214" y="10168"/>
                    </a:cubicBezTo>
                    <a:cubicBezTo>
                      <a:pt x="5324" y="10168"/>
                      <a:pt x="5435" y="10129"/>
                      <a:pt x="5513" y="10050"/>
                    </a:cubicBezTo>
                    <a:cubicBezTo>
                      <a:pt x="5671" y="9893"/>
                      <a:pt x="5671" y="9640"/>
                      <a:pt x="5513" y="9483"/>
                    </a:cubicBezTo>
                    <a:lnTo>
                      <a:pt x="4631" y="8601"/>
                    </a:lnTo>
                    <a:lnTo>
                      <a:pt x="5230" y="8034"/>
                    </a:lnTo>
                    <a:cubicBezTo>
                      <a:pt x="6059" y="8730"/>
                      <a:pt x="7090" y="9078"/>
                      <a:pt x="8127" y="9078"/>
                    </a:cubicBezTo>
                    <a:cubicBezTo>
                      <a:pt x="9296" y="9078"/>
                      <a:pt x="10472" y="8635"/>
                      <a:pt x="11373" y="7750"/>
                    </a:cubicBezTo>
                    <a:cubicBezTo>
                      <a:pt x="13138" y="5986"/>
                      <a:pt x="13138" y="3087"/>
                      <a:pt x="11373" y="1323"/>
                    </a:cubicBezTo>
                    <a:cubicBezTo>
                      <a:pt x="10491" y="441"/>
                      <a:pt x="9333" y="0"/>
                      <a:pt x="817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387" name="Google Shape;1387;p50"/>
              <p:cNvSpPr/>
              <p:nvPr/>
            </p:nvSpPr>
            <p:spPr>
              <a:xfrm>
                <a:off x="-63524775" y="1955275"/>
                <a:ext cx="123675" cy="134700"/>
              </a:xfrm>
              <a:custGeom>
                <a:rect b="b" l="l" r="r" t="t"/>
                <a:pathLst>
                  <a:path extrusionOk="0" h="5388" w="4947">
                    <a:moveTo>
                      <a:pt x="2458" y="882"/>
                    </a:moveTo>
                    <a:cubicBezTo>
                      <a:pt x="2930" y="882"/>
                      <a:pt x="3308" y="1229"/>
                      <a:pt x="3308" y="1702"/>
                    </a:cubicBezTo>
                    <a:cubicBezTo>
                      <a:pt x="3308" y="2174"/>
                      <a:pt x="2962" y="2521"/>
                      <a:pt x="2458" y="2521"/>
                    </a:cubicBezTo>
                    <a:cubicBezTo>
                      <a:pt x="1985" y="2521"/>
                      <a:pt x="1639" y="2174"/>
                      <a:pt x="1639" y="1702"/>
                    </a:cubicBezTo>
                    <a:cubicBezTo>
                      <a:pt x="1639" y="1229"/>
                      <a:pt x="2048" y="882"/>
                      <a:pt x="2458" y="882"/>
                    </a:cubicBezTo>
                    <a:close/>
                    <a:moveTo>
                      <a:pt x="2458" y="3340"/>
                    </a:moveTo>
                    <a:cubicBezTo>
                      <a:pt x="3245" y="3340"/>
                      <a:pt x="3876" y="3875"/>
                      <a:pt x="4096" y="4600"/>
                    </a:cubicBezTo>
                    <a:lnTo>
                      <a:pt x="883" y="4600"/>
                    </a:lnTo>
                    <a:cubicBezTo>
                      <a:pt x="1040" y="3875"/>
                      <a:pt x="1733" y="3340"/>
                      <a:pt x="2458" y="3340"/>
                    </a:cubicBezTo>
                    <a:close/>
                    <a:moveTo>
                      <a:pt x="2458" y="0"/>
                    </a:moveTo>
                    <a:cubicBezTo>
                      <a:pt x="1576" y="0"/>
                      <a:pt x="820" y="756"/>
                      <a:pt x="820" y="1670"/>
                    </a:cubicBezTo>
                    <a:cubicBezTo>
                      <a:pt x="820" y="2080"/>
                      <a:pt x="977" y="2489"/>
                      <a:pt x="1292" y="2804"/>
                    </a:cubicBezTo>
                    <a:cubicBezTo>
                      <a:pt x="536" y="3245"/>
                      <a:pt x="0" y="4033"/>
                      <a:pt x="0" y="4978"/>
                    </a:cubicBezTo>
                    <a:cubicBezTo>
                      <a:pt x="0" y="5230"/>
                      <a:pt x="189" y="5388"/>
                      <a:pt x="410" y="5388"/>
                    </a:cubicBezTo>
                    <a:lnTo>
                      <a:pt x="4569" y="5388"/>
                    </a:lnTo>
                    <a:cubicBezTo>
                      <a:pt x="4789" y="5388"/>
                      <a:pt x="4947" y="5199"/>
                      <a:pt x="4947" y="4978"/>
                    </a:cubicBezTo>
                    <a:cubicBezTo>
                      <a:pt x="4947" y="4033"/>
                      <a:pt x="4443" y="3245"/>
                      <a:pt x="3655" y="2804"/>
                    </a:cubicBezTo>
                    <a:cubicBezTo>
                      <a:pt x="3939" y="2489"/>
                      <a:pt x="4128" y="2080"/>
                      <a:pt x="4128" y="1670"/>
                    </a:cubicBezTo>
                    <a:cubicBezTo>
                      <a:pt x="4128" y="756"/>
                      <a:pt x="3371" y="0"/>
                      <a:pt x="245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388" name="Google Shape;1388;p50"/>
            <p:cNvGrpSpPr/>
            <p:nvPr/>
          </p:nvGrpSpPr>
          <p:grpSpPr>
            <a:xfrm>
              <a:off x="7008149" y="1931919"/>
              <a:ext cx="611408" cy="650451"/>
              <a:chOff x="-10019125" y="2490075"/>
              <a:chExt cx="333975" cy="354450"/>
            </a:xfrm>
          </p:grpSpPr>
          <p:sp>
            <p:nvSpPr>
              <p:cNvPr id="1389" name="Google Shape;1389;p50"/>
              <p:cNvSpPr/>
              <p:nvPr/>
            </p:nvSpPr>
            <p:spPr>
              <a:xfrm>
                <a:off x="-10019125" y="2490850"/>
                <a:ext cx="333975" cy="353675"/>
              </a:xfrm>
              <a:custGeom>
                <a:rect b="b" l="l" r="r" t="t"/>
                <a:pathLst>
                  <a:path extrusionOk="0" h="14147" w="13359">
                    <a:moveTo>
                      <a:pt x="7184" y="1670"/>
                    </a:moveTo>
                    <a:cubicBezTo>
                      <a:pt x="7405" y="1670"/>
                      <a:pt x="7625" y="1859"/>
                      <a:pt x="7625" y="2048"/>
                    </a:cubicBezTo>
                    <a:lnTo>
                      <a:pt x="7625" y="4191"/>
                    </a:lnTo>
                    <a:cubicBezTo>
                      <a:pt x="7499" y="4128"/>
                      <a:pt x="7342" y="4096"/>
                      <a:pt x="7184" y="4096"/>
                    </a:cubicBezTo>
                    <a:cubicBezTo>
                      <a:pt x="7027" y="4096"/>
                      <a:pt x="6900" y="4128"/>
                      <a:pt x="6743" y="4191"/>
                    </a:cubicBezTo>
                    <a:lnTo>
                      <a:pt x="6743" y="2048"/>
                    </a:lnTo>
                    <a:cubicBezTo>
                      <a:pt x="6743" y="1828"/>
                      <a:pt x="6932" y="1670"/>
                      <a:pt x="7184" y="1670"/>
                    </a:cubicBezTo>
                    <a:close/>
                    <a:moveTo>
                      <a:pt x="8791" y="788"/>
                    </a:moveTo>
                    <a:cubicBezTo>
                      <a:pt x="8980" y="788"/>
                      <a:pt x="9200" y="977"/>
                      <a:pt x="9200" y="1229"/>
                    </a:cubicBezTo>
                    <a:lnTo>
                      <a:pt x="9200" y="5356"/>
                    </a:lnTo>
                    <a:cubicBezTo>
                      <a:pt x="9200" y="5608"/>
                      <a:pt x="9389" y="5797"/>
                      <a:pt x="9610" y="5797"/>
                    </a:cubicBezTo>
                    <a:cubicBezTo>
                      <a:pt x="9862" y="5797"/>
                      <a:pt x="10019" y="5608"/>
                      <a:pt x="10019" y="5356"/>
                    </a:cubicBezTo>
                    <a:lnTo>
                      <a:pt x="10019" y="2048"/>
                    </a:lnTo>
                    <a:cubicBezTo>
                      <a:pt x="10019" y="1828"/>
                      <a:pt x="10209" y="1670"/>
                      <a:pt x="10398" y="1670"/>
                    </a:cubicBezTo>
                    <a:cubicBezTo>
                      <a:pt x="10618" y="1670"/>
                      <a:pt x="10807" y="1859"/>
                      <a:pt x="10807" y="2048"/>
                    </a:cubicBezTo>
                    <a:lnTo>
                      <a:pt x="10807" y="5356"/>
                    </a:lnTo>
                    <a:cubicBezTo>
                      <a:pt x="10807" y="5608"/>
                      <a:pt x="10996" y="5797"/>
                      <a:pt x="11185" y="5797"/>
                    </a:cubicBezTo>
                    <a:cubicBezTo>
                      <a:pt x="11406" y="5797"/>
                      <a:pt x="11626" y="5608"/>
                      <a:pt x="11626" y="5356"/>
                    </a:cubicBezTo>
                    <a:lnTo>
                      <a:pt x="11626" y="4537"/>
                    </a:lnTo>
                    <a:cubicBezTo>
                      <a:pt x="11626" y="4285"/>
                      <a:pt x="11815" y="4096"/>
                      <a:pt x="12036" y="4096"/>
                    </a:cubicBezTo>
                    <a:cubicBezTo>
                      <a:pt x="12256" y="4096"/>
                      <a:pt x="12414" y="4285"/>
                      <a:pt x="12414" y="4537"/>
                    </a:cubicBezTo>
                    <a:lnTo>
                      <a:pt x="12414" y="8696"/>
                    </a:lnTo>
                    <a:cubicBezTo>
                      <a:pt x="12414" y="9389"/>
                      <a:pt x="11878" y="9925"/>
                      <a:pt x="11154" y="9925"/>
                    </a:cubicBezTo>
                    <a:lnTo>
                      <a:pt x="9925" y="9925"/>
                    </a:lnTo>
                    <a:lnTo>
                      <a:pt x="9925" y="7845"/>
                    </a:lnTo>
                    <a:cubicBezTo>
                      <a:pt x="9925" y="7184"/>
                      <a:pt x="9389" y="6617"/>
                      <a:pt x="8665" y="6617"/>
                    </a:cubicBezTo>
                    <a:cubicBezTo>
                      <a:pt x="8507" y="6617"/>
                      <a:pt x="8413" y="6648"/>
                      <a:pt x="8287" y="6711"/>
                    </a:cubicBezTo>
                    <a:cubicBezTo>
                      <a:pt x="8413" y="6585"/>
                      <a:pt x="8413" y="1891"/>
                      <a:pt x="8413" y="1229"/>
                    </a:cubicBezTo>
                    <a:cubicBezTo>
                      <a:pt x="8413" y="977"/>
                      <a:pt x="8602" y="788"/>
                      <a:pt x="8791" y="788"/>
                    </a:cubicBezTo>
                    <a:close/>
                    <a:moveTo>
                      <a:pt x="5483" y="4096"/>
                    </a:moveTo>
                    <a:cubicBezTo>
                      <a:pt x="5735" y="4096"/>
                      <a:pt x="5892" y="4254"/>
                      <a:pt x="5924" y="4506"/>
                    </a:cubicBezTo>
                    <a:lnTo>
                      <a:pt x="5924" y="8696"/>
                    </a:lnTo>
                    <a:cubicBezTo>
                      <a:pt x="5924" y="8948"/>
                      <a:pt x="6113" y="9105"/>
                      <a:pt x="6302" y="9105"/>
                    </a:cubicBezTo>
                    <a:cubicBezTo>
                      <a:pt x="6554" y="9105"/>
                      <a:pt x="6743" y="8885"/>
                      <a:pt x="6743" y="8696"/>
                    </a:cubicBezTo>
                    <a:lnTo>
                      <a:pt x="6743" y="5356"/>
                    </a:lnTo>
                    <a:cubicBezTo>
                      <a:pt x="6743" y="5136"/>
                      <a:pt x="6932" y="4915"/>
                      <a:pt x="7153" y="4915"/>
                    </a:cubicBezTo>
                    <a:cubicBezTo>
                      <a:pt x="7342" y="4915"/>
                      <a:pt x="7562" y="5136"/>
                      <a:pt x="7562" y="5356"/>
                    </a:cubicBezTo>
                    <a:lnTo>
                      <a:pt x="7562" y="8696"/>
                    </a:lnTo>
                    <a:cubicBezTo>
                      <a:pt x="7562" y="8948"/>
                      <a:pt x="7783" y="9105"/>
                      <a:pt x="7972" y="9105"/>
                    </a:cubicBezTo>
                    <a:cubicBezTo>
                      <a:pt x="8161" y="9105"/>
                      <a:pt x="8350" y="8885"/>
                      <a:pt x="8350" y="8696"/>
                    </a:cubicBezTo>
                    <a:lnTo>
                      <a:pt x="8350" y="7877"/>
                    </a:lnTo>
                    <a:cubicBezTo>
                      <a:pt x="8350" y="7656"/>
                      <a:pt x="8570" y="7436"/>
                      <a:pt x="8759" y="7436"/>
                    </a:cubicBezTo>
                    <a:cubicBezTo>
                      <a:pt x="8948" y="7436"/>
                      <a:pt x="9137" y="7656"/>
                      <a:pt x="9137" y="7877"/>
                    </a:cubicBezTo>
                    <a:lnTo>
                      <a:pt x="9137" y="12035"/>
                    </a:lnTo>
                    <a:cubicBezTo>
                      <a:pt x="9137" y="12728"/>
                      <a:pt x="8602" y="13264"/>
                      <a:pt x="7940" y="13264"/>
                    </a:cubicBezTo>
                    <a:lnTo>
                      <a:pt x="3403" y="13264"/>
                    </a:lnTo>
                    <a:cubicBezTo>
                      <a:pt x="2994" y="13264"/>
                      <a:pt x="2647" y="13075"/>
                      <a:pt x="2427" y="12791"/>
                    </a:cubicBezTo>
                    <a:cubicBezTo>
                      <a:pt x="915" y="10523"/>
                      <a:pt x="1009" y="10649"/>
                      <a:pt x="1009" y="10586"/>
                    </a:cubicBezTo>
                    <a:cubicBezTo>
                      <a:pt x="915" y="10429"/>
                      <a:pt x="915" y="10208"/>
                      <a:pt x="1104" y="10051"/>
                    </a:cubicBezTo>
                    <a:cubicBezTo>
                      <a:pt x="1189" y="9980"/>
                      <a:pt x="1280" y="9947"/>
                      <a:pt x="1370" y="9947"/>
                    </a:cubicBezTo>
                    <a:cubicBezTo>
                      <a:pt x="1479" y="9947"/>
                      <a:pt x="1584" y="9995"/>
                      <a:pt x="1671" y="10082"/>
                    </a:cubicBezTo>
                    <a:lnTo>
                      <a:pt x="2742" y="11153"/>
                    </a:lnTo>
                    <a:cubicBezTo>
                      <a:pt x="2818" y="11230"/>
                      <a:pt x="2918" y="11271"/>
                      <a:pt x="3005" y="11271"/>
                    </a:cubicBezTo>
                    <a:cubicBezTo>
                      <a:pt x="3062" y="11271"/>
                      <a:pt x="3114" y="11254"/>
                      <a:pt x="3151" y="11216"/>
                    </a:cubicBezTo>
                    <a:cubicBezTo>
                      <a:pt x="3340" y="11153"/>
                      <a:pt x="3403" y="11027"/>
                      <a:pt x="3403" y="10838"/>
                    </a:cubicBezTo>
                    <a:lnTo>
                      <a:pt x="3403" y="5356"/>
                    </a:lnTo>
                    <a:cubicBezTo>
                      <a:pt x="3403" y="5136"/>
                      <a:pt x="3592" y="4915"/>
                      <a:pt x="3845" y="4915"/>
                    </a:cubicBezTo>
                    <a:cubicBezTo>
                      <a:pt x="4065" y="4915"/>
                      <a:pt x="4223" y="5136"/>
                      <a:pt x="4223" y="5356"/>
                    </a:cubicBezTo>
                    <a:lnTo>
                      <a:pt x="4223" y="8696"/>
                    </a:lnTo>
                    <a:cubicBezTo>
                      <a:pt x="4223" y="8948"/>
                      <a:pt x="4412" y="9105"/>
                      <a:pt x="4664" y="9105"/>
                    </a:cubicBezTo>
                    <a:cubicBezTo>
                      <a:pt x="4884" y="9105"/>
                      <a:pt x="5105" y="8885"/>
                      <a:pt x="5105" y="8696"/>
                    </a:cubicBezTo>
                    <a:lnTo>
                      <a:pt x="5105" y="4537"/>
                    </a:lnTo>
                    <a:cubicBezTo>
                      <a:pt x="5105" y="4285"/>
                      <a:pt x="5294" y="4096"/>
                      <a:pt x="5483" y="4096"/>
                    </a:cubicBezTo>
                    <a:close/>
                    <a:moveTo>
                      <a:pt x="8822" y="1"/>
                    </a:moveTo>
                    <a:cubicBezTo>
                      <a:pt x="8255" y="1"/>
                      <a:pt x="7783" y="410"/>
                      <a:pt x="7657" y="914"/>
                    </a:cubicBezTo>
                    <a:cubicBezTo>
                      <a:pt x="7499" y="883"/>
                      <a:pt x="7342" y="820"/>
                      <a:pt x="7184" y="820"/>
                    </a:cubicBezTo>
                    <a:cubicBezTo>
                      <a:pt x="6522" y="820"/>
                      <a:pt x="5955" y="1387"/>
                      <a:pt x="5955" y="2048"/>
                    </a:cubicBezTo>
                    <a:lnTo>
                      <a:pt x="5955" y="3340"/>
                    </a:lnTo>
                    <a:cubicBezTo>
                      <a:pt x="5829" y="3309"/>
                      <a:pt x="5672" y="3277"/>
                      <a:pt x="5514" y="3277"/>
                    </a:cubicBezTo>
                    <a:cubicBezTo>
                      <a:pt x="4947" y="3277"/>
                      <a:pt x="4475" y="3655"/>
                      <a:pt x="4349" y="4191"/>
                    </a:cubicBezTo>
                    <a:cubicBezTo>
                      <a:pt x="4191" y="4128"/>
                      <a:pt x="4034" y="4096"/>
                      <a:pt x="3876" y="4096"/>
                    </a:cubicBezTo>
                    <a:cubicBezTo>
                      <a:pt x="3214" y="4096"/>
                      <a:pt x="2616" y="4663"/>
                      <a:pt x="2616" y="5356"/>
                    </a:cubicBezTo>
                    <a:lnTo>
                      <a:pt x="2616" y="9862"/>
                    </a:lnTo>
                    <a:lnTo>
                      <a:pt x="2269" y="9483"/>
                    </a:lnTo>
                    <a:cubicBezTo>
                      <a:pt x="2025" y="9239"/>
                      <a:pt x="1712" y="9121"/>
                      <a:pt x="1398" y="9121"/>
                    </a:cubicBezTo>
                    <a:cubicBezTo>
                      <a:pt x="1105" y="9121"/>
                      <a:pt x="811" y="9223"/>
                      <a:pt x="568" y="9420"/>
                    </a:cubicBezTo>
                    <a:cubicBezTo>
                      <a:pt x="95" y="9862"/>
                      <a:pt x="1" y="10555"/>
                      <a:pt x="379" y="11059"/>
                    </a:cubicBezTo>
                    <a:lnTo>
                      <a:pt x="1797" y="13264"/>
                    </a:lnTo>
                    <a:cubicBezTo>
                      <a:pt x="2175" y="13831"/>
                      <a:pt x="2805" y="14146"/>
                      <a:pt x="3435" y="14146"/>
                    </a:cubicBezTo>
                    <a:lnTo>
                      <a:pt x="7972" y="14146"/>
                    </a:lnTo>
                    <a:cubicBezTo>
                      <a:pt x="9106" y="14146"/>
                      <a:pt x="10051" y="13201"/>
                      <a:pt x="10051" y="12035"/>
                    </a:cubicBezTo>
                    <a:lnTo>
                      <a:pt x="10051" y="10807"/>
                    </a:lnTo>
                    <a:lnTo>
                      <a:pt x="11280" y="10807"/>
                    </a:lnTo>
                    <a:cubicBezTo>
                      <a:pt x="12414" y="10807"/>
                      <a:pt x="13359" y="9862"/>
                      <a:pt x="13359" y="8696"/>
                    </a:cubicBezTo>
                    <a:lnTo>
                      <a:pt x="13359" y="4537"/>
                    </a:lnTo>
                    <a:cubicBezTo>
                      <a:pt x="13359" y="3876"/>
                      <a:pt x="12823" y="3309"/>
                      <a:pt x="12130" y="3309"/>
                    </a:cubicBezTo>
                    <a:cubicBezTo>
                      <a:pt x="11973" y="3309"/>
                      <a:pt x="11878" y="3340"/>
                      <a:pt x="11752" y="3372"/>
                    </a:cubicBezTo>
                    <a:lnTo>
                      <a:pt x="11752" y="2048"/>
                    </a:lnTo>
                    <a:cubicBezTo>
                      <a:pt x="11752" y="1387"/>
                      <a:pt x="11185" y="820"/>
                      <a:pt x="10492" y="820"/>
                    </a:cubicBezTo>
                    <a:cubicBezTo>
                      <a:pt x="10335" y="820"/>
                      <a:pt x="10177" y="883"/>
                      <a:pt x="10019" y="914"/>
                    </a:cubicBezTo>
                    <a:cubicBezTo>
                      <a:pt x="9862" y="410"/>
                      <a:pt x="9389" y="1"/>
                      <a:pt x="88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390" name="Google Shape;1390;p50"/>
              <p:cNvSpPr/>
              <p:nvPr/>
            </p:nvSpPr>
            <p:spPr>
              <a:xfrm>
                <a:off x="-10016750" y="2491050"/>
                <a:ext cx="63825" cy="61850"/>
              </a:xfrm>
              <a:custGeom>
                <a:rect b="b" l="l" r="r" t="t"/>
                <a:pathLst>
                  <a:path extrusionOk="0" h="2474" w="2553">
                    <a:moveTo>
                      <a:pt x="457" y="0"/>
                    </a:moveTo>
                    <a:cubicBezTo>
                      <a:pt x="347" y="0"/>
                      <a:pt x="237" y="40"/>
                      <a:pt x="158" y="119"/>
                    </a:cubicBezTo>
                    <a:cubicBezTo>
                      <a:pt x="0" y="276"/>
                      <a:pt x="0" y="560"/>
                      <a:pt x="158" y="717"/>
                    </a:cubicBezTo>
                    <a:lnTo>
                      <a:pt x="1796" y="2355"/>
                    </a:lnTo>
                    <a:cubicBezTo>
                      <a:pt x="1891" y="2434"/>
                      <a:pt x="2001" y="2474"/>
                      <a:pt x="2107" y="2474"/>
                    </a:cubicBezTo>
                    <a:cubicBezTo>
                      <a:pt x="2214" y="2474"/>
                      <a:pt x="2316" y="2434"/>
                      <a:pt x="2395" y="2355"/>
                    </a:cubicBezTo>
                    <a:cubicBezTo>
                      <a:pt x="2552" y="2198"/>
                      <a:pt x="2552" y="1914"/>
                      <a:pt x="2395" y="1757"/>
                    </a:cubicBezTo>
                    <a:lnTo>
                      <a:pt x="757" y="119"/>
                    </a:lnTo>
                    <a:cubicBezTo>
                      <a:pt x="678" y="40"/>
                      <a:pt x="568" y="0"/>
                      <a:pt x="4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391" name="Google Shape;1391;p50"/>
              <p:cNvSpPr/>
              <p:nvPr/>
            </p:nvSpPr>
            <p:spPr>
              <a:xfrm>
                <a:off x="-9933275" y="2490075"/>
                <a:ext cx="20525" cy="63025"/>
              </a:xfrm>
              <a:custGeom>
                <a:rect b="b" l="l" r="r" t="t"/>
                <a:pathLst>
                  <a:path extrusionOk="0" h="2521" w="821">
                    <a:moveTo>
                      <a:pt x="442" y="0"/>
                    </a:moveTo>
                    <a:cubicBezTo>
                      <a:pt x="221" y="0"/>
                      <a:pt x="1" y="189"/>
                      <a:pt x="1" y="441"/>
                    </a:cubicBezTo>
                    <a:lnTo>
                      <a:pt x="1" y="2079"/>
                    </a:lnTo>
                    <a:cubicBezTo>
                      <a:pt x="1" y="2331"/>
                      <a:pt x="221" y="2520"/>
                      <a:pt x="442" y="2520"/>
                    </a:cubicBezTo>
                    <a:cubicBezTo>
                      <a:pt x="631" y="2520"/>
                      <a:pt x="820" y="2331"/>
                      <a:pt x="820" y="2079"/>
                    </a:cubicBezTo>
                    <a:lnTo>
                      <a:pt x="820" y="441"/>
                    </a:lnTo>
                    <a:cubicBezTo>
                      <a:pt x="820" y="189"/>
                      <a:pt x="631" y="0"/>
                      <a:pt x="4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392" name="Google Shape;1392;p50"/>
              <p:cNvSpPr/>
              <p:nvPr/>
            </p:nvSpPr>
            <p:spPr>
              <a:xfrm>
                <a:off x="-10015975" y="2573550"/>
                <a:ext cx="63050" cy="20500"/>
              </a:xfrm>
              <a:custGeom>
                <a:rect b="b" l="l" r="r" t="t"/>
                <a:pathLst>
                  <a:path extrusionOk="0" h="820" w="2522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31"/>
                      <a:pt x="190" y="820"/>
                      <a:pt x="442" y="820"/>
                    </a:cubicBezTo>
                    <a:lnTo>
                      <a:pt x="2080" y="820"/>
                    </a:lnTo>
                    <a:cubicBezTo>
                      <a:pt x="2332" y="820"/>
                      <a:pt x="2521" y="631"/>
                      <a:pt x="2521" y="442"/>
                    </a:cubicBezTo>
                    <a:cubicBezTo>
                      <a:pt x="2521" y="190"/>
                      <a:pt x="2332" y="1"/>
                      <a:pt x="20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393" name="Google Shape;1393;p50"/>
            <p:cNvSpPr/>
            <p:nvPr/>
          </p:nvSpPr>
          <p:spPr>
            <a:xfrm>
              <a:off x="733744" y="4603287"/>
              <a:ext cx="650437" cy="650456"/>
            </a:xfrm>
            <a:custGeom>
              <a:rect b="b" l="l" r="r" t="t"/>
              <a:pathLst>
                <a:path extrusionOk="0" h="12036" w="12004">
                  <a:moveTo>
                    <a:pt x="10933" y="4947"/>
                  </a:moveTo>
                  <a:cubicBezTo>
                    <a:pt x="11122" y="4947"/>
                    <a:pt x="11279" y="5104"/>
                    <a:pt x="11279" y="5293"/>
                  </a:cubicBezTo>
                  <a:lnTo>
                    <a:pt x="11279" y="5671"/>
                  </a:lnTo>
                  <a:lnTo>
                    <a:pt x="7782" y="5671"/>
                  </a:lnTo>
                  <a:lnTo>
                    <a:pt x="7782" y="5293"/>
                  </a:lnTo>
                  <a:cubicBezTo>
                    <a:pt x="7782" y="5104"/>
                    <a:pt x="7940" y="4947"/>
                    <a:pt x="8129" y="4947"/>
                  </a:cubicBezTo>
                  <a:close/>
                  <a:moveTo>
                    <a:pt x="9547" y="694"/>
                  </a:moveTo>
                  <a:cubicBezTo>
                    <a:pt x="9736" y="694"/>
                    <a:pt x="9893" y="851"/>
                    <a:pt x="9893" y="1040"/>
                  </a:cubicBezTo>
                  <a:lnTo>
                    <a:pt x="9893" y="4254"/>
                  </a:lnTo>
                  <a:lnTo>
                    <a:pt x="8129" y="4254"/>
                  </a:lnTo>
                  <a:cubicBezTo>
                    <a:pt x="7530" y="4254"/>
                    <a:pt x="7058" y="4726"/>
                    <a:pt x="7058" y="5293"/>
                  </a:cubicBezTo>
                  <a:lnTo>
                    <a:pt x="7058" y="6365"/>
                  </a:lnTo>
                  <a:lnTo>
                    <a:pt x="694" y="6365"/>
                  </a:lnTo>
                  <a:lnTo>
                    <a:pt x="694" y="1040"/>
                  </a:lnTo>
                  <a:cubicBezTo>
                    <a:pt x="725" y="851"/>
                    <a:pt x="883" y="694"/>
                    <a:pt x="1072" y="694"/>
                  </a:cubicBezTo>
                  <a:close/>
                  <a:moveTo>
                    <a:pt x="7121" y="7026"/>
                  </a:moveTo>
                  <a:lnTo>
                    <a:pt x="7121" y="7751"/>
                  </a:lnTo>
                  <a:lnTo>
                    <a:pt x="1072" y="7751"/>
                  </a:lnTo>
                  <a:cubicBezTo>
                    <a:pt x="883" y="7751"/>
                    <a:pt x="725" y="7593"/>
                    <a:pt x="725" y="7404"/>
                  </a:cubicBezTo>
                  <a:lnTo>
                    <a:pt x="725" y="7026"/>
                  </a:lnTo>
                  <a:close/>
                  <a:moveTo>
                    <a:pt x="5703" y="8444"/>
                  </a:moveTo>
                  <a:lnTo>
                    <a:pt x="5703" y="9168"/>
                  </a:lnTo>
                  <a:lnTo>
                    <a:pt x="4947" y="9168"/>
                  </a:lnTo>
                  <a:lnTo>
                    <a:pt x="4947" y="8444"/>
                  </a:lnTo>
                  <a:close/>
                  <a:moveTo>
                    <a:pt x="7089" y="8444"/>
                  </a:moveTo>
                  <a:lnTo>
                    <a:pt x="7089" y="9168"/>
                  </a:lnTo>
                  <a:lnTo>
                    <a:pt x="6365" y="9168"/>
                  </a:lnTo>
                  <a:lnTo>
                    <a:pt x="6365" y="8444"/>
                  </a:lnTo>
                  <a:close/>
                  <a:moveTo>
                    <a:pt x="11279" y="6333"/>
                  </a:moveTo>
                  <a:lnTo>
                    <a:pt x="11279" y="9830"/>
                  </a:lnTo>
                  <a:lnTo>
                    <a:pt x="7782" y="9830"/>
                  </a:lnTo>
                  <a:lnTo>
                    <a:pt x="7782" y="6333"/>
                  </a:lnTo>
                  <a:close/>
                  <a:moveTo>
                    <a:pt x="11279" y="10523"/>
                  </a:moveTo>
                  <a:lnTo>
                    <a:pt x="11279" y="10901"/>
                  </a:lnTo>
                  <a:cubicBezTo>
                    <a:pt x="11279" y="11090"/>
                    <a:pt x="11122" y="11248"/>
                    <a:pt x="10933" y="11248"/>
                  </a:cubicBezTo>
                  <a:lnTo>
                    <a:pt x="8129" y="11248"/>
                  </a:lnTo>
                  <a:cubicBezTo>
                    <a:pt x="7940" y="11248"/>
                    <a:pt x="7782" y="11090"/>
                    <a:pt x="7782" y="10901"/>
                  </a:cubicBezTo>
                  <a:lnTo>
                    <a:pt x="7782" y="10523"/>
                  </a:lnTo>
                  <a:close/>
                  <a:moveTo>
                    <a:pt x="1040" y="1"/>
                  </a:moveTo>
                  <a:cubicBezTo>
                    <a:pt x="442" y="1"/>
                    <a:pt x="1" y="473"/>
                    <a:pt x="1" y="1040"/>
                  </a:cubicBezTo>
                  <a:lnTo>
                    <a:pt x="1" y="7436"/>
                  </a:lnTo>
                  <a:cubicBezTo>
                    <a:pt x="1" y="8034"/>
                    <a:pt x="442" y="8507"/>
                    <a:pt x="1040" y="8507"/>
                  </a:cubicBezTo>
                  <a:lnTo>
                    <a:pt x="4191" y="8507"/>
                  </a:lnTo>
                  <a:lnTo>
                    <a:pt x="4191" y="9200"/>
                  </a:lnTo>
                  <a:lnTo>
                    <a:pt x="3151" y="9200"/>
                  </a:lnTo>
                  <a:cubicBezTo>
                    <a:pt x="2931" y="9200"/>
                    <a:pt x="2773" y="9357"/>
                    <a:pt x="2773" y="9546"/>
                  </a:cubicBezTo>
                  <a:cubicBezTo>
                    <a:pt x="2773" y="9767"/>
                    <a:pt x="2931" y="9925"/>
                    <a:pt x="3151" y="9925"/>
                  </a:cubicBezTo>
                  <a:lnTo>
                    <a:pt x="7026" y="9925"/>
                  </a:lnTo>
                  <a:lnTo>
                    <a:pt x="7026" y="10964"/>
                  </a:lnTo>
                  <a:cubicBezTo>
                    <a:pt x="7026" y="11563"/>
                    <a:pt x="7499" y="12035"/>
                    <a:pt x="8097" y="12035"/>
                  </a:cubicBezTo>
                  <a:lnTo>
                    <a:pt x="10901" y="12035"/>
                  </a:lnTo>
                  <a:cubicBezTo>
                    <a:pt x="11468" y="12035"/>
                    <a:pt x="11941" y="11563"/>
                    <a:pt x="11941" y="10964"/>
                  </a:cubicBezTo>
                  <a:lnTo>
                    <a:pt x="11941" y="5356"/>
                  </a:lnTo>
                  <a:cubicBezTo>
                    <a:pt x="12004" y="4726"/>
                    <a:pt x="11531" y="4254"/>
                    <a:pt x="10933" y="4254"/>
                  </a:cubicBezTo>
                  <a:lnTo>
                    <a:pt x="10586" y="4254"/>
                  </a:lnTo>
                  <a:lnTo>
                    <a:pt x="10586" y="1040"/>
                  </a:lnTo>
                  <a:cubicBezTo>
                    <a:pt x="10586" y="473"/>
                    <a:pt x="10114" y="1"/>
                    <a:pt x="95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394" name="Google Shape;1394;p50"/>
            <p:cNvSpPr/>
            <p:nvPr/>
          </p:nvSpPr>
          <p:spPr>
            <a:xfrm>
              <a:off x="7009764" y="4497182"/>
              <a:ext cx="663454" cy="650416"/>
            </a:xfrm>
            <a:custGeom>
              <a:rect b="b" l="l" r="r" t="t"/>
              <a:pathLst>
                <a:path extrusionOk="0" h="11815" w="11973">
                  <a:moveTo>
                    <a:pt x="5986" y="631"/>
                  </a:moveTo>
                  <a:cubicBezTo>
                    <a:pt x="6396" y="631"/>
                    <a:pt x="6711" y="946"/>
                    <a:pt x="6711" y="1324"/>
                  </a:cubicBezTo>
                  <a:cubicBezTo>
                    <a:pt x="6711" y="1733"/>
                    <a:pt x="6396" y="2048"/>
                    <a:pt x="5986" y="2048"/>
                  </a:cubicBezTo>
                  <a:cubicBezTo>
                    <a:pt x="5608" y="2048"/>
                    <a:pt x="5293" y="1733"/>
                    <a:pt x="5293" y="1324"/>
                  </a:cubicBezTo>
                  <a:cubicBezTo>
                    <a:pt x="5293" y="946"/>
                    <a:pt x="5608" y="631"/>
                    <a:pt x="5986" y="631"/>
                  </a:cubicBezTo>
                  <a:close/>
                  <a:moveTo>
                    <a:pt x="5986" y="2710"/>
                  </a:moveTo>
                  <a:cubicBezTo>
                    <a:pt x="6931" y="2710"/>
                    <a:pt x="7719" y="3498"/>
                    <a:pt x="7719" y="4443"/>
                  </a:cubicBezTo>
                  <a:lnTo>
                    <a:pt x="7719" y="4789"/>
                  </a:lnTo>
                  <a:lnTo>
                    <a:pt x="4253" y="4789"/>
                  </a:lnTo>
                  <a:lnTo>
                    <a:pt x="4253" y="4443"/>
                  </a:lnTo>
                  <a:cubicBezTo>
                    <a:pt x="4253" y="3498"/>
                    <a:pt x="5041" y="2710"/>
                    <a:pt x="5986" y="2710"/>
                  </a:cubicBezTo>
                  <a:close/>
                  <a:moveTo>
                    <a:pt x="3245" y="6900"/>
                  </a:moveTo>
                  <a:cubicBezTo>
                    <a:pt x="3623" y="6900"/>
                    <a:pt x="3938" y="7215"/>
                    <a:pt x="3938" y="7593"/>
                  </a:cubicBezTo>
                  <a:cubicBezTo>
                    <a:pt x="3938" y="8003"/>
                    <a:pt x="3623" y="8318"/>
                    <a:pt x="3245" y="8318"/>
                  </a:cubicBezTo>
                  <a:cubicBezTo>
                    <a:pt x="2836" y="8255"/>
                    <a:pt x="2521" y="7940"/>
                    <a:pt x="2521" y="7593"/>
                  </a:cubicBezTo>
                  <a:cubicBezTo>
                    <a:pt x="2521" y="7215"/>
                    <a:pt x="2836" y="6900"/>
                    <a:pt x="3245" y="6900"/>
                  </a:cubicBezTo>
                  <a:close/>
                  <a:moveTo>
                    <a:pt x="8759" y="6900"/>
                  </a:moveTo>
                  <a:cubicBezTo>
                    <a:pt x="9137" y="6900"/>
                    <a:pt x="9452" y="7215"/>
                    <a:pt x="9452" y="7593"/>
                  </a:cubicBezTo>
                  <a:cubicBezTo>
                    <a:pt x="9452" y="8003"/>
                    <a:pt x="9137" y="8318"/>
                    <a:pt x="8759" y="8318"/>
                  </a:cubicBezTo>
                  <a:cubicBezTo>
                    <a:pt x="8349" y="8318"/>
                    <a:pt x="8034" y="7940"/>
                    <a:pt x="8034" y="7593"/>
                  </a:cubicBezTo>
                  <a:cubicBezTo>
                    <a:pt x="8034" y="7215"/>
                    <a:pt x="8349" y="6900"/>
                    <a:pt x="8759" y="6900"/>
                  </a:cubicBezTo>
                  <a:close/>
                  <a:moveTo>
                    <a:pt x="10365" y="5545"/>
                  </a:moveTo>
                  <a:cubicBezTo>
                    <a:pt x="10523" y="5545"/>
                    <a:pt x="10680" y="5672"/>
                    <a:pt x="10712" y="5829"/>
                  </a:cubicBezTo>
                  <a:lnTo>
                    <a:pt x="11216" y="8570"/>
                  </a:lnTo>
                  <a:cubicBezTo>
                    <a:pt x="11247" y="8790"/>
                    <a:pt x="11027" y="8980"/>
                    <a:pt x="10838" y="8980"/>
                  </a:cubicBezTo>
                  <a:lnTo>
                    <a:pt x="10460" y="8980"/>
                  </a:lnTo>
                  <a:cubicBezTo>
                    <a:pt x="10239" y="8790"/>
                    <a:pt x="10019" y="8633"/>
                    <a:pt x="9767" y="8507"/>
                  </a:cubicBezTo>
                  <a:cubicBezTo>
                    <a:pt x="10019" y="8255"/>
                    <a:pt x="10145" y="7940"/>
                    <a:pt x="10145" y="7562"/>
                  </a:cubicBezTo>
                  <a:cubicBezTo>
                    <a:pt x="10145" y="6806"/>
                    <a:pt x="9515" y="6176"/>
                    <a:pt x="8759" y="6176"/>
                  </a:cubicBezTo>
                  <a:cubicBezTo>
                    <a:pt x="8002" y="6176"/>
                    <a:pt x="7372" y="6806"/>
                    <a:pt x="7372" y="7562"/>
                  </a:cubicBezTo>
                  <a:cubicBezTo>
                    <a:pt x="7372" y="7908"/>
                    <a:pt x="7498" y="8223"/>
                    <a:pt x="7719" y="8507"/>
                  </a:cubicBezTo>
                  <a:cubicBezTo>
                    <a:pt x="7498" y="8633"/>
                    <a:pt x="7246" y="8790"/>
                    <a:pt x="7057" y="8980"/>
                  </a:cubicBezTo>
                  <a:lnTo>
                    <a:pt x="4883" y="8980"/>
                  </a:lnTo>
                  <a:cubicBezTo>
                    <a:pt x="4694" y="8790"/>
                    <a:pt x="4442" y="8633"/>
                    <a:pt x="4222" y="8507"/>
                  </a:cubicBezTo>
                  <a:cubicBezTo>
                    <a:pt x="4474" y="8255"/>
                    <a:pt x="4568" y="7940"/>
                    <a:pt x="4568" y="7562"/>
                  </a:cubicBezTo>
                  <a:cubicBezTo>
                    <a:pt x="4568" y="6806"/>
                    <a:pt x="3938" y="6176"/>
                    <a:pt x="3214" y="6176"/>
                  </a:cubicBezTo>
                  <a:cubicBezTo>
                    <a:pt x="2458" y="6176"/>
                    <a:pt x="1828" y="6806"/>
                    <a:pt x="1828" y="7562"/>
                  </a:cubicBezTo>
                  <a:cubicBezTo>
                    <a:pt x="1828" y="7908"/>
                    <a:pt x="1954" y="8223"/>
                    <a:pt x="2174" y="8507"/>
                  </a:cubicBezTo>
                  <a:cubicBezTo>
                    <a:pt x="1922" y="8633"/>
                    <a:pt x="1701" y="8790"/>
                    <a:pt x="1512" y="8980"/>
                  </a:cubicBezTo>
                  <a:lnTo>
                    <a:pt x="1103" y="8980"/>
                  </a:lnTo>
                  <a:cubicBezTo>
                    <a:pt x="882" y="8980"/>
                    <a:pt x="725" y="8790"/>
                    <a:pt x="756" y="8570"/>
                  </a:cubicBezTo>
                  <a:lnTo>
                    <a:pt x="1260" y="5829"/>
                  </a:lnTo>
                  <a:cubicBezTo>
                    <a:pt x="1323" y="5672"/>
                    <a:pt x="1418" y="5545"/>
                    <a:pt x="1638" y="5545"/>
                  </a:cubicBezTo>
                  <a:close/>
                  <a:moveTo>
                    <a:pt x="3214" y="8948"/>
                  </a:moveTo>
                  <a:cubicBezTo>
                    <a:pt x="4127" y="8948"/>
                    <a:pt x="4915" y="9736"/>
                    <a:pt x="4915" y="10712"/>
                  </a:cubicBezTo>
                  <a:lnTo>
                    <a:pt x="4915" y="11059"/>
                  </a:lnTo>
                  <a:lnTo>
                    <a:pt x="1481" y="11059"/>
                  </a:lnTo>
                  <a:lnTo>
                    <a:pt x="1481" y="10712"/>
                  </a:lnTo>
                  <a:cubicBezTo>
                    <a:pt x="1481" y="9736"/>
                    <a:pt x="2269" y="8948"/>
                    <a:pt x="3214" y="8948"/>
                  </a:cubicBezTo>
                  <a:close/>
                  <a:moveTo>
                    <a:pt x="8759" y="8948"/>
                  </a:moveTo>
                  <a:cubicBezTo>
                    <a:pt x="9704" y="8948"/>
                    <a:pt x="10491" y="9736"/>
                    <a:pt x="10491" y="10712"/>
                  </a:cubicBezTo>
                  <a:lnTo>
                    <a:pt x="10491" y="11059"/>
                  </a:lnTo>
                  <a:lnTo>
                    <a:pt x="7026" y="11059"/>
                  </a:lnTo>
                  <a:lnTo>
                    <a:pt x="7026" y="10712"/>
                  </a:lnTo>
                  <a:cubicBezTo>
                    <a:pt x="7026" y="9736"/>
                    <a:pt x="7813" y="8948"/>
                    <a:pt x="8759" y="8948"/>
                  </a:cubicBezTo>
                  <a:close/>
                  <a:moveTo>
                    <a:pt x="5986" y="1"/>
                  </a:moveTo>
                  <a:cubicBezTo>
                    <a:pt x="5262" y="1"/>
                    <a:pt x="4631" y="631"/>
                    <a:pt x="4631" y="1387"/>
                  </a:cubicBezTo>
                  <a:cubicBezTo>
                    <a:pt x="4631" y="1733"/>
                    <a:pt x="4726" y="2048"/>
                    <a:pt x="4978" y="2269"/>
                  </a:cubicBezTo>
                  <a:cubicBezTo>
                    <a:pt x="4127" y="2679"/>
                    <a:pt x="3592" y="3498"/>
                    <a:pt x="3592" y="4474"/>
                  </a:cubicBezTo>
                  <a:lnTo>
                    <a:pt x="3592" y="4852"/>
                  </a:lnTo>
                  <a:lnTo>
                    <a:pt x="1670" y="4852"/>
                  </a:lnTo>
                  <a:cubicBezTo>
                    <a:pt x="1166" y="4852"/>
                    <a:pt x="725" y="5199"/>
                    <a:pt x="630" y="5703"/>
                  </a:cubicBezTo>
                  <a:lnTo>
                    <a:pt x="126" y="8475"/>
                  </a:lnTo>
                  <a:cubicBezTo>
                    <a:pt x="0" y="9043"/>
                    <a:pt x="473" y="9610"/>
                    <a:pt x="1071" y="9673"/>
                  </a:cubicBezTo>
                  <a:cubicBezTo>
                    <a:pt x="914" y="9988"/>
                    <a:pt x="819" y="10366"/>
                    <a:pt x="819" y="10744"/>
                  </a:cubicBezTo>
                  <a:lnTo>
                    <a:pt x="819" y="11468"/>
                  </a:lnTo>
                  <a:cubicBezTo>
                    <a:pt x="819" y="11657"/>
                    <a:pt x="977" y="11815"/>
                    <a:pt x="1197" y="11815"/>
                  </a:cubicBezTo>
                  <a:lnTo>
                    <a:pt x="5356" y="11815"/>
                  </a:lnTo>
                  <a:cubicBezTo>
                    <a:pt x="5545" y="11815"/>
                    <a:pt x="5703" y="11657"/>
                    <a:pt x="5703" y="11468"/>
                  </a:cubicBezTo>
                  <a:lnTo>
                    <a:pt x="5703" y="10744"/>
                  </a:lnTo>
                  <a:cubicBezTo>
                    <a:pt x="5703" y="10366"/>
                    <a:pt x="5640" y="9988"/>
                    <a:pt x="5482" y="9673"/>
                  </a:cubicBezTo>
                  <a:lnTo>
                    <a:pt x="6648" y="9673"/>
                  </a:lnTo>
                  <a:cubicBezTo>
                    <a:pt x="6490" y="9988"/>
                    <a:pt x="6427" y="10366"/>
                    <a:pt x="6427" y="10744"/>
                  </a:cubicBezTo>
                  <a:lnTo>
                    <a:pt x="6427" y="11468"/>
                  </a:lnTo>
                  <a:cubicBezTo>
                    <a:pt x="6427" y="11657"/>
                    <a:pt x="6585" y="11815"/>
                    <a:pt x="6774" y="11815"/>
                  </a:cubicBezTo>
                  <a:lnTo>
                    <a:pt x="10838" y="11815"/>
                  </a:lnTo>
                  <a:cubicBezTo>
                    <a:pt x="11027" y="11815"/>
                    <a:pt x="11184" y="11657"/>
                    <a:pt x="11184" y="11468"/>
                  </a:cubicBezTo>
                  <a:lnTo>
                    <a:pt x="11184" y="10744"/>
                  </a:lnTo>
                  <a:cubicBezTo>
                    <a:pt x="11184" y="10366"/>
                    <a:pt x="11121" y="9988"/>
                    <a:pt x="10964" y="9673"/>
                  </a:cubicBezTo>
                  <a:cubicBezTo>
                    <a:pt x="11563" y="9610"/>
                    <a:pt x="11972" y="9043"/>
                    <a:pt x="11878" y="8475"/>
                  </a:cubicBezTo>
                  <a:lnTo>
                    <a:pt x="11342" y="5703"/>
                  </a:lnTo>
                  <a:cubicBezTo>
                    <a:pt x="11279" y="5199"/>
                    <a:pt x="10838" y="4852"/>
                    <a:pt x="10334" y="4852"/>
                  </a:cubicBezTo>
                  <a:lnTo>
                    <a:pt x="8412" y="4852"/>
                  </a:lnTo>
                  <a:lnTo>
                    <a:pt x="8412" y="4474"/>
                  </a:lnTo>
                  <a:cubicBezTo>
                    <a:pt x="8412" y="3498"/>
                    <a:pt x="7845" y="2679"/>
                    <a:pt x="7026" y="2269"/>
                  </a:cubicBezTo>
                  <a:cubicBezTo>
                    <a:pt x="7246" y="2048"/>
                    <a:pt x="7372" y="1733"/>
                    <a:pt x="7372" y="1387"/>
                  </a:cubicBezTo>
                  <a:cubicBezTo>
                    <a:pt x="7372" y="631"/>
                    <a:pt x="6742" y="1"/>
                    <a:pt x="59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51"/>
          <p:cNvSpPr/>
          <p:nvPr/>
        </p:nvSpPr>
        <p:spPr>
          <a:xfrm>
            <a:off x="6299796" y="5105516"/>
            <a:ext cx="5200200" cy="136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00" name="Google Shape;1400;p51"/>
          <p:cNvSpPr/>
          <p:nvPr/>
        </p:nvSpPr>
        <p:spPr>
          <a:xfrm>
            <a:off x="6299796" y="3306980"/>
            <a:ext cx="5200200" cy="136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01" name="Google Shape;1401;p51"/>
          <p:cNvSpPr/>
          <p:nvPr/>
        </p:nvSpPr>
        <p:spPr>
          <a:xfrm>
            <a:off x="6299796" y="1508446"/>
            <a:ext cx="5200200" cy="136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402" name="Google Shape;1402;p51"/>
          <p:cNvGrpSpPr/>
          <p:nvPr/>
        </p:nvGrpSpPr>
        <p:grpSpPr>
          <a:xfrm>
            <a:off x="6589828" y="1767342"/>
            <a:ext cx="4626546" cy="786296"/>
            <a:chOff x="4839805" y="1198758"/>
            <a:chExt cx="3427833" cy="582614"/>
          </a:xfrm>
        </p:grpSpPr>
        <p:sp>
          <p:nvSpPr>
            <p:cNvPr id="1403" name="Google Shape;1403;p51"/>
            <p:cNvSpPr txBox="1"/>
            <p:nvPr/>
          </p:nvSpPr>
          <p:spPr>
            <a:xfrm flipH="1">
              <a:off x="4839838" y="1198758"/>
              <a:ext cx="34278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Performance management system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04" name="Google Shape;1404;p51"/>
            <p:cNvSpPr txBox="1"/>
            <p:nvPr/>
          </p:nvSpPr>
          <p:spPr>
            <a:xfrm flipH="1">
              <a:off x="4839805" y="1484972"/>
              <a:ext cx="3427800" cy="2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sp>
        <p:nvSpPr>
          <p:cNvPr id="1405" name="Google Shape;1405;p51"/>
          <p:cNvSpPr/>
          <p:nvPr/>
        </p:nvSpPr>
        <p:spPr>
          <a:xfrm>
            <a:off x="899488" y="2639777"/>
            <a:ext cx="2698800" cy="26988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406" name="Google Shape;1406;p51"/>
          <p:cNvGrpSpPr/>
          <p:nvPr/>
        </p:nvGrpSpPr>
        <p:grpSpPr>
          <a:xfrm>
            <a:off x="6589846" y="3573864"/>
            <a:ext cx="4626510" cy="786268"/>
            <a:chOff x="4839921" y="2517629"/>
            <a:chExt cx="3427806" cy="582593"/>
          </a:xfrm>
        </p:grpSpPr>
        <p:sp>
          <p:nvSpPr>
            <p:cNvPr id="1407" name="Google Shape;1407;p51"/>
            <p:cNvSpPr txBox="1"/>
            <p:nvPr/>
          </p:nvSpPr>
          <p:spPr>
            <a:xfrm>
              <a:off x="4839927" y="2517629"/>
              <a:ext cx="34278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Developing strategic plans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08" name="Google Shape;1408;p51"/>
            <p:cNvSpPr txBox="1"/>
            <p:nvPr/>
          </p:nvSpPr>
          <p:spPr>
            <a:xfrm>
              <a:off x="4839921" y="2803822"/>
              <a:ext cx="3427800" cy="2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grpSp>
        <p:nvGrpSpPr>
          <p:cNvPr id="1409" name="Google Shape;1409;p51"/>
          <p:cNvGrpSpPr/>
          <p:nvPr/>
        </p:nvGrpSpPr>
        <p:grpSpPr>
          <a:xfrm>
            <a:off x="6589846" y="5378810"/>
            <a:ext cx="4626510" cy="788948"/>
            <a:chOff x="4839921" y="3783060"/>
            <a:chExt cx="3427806" cy="584579"/>
          </a:xfrm>
        </p:grpSpPr>
        <p:sp>
          <p:nvSpPr>
            <p:cNvPr id="1410" name="Google Shape;1410;p51"/>
            <p:cNvSpPr txBox="1"/>
            <p:nvPr/>
          </p:nvSpPr>
          <p:spPr>
            <a:xfrm>
              <a:off x="4839927" y="3783060"/>
              <a:ext cx="3427800" cy="4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Job analysis &amp; jobs descriptions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11" name="Google Shape;1411;p51"/>
            <p:cNvSpPr txBox="1"/>
            <p:nvPr/>
          </p:nvSpPr>
          <p:spPr>
            <a:xfrm>
              <a:off x="4839921" y="4071239"/>
              <a:ext cx="3427800" cy="2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  <p:sp>
        <p:nvSpPr>
          <p:cNvPr id="1412" name="Google Shape;1412;p51"/>
          <p:cNvSpPr/>
          <p:nvPr/>
        </p:nvSpPr>
        <p:spPr>
          <a:xfrm>
            <a:off x="691980" y="1651271"/>
            <a:ext cx="4627800" cy="4627800"/>
          </a:xfrm>
          <a:prstGeom prst="arc">
            <a:avLst>
              <a:gd fmla="val 17723843" name="adj1"/>
              <a:gd fmla="val 3940005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13" name="Google Shape;1413;p51"/>
          <p:cNvSpPr/>
          <p:nvPr/>
        </p:nvSpPr>
        <p:spPr>
          <a:xfrm>
            <a:off x="3676064" y="1546106"/>
            <a:ext cx="1285500" cy="128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14" name="Google Shape;1414;p51"/>
          <p:cNvSpPr/>
          <p:nvPr/>
        </p:nvSpPr>
        <p:spPr>
          <a:xfrm>
            <a:off x="4601644" y="3344641"/>
            <a:ext cx="1285500" cy="1285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15" name="Google Shape;1415;p51"/>
          <p:cNvSpPr/>
          <p:nvPr/>
        </p:nvSpPr>
        <p:spPr>
          <a:xfrm>
            <a:off x="3676064" y="5143177"/>
            <a:ext cx="1285500" cy="1285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16" name="Google Shape;1416;p51"/>
          <p:cNvSpPr txBox="1"/>
          <p:nvPr/>
        </p:nvSpPr>
        <p:spPr>
          <a:xfrm flipH="1">
            <a:off x="1260330" y="3346441"/>
            <a:ext cx="19770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400"/>
              <a:buFont typeface="Lora"/>
              <a:buNone/>
            </a:pPr>
            <a:r>
              <a:rPr b="1" lang="en-IN" sz="3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rPr>
              <a:t>HHRR Service</a:t>
            </a:r>
            <a:endParaRPr b="1" sz="3400">
              <a:solidFill>
                <a:srgbClr val="3F3F3F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417" name="Google Shape;1417;p51"/>
          <p:cNvGrpSpPr/>
          <p:nvPr/>
        </p:nvGrpSpPr>
        <p:grpSpPr>
          <a:xfrm>
            <a:off x="4122962" y="1923166"/>
            <a:ext cx="470927" cy="470926"/>
            <a:chOff x="3282325" y="2035675"/>
            <a:chExt cx="459575" cy="454825"/>
          </a:xfrm>
        </p:grpSpPr>
        <p:sp>
          <p:nvSpPr>
            <p:cNvPr id="1418" name="Google Shape;1418;p51"/>
            <p:cNvSpPr/>
            <p:nvPr/>
          </p:nvSpPr>
          <p:spPr>
            <a:xfrm>
              <a:off x="3337050" y="2234125"/>
              <a:ext cx="85925" cy="206325"/>
            </a:xfrm>
            <a:custGeom>
              <a:rect b="b" l="l" r="r" t="t"/>
              <a:pathLst>
                <a:path extrusionOk="0" h="8253" w="3437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19" name="Google Shape;1419;p51"/>
            <p:cNvSpPr/>
            <p:nvPr/>
          </p:nvSpPr>
          <p:spPr>
            <a:xfrm>
              <a:off x="3451275" y="2175475"/>
              <a:ext cx="84925" cy="264975"/>
            </a:xfrm>
            <a:custGeom>
              <a:rect b="b" l="l" r="r" t="t"/>
              <a:pathLst>
                <a:path extrusionOk="0" h="10599" w="3397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20" name="Google Shape;1420;p51"/>
            <p:cNvSpPr/>
            <p:nvPr/>
          </p:nvSpPr>
          <p:spPr>
            <a:xfrm>
              <a:off x="3564500" y="2116825"/>
              <a:ext cx="84950" cy="323625"/>
            </a:xfrm>
            <a:custGeom>
              <a:rect b="b" l="l" r="r" t="t"/>
              <a:pathLst>
                <a:path extrusionOk="0" h="12945" w="3398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21" name="Google Shape;1421;p51"/>
            <p:cNvSpPr/>
            <p:nvPr/>
          </p:nvSpPr>
          <p:spPr>
            <a:xfrm>
              <a:off x="3282325" y="2035675"/>
              <a:ext cx="459575" cy="454825"/>
            </a:xfrm>
            <a:custGeom>
              <a:rect b="b" l="l" r="r" t="t"/>
              <a:pathLst>
                <a:path extrusionOk="0" h="18193" w="18383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422" name="Google Shape;1422;p51"/>
          <p:cNvGrpSpPr/>
          <p:nvPr/>
        </p:nvGrpSpPr>
        <p:grpSpPr>
          <a:xfrm>
            <a:off x="5069048" y="3729847"/>
            <a:ext cx="470921" cy="470946"/>
            <a:chOff x="6167350" y="2672800"/>
            <a:chExt cx="297750" cy="295375"/>
          </a:xfrm>
        </p:grpSpPr>
        <p:sp>
          <p:nvSpPr>
            <p:cNvPr id="1423" name="Google Shape;1423;p51"/>
            <p:cNvSpPr/>
            <p:nvPr/>
          </p:nvSpPr>
          <p:spPr>
            <a:xfrm>
              <a:off x="6167350" y="2672800"/>
              <a:ext cx="226850" cy="295375"/>
            </a:xfrm>
            <a:custGeom>
              <a:rect b="b" l="l" r="r" t="t"/>
              <a:pathLst>
                <a:path extrusionOk="0" h="11815" w="9074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24" name="Google Shape;1424;p51"/>
            <p:cNvSpPr/>
            <p:nvPr/>
          </p:nvSpPr>
          <p:spPr>
            <a:xfrm>
              <a:off x="6201225" y="2762575"/>
              <a:ext cx="52775" cy="49650"/>
            </a:xfrm>
            <a:custGeom>
              <a:rect b="b" l="l" r="r" t="t"/>
              <a:pathLst>
                <a:path extrusionOk="0" h="1986" w="2111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25" name="Google Shape;1425;p51"/>
            <p:cNvSpPr/>
            <p:nvPr/>
          </p:nvSpPr>
          <p:spPr>
            <a:xfrm>
              <a:off x="6308325" y="2882300"/>
              <a:ext cx="51225" cy="49650"/>
            </a:xfrm>
            <a:custGeom>
              <a:rect b="b" l="l" r="r" t="t"/>
              <a:pathLst>
                <a:path extrusionOk="0" h="1986" w="2049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26" name="Google Shape;1426;p51"/>
            <p:cNvSpPr/>
            <p:nvPr/>
          </p:nvSpPr>
          <p:spPr>
            <a:xfrm>
              <a:off x="6200425" y="2759425"/>
              <a:ext cx="156775" cy="174875"/>
            </a:xfrm>
            <a:custGeom>
              <a:rect b="b" l="l" r="r" t="t"/>
              <a:pathLst>
                <a:path extrusionOk="0" h="6995" w="6271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27" name="Google Shape;1427;p51"/>
            <p:cNvSpPr/>
            <p:nvPr/>
          </p:nvSpPr>
          <p:spPr>
            <a:xfrm>
              <a:off x="6412300" y="2742900"/>
              <a:ext cx="52800" cy="208725"/>
            </a:xfrm>
            <a:custGeom>
              <a:rect b="b" l="l" r="r" t="t"/>
              <a:pathLst>
                <a:path extrusionOk="0" h="8349" w="2112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428" name="Google Shape;1428;p51"/>
          <p:cNvGrpSpPr/>
          <p:nvPr/>
        </p:nvGrpSpPr>
        <p:grpSpPr>
          <a:xfrm>
            <a:off x="4115325" y="5535993"/>
            <a:ext cx="486655" cy="470927"/>
            <a:chOff x="1049375" y="2318350"/>
            <a:chExt cx="298525" cy="295400"/>
          </a:xfrm>
        </p:grpSpPr>
        <p:sp>
          <p:nvSpPr>
            <p:cNvPr id="1429" name="Google Shape;1429;p51"/>
            <p:cNvSpPr/>
            <p:nvPr/>
          </p:nvSpPr>
          <p:spPr>
            <a:xfrm>
              <a:off x="1101350" y="2492325"/>
              <a:ext cx="70125" cy="50525"/>
            </a:xfrm>
            <a:custGeom>
              <a:rect b="b" l="l" r="r" t="t"/>
              <a:pathLst>
                <a:path extrusionOk="0" h="2021" w="2805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30" name="Google Shape;1430;p51"/>
            <p:cNvSpPr/>
            <p:nvPr/>
          </p:nvSpPr>
          <p:spPr>
            <a:xfrm>
              <a:off x="1101350" y="2440525"/>
              <a:ext cx="70125" cy="51150"/>
            </a:xfrm>
            <a:custGeom>
              <a:rect b="b" l="l" r="r" t="t"/>
              <a:pathLst>
                <a:path extrusionOk="0" h="2046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31" name="Google Shape;1431;p51"/>
            <p:cNvSpPr/>
            <p:nvPr/>
          </p:nvSpPr>
          <p:spPr>
            <a:xfrm>
              <a:off x="1101350" y="2388550"/>
              <a:ext cx="70125" cy="51125"/>
            </a:xfrm>
            <a:custGeom>
              <a:rect b="b" l="l" r="r" t="t"/>
              <a:pathLst>
                <a:path extrusionOk="0" h="2045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432" name="Google Shape;1432;p51"/>
            <p:cNvSpPr/>
            <p:nvPr/>
          </p:nvSpPr>
          <p:spPr>
            <a:xfrm>
              <a:off x="1049375" y="2318350"/>
              <a:ext cx="298525" cy="295400"/>
            </a:xfrm>
            <a:custGeom>
              <a:rect b="b" l="l" r="r" t="t"/>
              <a:pathLst>
                <a:path extrusionOk="0" h="11816" w="11941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cxnSp>
        <p:nvCxnSpPr>
          <p:cNvPr id="1433" name="Google Shape;1433;p51"/>
          <p:cNvCxnSpPr>
            <a:stCxn id="1405" idx="7"/>
            <a:endCxn id="1413" idx="3"/>
          </p:cNvCxnSpPr>
          <p:nvPr/>
        </p:nvCxnSpPr>
        <p:spPr>
          <a:xfrm flipH="1" rot="10800000">
            <a:off x="3203058" y="2643207"/>
            <a:ext cx="661200" cy="39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4" name="Google Shape;1434;p51"/>
          <p:cNvCxnSpPr>
            <a:stCxn id="1405" idx="6"/>
            <a:endCxn id="1414" idx="2"/>
          </p:cNvCxnSpPr>
          <p:nvPr/>
        </p:nvCxnSpPr>
        <p:spPr>
          <a:xfrm flipH="1" rot="10800000">
            <a:off x="3598288" y="3987377"/>
            <a:ext cx="1003500" cy="1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51"/>
          <p:cNvCxnSpPr>
            <a:stCxn id="1405" idx="5"/>
            <a:endCxn id="1415" idx="1"/>
          </p:cNvCxnSpPr>
          <p:nvPr/>
        </p:nvCxnSpPr>
        <p:spPr>
          <a:xfrm>
            <a:off x="3203058" y="4943347"/>
            <a:ext cx="661200" cy="38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51"/>
          <p:cNvCxnSpPr>
            <a:stCxn id="1413" idx="6"/>
            <a:endCxn id="1401" idx="1"/>
          </p:cNvCxnSpPr>
          <p:nvPr/>
        </p:nvCxnSpPr>
        <p:spPr>
          <a:xfrm>
            <a:off x="4961564" y="2188856"/>
            <a:ext cx="1338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51"/>
          <p:cNvCxnSpPr>
            <a:stCxn id="1414" idx="6"/>
            <a:endCxn id="1400" idx="1"/>
          </p:cNvCxnSpPr>
          <p:nvPr/>
        </p:nvCxnSpPr>
        <p:spPr>
          <a:xfrm>
            <a:off x="5887144" y="3987391"/>
            <a:ext cx="41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8" name="Google Shape;1438;p51"/>
          <p:cNvCxnSpPr>
            <a:stCxn id="1415" idx="6"/>
            <a:endCxn id="1399" idx="1"/>
          </p:cNvCxnSpPr>
          <p:nvPr/>
        </p:nvCxnSpPr>
        <p:spPr>
          <a:xfrm>
            <a:off x="4961564" y="5785927"/>
            <a:ext cx="1338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3" name="Google Shape;1443;p52"/>
          <p:cNvGrpSpPr/>
          <p:nvPr/>
        </p:nvGrpSpPr>
        <p:grpSpPr>
          <a:xfrm>
            <a:off x="1193979" y="1220545"/>
            <a:ext cx="9803988" cy="5330060"/>
            <a:chOff x="1642584" y="1319399"/>
            <a:chExt cx="9803988" cy="5330060"/>
          </a:xfrm>
        </p:grpSpPr>
        <p:grpSp>
          <p:nvGrpSpPr>
            <p:cNvPr id="1444" name="Google Shape;1444;p52"/>
            <p:cNvGrpSpPr/>
            <p:nvPr/>
          </p:nvGrpSpPr>
          <p:grpSpPr>
            <a:xfrm>
              <a:off x="1642584" y="1319399"/>
              <a:ext cx="2797800" cy="5330060"/>
              <a:chOff x="1642584" y="1317212"/>
              <a:chExt cx="2797800" cy="5330060"/>
            </a:xfrm>
          </p:grpSpPr>
          <p:grpSp>
            <p:nvGrpSpPr>
              <p:cNvPr id="1445" name="Google Shape;1445;p52"/>
              <p:cNvGrpSpPr/>
              <p:nvPr/>
            </p:nvGrpSpPr>
            <p:grpSpPr>
              <a:xfrm>
                <a:off x="1642584" y="1317212"/>
                <a:ext cx="2797800" cy="2423029"/>
                <a:chOff x="1621570" y="1317212"/>
                <a:chExt cx="2797800" cy="2423029"/>
              </a:xfrm>
            </p:grpSpPr>
            <p:grpSp>
              <p:nvGrpSpPr>
                <p:cNvPr id="1446" name="Google Shape;1446;p52"/>
                <p:cNvGrpSpPr/>
                <p:nvPr/>
              </p:nvGrpSpPr>
              <p:grpSpPr>
                <a:xfrm>
                  <a:off x="1636943" y="2249178"/>
                  <a:ext cx="2767106" cy="1491063"/>
                  <a:chOff x="1585340" y="2249178"/>
                  <a:chExt cx="2767106" cy="1491063"/>
                </a:xfrm>
              </p:grpSpPr>
              <p:sp>
                <p:nvSpPr>
                  <p:cNvPr id="1447" name="Google Shape;1447;p52"/>
                  <p:cNvSpPr/>
                  <p:nvPr/>
                </p:nvSpPr>
                <p:spPr>
                  <a:xfrm>
                    <a:off x="1585340" y="2249178"/>
                    <a:ext cx="2767105" cy="1491063"/>
                  </a:xfrm>
                  <a:custGeom>
                    <a:rect b="b" l="l" r="r" t="t"/>
                    <a:pathLst>
                      <a:path extrusionOk="0" h="4677" w="8682">
                        <a:moveTo>
                          <a:pt x="8386" y="4676"/>
                        </a:moveTo>
                        <a:lnTo>
                          <a:pt x="1963" y="4676"/>
                        </a:lnTo>
                        <a:lnTo>
                          <a:pt x="1963" y="4676"/>
                        </a:lnTo>
                        <a:cubicBezTo>
                          <a:pt x="1801" y="4676"/>
                          <a:pt x="1669" y="4544"/>
                          <a:pt x="1669" y="4382"/>
                        </a:cubicBezTo>
                        <a:lnTo>
                          <a:pt x="1669" y="1958"/>
                        </a:lnTo>
                        <a:lnTo>
                          <a:pt x="1669" y="1958"/>
                        </a:lnTo>
                        <a:cubicBezTo>
                          <a:pt x="1669" y="1874"/>
                          <a:pt x="1634" y="1794"/>
                          <a:pt x="1571" y="1738"/>
                        </a:cubicBezTo>
                        <a:lnTo>
                          <a:pt x="201" y="513"/>
                        </a:lnTo>
                        <a:lnTo>
                          <a:pt x="201" y="513"/>
                        </a:lnTo>
                        <a:cubicBezTo>
                          <a:pt x="0" y="333"/>
                          <a:pt x="128" y="0"/>
                          <a:pt x="398" y="0"/>
                        </a:cubicBezTo>
                        <a:lnTo>
                          <a:pt x="8386" y="0"/>
                        </a:lnTo>
                        <a:lnTo>
                          <a:pt x="8386" y="0"/>
                        </a:lnTo>
                        <a:cubicBezTo>
                          <a:pt x="8549" y="0"/>
                          <a:pt x="8681" y="131"/>
                          <a:pt x="8681" y="294"/>
                        </a:cubicBezTo>
                        <a:lnTo>
                          <a:pt x="8681" y="4382"/>
                        </a:lnTo>
                        <a:lnTo>
                          <a:pt x="8681" y="4382"/>
                        </a:lnTo>
                        <a:cubicBezTo>
                          <a:pt x="8681" y="4544"/>
                          <a:pt x="8549" y="4676"/>
                          <a:pt x="8386" y="4676"/>
                        </a:cubicBez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48" name="Google Shape;1448;p52"/>
                  <p:cNvSpPr/>
                  <p:nvPr/>
                </p:nvSpPr>
                <p:spPr>
                  <a:xfrm>
                    <a:off x="3106902" y="2306918"/>
                    <a:ext cx="1195374" cy="1375588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3769" y="4676"/>
                        </a:moveTo>
                        <a:lnTo>
                          <a:pt x="0" y="4676"/>
                        </a:lnTo>
                        <a:lnTo>
                          <a:pt x="0" y="0"/>
                        </a:lnTo>
                        <a:lnTo>
                          <a:pt x="3769" y="0"/>
                        </a:lnTo>
                        <a:lnTo>
                          <a:pt x="3769" y="0"/>
                        </a:lnTo>
                        <a:cubicBezTo>
                          <a:pt x="3932" y="0"/>
                          <a:pt x="4064" y="131"/>
                          <a:pt x="4064" y="294"/>
                        </a:cubicBezTo>
                        <a:lnTo>
                          <a:pt x="4064" y="4382"/>
                        </a:lnTo>
                        <a:lnTo>
                          <a:pt x="4064" y="4382"/>
                        </a:lnTo>
                        <a:cubicBezTo>
                          <a:pt x="4064" y="4544"/>
                          <a:pt x="3932" y="4676"/>
                          <a:pt x="3769" y="4676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49" name="Google Shape;1449;p52"/>
                  <p:cNvSpPr/>
                  <p:nvPr/>
                </p:nvSpPr>
                <p:spPr>
                  <a:xfrm>
                    <a:off x="3056727" y="2249178"/>
                    <a:ext cx="1295719" cy="1491063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4064" y="4382"/>
                        </a:moveTo>
                        <a:lnTo>
                          <a:pt x="4064" y="294"/>
                        </a:lnTo>
                        <a:lnTo>
                          <a:pt x="4064" y="294"/>
                        </a:lnTo>
                        <a:cubicBezTo>
                          <a:pt x="4064" y="131"/>
                          <a:pt x="3932" y="0"/>
                          <a:pt x="3769" y="0"/>
                        </a:cubicBezTo>
                        <a:lnTo>
                          <a:pt x="0" y="0"/>
                        </a:lnTo>
                        <a:lnTo>
                          <a:pt x="0" y="4676"/>
                        </a:lnTo>
                        <a:lnTo>
                          <a:pt x="3769" y="4676"/>
                        </a:lnTo>
                        <a:lnTo>
                          <a:pt x="3769" y="4676"/>
                        </a:lnTo>
                        <a:cubicBezTo>
                          <a:pt x="3932" y="4676"/>
                          <a:pt x="4064" y="4544"/>
                          <a:pt x="4064" y="4382"/>
                        </a:cubicBezTo>
                        <a:close/>
                        <a:moveTo>
                          <a:pt x="3821" y="4382"/>
                        </a:moveTo>
                        <a:lnTo>
                          <a:pt x="3821" y="4382"/>
                        </a:lnTo>
                        <a:cubicBezTo>
                          <a:pt x="3821" y="4410"/>
                          <a:pt x="3798" y="4434"/>
                          <a:pt x="3769" y="4434"/>
                        </a:cubicBezTo>
                        <a:lnTo>
                          <a:pt x="242" y="4434"/>
                        </a:lnTo>
                        <a:lnTo>
                          <a:pt x="242" y="242"/>
                        </a:lnTo>
                        <a:lnTo>
                          <a:pt x="3769" y="242"/>
                        </a:lnTo>
                        <a:lnTo>
                          <a:pt x="3769" y="242"/>
                        </a:lnTo>
                        <a:cubicBezTo>
                          <a:pt x="3798" y="242"/>
                          <a:pt x="3821" y="265"/>
                          <a:pt x="3821" y="294"/>
                        </a:cubicBezTo>
                        <a:lnTo>
                          <a:pt x="3821" y="438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50" name="Google Shape;1450;p52"/>
                  <p:cNvSpPr/>
                  <p:nvPr/>
                </p:nvSpPr>
                <p:spPr>
                  <a:xfrm>
                    <a:off x="3510821" y="2704323"/>
                    <a:ext cx="387533" cy="580774"/>
                  </a:xfrm>
                  <a:custGeom>
                    <a:rect b="b" l="l" r="r" t="t"/>
                    <a:pathLst>
                      <a:path extrusionOk="0" h="2438" w="1626">
                        <a:moveTo>
                          <a:pt x="1294" y="683"/>
                        </a:moveTo>
                        <a:lnTo>
                          <a:pt x="1294" y="683"/>
                        </a:lnTo>
                        <a:cubicBezTo>
                          <a:pt x="1293" y="660"/>
                          <a:pt x="1287" y="644"/>
                          <a:pt x="1277" y="632"/>
                        </a:cubicBezTo>
                        <a:cubicBezTo>
                          <a:pt x="1266" y="620"/>
                          <a:pt x="1252" y="615"/>
                          <a:pt x="1236" y="615"/>
                        </a:cubicBezTo>
                        <a:cubicBezTo>
                          <a:pt x="1219" y="615"/>
                          <a:pt x="1206" y="621"/>
                          <a:pt x="1194" y="633"/>
                        </a:cubicBezTo>
                        <a:cubicBezTo>
                          <a:pt x="1183" y="645"/>
                          <a:pt x="1178" y="662"/>
                          <a:pt x="1178" y="683"/>
                        </a:cubicBezTo>
                        <a:lnTo>
                          <a:pt x="1294" y="683"/>
                        </a:lnTo>
                        <a:close/>
                        <a:moveTo>
                          <a:pt x="1289" y="761"/>
                        </a:moveTo>
                        <a:lnTo>
                          <a:pt x="1289" y="761"/>
                        </a:lnTo>
                        <a:cubicBezTo>
                          <a:pt x="1285" y="776"/>
                          <a:pt x="1279" y="786"/>
                          <a:pt x="1271" y="793"/>
                        </a:cubicBezTo>
                        <a:cubicBezTo>
                          <a:pt x="1263" y="800"/>
                          <a:pt x="1252" y="803"/>
                          <a:pt x="1240" y="803"/>
                        </a:cubicBezTo>
                        <a:cubicBezTo>
                          <a:pt x="1223" y="803"/>
                          <a:pt x="1207" y="797"/>
                          <a:pt x="1196" y="784"/>
                        </a:cubicBezTo>
                        <a:cubicBezTo>
                          <a:pt x="1184" y="771"/>
                          <a:pt x="1177" y="753"/>
                          <a:pt x="1177" y="730"/>
                        </a:cubicBezTo>
                        <a:lnTo>
                          <a:pt x="1371" y="730"/>
                        </a:lnTo>
                        <a:cubicBezTo>
                          <a:pt x="1371" y="671"/>
                          <a:pt x="1360" y="628"/>
                          <a:pt x="1334" y="599"/>
                        </a:cubicBezTo>
                        <a:cubicBezTo>
                          <a:pt x="1309" y="570"/>
                          <a:pt x="1275" y="555"/>
                          <a:pt x="1232" y="555"/>
                        </a:cubicBezTo>
                        <a:cubicBezTo>
                          <a:pt x="1193" y="555"/>
                          <a:pt x="1161" y="569"/>
                          <a:pt x="1136" y="597"/>
                        </a:cubicBezTo>
                        <a:cubicBezTo>
                          <a:pt x="1111" y="624"/>
                          <a:pt x="1098" y="661"/>
                          <a:pt x="1098" y="710"/>
                        </a:cubicBezTo>
                        <a:cubicBezTo>
                          <a:pt x="1098" y="751"/>
                          <a:pt x="1108" y="784"/>
                          <a:pt x="1126" y="811"/>
                        </a:cubicBezTo>
                        <a:cubicBezTo>
                          <a:pt x="1151" y="844"/>
                          <a:pt x="1189" y="861"/>
                          <a:pt x="1239" y="861"/>
                        </a:cubicBezTo>
                        <a:cubicBezTo>
                          <a:pt x="1272" y="861"/>
                          <a:pt x="1298" y="853"/>
                          <a:pt x="1320" y="839"/>
                        </a:cubicBezTo>
                        <a:cubicBezTo>
                          <a:pt x="1341" y="824"/>
                          <a:pt x="1357" y="802"/>
                          <a:pt x="1367" y="774"/>
                        </a:cubicBezTo>
                        <a:lnTo>
                          <a:pt x="1289" y="761"/>
                        </a:lnTo>
                        <a:close/>
                        <a:moveTo>
                          <a:pt x="964" y="854"/>
                        </a:moveTo>
                        <a:lnTo>
                          <a:pt x="1041" y="854"/>
                        </a:lnTo>
                        <a:lnTo>
                          <a:pt x="1041" y="451"/>
                        </a:lnTo>
                        <a:lnTo>
                          <a:pt x="964" y="451"/>
                        </a:lnTo>
                        <a:lnTo>
                          <a:pt x="964" y="854"/>
                        </a:lnTo>
                        <a:close/>
                        <a:moveTo>
                          <a:pt x="812" y="714"/>
                        </a:moveTo>
                        <a:lnTo>
                          <a:pt x="812" y="714"/>
                        </a:lnTo>
                        <a:cubicBezTo>
                          <a:pt x="802" y="718"/>
                          <a:pt x="786" y="721"/>
                          <a:pt x="765" y="726"/>
                        </a:cubicBezTo>
                        <a:cubicBezTo>
                          <a:pt x="744" y="730"/>
                          <a:pt x="729" y="735"/>
                          <a:pt x="723" y="739"/>
                        </a:cubicBezTo>
                        <a:cubicBezTo>
                          <a:pt x="713" y="746"/>
                          <a:pt x="708" y="756"/>
                          <a:pt x="708" y="766"/>
                        </a:cubicBezTo>
                        <a:cubicBezTo>
                          <a:pt x="708" y="777"/>
                          <a:pt x="712" y="787"/>
                          <a:pt x="720" y="794"/>
                        </a:cubicBezTo>
                        <a:cubicBezTo>
                          <a:pt x="728" y="802"/>
                          <a:pt x="738" y="806"/>
                          <a:pt x="750" y="806"/>
                        </a:cubicBezTo>
                        <a:cubicBezTo>
                          <a:pt x="765" y="806"/>
                          <a:pt x="778" y="801"/>
                          <a:pt x="790" y="792"/>
                        </a:cubicBezTo>
                        <a:cubicBezTo>
                          <a:pt x="800" y="786"/>
                          <a:pt x="806" y="777"/>
                          <a:pt x="809" y="767"/>
                        </a:cubicBezTo>
                        <a:cubicBezTo>
                          <a:pt x="811" y="760"/>
                          <a:pt x="812" y="748"/>
                          <a:pt x="812" y="729"/>
                        </a:cubicBezTo>
                        <a:lnTo>
                          <a:pt x="812" y="714"/>
                        </a:lnTo>
                        <a:close/>
                        <a:moveTo>
                          <a:pt x="709" y="651"/>
                        </a:moveTo>
                        <a:lnTo>
                          <a:pt x="709" y="651"/>
                        </a:lnTo>
                        <a:cubicBezTo>
                          <a:pt x="714" y="638"/>
                          <a:pt x="719" y="628"/>
                          <a:pt x="727" y="623"/>
                        </a:cubicBezTo>
                        <a:cubicBezTo>
                          <a:pt x="735" y="618"/>
                          <a:pt x="746" y="615"/>
                          <a:pt x="759" y="615"/>
                        </a:cubicBezTo>
                        <a:cubicBezTo>
                          <a:pt x="780" y="615"/>
                          <a:pt x="793" y="618"/>
                          <a:pt x="801" y="624"/>
                        </a:cubicBezTo>
                        <a:cubicBezTo>
                          <a:pt x="808" y="630"/>
                          <a:pt x="812" y="641"/>
                          <a:pt x="812" y="656"/>
                        </a:cubicBezTo>
                        <a:lnTo>
                          <a:pt x="812" y="663"/>
                        </a:lnTo>
                        <a:cubicBezTo>
                          <a:pt x="798" y="669"/>
                          <a:pt x="773" y="676"/>
                          <a:pt x="737" y="683"/>
                        </a:cubicBezTo>
                        <a:cubicBezTo>
                          <a:pt x="710" y="688"/>
                          <a:pt x="689" y="694"/>
                          <a:pt x="675" y="700"/>
                        </a:cubicBezTo>
                        <a:cubicBezTo>
                          <a:pt x="661" y="708"/>
                          <a:pt x="650" y="718"/>
                          <a:pt x="643" y="730"/>
                        </a:cubicBezTo>
                        <a:cubicBezTo>
                          <a:pt x="634" y="743"/>
                          <a:pt x="631" y="758"/>
                          <a:pt x="631" y="774"/>
                        </a:cubicBezTo>
                        <a:cubicBezTo>
                          <a:pt x="631" y="799"/>
                          <a:pt x="639" y="820"/>
                          <a:pt x="657" y="836"/>
                        </a:cubicBezTo>
                        <a:cubicBezTo>
                          <a:pt x="674" y="852"/>
                          <a:pt x="698" y="861"/>
                          <a:pt x="728" y="861"/>
                        </a:cubicBezTo>
                        <a:cubicBezTo>
                          <a:pt x="745" y="861"/>
                          <a:pt x="760" y="857"/>
                          <a:pt x="776" y="851"/>
                        </a:cubicBezTo>
                        <a:cubicBezTo>
                          <a:pt x="790" y="844"/>
                          <a:pt x="805" y="835"/>
                          <a:pt x="818" y="822"/>
                        </a:cubicBezTo>
                        <a:cubicBezTo>
                          <a:pt x="819" y="824"/>
                          <a:pt x="819" y="827"/>
                          <a:pt x="821" y="831"/>
                        </a:cubicBezTo>
                        <a:cubicBezTo>
                          <a:pt x="823" y="841"/>
                          <a:pt x="826" y="849"/>
                          <a:pt x="828" y="854"/>
                        </a:cubicBezTo>
                        <a:lnTo>
                          <a:pt x="904" y="854"/>
                        </a:lnTo>
                        <a:cubicBezTo>
                          <a:pt x="898" y="840"/>
                          <a:pt x="893" y="827"/>
                          <a:pt x="891" y="815"/>
                        </a:cubicBezTo>
                        <a:cubicBezTo>
                          <a:pt x="888" y="802"/>
                          <a:pt x="887" y="784"/>
                          <a:pt x="887" y="758"/>
                        </a:cubicBezTo>
                        <a:lnTo>
                          <a:pt x="888" y="668"/>
                        </a:lnTo>
                        <a:cubicBezTo>
                          <a:pt x="888" y="635"/>
                          <a:pt x="884" y="612"/>
                          <a:pt x="877" y="599"/>
                        </a:cubicBezTo>
                        <a:cubicBezTo>
                          <a:pt x="870" y="587"/>
                          <a:pt x="859" y="576"/>
                          <a:pt x="842" y="568"/>
                        </a:cubicBezTo>
                        <a:cubicBezTo>
                          <a:pt x="825" y="559"/>
                          <a:pt x="799" y="555"/>
                          <a:pt x="765" y="555"/>
                        </a:cubicBezTo>
                        <a:cubicBezTo>
                          <a:pt x="727" y="555"/>
                          <a:pt x="698" y="562"/>
                          <a:pt x="679" y="576"/>
                        </a:cubicBezTo>
                        <a:cubicBezTo>
                          <a:pt x="660" y="589"/>
                          <a:pt x="647" y="610"/>
                          <a:pt x="638" y="639"/>
                        </a:cubicBezTo>
                        <a:lnTo>
                          <a:pt x="709" y="651"/>
                        </a:lnTo>
                        <a:close/>
                        <a:moveTo>
                          <a:pt x="255" y="723"/>
                        </a:moveTo>
                        <a:lnTo>
                          <a:pt x="255" y="723"/>
                        </a:lnTo>
                        <a:cubicBezTo>
                          <a:pt x="261" y="768"/>
                          <a:pt x="277" y="802"/>
                          <a:pt x="304" y="826"/>
                        </a:cubicBezTo>
                        <a:cubicBezTo>
                          <a:pt x="332" y="850"/>
                          <a:pt x="371" y="861"/>
                          <a:pt x="422" y="861"/>
                        </a:cubicBezTo>
                        <a:cubicBezTo>
                          <a:pt x="457" y="861"/>
                          <a:pt x="486" y="856"/>
                          <a:pt x="509" y="847"/>
                        </a:cubicBezTo>
                        <a:cubicBezTo>
                          <a:pt x="533" y="837"/>
                          <a:pt x="551" y="822"/>
                          <a:pt x="564" y="801"/>
                        </a:cubicBezTo>
                        <a:cubicBezTo>
                          <a:pt x="577" y="781"/>
                          <a:pt x="583" y="760"/>
                          <a:pt x="583" y="737"/>
                        </a:cubicBezTo>
                        <a:cubicBezTo>
                          <a:pt x="583" y="711"/>
                          <a:pt x="578" y="690"/>
                          <a:pt x="567" y="673"/>
                        </a:cubicBezTo>
                        <a:cubicBezTo>
                          <a:pt x="556" y="655"/>
                          <a:pt x="542" y="641"/>
                          <a:pt x="523" y="632"/>
                        </a:cubicBezTo>
                        <a:cubicBezTo>
                          <a:pt x="503" y="622"/>
                          <a:pt x="474" y="612"/>
                          <a:pt x="435" y="602"/>
                        </a:cubicBezTo>
                        <a:cubicBezTo>
                          <a:pt x="395" y="593"/>
                          <a:pt x="370" y="584"/>
                          <a:pt x="360" y="576"/>
                        </a:cubicBezTo>
                        <a:cubicBezTo>
                          <a:pt x="352" y="569"/>
                          <a:pt x="348" y="560"/>
                          <a:pt x="348" y="551"/>
                        </a:cubicBezTo>
                        <a:cubicBezTo>
                          <a:pt x="348" y="540"/>
                          <a:pt x="352" y="532"/>
                          <a:pt x="361" y="526"/>
                        </a:cubicBezTo>
                        <a:cubicBezTo>
                          <a:pt x="374" y="517"/>
                          <a:pt x="393" y="512"/>
                          <a:pt x="416" y="512"/>
                        </a:cubicBezTo>
                        <a:cubicBezTo>
                          <a:pt x="439" y="512"/>
                          <a:pt x="456" y="516"/>
                          <a:pt x="467" y="525"/>
                        </a:cubicBezTo>
                        <a:cubicBezTo>
                          <a:pt x="479" y="534"/>
                          <a:pt x="487" y="549"/>
                          <a:pt x="490" y="570"/>
                        </a:cubicBezTo>
                        <a:lnTo>
                          <a:pt x="571" y="567"/>
                        </a:lnTo>
                        <a:cubicBezTo>
                          <a:pt x="570" y="529"/>
                          <a:pt x="557" y="499"/>
                          <a:pt x="532" y="477"/>
                        </a:cubicBezTo>
                        <a:cubicBezTo>
                          <a:pt x="506" y="455"/>
                          <a:pt x="467" y="444"/>
                          <a:pt x="417" y="444"/>
                        </a:cubicBezTo>
                        <a:cubicBezTo>
                          <a:pt x="386" y="444"/>
                          <a:pt x="359" y="449"/>
                          <a:pt x="338" y="458"/>
                        </a:cubicBezTo>
                        <a:cubicBezTo>
                          <a:pt x="316" y="468"/>
                          <a:pt x="299" y="481"/>
                          <a:pt x="287" y="499"/>
                        </a:cubicBezTo>
                        <a:cubicBezTo>
                          <a:pt x="276" y="517"/>
                          <a:pt x="270" y="536"/>
                          <a:pt x="270" y="557"/>
                        </a:cubicBezTo>
                        <a:cubicBezTo>
                          <a:pt x="270" y="589"/>
                          <a:pt x="282" y="616"/>
                          <a:pt x="307" y="638"/>
                        </a:cubicBezTo>
                        <a:cubicBezTo>
                          <a:pt x="325" y="653"/>
                          <a:pt x="355" y="667"/>
                          <a:pt x="399" y="678"/>
                        </a:cubicBezTo>
                        <a:cubicBezTo>
                          <a:pt x="433" y="686"/>
                          <a:pt x="455" y="691"/>
                          <a:pt x="464" y="695"/>
                        </a:cubicBezTo>
                        <a:cubicBezTo>
                          <a:pt x="478" y="700"/>
                          <a:pt x="487" y="706"/>
                          <a:pt x="493" y="713"/>
                        </a:cubicBezTo>
                        <a:cubicBezTo>
                          <a:pt x="499" y="719"/>
                          <a:pt x="502" y="728"/>
                          <a:pt x="502" y="737"/>
                        </a:cubicBezTo>
                        <a:cubicBezTo>
                          <a:pt x="502" y="752"/>
                          <a:pt x="495" y="765"/>
                          <a:pt x="482" y="776"/>
                        </a:cubicBezTo>
                        <a:cubicBezTo>
                          <a:pt x="469" y="787"/>
                          <a:pt x="449" y="792"/>
                          <a:pt x="422" y="792"/>
                        </a:cubicBezTo>
                        <a:cubicBezTo>
                          <a:pt x="398" y="792"/>
                          <a:pt x="378" y="786"/>
                          <a:pt x="363" y="774"/>
                        </a:cubicBezTo>
                        <a:cubicBezTo>
                          <a:pt x="349" y="761"/>
                          <a:pt x="340" y="742"/>
                          <a:pt x="335" y="715"/>
                        </a:cubicBezTo>
                        <a:lnTo>
                          <a:pt x="255" y="723"/>
                        </a:lnTo>
                        <a:close/>
                        <a:moveTo>
                          <a:pt x="52" y="0"/>
                        </a:moveTo>
                        <a:lnTo>
                          <a:pt x="1575" y="0"/>
                        </a:lnTo>
                        <a:lnTo>
                          <a:pt x="1625" y="0"/>
                        </a:lnTo>
                        <a:lnTo>
                          <a:pt x="1625" y="49"/>
                        </a:lnTo>
                        <a:lnTo>
                          <a:pt x="1625" y="2302"/>
                        </a:lnTo>
                        <a:lnTo>
                          <a:pt x="1625" y="2437"/>
                        </a:lnTo>
                        <a:lnTo>
                          <a:pt x="1536" y="2335"/>
                        </a:lnTo>
                        <a:lnTo>
                          <a:pt x="813" y="1512"/>
                        </a:lnTo>
                        <a:lnTo>
                          <a:pt x="90" y="2335"/>
                        </a:lnTo>
                        <a:lnTo>
                          <a:pt x="0" y="2437"/>
                        </a:lnTo>
                        <a:lnTo>
                          <a:pt x="0" y="2302"/>
                        </a:lnTo>
                        <a:lnTo>
                          <a:pt x="0" y="49"/>
                        </a:lnTo>
                        <a:lnTo>
                          <a:pt x="0" y="0"/>
                        </a:lnTo>
                        <a:lnTo>
                          <a:pt x="5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51" name="Google Shape;1451;p52"/>
                  <p:cNvSpPr txBox="1"/>
                  <p:nvPr/>
                </p:nvSpPr>
                <p:spPr>
                  <a:xfrm>
                    <a:off x="2297424" y="2733099"/>
                    <a:ext cx="673200" cy="52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01</a:t>
                    </a:r>
                    <a:endParaRPr/>
                  </a:p>
                </p:txBody>
              </p:sp>
            </p:grpSp>
            <p:sp>
              <p:nvSpPr>
                <p:cNvPr id="1452" name="Google Shape;1452;p52"/>
                <p:cNvSpPr/>
                <p:nvPr/>
              </p:nvSpPr>
              <p:spPr>
                <a:xfrm>
                  <a:off x="1621570" y="1317212"/>
                  <a:ext cx="2797800" cy="781200"/>
                </a:xfrm>
                <a:prstGeom prst="round2SameRect">
                  <a:avLst>
                    <a:gd fmla="val 33597" name="adj1"/>
                    <a:gd fmla="val 0" name="adj2"/>
                  </a:avLst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Online application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1453" name="Google Shape;1453;p52"/>
              <p:cNvGrpSpPr/>
              <p:nvPr/>
            </p:nvGrpSpPr>
            <p:grpSpPr>
              <a:xfrm>
                <a:off x="1642584" y="4273403"/>
                <a:ext cx="2797800" cy="2373869"/>
                <a:chOff x="1663598" y="4273403"/>
                <a:chExt cx="2797800" cy="2373869"/>
              </a:xfrm>
            </p:grpSpPr>
            <p:grpSp>
              <p:nvGrpSpPr>
                <p:cNvPr id="1454" name="Google Shape;1454;p52"/>
                <p:cNvGrpSpPr/>
                <p:nvPr/>
              </p:nvGrpSpPr>
              <p:grpSpPr>
                <a:xfrm>
                  <a:off x="1678971" y="4273403"/>
                  <a:ext cx="2767106" cy="1491063"/>
                  <a:chOff x="1585340" y="4273403"/>
                  <a:chExt cx="2767106" cy="1491063"/>
                </a:xfrm>
              </p:grpSpPr>
              <p:sp>
                <p:nvSpPr>
                  <p:cNvPr id="1455" name="Google Shape;1455;p52"/>
                  <p:cNvSpPr/>
                  <p:nvPr/>
                </p:nvSpPr>
                <p:spPr>
                  <a:xfrm>
                    <a:off x="1585340" y="4273403"/>
                    <a:ext cx="2767105" cy="1491063"/>
                  </a:xfrm>
                  <a:custGeom>
                    <a:rect b="b" l="l" r="r" t="t"/>
                    <a:pathLst>
                      <a:path extrusionOk="0" h="4677" w="8682">
                        <a:moveTo>
                          <a:pt x="8386" y="4676"/>
                        </a:moveTo>
                        <a:lnTo>
                          <a:pt x="1963" y="4676"/>
                        </a:lnTo>
                        <a:lnTo>
                          <a:pt x="1963" y="4676"/>
                        </a:lnTo>
                        <a:cubicBezTo>
                          <a:pt x="1801" y="4676"/>
                          <a:pt x="1669" y="4544"/>
                          <a:pt x="1669" y="4382"/>
                        </a:cubicBezTo>
                        <a:lnTo>
                          <a:pt x="1669" y="1958"/>
                        </a:lnTo>
                        <a:lnTo>
                          <a:pt x="1669" y="1958"/>
                        </a:lnTo>
                        <a:cubicBezTo>
                          <a:pt x="1669" y="1874"/>
                          <a:pt x="1634" y="1794"/>
                          <a:pt x="1571" y="1738"/>
                        </a:cubicBezTo>
                        <a:lnTo>
                          <a:pt x="201" y="513"/>
                        </a:lnTo>
                        <a:lnTo>
                          <a:pt x="201" y="513"/>
                        </a:lnTo>
                        <a:cubicBezTo>
                          <a:pt x="0" y="333"/>
                          <a:pt x="128" y="0"/>
                          <a:pt x="398" y="0"/>
                        </a:cubicBezTo>
                        <a:lnTo>
                          <a:pt x="8386" y="0"/>
                        </a:lnTo>
                        <a:lnTo>
                          <a:pt x="8386" y="0"/>
                        </a:lnTo>
                        <a:cubicBezTo>
                          <a:pt x="8549" y="0"/>
                          <a:pt x="8681" y="131"/>
                          <a:pt x="8681" y="294"/>
                        </a:cubicBezTo>
                        <a:lnTo>
                          <a:pt x="8681" y="4382"/>
                        </a:lnTo>
                        <a:lnTo>
                          <a:pt x="8681" y="4382"/>
                        </a:lnTo>
                        <a:cubicBezTo>
                          <a:pt x="8681" y="4544"/>
                          <a:pt x="8549" y="4676"/>
                          <a:pt x="8386" y="4676"/>
                        </a:cubicBezTo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56" name="Google Shape;1456;p52"/>
                  <p:cNvSpPr/>
                  <p:nvPr/>
                </p:nvSpPr>
                <p:spPr>
                  <a:xfrm>
                    <a:off x="3106902" y="4331143"/>
                    <a:ext cx="1195374" cy="1375588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3769" y="4676"/>
                        </a:moveTo>
                        <a:lnTo>
                          <a:pt x="0" y="4676"/>
                        </a:lnTo>
                        <a:lnTo>
                          <a:pt x="0" y="0"/>
                        </a:lnTo>
                        <a:lnTo>
                          <a:pt x="3769" y="0"/>
                        </a:lnTo>
                        <a:lnTo>
                          <a:pt x="3769" y="0"/>
                        </a:lnTo>
                        <a:cubicBezTo>
                          <a:pt x="3932" y="0"/>
                          <a:pt x="4064" y="131"/>
                          <a:pt x="4064" y="294"/>
                        </a:cubicBezTo>
                        <a:lnTo>
                          <a:pt x="4064" y="4382"/>
                        </a:lnTo>
                        <a:lnTo>
                          <a:pt x="4064" y="4382"/>
                        </a:lnTo>
                        <a:cubicBezTo>
                          <a:pt x="4064" y="4544"/>
                          <a:pt x="3932" y="4676"/>
                          <a:pt x="3769" y="4676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57" name="Google Shape;1457;p52"/>
                  <p:cNvSpPr/>
                  <p:nvPr/>
                </p:nvSpPr>
                <p:spPr>
                  <a:xfrm>
                    <a:off x="3056727" y="4273403"/>
                    <a:ext cx="1295719" cy="1491063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4064" y="4382"/>
                        </a:moveTo>
                        <a:lnTo>
                          <a:pt x="4064" y="294"/>
                        </a:lnTo>
                        <a:lnTo>
                          <a:pt x="4064" y="294"/>
                        </a:lnTo>
                        <a:cubicBezTo>
                          <a:pt x="4064" y="131"/>
                          <a:pt x="3932" y="0"/>
                          <a:pt x="3769" y="0"/>
                        </a:cubicBezTo>
                        <a:lnTo>
                          <a:pt x="0" y="0"/>
                        </a:lnTo>
                        <a:lnTo>
                          <a:pt x="0" y="4676"/>
                        </a:lnTo>
                        <a:lnTo>
                          <a:pt x="3769" y="4676"/>
                        </a:lnTo>
                        <a:lnTo>
                          <a:pt x="3769" y="4676"/>
                        </a:lnTo>
                        <a:cubicBezTo>
                          <a:pt x="3932" y="4676"/>
                          <a:pt x="4064" y="4544"/>
                          <a:pt x="4064" y="4382"/>
                        </a:cubicBezTo>
                        <a:close/>
                        <a:moveTo>
                          <a:pt x="3821" y="4382"/>
                        </a:moveTo>
                        <a:lnTo>
                          <a:pt x="3821" y="4382"/>
                        </a:lnTo>
                        <a:cubicBezTo>
                          <a:pt x="3821" y="4410"/>
                          <a:pt x="3798" y="4434"/>
                          <a:pt x="3769" y="4434"/>
                        </a:cubicBezTo>
                        <a:lnTo>
                          <a:pt x="242" y="4434"/>
                        </a:lnTo>
                        <a:lnTo>
                          <a:pt x="242" y="242"/>
                        </a:lnTo>
                        <a:lnTo>
                          <a:pt x="3769" y="242"/>
                        </a:lnTo>
                        <a:lnTo>
                          <a:pt x="3769" y="242"/>
                        </a:lnTo>
                        <a:cubicBezTo>
                          <a:pt x="3798" y="242"/>
                          <a:pt x="3821" y="265"/>
                          <a:pt x="3821" y="294"/>
                        </a:cubicBezTo>
                        <a:lnTo>
                          <a:pt x="3821" y="4382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58" name="Google Shape;1458;p52"/>
                  <p:cNvSpPr/>
                  <p:nvPr/>
                </p:nvSpPr>
                <p:spPr>
                  <a:xfrm>
                    <a:off x="3419977" y="4734849"/>
                    <a:ext cx="569793" cy="568741"/>
                  </a:xfrm>
                  <a:custGeom>
                    <a:rect b="b" l="l" r="r" t="t"/>
                    <a:pathLst>
                      <a:path extrusionOk="0" h="858477" w="860065">
                        <a:moveTo>
                          <a:pt x="675945" y="712400"/>
                        </a:moveTo>
                        <a:lnTo>
                          <a:pt x="718462" y="747660"/>
                        </a:lnTo>
                        <a:cubicBezTo>
                          <a:pt x="677026" y="785079"/>
                          <a:pt x="628024" y="814582"/>
                          <a:pt x="574338" y="834011"/>
                        </a:cubicBezTo>
                        <a:lnTo>
                          <a:pt x="598478" y="763851"/>
                        </a:lnTo>
                        <a:cubicBezTo>
                          <a:pt x="626583" y="750178"/>
                          <a:pt x="652525" y="732548"/>
                          <a:pt x="675945" y="712400"/>
                        </a:cubicBezTo>
                        <a:close/>
                        <a:moveTo>
                          <a:pt x="433387" y="442912"/>
                        </a:moveTo>
                        <a:lnTo>
                          <a:pt x="468264" y="455133"/>
                        </a:lnTo>
                        <a:lnTo>
                          <a:pt x="739369" y="550383"/>
                        </a:lnTo>
                        <a:lnTo>
                          <a:pt x="781796" y="565120"/>
                        </a:lnTo>
                        <a:lnTo>
                          <a:pt x="740088" y="581654"/>
                        </a:lnTo>
                        <a:lnTo>
                          <a:pt x="644806" y="619754"/>
                        </a:lnTo>
                        <a:lnTo>
                          <a:pt x="788628" y="739086"/>
                        </a:lnTo>
                        <a:lnTo>
                          <a:pt x="767414" y="764606"/>
                        </a:lnTo>
                        <a:lnTo>
                          <a:pt x="620356" y="643117"/>
                        </a:lnTo>
                        <a:lnTo>
                          <a:pt x="585839" y="743039"/>
                        </a:lnTo>
                        <a:lnTo>
                          <a:pt x="571097" y="785453"/>
                        </a:lnTo>
                        <a:lnTo>
                          <a:pt x="554198" y="743758"/>
                        </a:lnTo>
                        <a:lnTo>
                          <a:pt x="447050" y="477058"/>
                        </a:lnTo>
                        <a:lnTo>
                          <a:pt x="433387" y="442912"/>
                        </a:lnTo>
                        <a:close/>
                        <a:moveTo>
                          <a:pt x="431006" y="352425"/>
                        </a:moveTo>
                        <a:cubicBezTo>
                          <a:pt x="473299" y="352425"/>
                          <a:pt x="507639" y="387045"/>
                          <a:pt x="507639" y="429238"/>
                        </a:cubicBezTo>
                        <a:cubicBezTo>
                          <a:pt x="507639" y="435729"/>
                          <a:pt x="506916" y="442221"/>
                          <a:pt x="505470" y="448351"/>
                        </a:cubicBezTo>
                        <a:lnTo>
                          <a:pt x="475829" y="437893"/>
                        </a:lnTo>
                        <a:lnTo>
                          <a:pt x="402449" y="412289"/>
                        </a:lnTo>
                        <a:lnTo>
                          <a:pt x="440043" y="505330"/>
                        </a:lnTo>
                        <a:cubicBezTo>
                          <a:pt x="437151" y="506052"/>
                          <a:pt x="433898" y="506052"/>
                          <a:pt x="431006" y="506052"/>
                        </a:cubicBezTo>
                        <a:cubicBezTo>
                          <a:pt x="388352" y="506052"/>
                          <a:pt x="354012" y="471792"/>
                          <a:pt x="354012" y="429238"/>
                        </a:cubicBezTo>
                        <a:cubicBezTo>
                          <a:pt x="354012" y="387045"/>
                          <a:pt x="388352" y="352425"/>
                          <a:pt x="431006" y="352425"/>
                        </a:cubicBezTo>
                        <a:close/>
                        <a:moveTo>
                          <a:pt x="430212" y="165100"/>
                        </a:moveTo>
                        <a:cubicBezTo>
                          <a:pt x="503236" y="165100"/>
                          <a:pt x="569424" y="194957"/>
                          <a:pt x="617266" y="242799"/>
                        </a:cubicBezTo>
                        <a:cubicBezTo>
                          <a:pt x="665109" y="290642"/>
                          <a:pt x="694966" y="356830"/>
                          <a:pt x="694966" y="429853"/>
                        </a:cubicBezTo>
                        <a:cubicBezTo>
                          <a:pt x="694966" y="458271"/>
                          <a:pt x="690289" y="485609"/>
                          <a:pt x="682016" y="511149"/>
                        </a:cubicBezTo>
                        <a:lnTo>
                          <a:pt x="630216" y="493163"/>
                        </a:lnTo>
                        <a:cubicBezTo>
                          <a:pt x="636691" y="473019"/>
                          <a:pt x="640288" y="452155"/>
                          <a:pt x="640288" y="429853"/>
                        </a:cubicBezTo>
                        <a:cubicBezTo>
                          <a:pt x="640288" y="371938"/>
                          <a:pt x="616547" y="319419"/>
                          <a:pt x="578776" y="281289"/>
                        </a:cubicBezTo>
                        <a:cubicBezTo>
                          <a:pt x="540646" y="243519"/>
                          <a:pt x="488127" y="219777"/>
                          <a:pt x="430212" y="219777"/>
                        </a:cubicBezTo>
                        <a:cubicBezTo>
                          <a:pt x="371938" y="219777"/>
                          <a:pt x="319779" y="243519"/>
                          <a:pt x="281649" y="281289"/>
                        </a:cubicBezTo>
                        <a:cubicBezTo>
                          <a:pt x="243518" y="319419"/>
                          <a:pt x="220137" y="371938"/>
                          <a:pt x="220137" y="429853"/>
                        </a:cubicBezTo>
                        <a:cubicBezTo>
                          <a:pt x="220137" y="487768"/>
                          <a:pt x="243518" y="540646"/>
                          <a:pt x="281649" y="578417"/>
                        </a:cubicBezTo>
                        <a:cubicBezTo>
                          <a:pt x="319779" y="616547"/>
                          <a:pt x="371938" y="639928"/>
                          <a:pt x="430212" y="639928"/>
                        </a:cubicBezTo>
                        <a:cubicBezTo>
                          <a:pt x="450717" y="639928"/>
                          <a:pt x="470501" y="637051"/>
                          <a:pt x="489566" y="631295"/>
                        </a:cubicBezTo>
                        <a:lnTo>
                          <a:pt x="510070" y="682735"/>
                        </a:lnTo>
                        <a:cubicBezTo>
                          <a:pt x="484890" y="690649"/>
                          <a:pt x="457911" y="694965"/>
                          <a:pt x="430212" y="694965"/>
                        </a:cubicBezTo>
                        <a:cubicBezTo>
                          <a:pt x="356830" y="694965"/>
                          <a:pt x="290641" y="665109"/>
                          <a:pt x="242799" y="617266"/>
                        </a:cubicBezTo>
                        <a:cubicBezTo>
                          <a:pt x="194956" y="569424"/>
                          <a:pt x="165100" y="503235"/>
                          <a:pt x="165100" y="429853"/>
                        </a:cubicBezTo>
                        <a:cubicBezTo>
                          <a:pt x="165100" y="356830"/>
                          <a:pt x="194956" y="290642"/>
                          <a:pt x="242799" y="242799"/>
                        </a:cubicBezTo>
                        <a:cubicBezTo>
                          <a:pt x="290641" y="194957"/>
                          <a:pt x="356830" y="165100"/>
                          <a:pt x="430212" y="165100"/>
                        </a:cubicBezTo>
                        <a:close/>
                        <a:moveTo>
                          <a:pt x="430212" y="0"/>
                        </a:moveTo>
                        <a:cubicBezTo>
                          <a:pt x="548755" y="0"/>
                          <a:pt x="656128" y="48213"/>
                          <a:pt x="733956" y="125929"/>
                        </a:cubicBezTo>
                        <a:cubicBezTo>
                          <a:pt x="811783" y="203645"/>
                          <a:pt x="860065" y="310865"/>
                          <a:pt x="860065" y="429238"/>
                        </a:cubicBezTo>
                        <a:cubicBezTo>
                          <a:pt x="860065" y="530342"/>
                          <a:pt x="825115" y="623170"/>
                          <a:pt x="766744" y="696568"/>
                        </a:cubicBezTo>
                        <a:lnTo>
                          <a:pt x="724588" y="661308"/>
                        </a:lnTo>
                        <a:cubicBezTo>
                          <a:pt x="741883" y="639361"/>
                          <a:pt x="756655" y="615974"/>
                          <a:pt x="768546" y="590428"/>
                        </a:cubicBezTo>
                        <a:lnTo>
                          <a:pt x="834843" y="564163"/>
                        </a:lnTo>
                        <a:lnTo>
                          <a:pt x="786201" y="546893"/>
                        </a:lnTo>
                        <a:cubicBezTo>
                          <a:pt x="798452" y="509833"/>
                          <a:pt x="804937" y="470615"/>
                          <a:pt x="804937" y="429238"/>
                        </a:cubicBezTo>
                        <a:cubicBezTo>
                          <a:pt x="804937" y="325977"/>
                          <a:pt x="763141" y="232429"/>
                          <a:pt x="695402" y="164427"/>
                        </a:cubicBezTo>
                        <a:cubicBezTo>
                          <a:pt x="627303" y="96786"/>
                          <a:pt x="533622" y="54689"/>
                          <a:pt x="430212" y="54689"/>
                        </a:cubicBezTo>
                        <a:cubicBezTo>
                          <a:pt x="326803" y="54689"/>
                          <a:pt x="232761" y="96786"/>
                          <a:pt x="165023" y="164427"/>
                        </a:cubicBezTo>
                        <a:cubicBezTo>
                          <a:pt x="96924" y="232429"/>
                          <a:pt x="55127" y="325977"/>
                          <a:pt x="55127" y="429238"/>
                        </a:cubicBezTo>
                        <a:cubicBezTo>
                          <a:pt x="55127" y="532860"/>
                          <a:pt x="96924" y="626408"/>
                          <a:pt x="165023" y="694410"/>
                        </a:cubicBezTo>
                        <a:cubicBezTo>
                          <a:pt x="232761" y="762052"/>
                          <a:pt x="326803" y="803788"/>
                          <a:pt x="430212" y="803788"/>
                        </a:cubicBezTo>
                        <a:cubicBezTo>
                          <a:pt x="472369" y="803788"/>
                          <a:pt x="513445" y="796592"/>
                          <a:pt x="551278" y="783999"/>
                        </a:cubicBezTo>
                        <a:lnTo>
                          <a:pt x="571815" y="834731"/>
                        </a:lnTo>
                        <a:cubicBezTo>
                          <a:pt x="527497" y="850202"/>
                          <a:pt x="479575" y="858477"/>
                          <a:pt x="430212" y="858477"/>
                        </a:cubicBezTo>
                        <a:cubicBezTo>
                          <a:pt x="311309" y="858477"/>
                          <a:pt x="203936" y="810624"/>
                          <a:pt x="126109" y="732908"/>
                        </a:cubicBezTo>
                        <a:cubicBezTo>
                          <a:pt x="48282" y="655192"/>
                          <a:pt x="0" y="547972"/>
                          <a:pt x="0" y="429238"/>
                        </a:cubicBezTo>
                        <a:cubicBezTo>
                          <a:pt x="0" y="310865"/>
                          <a:pt x="48282" y="203645"/>
                          <a:pt x="126109" y="125929"/>
                        </a:cubicBezTo>
                        <a:cubicBezTo>
                          <a:pt x="203936" y="48213"/>
                          <a:pt x="311309" y="0"/>
                          <a:pt x="430212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59" name="Google Shape;1459;p52"/>
                  <p:cNvSpPr txBox="1"/>
                  <p:nvPr/>
                </p:nvSpPr>
                <p:spPr>
                  <a:xfrm>
                    <a:off x="2297424" y="4757324"/>
                    <a:ext cx="673200" cy="52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04</a:t>
                    </a:r>
                    <a:endParaRPr/>
                  </a:p>
                </p:txBody>
              </p:sp>
            </p:grpSp>
            <p:sp>
              <p:nvSpPr>
                <p:cNvPr id="1460" name="Google Shape;1460;p52"/>
                <p:cNvSpPr/>
                <p:nvPr/>
              </p:nvSpPr>
              <p:spPr>
                <a:xfrm>
                  <a:off x="1663598" y="5866072"/>
                  <a:ext cx="2797800" cy="781200"/>
                </a:xfrm>
                <a:prstGeom prst="round2SameRect">
                  <a:avLst>
                    <a:gd fmla="val 33597" name="adj1"/>
                    <a:gd fmla="val 0" name="adj2"/>
                  </a:avLst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Personal interview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1461" name="Google Shape;1461;p52"/>
            <p:cNvGrpSpPr/>
            <p:nvPr/>
          </p:nvGrpSpPr>
          <p:grpSpPr>
            <a:xfrm>
              <a:off x="5145678" y="1319399"/>
              <a:ext cx="2797800" cy="5330060"/>
              <a:chOff x="4787332" y="1317212"/>
              <a:chExt cx="2797800" cy="5330060"/>
            </a:xfrm>
          </p:grpSpPr>
          <p:grpSp>
            <p:nvGrpSpPr>
              <p:cNvPr id="1462" name="Google Shape;1462;p52"/>
              <p:cNvGrpSpPr/>
              <p:nvPr/>
            </p:nvGrpSpPr>
            <p:grpSpPr>
              <a:xfrm>
                <a:off x="4787332" y="1317212"/>
                <a:ext cx="2797800" cy="2423029"/>
                <a:chOff x="4748675" y="1317212"/>
                <a:chExt cx="2797800" cy="2423029"/>
              </a:xfrm>
            </p:grpSpPr>
            <p:grpSp>
              <p:nvGrpSpPr>
                <p:cNvPr id="1463" name="Google Shape;1463;p52"/>
                <p:cNvGrpSpPr/>
                <p:nvPr/>
              </p:nvGrpSpPr>
              <p:grpSpPr>
                <a:xfrm>
                  <a:off x="4764048" y="2249178"/>
                  <a:ext cx="2767106" cy="1491063"/>
                  <a:chOff x="4712445" y="2249178"/>
                  <a:chExt cx="2767106" cy="1491063"/>
                </a:xfrm>
              </p:grpSpPr>
              <p:sp>
                <p:nvSpPr>
                  <p:cNvPr id="1464" name="Google Shape;1464;p52"/>
                  <p:cNvSpPr/>
                  <p:nvPr/>
                </p:nvSpPr>
                <p:spPr>
                  <a:xfrm>
                    <a:off x="4712445" y="2249178"/>
                    <a:ext cx="2767105" cy="1491063"/>
                  </a:xfrm>
                  <a:custGeom>
                    <a:rect b="b" l="l" r="r" t="t"/>
                    <a:pathLst>
                      <a:path extrusionOk="0" h="4677" w="8682">
                        <a:moveTo>
                          <a:pt x="8386" y="4676"/>
                        </a:moveTo>
                        <a:lnTo>
                          <a:pt x="1963" y="4676"/>
                        </a:lnTo>
                        <a:lnTo>
                          <a:pt x="1963" y="4676"/>
                        </a:lnTo>
                        <a:cubicBezTo>
                          <a:pt x="1801" y="4676"/>
                          <a:pt x="1669" y="4544"/>
                          <a:pt x="1669" y="4382"/>
                        </a:cubicBezTo>
                        <a:lnTo>
                          <a:pt x="1669" y="1958"/>
                        </a:lnTo>
                        <a:lnTo>
                          <a:pt x="1669" y="1958"/>
                        </a:lnTo>
                        <a:cubicBezTo>
                          <a:pt x="1669" y="1874"/>
                          <a:pt x="1634" y="1794"/>
                          <a:pt x="1571" y="1738"/>
                        </a:cubicBezTo>
                        <a:lnTo>
                          <a:pt x="201" y="513"/>
                        </a:lnTo>
                        <a:lnTo>
                          <a:pt x="201" y="513"/>
                        </a:lnTo>
                        <a:cubicBezTo>
                          <a:pt x="0" y="333"/>
                          <a:pt x="128" y="0"/>
                          <a:pt x="398" y="0"/>
                        </a:cubicBezTo>
                        <a:lnTo>
                          <a:pt x="8386" y="0"/>
                        </a:lnTo>
                        <a:lnTo>
                          <a:pt x="8386" y="0"/>
                        </a:lnTo>
                        <a:cubicBezTo>
                          <a:pt x="8549" y="0"/>
                          <a:pt x="8681" y="131"/>
                          <a:pt x="8681" y="294"/>
                        </a:cubicBezTo>
                        <a:lnTo>
                          <a:pt x="8681" y="4382"/>
                        </a:lnTo>
                        <a:lnTo>
                          <a:pt x="8681" y="4382"/>
                        </a:lnTo>
                        <a:cubicBezTo>
                          <a:pt x="8681" y="4544"/>
                          <a:pt x="8549" y="4676"/>
                          <a:pt x="8386" y="4676"/>
                        </a:cubicBezTo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65" name="Google Shape;1465;p52"/>
                  <p:cNvSpPr/>
                  <p:nvPr/>
                </p:nvSpPr>
                <p:spPr>
                  <a:xfrm>
                    <a:off x="6234007" y="2306918"/>
                    <a:ext cx="1195374" cy="1375588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3769" y="4676"/>
                        </a:moveTo>
                        <a:lnTo>
                          <a:pt x="0" y="4676"/>
                        </a:lnTo>
                        <a:lnTo>
                          <a:pt x="0" y="0"/>
                        </a:lnTo>
                        <a:lnTo>
                          <a:pt x="3769" y="0"/>
                        </a:lnTo>
                        <a:lnTo>
                          <a:pt x="3769" y="0"/>
                        </a:lnTo>
                        <a:cubicBezTo>
                          <a:pt x="3932" y="0"/>
                          <a:pt x="4064" y="131"/>
                          <a:pt x="4064" y="294"/>
                        </a:cubicBezTo>
                        <a:lnTo>
                          <a:pt x="4064" y="4382"/>
                        </a:lnTo>
                        <a:lnTo>
                          <a:pt x="4064" y="4382"/>
                        </a:lnTo>
                        <a:cubicBezTo>
                          <a:pt x="4064" y="4544"/>
                          <a:pt x="3932" y="4676"/>
                          <a:pt x="3769" y="4676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66" name="Google Shape;1466;p52"/>
                  <p:cNvSpPr/>
                  <p:nvPr/>
                </p:nvSpPr>
                <p:spPr>
                  <a:xfrm>
                    <a:off x="6183832" y="2249178"/>
                    <a:ext cx="1295719" cy="1491063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4064" y="4382"/>
                        </a:moveTo>
                        <a:lnTo>
                          <a:pt x="4064" y="294"/>
                        </a:lnTo>
                        <a:lnTo>
                          <a:pt x="4064" y="294"/>
                        </a:lnTo>
                        <a:cubicBezTo>
                          <a:pt x="4064" y="131"/>
                          <a:pt x="3932" y="0"/>
                          <a:pt x="3769" y="0"/>
                        </a:cubicBezTo>
                        <a:lnTo>
                          <a:pt x="0" y="0"/>
                        </a:lnTo>
                        <a:lnTo>
                          <a:pt x="0" y="4676"/>
                        </a:lnTo>
                        <a:lnTo>
                          <a:pt x="3769" y="4676"/>
                        </a:lnTo>
                        <a:lnTo>
                          <a:pt x="3769" y="4676"/>
                        </a:lnTo>
                        <a:cubicBezTo>
                          <a:pt x="3932" y="4676"/>
                          <a:pt x="4064" y="4544"/>
                          <a:pt x="4064" y="4382"/>
                        </a:cubicBezTo>
                        <a:close/>
                        <a:moveTo>
                          <a:pt x="3821" y="4382"/>
                        </a:moveTo>
                        <a:lnTo>
                          <a:pt x="3821" y="4382"/>
                        </a:lnTo>
                        <a:cubicBezTo>
                          <a:pt x="3821" y="4410"/>
                          <a:pt x="3798" y="4434"/>
                          <a:pt x="3769" y="4434"/>
                        </a:cubicBezTo>
                        <a:lnTo>
                          <a:pt x="242" y="4434"/>
                        </a:lnTo>
                        <a:lnTo>
                          <a:pt x="242" y="242"/>
                        </a:lnTo>
                        <a:lnTo>
                          <a:pt x="3769" y="242"/>
                        </a:lnTo>
                        <a:lnTo>
                          <a:pt x="3769" y="242"/>
                        </a:lnTo>
                        <a:cubicBezTo>
                          <a:pt x="3798" y="242"/>
                          <a:pt x="3821" y="265"/>
                          <a:pt x="3821" y="294"/>
                        </a:cubicBezTo>
                        <a:lnTo>
                          <a:pt x="3821" y="4382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67" name="Google Shape;1467;p52"/>
                  <p:cNvSpPr/>
                  <p:nvPr/>
                </p:nvSpPr>
                <p:spPr>
                  <a:xfrm>
                    <a:off x="6541305" y="2704323"/>
                    <a:ext cx="581362" cy="581362"/>
                  </a:xfrm>
                  <a:custGeom>
                    <a:rect b="b" l="l" r="r" t="t"/>
                    <a:pathLst>
                      <a:path extrusionOk="0" h="877527" w="877528">
                        <a:moveTo>
                          <a:pt x="437863" y="255587"/>
                        </a:moveTo>
                        <a:lnTo>
                          <a:pt x="455889" y="292618"/>
                        </a:lnTo>
                        <a:lnTo>
                          <a:pt x="499512" y="383937"/>
                        </a:lnTo>
                        <a:lnTo>
                          <a:pt x="590365" y="390768"/>
                        </a:lnTo>
                        <a:lnTo>
                          <a:pt x="631465" y="393644"/>
                        </a:lnTo>
                        <a:lnTo>
                          <a:pt x="601541" y="422406"/>
                        </a:lnTo>
                        <a:lnTo>
                          <a:pt x="527633" y="491793"/>
                        </a:lnTo>
                        <a:lnTo>
                          <a:pt x="549625" y="580236"/>
                        </a:lnTo>
                        <a:lnTo>
                          <a:pt x="559360" y="620143"/>
                        </a:lnTo>
                        <a:lnTo>
                          <a:pt x="522947" y="600369"/>
                        </a:lnTo>
                        <a:lnTo>
                          <a:pt x="433897" y="552193"/>
                        </a:lnTo>
                        <a:lnTo>
                          <a:pt x="356384" y="600010"/>
                        </a:lnTo>
                        <a:lnTo>
                          <a:pt x="321052" y="621941"/>
                        </a:lnTo>
                        <a:lnTo>
                          <a:pt x="328624" y="581314"/>
                        </a:lnTo>
                        <a:lnTo>
                          <a:pt x="347371" y="481727"/>
                        </a:lnTo>
                        <a:lnTo>
                          <a:pt x="277429" y="422765"/>
                        </a:lnTo>
                        <a:lnTo>
                          <a:pt x="246063" y="396160"/>
                        </a:lnTo>
                        <a:lnTo>
                          <a:pt x="287163" y="391127"/>
                        </a:lnTo>
                        <a:lnTo>
                          <a:pt x="387750" y="377825"/>
                        </a:lnTo>
                        <a:lnTo>
                          <a:pt x="422360" y="293696"/>
                        </a:lnTo>
                        <a:lnTo>
                          <a:pt x="437863" y="255587"/>
                        </a:lnTo>
                        <a:close/>
                        <a:moveTo>
                          <a:pt x="438944" y="152316"/>
                        </a:moveTo>
                        <a:cubicBezTo>
                          <a:pt x="359725" y="152316"/>
                          <a:pt x="288429" y="184363"/>
                          <a:pt x="236576" y="236216"/>
                        </a:cubicBezTo>
                        <a:cubicBezTo>
                          <a:pt x="184724" y="288068"/>
                          <a:pt x="152676" y="359725"/>
                          <a:pt x="152676" y="438583"/>
                        </a:cubicBezTo>
                        <a:cubicBezTo>
                          <a:pt x="152676" y="517802"/>
                          <a:pt x="184724" y="589099"/>
                          <a:pt x="236576" y="640951"/>
                        </a:cubicBezTo>
                        <a:cubicBezTo>
                          <a:pt x="288429" y="692803"/>
                          <a:pt x="359725" y="724851"/>
                          <a:pt x="438944" y="724851"/>
                        </a:cubicBezTo>
                        <a:cubicBezTo>
                          <a:pt x="517803" y="724851"/>
                          <a:pt x="589460" y="692803"/>
                          <a:pt x="641312" y="640951"/>
                        </a:cubicBezTo>
                        <a:cubicBezTo>
                          <a:pt x="693164" y="589099"/>
                          <a:pt x="724852" y="517802"/>
                          <a:pt x="724852" y="438583"/>
                        </a:cubicBezTo>
                        <a:cubicBezTo>
                          <a:pt x="724852" y="359725"/>
                          <a:pt x="693164" y="288068"/>
                          <a:pt x="641312" y="236216"/>
                        </a:cubicBezTo>
                        <a:cubicBezTo>
                          <a:pt x="589460" y="184363"/>
                          <a:pt x="517803" y="152316"/>
                          <a:pt x="438944" y="152316"/>
                        </a:cubicBezTo>
                        <a:close/>
                        <a:moveTo>
                          <a:pt x="438944" y="0"/>
                        </a:moveTo>
                        <a:cubicBezTo>
                          <a:pt x="463430" y="0"/>
                          <a:pt x="473873" y="18004"/>
                          <a:pt x="484675" y="36369"/>
                        </a:cubicBezTo>
                        <a:cubicBezTo>
                          <a:pt x="490076" y="45371"/>
                          <a:pt x="495478" y="54733"/>
                          <a:pt x="499439" y="55453"/>
                        </a:cubicBezTo>
                        <a:cubicBezTo>
                          <a:pt x="503400" y="55813"/>
                          <a:pt x="511321" y="48972"/>
                          <a:pt x="519243" y="42130"/>
                        </a:cubicBezTo>
                        <a:cubicBezTo>
                          <a:pt x="535447" y="27727"/>
                          <a:pt x="550931" y="13683"/>
                          <a:pt x="574336" y="21245"/>
                        </a:cubicBezTo>
                        <a:cubicBezTo>
                          <a:pt x="597742" y="28807"/>
                          <a:pt x="602423" y="49692"/>
                          <a:pt x="607104" y="70217"/>
                        </a:cubicBezTo>
                        <a:cubicBezTo>
                          <a:pt x="609265" y="80659"/>
                          <a:pt x="611425" y="91102"/>
                          <a:pt x="615026" y="92902"/>
                        </a:cubicBezTo>
                        <a:cubicBezTo>
                          <a:pt x="618627" y="94702"/>
                          <a:pt x="628349" y="90381"/>
                          <a:pt x="638071" y="86060"/>
                        </a:cubicBezTo>
                        <a:cubicBezTo>
                          <a:pt x="657516" y="77778"/>
                          <a:pt x="676601" y="69136"/>
                          <a:pt x="696765" y="83540"/>
                        </a:cubicBezTo>
                        <a:cubicBezTo>
                          <a:pt x="716570" y="97943"/>
                          <a:pt x="714770" y="118828"/>
                          <a:pt x="712609" y="140433"/>
                        </a:cubicBezTo>
                        <a:cubicBezTo>
                          <a:pt x="711529" y="150515"/>
                          <a:pt x="710449" y="161318"/>
                          <a:pt x="712969" y="164199"/>
                        </a:cubicBezTo>
                        <a:cubicBezTo>
                          <a:pt x="716210" y="167079"/>
                          <a:pt x="726652" y="165999"/>
                          <a:pt x="737095" y="164919"/>
                        </a:cubicBezTo>
                        <a:cubicBezTo>
                          <a:pt x="758340" y="163118"/>
                          <a:pt x="779225" y="160958"/>
                          <a:pt x="793628" y="180763"/>
                        </a:cubicBezTo>
                        <a:cubicBezTo>
                          <a:pt x="808392" y="200567"/>
                          <a:pt x="799750" y="219652"/>
                          <a:pt x="791108" y="239456"/>
                        </a:cubicBezTo>
                        <a:cubicBezTo>
                          <a:pt x="787147" y="248819"/>
                          <a:pt x="782826" y="258901"/>
                          <a:pt x="784626" y="262502"/>
                        </a:cubicBezTo>
                        <a:cubicBezTo>
                          <a:pt x="786427" y="266103"/>
                          <a:pt x="796509" y="268263"/>
                          <a:pt x="806951" y="270424"/>
                        </a:cubicBezTo>
                        <a:cubicBezTo>
                          <a:pt x="827836" y="275105"/>
                          <a:pt x="848361" y="279786"/>
                          <a:pt x="856283" y="302831"/>
                        </a:cubicBezTo>
                        <a:cubicBezTo>
                          <a:pt x="863845" y="326237"/>
                          <a:pt x="849802" y="342081"/>
                          <a:pt x="835398" y="358285"/>
                        </a:cubicBezTo>
                        <a:cubicBezTo>
                          <a:pt x="828196" y="365846"/>
                          <a:pt x="821355" y="374128"/>
                          <a:pt x="822075" y="377729"/>
                        </a:cubicBezTo>
                        <a:cubicBezTo>
                          <a:pt x="822795" y="381690"/>
                          <a:pt x="831797" y="387451"/>
                          <a:pt x="840799" y="392493"/>
                        </a:cubicBezTo>
                        <a:cubicBezTo>
                          <a:pt x="859524" y="403295"/>
                          <a:pt x="877528" y="414098"/>
                          <a:pt x="877528" y="438583"/>
                        </a:cubicBezTo>
                        <a:cubicBezTo>
                          <a:pt x="877528" y="463069"/>
                          <a:pt x="859524" y="473872"/>
                          <a:pt x="840799" y="484674"/>
                        </a:cubicBezTo>
                        <a:cubicBezTo>
                          <a:pt x="831797" y="489716"/>
                          <a:pt x="822795" y="495477"/>
                          <a:pt x="822075" y="499078"/>
                        </a:cubicBezTo>
                        <a:cubicBezTo>
                          <a:pt x="821355" y="503399"/>
                          <a:pt x="828196" y="510961"/>
                          <a:pt x="835398" y="518882"/>
                        </a:cubicBezTo>
                        <a:cubicBezTo>
                          <a:pt x="849802" y="535086"/>
                          <a:pt x="863845" y="550930"/>
                          <a:pt x="856283" y="573975"/>
                        </a:cubicBezTo>
                        <a:cubicBezTo>
                          <a:pt x="848361" y="597741"/>
                          <a:pt x="827836" y="602062"/>
                          <a:pt x="806951" y="606743"/>
                        </a:cubicBezTo>
                        <a:cubicBezTo>
                          <a:pt x="796509" y="608904"/>
                          <a:pt x="786427" y="611424"/>
                          <a:pt x="784626" y="614665"/>
                        </a:cubicBezTo>
                        <a:cubicBezTo>
                          <a:pt x="782826" y="618266"/>
                          <a:pt x="787147" y="627988"/>
                          <a:pt x="791108" y="637710"/>
                        </a:cubicBezTo>
                        <a:cubicBezTo>
                          <a:pt x="799750" y="657515"/>
                          <a:pt x="808392" y="676600"/>
                          <a:pt x="793628" y="696404"/>
                        </a:cubicBezTo>
                        <a:cubicBezTo>
                          <a:pt x="779225" y="716209"/>
                          <a:pt x="758340" y="714408"/>
                          <a:pt x="737095" y="712248"/>
                        </a:cubicBezTo>
                        <a:cubicBezTo>
                          <a:pt x="726652" y="711168"/>
                          <a:pt x="716210" y="710087"/>
                          <a:pt x="712969" y="712968"/>
                        </a:cubicBezTo>
                        <a:cubicBezTo>
                          <a:pt x="710449" y="715849"/>
                          <a:pt x="711529" y="726291"/>
                          <a:pt x="712609" y="737094"/>
                        </a:cubicBezTo>
                        <a:cubicBezTo>
                          <a:pt x="714770" y="757979"/>
                          <a:pt x="716570" y="778864"/>
                          <a:pt x="696765" y="793627"/>
                        </a:cubicBezTo>
                        <a:cubicBezTo>
                          <a:pt x="676601" y="808031"/>
                          <a:pt x="657516" y="799389"/>
                          <a:pt x="638071" y="791107"/>
                        </a:cubicBezTo>
                        <a:cubicBezTo>
                          <a:pt x="628349" y="786786"/>
                          <a:pt x="618627" y="782465"/>
                          <a:pt x="615026" y="784265"/>
                        </a:cubicBezTo>
                        <a:cubicBezTo>
                          <a:pt x="611425" y="786065"/>
                          <a:pt x="609265" y="796508"/>
                          <a:pt x="607104" y="806590"/>
                        </a:cubicBezTo>
                        <a:cubicBezTo>
                          <a:pt x="602423" y="827835"/>
                          <a:pt x="597742" y="848000"/>
                          <a:pt x="574336" y="855922"/>
                        </a:cubicBezTo>
                        <a:cubicBezTo>
                          <a:pt x="550931" y="863484"/>
                          <a:pt x="535447" y="849440"/>
                          <a:pt x="519243" y="835397"/>
                        </a:cubicBezTo>
                        <a:cubicBezTo>
                          <a:pt x="511321" y="828195"/>
                          <a:pt x="503400" y="820994"/>
                          <a:pt x="499439" y="821714"/>
                        </a:cubicBezTo>
                        <a:cubicBezTo>
                          <a:pt x="495478" y="822434"/>
                          <a:pt x="490076" y="831796"/>
                          <a:pt x="484675" y="840798"/>
                        </a:cubicBezTo>
                        <a:cubicBezTo>
                          <a:pt x="473873" y="859163"/>
                          <a:pt x="463430" y="877527"/>
                          <a:pt x="438944" y="877527"/>
                        </a:cubicBezTo>
                        <a:cubicBezTo>
                          <a:pt x="414458" y="877527"/>
                          <a:pt x="403656" y="859163"/>
                          <a:pt x="392853" y="840798"/>
                        </a:cubicBezTo>
                        <a:cubicBezTo>
                          <a:pt x="387452" y="831796"/>
                          <a:pt x="382051" y="822434"/>
                          <a:pt x="378090" y="821714"/>
                        </a:cubicBezTo>
                        <a:cubicBezTo>
                          <a:pt x="374489" y="820994"/>
                          <a:pt x="366207" y="828195"/>
                          <a:pt x="358285" y="835397"/>
                        </a:cubicBezTo>
                        <a:cubicBezTo>
                          <a:pt x="342441" y="849440"/>
                          <a:pt x="326598" y="863484"/>
                          <a:pt x="303192" y="855922"/>
                        </a:cubicBezTo>
                        <a:cubicBezTo>
                          <a:pt x="279787" y="848000"/>
                          <a:pt x="275466" y="827835"/>
                          <a:pt x="270784" y="806590"/>
                        </a:cubicBezTo>
                        <a:cubicBezTo>
                          <a:pt x="268264" y="796508"/>
                          <a:pt x="266463" y="786065"/>
                          <a:pt x="262863" y="784265"/>
                        </a:cubicBezTo>
                        <a:cubicBezTo>
                          <a:pt x="259262" y="782465"/>
                          <a:pt x="249179" y="786786"/>
                          <a:pt x="239817" y="791107"/>
                        </a:cubicBezTo>
                        <a:cubicBezTo>
                          <a:pt x="220012" y="799389"/>
                          <a:pt x="200567" y="808031"/>
                          <a:pt x="181123" y="793627"/>
                        </a:cubicBezTo>
                        <a:cubicBezTo>
                          <a:pt x="160958" y="778864"/>
                          <a:pt x="163118" y="757979"/>
                          <a:pt x="165279" y="737094"/>
                        </a:cubicBezTo>
                        <a:cubicBezTo>
                          <a:pt x="166359" y="726291"/>
                          <a:pt x="167439" y="715849"/>
                          <a:pt x="164559" y="712968"/>
                        </a:cubicBezTo>
                        <a:cubicBezTo>
                          <a:pt x="161678" y="710087"/>
                          <a:pt x="150876" y="711168"/>
                          <a:pt x="140793" y="712248"/>
                        </a:cubicBezTo>
                        <a:cubicBezTo>
                          <a:pt x="119188" y="714408"/>
                          <a:pt x="98303" y="716209"/>
                          <a:pt x="83900" y="696404"/>
                        </a:cubicBezTo>
                        <a:cubicBezTo>
                          <a:pt x="69496" y="676600"/>
                          <a:pt x="77778" y="657515"/>
                          <a:pt x="86420" y="637710"/>
                        </a:cubicBezTo>
                        <a:cubicBezTo>
                          <a:pt x="90741" y="627988"/>
                          <a:pt x="95062" y="618266"/>
                          <a:pt x="92902" y="614665"/>
                        </a:cubicBezTo>
                        <a:cubicBezTo>
                          <a:pt x="91461" y="611424"/>
                          <a:pt x="81019" y="608904"/>
                          <a:pt x="70576" y="606743"/>
                        </a:cubicBezTo>
                        <a:cubicBezTo>
                          <a:pt x="49692" y="602062"/>
                          <a:pt x="29167" y="597741"/>
                          <a:pt x="21605" y="573975"/>
                        </a:cubicBezTo>
                        <a:cubicBezTo>
                          <a:pt x="14043" y="550930"/>
                          <a:pt x="28086" y="535086"/>
                          <a:pt x="42130" y="518882"/>
                        </a:cubicBezTo>
                        <a:cubicBezTo>
                          <a:pt x="48971" y="510961"/>
                          <a:pt x="56173" y="503399"/>
                          <a:pt x="55453" y="499078"/>
                        </a:cubicBezTo>
                        <a:cubicBezTo>
                          <a:pt x="55093" y="495477"/>
                          <a:pt x="45731" y="489716"/>
                          <a:pt x="36728" y="484674"/>
                        </a:cubicBezTo>
                        <a:cubicBezTo>
                          <a:pt x="18364" y="473872"/>
                          <a:pt x="0" y="463069"/>
                          <a:pt x="0" y="438583"/>
                        </a:cubicBezTo>
                        <a:cubicBezTo>
                          <a:pt x="0" y="414098"/>
                          <a:pt x="18364" y="403295"/>
                          <a:pt x="36728" y="392493"/>
                        </a:cubicBezTo>
                        <a:cubicBezTo>
                          <a:pt x="45731" y="387451"/>
                          <a:pt x="55093" y="381690"/>
                          <a:pt x="55453" y="377729"/>
                        </a:cubicBezTo>
                        <a:cubicBezTo>
                          <a:pt x="56173" y="374128"/>
                          <a:pt x="48971" y="365846"/>
                          <a:pt x="42130" y="358285"/>
                        </a:cubicBezTo>
                        <a:cubicBezTo>
                          <a:pt x="28086" y="342081"/>
                          <a:pt x="14043" y="326237"/>
                          <a:pt x="21605" y="302831"/>
                        </a:cubicBezTo>
                        <a:cubicBezTo>
                          <a:pt x="29167" y="279786"/>
                          <a:pt x="49692" y="275105"/>
                          <a:pt x="70576" y="270424"/>
                        </a:cubicBezTo>
                        <a:cubicBezTo>
                          <a:pt x="81019" y="268263"/>
                          <a:pt x="91461" y="266103"/>
                          <a:pt x="92902" y="262502"/>
                        </a:cubicBezTo>
                        <a:cubicBezTo>
                          <a:pt x="95062" y="258901"/>
                          <a:pt x="90741" y="248819"/>
                          <a:pt x="86420" y="239456"/>
                        </a:cubicBezTo>
                        <a:cubicBezTo>
                          <a:pt x="77778" y="219652"/>
                          <a:pt x="69496" y="200567"/>
                          <a:pt x="83900" y="180763"/>
                        </a:cubicBezTo>
                        <a:cubicBezTo>
                          <a:pt x="98303" y="160958"/>
                          <a:pt x="119188" y="163118"/>
                          <a:pt x="140793" y="164919"/>
                        </a:cubicBezTo>
                        <a:cubicBezTo>
                          <a:pt x="150876" y="165999"/>
                          <a:pt x="161678" y="167079"/>
                          <a:pt x="164559" y="164199"/>
                        </a:cubicBezTo>
                        <a:cubicBezTo>
                          <a:pt x="167439" y="161318"/>
                          <a:pt x="166359" y="150515"/>
                          <a:pt x="165279" y="140433"/>
                        </a:cubicBezTo>
                        <a:cubicBezTo>
                          <a:pt x="163118" y="118828"/>
                          <a:pt x="160958" y="97943"/>
                          <a:pt x="181123" y="83540"/>
                        </a:cubicBezTo>
                        <a:cubicBezTo>
                          <a:pt x="200567" y="69136"/>
                          <a:pt x="220012" y="77778"/>
                          <a:pt x="239817" y="86060"/>
                        </a:cubicBezTo>
                        <a:cubicBezTo>
                          <a:pt x="249179" y="90381"/>
                          <a:pt x="259262" y="94702"/>
                          <a:pt x="262863" y="92902"/>
                        </a:cubicBezTo>
                        <a:cubicBezTo>
                          <a:pt x="266463" y="91102"/>
                          <a:pt x="268264" y="80659"/>
                          <a:pt x="270784" y="70217"/>
                        </a:cubicBezTo>
                        <a:cubicBezTo>
                          <a:pt x="275466" y="49692"/>
                          <a:pt x="279787" y="28807"/>
                          <a:pt x="303192" y="21245"/>
                        </a:cubicBezTo>
                        <a:cubicBezTo>
                          <a:pt x="326598" y="13683"/>
                          <a:pt x="342441" y="27727"/>
                          <a:pt x="358285" y="42130"/>
                        </a:cubicBezTo>
                        <a:cubicBezTo>
                          <a:pt x="366207" y="48972"/>
                          <a:pt x="374489" y="55813"/>
                          <a:pt x="378090" y="55453"/>
                        </a:cubicBezTo>
                        <a:cubicBezTo>
                          <a:pt x="382051" y="54733"/>
                          <a:pt x="387452" y="45371"/>
                          <a:pt x="392853" y="36369"/>
                        </a:cubicBezTo>
                        <a:cubicBezTo>
                          <a:pt x="403656" y="18004"/>
                          <a:pt x="414458" y="0"/>
                          <a:pt x="438944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68" name="Google Shape;1468;p52"/>
                  <p:cNvSpPr txBox="1"/>
                  <p:nvPr/>
                </p:nvSpPr>
                <p:spPr>
                  <a:xfrm>
                    <a:off x="5405427" y="2733099"/>
                    <a:ext cx="673200" cy="52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02</a:t>
                    </a:r>
                    <a:endParaRPr/>
                  </a:p>
                </p:txBody>
              </p:sp>
            </p:grpSp>
            <p:sp>
              <p:nvSpPr>
                <p:cNvPr id="1469" name="Google Shape;1469;p52"/>
                <p:cNvSpPr/>
                <p:nvPr/>
              </p:nvSpPr>
              <p:spPr>
                <a:xfrm>
                  <a:off x="4748675" y="1317212"/>
                  <a:ext cx="2797800" cy="781200"/>
                </a:xfrm>
                <a:prstGeom prst="round2SameRect">
                  <a:avLst>
                    <a:gd fmla="val 33597" name="adj1"/>
                    <a:gd fmla="val 0" name="adj2"/>
                  </a:avLst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Initial selection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1470" name="Google Shape;1470;p52"/>
              <p:cNvGrpSpPr/>
              <p:nvPr/>
            </p:nvGrpSpPr>
            <p:grpSpPr>
              <a:xfrm>
                <a:off x="4787332" y="4273403"/>
                <a:ext cx="2797800" cy="2373869"/>
                <a:chOff x="4825990" y="4273403"/>
                <a:chExt cx="2797800" cy="2373869"/>
              </a:xfrm>
            </p:grpSpPr>
            <p:grpSp>
              <p:nvGrpSpPr>
                <p:cNvPr id="1471" name="Google Shape;1471;p52"/>
                <p:cNvGrpSpPr/>
                <p:nvPr/>
              </p:nvGrpSpPr>
              <p:grpSpPr>
                <a:xfrm>
                  <a:off x="4841363" y="4273403"/>
                  <a:ext cx="2767106" cy="1491063"/>
                  <a:chOff x="4712445" y="4273403"/>
                  <a:chExt cx="2767106" cy="1491063"/>
                </a:xfrm>
              </p:grpSpPr>
              <p:sp>
                <p:nvSpPr>
                  <p:cNvPr id="1472" name="Google Shape;1472;p52"/>
                  <p:cNvSpPr/>
                  <p:nvPr/>
                </p:nvSpPr>
                <p:spPr>
                  <a:xfrm>
                    <a:off x="4712445" y="4273403"/>
                    <a:ext cx="2767105" cy="1491063"/>
                  </a:xfrm>
                  <a:custGeom>
                    <a:rect b="b" l="l" r="r" t="t"/>
                    <a:pathLst>
                      <a:path extrusionOk="0" h="4677" w="8682">
                        <a:moveTo>
                          <a:pt x="8386" y="4676"/>
                        </a:moveTo>
                        <a:lnTo>
                          <a:pt x="1963" y="4676"/>
                        </a:lnTo>
                        <a:lnTo>
                          <a:pt x="1963" y="4676"/>
                        </a:lnTo>
                        <a:cubicBezTo>
                          <a:pt x="1801" y="4676"/>
                          <a:pt x="1669" y="4544"/>
                          <a:pt x="1669" y="4382"/>
                        </a:cubicBezTo>
                        <a:lnTo>
                          <a:pt x="1669" y="1958"/>
                        </a:lnTo>
                        <a:lnTo>
                          <a:pt x="1669" y="1958"/>
                        </a:lnTo>
                        <a:cubicBezTo>
                          <a:pt x="1669" y="1874"/>
                          <a:pt x="1634" y="1794"/>
                          <a:pt x="1571" y="1738"/>
                        </a:cubicBezTo>
                        <a:lnTo>
                          <a:pt x="201" y="513"/>
                        </a:lnTo>
                        <a:lnTo>
                          <a:pt x="201" y="513"/>
                        </a:lnTo>
                        <a:cubicBezTo>
                          <a:pt x="0" y="333"/>
                          <a:pt x="128" y="0"/>
                          <a:pt x="398" y="0"/>
                        </a:cubicBezTo>
                        <a:lnTo>
                          <a:pt x="8386" y="0"/>
                        </a:lnTo>
                        <a:lnTo>
                          <a:pt x="8386" y="0"/>
                        </a:lnTo>
                        <a:cubicBezTo>
                          <a:pt x="8549" y="0"/>
                          <a:pt x="8681" y="131"/>
                          <a:pt x="8681" y="294"/>
                        </a:cubicBezTo>
                        <a:lnTo>
                          <a:pt x="8681" y="4382"/>
                        </a:lnTo>
                        <a:lnTo>
                          <a:pt x="8681" y="4382"/>
                        </a:lnTo>
                        <a:cubicBezTo>
                          <a:pt x="8681" y="4544"/>
                          <a:pt x="8549" y="4676"/>
                          <a:pt x="8386" y="4676"/>
                        </a:cubicBezTo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73" name="Google Shape;1473;p52"/>
                  <p:cNvSpPr/>
                  <p:nvPr/>
                </p:nvSpPr>
                <p:spPr>
                  <a:xfrm>
                    <a:off x="6234007" y="4331143"/>
                    <a:ext cx="1195374" cy="1375588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3769" y="4676"/>
                        </a:moveTo>
                        <a:lnTo>
                          <a:pt x="0" y="4676"/>
                        </a:lnTo>
                        <a:lnTo>
                          <a:pt x="0" y="0"/>
                        </a:lnTo>
                        <a:lnTo>
                          <a:pt x="3769" y="0"/>
                        </a:lnTo>
                        <a:lnTo>
                          <a:pt x="3769" y="0"/>
                        </a:lnTo>
                        <a:cubicBezTo>
                          <a:pt x="3932" y="0"/>
                          <a:pt x="4064" y="131"/>
                          <a:pt x="4064" y="294"/>
                        </a:cubicBezTo>
                        <a:lnTo>
                          <a:pt x="4064" y="4382"/>
                        </a:lnTo>
                        <a:lnTo>
                          <a:pt x="4064" y="4382"/>
                        </a:lnTo>
                        <a:cubicBezTo>
                          <a:pt x="4064" y="4544"/>
                          <a:pt x="3932" y="4676"/>
                          <a:pt x="3769" y="4676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74" name="Google Shape;1474;p52"/>
                  <p:cNvSpPr/>
                  <p:nvPr/>
                </p:nvSpPr>
                <p:spPr>
                  <a:xfrm>
                    <a:off x="6183832" y="4273403"/>
                    <a:ext cx="1295719" cy="1491063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4064" y="4382"/>
                        </a:moveTo>
                        <a:lnTo>
                          <a:pt x="4064" y="294"/>
                        </a:lnTo>
                        <a:lnTo>
                          <a:pt x="4064" y="294"/>
                        </a:lnTo>
                        <a:cubicBezTo>
                          <a:pt x="4064" y="131"/>
                          <a:pt x="3932" y="0"/>
                          <a:pt x="3769" y="0"/>
                        </a:cubicBezTo>
                        <a:lnTo>
                          <a:pt x="0" y="0"/>
                        </a:lnTo>
                        <a:lnTo>
                          <a:pt x="0" y="4676"/>
                        </a:lnTo>
                        <a:lnTo>
                          <a:pt x="3769" y="4676"/>
                        </a:lnTo>
                        <a:lnTo>
                          <a:pt x="3769" y="4676"/>
                        </a:lnTo>
                        <a:cubicBezTo>
                          <a:pt x="3932" y="4676"/>
                          <a:pt x="4064" y="4544"/>
                          <a:pt x="4064" y="4382"/>
                        </a:cubicBezTo>
                        <a:close/>
                        <a:moveTo>
                          <a:pt x="3821" y="4382"/>
                        </a:moveTo>
                        <a:lnTo>
                          <a:pt x="3821" y="4382"/>
                        </a:lnTo>
                        <a:cubicBezTo>
                          <a:pt x="3821" y="4410"/>
                          <a:pt x="3798" y="4434"/>
                          <a:pt x="3769" y="4434"/>
                        </a:cubicBezTo>
                        <a:lnTo>
                          <a:pt x="242" y="4434"/>
                        </a:lnTo>
                        <a:lnTo>
                          <a:pt x="242" y="242"/>
                        </a:lnTo>
                        <a:lnTo>
                          <a:pt x="3769" y="242"/>
                        </a:lnTo>
                        <a:lnTo>
                          <a:pt x="3769" y="242"/>
                        </a:lnTo>
                        <a:cubicBezTo>
                          <a:pt x="3798" y="242"/>
                          <a:pt x="3821" y="265"/>
                          <a:pt x="3821" y="294"/>
                        </a:cubicBezTo>
                        <a:lnTo>
                          <a:pt x="3821" y="4382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75" name="Google Shape;1475;p52"/>
                  <p:cNvSpPr/>
                  <p:nvPr/>
                </p:nvSpPr>
                <p:spPr>
                  <a:xfrm>
                    <a:off x="6550232" y="4837771"/>
                    <a:ext cx="563483" cy="362605"/>
                  </a:xfrm>
                  <a:custGeom>
                    <a:rect b="b" l="l" r="r" t="t"/>
                    <a:pathLst>
                      <a:path extrusionOk="0" h="547328" w="850540">
                        <a:moveTo>
                          <a:pt x="0" y="364945"/>
                        </a:moveTo>
                        <a:lnTo>
                          <a:pt x="255229" y="364945"/>
                        </a:lnTo>
                        <a:lnTo>
                          <a:pt x="255229" y="401277"/>
                        </a:lnTo>
                        <a:lnTo>
                          <a:pt x="0" y="401277"/>
                        </a:lnTo>
                        <a:lnTo>
                          <a:pt x="0" y="364945"/>
                        </a:lnTo>
                        <a:close/>
                        <a:moveTo>
                          <a:pt x="0" y="255587"/>
                        </a:moveTo>
                        <a:lnTo>
                          <a:pt x="255229" y="255587"/>
                        </a:lnTo>
                        <a:lnTo>
                          <a:pt x="255229" y="291560"/>
                        </a:lnTo>
                        <a:lnTo>
                          <a:pt x="0" y="291560"/>
                        </a:lnTo>
                        <a:lnTo>
                          <a:pt x="0" y="255587"/>
                        </a:lnTo>
                        <a:close/>
                        <a:moveTo>
                          <a:pt x="88900" y="32005"/>
                        </a:moveTo>
                        <a:lnTo>
                          <a:pt x="456216" y="376153"/>
                        </a:lnTo>
                        <a:lnTo>
                          <a:pt x="469540" y="388739"/>
                        </a:lnTo>
                        <a:lnTo>
                          <a:pt x="483224" y="376153"/>
                        </a:lnTo>
                        <a:lnTo>
                          <a:pt x="850540" y="32005"/>
                        </a:lnTo>
                        <a:cubicBezTo>
                          <a:pt x="850540" y="32724"/>
                          <a:pt x="850540" y="33444"/>
                          <a:pt x="850540" y="34163"/>
                        </a:cubicBezTo>
                        <a:lnTo>
                          <a:pt x="850540" y="513165"/>
                        </a:lnTo>
                        <a:cubicBezTo>
                          <a:pt x="850540" y="522514"/>
                          <a:pt x="846939" y="531145"/>
                          <a:pt x="840457" y="537618"/>
                        </a:cubicBezTo>
                        <a:cubicBezTo>
                          <a:pt x="834335" y="543731"/>
                          <a:pt x="825692" y="547328"/>
                          <a:pt x="816329" y="547328"/>
                        </a:cubicBezTo>
                        <a:lnTo>
                          <a:pt x="123111" y="547328"/>
                        </a:lnTo>
                        <a:cubicBezTo>
                          <a:pt x="113748" y="547328"/>
                          <a:pt x="105105" y="543731"/>
                          <a:pt x="98623" y="537618"/>
                        </a:cubicBezTo>
                        <a:cubicBezTo>
                          <a:pt x="92501" y="531145"/>
                          <a:pt x="88900" y="522514"/>
                          <a:pt x="88900" y="513165"/>
                        </a:cubicBezTo>
                        <a:lnTo>
                          <a:pt x="88900" y="419666"/>
                        </a:lnTo>
                        <a:lnTo>
                          <a:pt x="274719" y="419666"/>
                        </a:lnTo>
                        <a:lnTo>
                          <a:pt x="274719" y="346665"/>
                        </a:lnTo>
                        <a:lnTo>
                          <a:pt x="88900" y="346665"/>
                        </a:lnTo>
                        <a:lnTo>
                          <a:pt x="88900" y="309985"/>
                        </a:lnTo>
                        <a:lnTo>
                          <a:pt x="274719" y="309985"/>
                        </a:lnTo>
                        <a:lnTo>
                          <a:pt x="274719" y="237343"/>
                        </a:lnTo>
                        <a:lnTo>
                          <a:pt x="88900" y="237343"/>
                        </a:lnTo>
                        <a:lnTo>
                          <a:pt x="88900" y="34163"/>
                        </a:lnTo>
                        <a:cubicBezTo>
                          <a:pt x="88900" y="33444"/>
                          <a:pt x="88900" y="32724"/>
                          <a:pt x="88900" y="32005"/>
                        </a:cubicBezTo>
                        <a:close/>
                        <a:moveTo>
                          <a:pt x="123111" y="0"/>
                        </a:moveTo>
                        <a:lnTo>
                          <a:pt x="816329" y="0"/>
                        </a:lnTo>
                        <a:cubicBezTo>
                          <a:pt x="819570" y="0"/>
                          <a:pt x="822811" y="359"/>
                          <a:pt x="825692" y="1438"/>
                        </a:cubicBezTo>
                        <a:lnTo>
                          <a:pt x="469540" y="334798"/>
                        </a:lnTo>
                        <a:lnTo>
                          <a:pt x="113748" y="1438"/>
                        </a:lnTo>
                        <a:cubicBezTo>
                          <a:pt x="116629" y="359"/>
                          <a:pt x="119510" y="0"/>
                          <a:pt x="123111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76" name="Google Shape;1476;p52"/>
                  <p:cNvSpPr txBox="1"/>
                  <p:nvPr/>
                </p:nvSpPr>
                <p:spPr>
                  <a:xfrm>
                    <a:off x="5405427" y="4757324"/>
                    <a:ext cx="673200" cy="52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05</a:t>
                    </a:r>
                    <a:endParaRPr/>
                  </a:p>
                </p:txBody>
              </p:sp>
            </p:grpSp>
            <p:sp>
              <p:nvSpPr>
                <p:cNvPr id="1477" name="Google Shape;1477;p52"/>
                <p:cNvSpPr/>
                <p:nvPr/>
              </p:nvSpPr>
              <p:spPr>
                <a:xfrm>
                  <a:off x="4825990" y="5866072"/>
                  <a:ext cx="2797800" cy="781200"/>
                </a:xfrm>
                <a:prstGeom prst="round2SameRect">
                  <a:avLst>
                    <a:gd fmla="val 33597" name="adj1"/>
                    <a:gd fmla="val 0" name="adj2"/>
                  </a:avLst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Offer acceptance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1478" name="Google Shape;1478;p52"/>
            <p:cNvGrpSpPr/>
            <p:nvPr/>
          </p:nvGrpSpPr>
          <p:grpSpPr>
            <a:xfrm>
              <a:off x="8648772" y="1319399"/>
              <a:ext cx="2797800" cy="5330060"/>
              <a:chOff x="7932081" y="1317212"/>
              <a:chExt cx="2797800" cy="5330060"/>
            </a:xfrm>
          </p:grpSpPr>
          <p:grpSp>
            <p:nvGrpSpPr>
              <p:cNvPr id="1479" name="Google Shape;1479;p52"/>
              <p:cNvGrpSpPr/>
              <p:nvPr/>
            </p:nvGrpSpPr>
            <p:grpSpPr>
              <a:xfrm>
                <a:off x="7932081" y="1317212"/>
                <a:ext cx="2797800" cy="2423029"/>
                <a:chOff x="7875780" y="1317212"/>
                <a:chExt cx="2797800" cy="2423029"/>
              </a:xfrm>
            </p:grpSpPr>
            <p:grpSp>
              <p:nvGrpSpPr>
                <p:cNvPr id="1480" name="Google Shape;1480;p52"/>
                <p:cNvGrpSpPr/>
                <p:nvPr/>
              </p:nvGrpSpPr>
              <p:grpSpPr>
                <a:xfrm>
                  <a:off x="7891153" y="2249178"/>
                  <a:ext cx="2767106" cy="1491063"/>
                  <a:chOff x="7839551" y="2249178"/>
                  <a:chExt cx="2767106" cy="1491063"/>
                </a:xfrm>
              </p:grpSpPr>
              <p:sp>
                <p:nvSpPr>
                  <p:cNvPr id="1481" name="Google Shape;1481;p52"/>
                  <p:cNvSpPr/>
                  <p:nvPr/>
                </p:nvSpPr>
                <p:spPr>
                  <a:xfrm>
                    <a:off x="7839551" y="2249178"/>
                    <a:ext cx="2767105" cy="1491063"/>
                  </a:xfrm>
                  <a:custGeom>
                    <a:rect b="b" l="l" r="r" t="t"/>
                    <a:pathLst>
                      <a:path extrusionOk="0" h="4677" w="8682">
                        <a:moveTo>
                          <a:pt x="8386" y="4676"/>
                        </a:moveTo>
                        <a:lnTo>
                          <a:pt x="1963" y="4676"/>
                        </a:lnTo>
                        <a:lnTo>
                          <a:pt x="1963" y="4676"/>
                        </a:lnTo>
                        <a:cubicBezTo>
                          <a:pt x="1801" y="4676"/>
                          <a:pt x="1669" y="4544"/>
                          <a:pt x="1669" y="4382"/>
                        </a:cubicBezTo>
                        <a:lnTo>
                          <a:pt x="1669" y="1958"/>
                        </a:lnTo>
                        <a:lnTo>
                          <a:pt x="1669" y="1958"/>
                        </a:lnTo>
                        <a:cubicBezTo>
                          <a:pt x="1669" y="1874"/>
                          <a:pt x="1634" y="1794"/>
                          <a:pt x="1571" y="1738"/>
                        </a:cubicBezTo>
                        <a:lnTo>
                          <a:pt x="201" y="513"/>
                        </a:lnTo>
                        <a:lnTo>
                          <a:pt x="201" y="513"/>
                        </a:lnTo>
                        <a:cubicBezTo>
                          <a:pt x="0" y="333"/>
                          <a:pt x="128" y="0"/>
                          <a:pt x="398" y="0"/>
                        </a:cubicBezTo>
                        <a:lnTo>
                          <a:pt x="8386" y="0"/>
                        </a:lnTo>
                        <a:lnTo>
                          <a:pt x="8386" y="0"/>
                        </a:lnTo>
                        <a:cubicBezTo>
                          <a:pt x="8549" y="0"/>
                          <a:pt x="8681" y="131"/>
                          <a:pt x="8681" y="294"/>
                        </a:cubicBezTo>
                        <a:lnTo>
                          <a:pt x="8681" y="4382"/>
                        </a:lnTo>
                        <a:lnTo>
                          <a:pt x="8681" y="4382"/>
                        </a:lnTo>
                        <a:cubicBezTo>
                          <a:pt x="8681" y="4544"/>
                          <a:pt x="8549" y="4676"/>
                          <a:pt x="8386" y="4676"/>
                        </a:cubicBezTo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82" name="Google Shape;1482;p52"/>
                  <p:cNvSpPr/>
                  <p:nvPr/>
                </p:nvSpPr>
                <p:spPr>
                  <a:xfrm>
                    <a:off x="9361113" y="2306918"/>
                    <a:ext cx="1195374" cy="1375588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3769" y="4676"/>
                        </a:moveTo>
                        <a:lnTo>
                          <a:pt x="0" y="4676"/>
                        </a:lnTo>
                        <a:lnTo>
                          <a:pt x="0" y="0"/>
                        </a:lnTo>
                        <a:lnTo>
                          <a:pt x="3769" y="0"/>
                        </a:lnTo>
                        <a:lnTo>
                          <a:pt x="3769" y="0"/>
                        </a:lnTo>
                        <a:cubicBezTo>
                          <a:pt x="3932" y="0"/>
                          <a:pt x="4064" y="131"/>
                          <a:pt x="4064" y="294"/>
                        </a:cubicBezTo>
                        <a:lnTo>
                          <a:pt x="4064" y="4382"/>
                        </a:lnTo>
                        <a:lnTo>
                          <a:pt x="4064" y="4382"/>
                        </a:lnTo>
                        <a:cubicBezTo>
                          <a:pt x="4064" y="4544"/>
                          <a:pt x="3932" y="4676"/>
                          <a:pt x="3769" y="4676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83" name="Google Shape;1483;p52"/>
                  <p:cNvSpPr/>
                  <p:nvPr/>
                </p:nvSpPr>
                <p:spPr>
                  <a:xfrm>
                    <a:off x="9310938" y="2249178"/>
                    <a:ext cx="1295719" cy="1491063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4064" y="4382"/>
                        </a:moveTo>
                        <a:lnTo>
                          <a:pt x="4064" y="294"/>
                        </a:lnTo>
                        <a:lnTo>
                          <a:pt x="4064" y="294"/>
                        </a:lnTo>
                        <a:cubicBezTo>
                          <a:pt x="4064" y="131"/>
                          <a:pt x="3932" y="0"/>
                          <a:pt x="3769" y="0"/>
                        </a:cubicBezTo>
                        <a:lnTo>
                          <a:pt x="0" y="0"/>
                        </a:lnTo>
                        <a:lnTo>
                          <a:pt x="0" y="4676"/>
                        </a:lnTo>
                        <a:lnTo>
                          <a:pt x="3769" y="4676"/>
                        </a:lnTo>
                        <a:lnTo>
                          <a:pt x="3769" y="4676"/>
                        </a:lnTo>
                        <a:cubicBezTo>
                          <a:pt x="3932" y="4676"/>
                          <a:pt x="4064" y="4544"/>
                          <a:pt x="4064" y="4382"/>
                        </a:cubicBezTo>
                        <a:close/>
                        <a:moveTo>
                          <a:pt x="3821" y="4382"/>
                        </a:moveTo>
                        <a:lnTo>
                          <a:pt x="3821" y="4382"/>
                        </a:lnTo>
                        <a:cubicBezTo>
                          <a:pt x="3821" y="4410"/>
                          <a:pt x="3798" y="4434"/>
                          <a:pt x="3769" y="4434"/>
                        </a:cubicBezTo>
                        <a:lnTo>
                          <a:pt x="242" y="4434"/>
                        </a:lnTo>
                        <a:lnTo>
                          <a:pt x="242" y="242"/>
                        </a:lnTo>
                        <a:lnTo>
                          <a:pt x="3769" y="242"/>
                        </a:lnTo>
                        <a:lnTo>
                          <a:pt x="3769" y="242"/>
                        </a:lnTo>
                        <a:cubicBezTo>
                          <a:pt x="3798" y="242"/>
                          <a:pt x="3821" y="265"/>
                          <a:pt x="3821" y="294"/>
                        </a:cubicBezTo>
                        <a:lnTo>
                          <a:pt x="3821" y="4382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84" name="Google Shape;1484;p52"/>
                  <p:cNvSpPr/>
                  <p:nvPr/>
                </p:nvSpPr>
                <p:spPr>
                  <a:xfrm>
                    <a:off x="9672613" y="2704323"/>
                    <a:ext cx="572667" cy="581084"/>
                  </a:xfrm>
                  <a:custGeom>
                    <a:rect b="b" l="l" r="r" t="t"/>
                    <a:pathLst>
                      <a:path extrusionOk="0" h="877108" w="864403">
                        <a:moveTo>
                          <a:pt x="539762" y="500062"/>
                        </a:moveTo>
                        <a:lnTo>
                          <a:pt x="853606" y="813489"/>
                        </a:lnTo>
                        <a:cubicBezTo>
                          <a:pt x="868002" y="827866"/>
                          <a:pt x="868002" y="851589"/>
                          <a:pt x="853606" y="866325"/>
                        </a:cubicBezTo>
                        <a:cubicBezTo>
                          <a:pt x="838849" y="880703"/>
                          <a:pt x="815455" y="880703"/>
                          <a:pt x="800698" y="866325"/>
                        </a:cubicBezTo>
                        <a:lnTo>
                          <a:pt x="485775" y="551461"/>
                        </a:lnTo>
                        <a:cubicBezTo>
                          <a:pt x="498012" y="542475"/>
                          <a:pt x="509529" y="532411"/>
                          <a:pt x="520327" y="521628"/>
                        </a:cubicBezTo>
                        <a:cubicBezTo>
                          <a:pt x="527165" y="514799"/>
                          <a:pt x="533644" y="507610"/>
                          <a:pt x="539762" y="500062"/>
                        </a:cubicBezTo>
                        <a:close/>
                        <a:moveTo>
                          <a:pt x="179827" y="207640"/>
                        </a:moveTo>
                        <a:cubicBezTo>
                          <a:pt x="173663" y="207280"/>
                          <a:pt x="167364" y="210068"/>
                          <a:pt x="163765" y="216183"/>
                        </a:cubicBezTo>
                        <a:lnTo>
                          <a:pt x="80983" y="359705"/>
                        </a:lnTo>
                        <a:cubicBezTo>
                          <a:pt x="69465" y="379489"/>
                          <a:pt x="99699" y="397115"/>
                          <a:pt x="111216" y="377331"/>
                        </a:cubicBezTo>
                        <a:lnTo>
                          <a:pt x="178882" y="260427"/>
                        </a:lnTo>
                        <a:lnTo>
                          <a:pt x="244748" y="374093"/>
                        </a:lnTo>
                        <a:cubicBezTo>
                          <a:pt x="242228" y="377691"/>
                          <a:pt x="266703" y="392079"/>
                          <a:pt x="275701" y="372655"/>
                        </a:cubicBezTo>
                        <a:lnTo>
                          <a:pt x="331489" y="276254"/>
                        </a:lnTo>
                        <a:lnTo>
                          <a:pt x="409232" y="353950"/>
                        </a:lnTo>
                        <a:cubicBezTo>
                          <a:pt x="409232" y="353950"/>
                          <a:pt x="427588" y="360784"/>
                          <a:pt x="434067" y="353950"/>
                        </a:cubicBezTo>
                        <a:cubicBezTo>
                          <a:pt x="444145" y="343878"/>
                          <a:pt x="483376" y="269779"/>
                          <a:pt x="493454" y="252153"/>
                        </a:cubicBezTo>
                        <a:cubicBezTo>
                          <a:pt x="504972" y="232370"/>
                          <a:pt x="474738" y="214744"/>
                          <a:pt x="463221" y="234528"/>
                        </a:cubicBezTo>
                        <a:lnTo>
                          <a:pt x="417870" y="312944"/>
                        </a:lnTo>
                        <a:lnTo>
                          <a:pt x="340487" y="235607"/>
                        </a:lnTo>
                        <a:cubicBezTo>
                          <a:pt x="332569" y="226974"/>
                          <a:pt x="318532" y="228773"/>
                          <a:pt x="312413" y="238844"/>
                        </a:cubicBezTo>
                        <a:lnTo>
                          <a:pt x="259864" y="330569"/>
                        </a:lnTo>
                        <a:lnTo>
                          <a:pt x="195078" y="217981"/>
                        </a:lnTo>
                        <a:cubicBezTo>
                          <a:pt x="192019" y="211507"/>
                          <a:pt x="185990" y="208000"/>
                          <a:pt x="179827" y="207640"/>
                        </a:cubicBezTo>
                        <a:close/>
                        <a:moveTo>
                          <a:pt x="297296" y="0"/>
                        </a:moveTo>
                        <a:cubicBezTo>
                          <a:pt x="379719" y="0"/>
                          <a:pt x="454223" y="33093"/>
                          <a:pt x="507851" y="87049"/>
                        </a:cubicBezTo>
                        <a:cubicBezTo>
                          <a:pt x="561839" y="141004"/>
                          <a:pt x="594952" y="215104"/>
                          <a:pt x="594952" y="297476"/>
                        </a:cubicBezTo>
                        <a:cubicBezTo>
                          <a:pt x="594952" y="379489"/>
                          <a:pt x="561839" y="453948"/>
                          <a:pt x="507851" y="507544"/>
                        </a:cubicBezTo>
                        <a:cubicBezTo>
                          <a:pt x="454223" y="561500"/>
                          <a:pt x="379719" y="594952"/>
                          <a:pt x="297296" y="594952"/>
                        </a:cubicBezTo>
                        <a:cubicBezTo>
                          <a:pt x="215234" y="594952"/>
                          <a:pt x="140730" y="561500"/>
                          <a:pt x="87102" y="507544"/>
                        </a:cubicBezTo>
                        <a:cubicBezTo>
                          <a:pt x="33113" y="453948"/>
                          <a:pt x="0" y="379489"/>
                          <a:pt x="0" y="297476"/>
                        </a:cubicBezTo>
                        <a:cubicBezTo>
                          <a:pt x="0" y="215104"/>
                          <a:pt x="33113" y="141004"/>
                          <a:pt x="87102" y="87049"/>
                        </a:cubicBezTo>
                        <a:cubicBezTo>
                          <a:pt x="140730" y="33093"/>
                          <a:pt x="215234" y="0"/>
                          <a:pt x="297296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85" name="Google Shape;1485;p52"/>
                  <p:cNvSpPr txBox="1"/>
                  <p:nvPr/>
                </p:nvSpPr>
                <p:spPr>
                  <a:xfrm>
                    <a:off x="8513430" y="2733099"/>
                    <a:ext cx="673200" cy="52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03</a:t>
                    </a:r>
                    <a:endParaRPr/>
                  </a:p>
                </p:txBody>
              </p:sp>
            </p:grpSp>
            <p:sp>
              <p:nvSpPr>
                <p:cNvPr id="1486" name="Google Shape;1486;p52"/>
                <p:cNvSpPr/>
                <p:nvPr/>
              </p:nvSpPr>
              <p:spPr>
                <a:xfrm>
                  <a:off x="7875780" y="1317212"/>
                  <a:ext cx="2797800" cy="781200"/>
                </a:xfrm>
                <a:prstGeom prst="round2SameRect">
                  <a:avLst>
                    <a:gd fmla="val 33597" name="adj1"/>
                    <a:gd fmla="val 0" name="adj2"/>
                  </a:avLst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Remote interview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grpSp>
            <p:nvGrpSpPr>
              <p:cNvPr id="1487" name="Google Shape;1487;p52"/>
              <p:cNvGrpSpPr/>
              <p:nvPr/>
            </p:nvGrpSpPr>
            <p:grpSpPr>
              <a:xfrm>
                <a:off x="7932081" y="4273403"/>
                <a:ext cx="2797800" cy="2373869"/>
                <a:chOff x="7988383" y="4273403"/>
                <a:chExt cx="2797800" cy="2373869"/>
              </a:xfrm>
            </p:grpSpPr>
            <p:grpSp>
              <p:nvGrpSpPr>
                <p:cNvPr id="1488" name="Google Shape;1488;p52"/>
                <p:cNvGrpSpPr/>
                <p:nvPr/>
              </p:nvGrpSpPr>
              <p:grpSpPr>
                <a:xfrm>
                  <a:off x="8003756" y="4273403"/>
                  <a:ext cx="2767106" cy="1491063"/>
                  <a:chOff x="7839551" y="4273403"/>
                  <a:chExt cx="2767106" cy="1491063"/>
                </a:xfrm>
              </p:grpSpPr>
              <p:sp>
                <p:nvSpPr>
                  <p:cNvPr id="1489" name="Google Shape;1489;p52"/>
                  <p:cNvSpPr/>
                  <p:nvPr/>
                </p:nvSpPr>
                <p:spPr>
                  <a:xfrm>
                    <a:off x="7839551" y="4273403"/>
                    <a:ext cx="2767105" cy="1491063"/>
                  </a:xfrm>
                  <a:custGeom>
                    <a:rect b="b" l="l" r="r" t="t"/>
                    <a:pathLst>
                      <a:path extrusionOk="0" h="4677" w="8682">
                        <a:moveTo>
                          <a:pt x="8386" y="4676"/>
                        </a:moveTo>
                        <a:lnTo>
                          <a:pt x="1963" y="4676"/>
                        </a:lnTo>
                        <a:lnTo>
                          <a:pt x="1963" y="4676"/>
                        </a:lnTo>
                        <a:cubicBezTo>
                          <a:pt x="1801" y="4676"/>
                          <a:pt x="1669" y="4544"/>
                          <a:pt x="1669" y="4382"/>
                        </a:cubicBezTo>
                        <a:lnTo>
                          <a:pt x="1669" y="1958"/>
                        </a:lnTo>
                        <a:lnTo>
                          <a:pt x="1669" y="1958"/>
                        </a:lnTo>
                        <a:cubicBezTo>
                          <a:pt x="1669" y="1874"/>
                          <a:pt x="1634" y="1794"/>
                          <a:pt x="1571" y="1738"/>
                        </a:cubicBezTo>
                        <a:lnTo>
                          <a:pt x="201" y="513"/>
                        </a:lnTo>
                        <a:lnTo>
                          <a:pt x="201" y="513"/>
                        </a:lnTo>
                        <a:cubicBezTo>
                          <a:pt x="0" y="333"/>
                          <a:pt x="128" y="0"/>
                          <a:pt x="398" y="0"/>
                        </a:cubicBezTo>
                        <a:lnTo>
                          <a:pt x="8386" y="0"/>
                        </a:lnTo>
                        <a:lnTo>
                          <a:pt x="8386" y="0"/>
                        </a:lnTo>
                        <a:cubicBezTo>
                          <a:pt x="8549" y="0"/>
                          <a:pt x="8681" y="131"/>
                          <a:pt x="8681" y="294"/>
                        </a:cubicBezTo>
                        <a:lnTo>
                          <a:pt x="8681" y="4382"/>
                        </a:lnTo>
                        <a:lnTo>
                          <a:pt x="8681" y="4382"/>
                        </a:lnTo>
                        <a:cubicBezTo>
                          <a:pt x="8681" y="4544"/>
                          <a:pt x="8549" y="4676"/>
                          <a:pt x="8386" y="4676"/>
                        </a:cubicBezTo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90" name="Google Shape;1490;p52"/>
                  <p:cNvSpPr/>
                  <p:nvPr/>
                </p:nvSpPr>
                <p:spPr>
                  <a:xfrm>
                    <a:off x="9361113" y="4331143"/>
                    <a:ext cx="1195374" cy="1375588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3769" y="4676"/>
                        </a:moveTo>
                        <a:lnTo>
                          <a:pt x="0" y="4676"/>
                        </a:lnTo>
                        <a:lnTo>
                          <a:pt x="0" y="0"/>
                        </a:lnTo>
                        <a:lnTo>
                          <a:pt x="3769" y="0"/>
                        </a:lnTo>
                        <a:lnTo>
                          <a:pt x="3769" y="0"/>
                        </a:lnTo>
                        <a:cubicBezTo>
                          <a:pt x="3932" y="0"/>
                          <a:pt x="4064" y="131"/>
                          <a:pt x="4064" y="294"/>
                        </a:cubicBezTo>
                        <a:lnTo>
                          <a:pt x="4064" y="4382"/>
                        </a:lnTo>
                        <a:lnTo>
                          <a:pt x="4064" y="4382"/>
                        </a:lnTo>
                        <a:cubicBezTo>
                          <a:pt x="4064" y="4544"/>
                          <a:pt x="3932" y="4676"/>
                          <a:pt x="3769" y="4676"/>
                        </a:cubicBezTo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91" name="Google Shape;1491;p52"/>
                  <p:cNvSpPr/>
                  <p:nvPr/>
                </p:nvSpPr>
                <p:spPr>
                  <a:xfrm>
                    <a:off x="9310938" y="4273403"/>
                    <a:ext cx="1295719" cy="1491063"/>
                  </a:xfrm>
                  <a:custGeom>
                    <a:rect b="b" l="l" r="r" t="t"/>
                    <a:pathLst>
                      <a:path extrusionOk="0" h="4677" w="4065">
                        <a:moveTo>
                          <a:pt x="4064" y="4382"/>
                        </a:moveTo>
                        <a:lnTo>
                          <a:pt x="4064" y="294"/>
                        </a:lnTo>
                        <a:lnTo>
                          <a:pt x="4064" y="294"/>
                        </a:lnTo>
                        <a:cubicBezTo>
                          <a:pt x="4064" y="131"/>
                          <a:pt x="3932" y="0"/>
                          <a:pt x="3769" y="0"/>
                        </a:cubicBezTo>
                        <a:lnTo>
                          <a:pt x="0" y="0"/>
                        </a:lnTo>
                        <a:lnTo>
                          <a:pt x="0" y="4676"/>
                        </a:lnTo>
                        <a:lnTo>
                          <a:pt x="3769" y="4676"/>
                        </a:lnTo>
                        <a:lnTo>
                          <a:pt x="3769" y="4676"/>
                        </a:lnTo>
                        <a:cubicBezTo>
                          <a:pt x="3932" y="4676"/>
                          <a:pt x="4064" y="4544"/>
                          <a:pt x="4064" y="4382"/>
                        </a:cubicBezTo>
                        <a:close/>
                        <a:moveTo>
                          <a:pt x="3821" y="4382"/>
                        </a:moveTo>
                        <a:lnTo>
                          <a:pt x="3821" y="4382"/>
                        </a:lnTo>
                        <a:cubicBezTo>
                          <a:pt x="3821" y="4410"/>
                          <a:pt x="3798" y="4434"/>
                          <a:pt x="3769" y="4434"/>
                        </a:cubicBezTo>
                        <a:lnTo>
                          <a:pt x="242" y="4434"/>
                        </a:lnTo>
                        <a:lnTo>
                          <a:pt x="242" y="242"/>
                        </a:lnTo>
                        <a:lnTo>
                          <a:pt x="3769" y="242"/>
                        </a:lnTo>
                        <a:lnTo>
                          <a:pt x="3769" y="242"/>
                        </a:lnTo>
                        <a:cubicBezTo>
                          <a:pt x="3798" y="242"/>
                          <a:pt x="3821" y="265"/>
                          <a:pt x="3821" y="294"/>
                        </a:cubicBezTo>
                        <a:lnTo>
                          <a:pt x="3821" y="4382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92" name="Google Shape;1492;p52"/>
                  <p:cNvSpPr/>
                  <p:nvPr/>
                </p:nvSpPr>
                <p:spPr>
                  <a:xfrm>
                    <a:off x="9716722" y="4731698"/>
                    <a:ext cx="484154" cy="574472"/>
                  </a:xfrm>
                  <a:custGeom>
                    <a:rect b="b" l="l" r="r" t="t"/>
                    <a:pathLst>
                      <a:path extrusionOk="0" h="2412" w="2032">
                        <a:moveTo>
                          <a:pt x="153" y="647"/>
                        </a:moveTo>
                        <a:lnTo>
                          <a:pt x="1879" y="647"/>
                        </a:lnTo>
                        <a:lnTo>
                          <a:pt x="1879" y="190"/>
                        </a:lnTo>
                        <a:lnTo>
                          <a:pt x="153" y="190"/>
                        </a:lnTo>
                        <a:lnTo>
                          <a:pt x="153" y="647"/>
                        </a:lnTo>
                        <a:close/>
                        <a:moveTo>
                          <a:pt x="584" y="1003"/>
                        </a:moveTo>
                        <a:lnTo>
                          <a:pt x="737" y="1003"/>
                        </a:lnTo>
                        <a:lnTo>
                          <a:pt x="737" y="850"/>
                        </a:lnTo>
                        <a:lnTo>
                          <a:pt x="584" y="850"/>
                        </a:lnTo>
                        <a:lnTo>
                          <a:pt x="584" y="1003"/>
                        </a:lnTo>
                        <a:close/>
                        <a:moveTo>
                          <a:pt x="940" y="1003"/>
                        </a:moveTo>
                        <a:lnTo>
                          <a:pt x="1092" y="1003"/>
                        </a:lnTo>
                        <a:lnTo>
                          <a:pt x="1092" y="850"/>
                        </a:lnTo>
                        <a:lnTo>
                          <a:pt x="940" y="850"/>
                        </a:lnTo>
                        <a:lnTo>
                          <a:pt x="940" y="1003"/>
                        </a:lnTo>
                        <a:close/>
                        <a:moveTo>
                          <a:pt x="1295" y="1003"/>
                        </a:moveTo>
                        <a:lnTo>
                          <a:pt x="1447" y="1003"/>
                        </a:lnTo>
                        <a:lnTo>
                          <a:pt x="1447" y="850"/>
                        </a:lnTo>
                        <a:lnTo>
                          <a:pt x="1295" y="850"/>
                        </a:lnTo>
                        <a:lnTo>
                          <a:pt x="1295" y="1003"/>
                        </a:lnTo>
                        <a:close/>
                        <a:moveTo>
                          <a:pt x="1651" y="1003"/>
                        </a:moveTo>
                        <a:lnTo>
                          <a:pt x="1803" y="1003"/>
                        </a:lnTo>
                        <a:lnTo>
                          <a:pt x="1803" y="850"/>
                        </a:lnTo>
                        <a:lnTo>
                          <a:pt x="1651" y="850"/>
                        </a:lnTo>
                        <a:lnTo>
                          <a:pt x="1651" y="1003"/>
                        </a:lnTo>
                        <a:close/>
                        <a:moveTo>
                          <a:pt x="229" y="1357"/>
                        </a:moveTo>
                        <a:lnTo>
                          <a:pt x="382" y="1357"/>
                        </a:lnTo>
                        <a:lnTo>
                          <a:pt x="382" y="1205"/>
                        </a:lnTo>
                        <a:lnTo>
                          <a:pt x="229" y="1205"/>
                        </a:lnTo>
                        <a:lnTo>
                          <a:pt x="229" y="1357"/>
                        </a:lnTo>
                        <a:close/>
                        <a:moveTo>
                          <a:pt x="584" y="1357"/>
                        </a:moveTo>
                        <a:lnTo>
                          <a:pt x="737" y="1357"/>
                        </a:lnTo>
                        <a:lnTo>
                          <a:pt x="737" y="1205"/>
                        </a:lnTo>
                        <a:lnTo>
                          <a:pt x="584" y="1205"/>
                        </a:lnTo>
                        <a:lnTo>
                          <a:pt x="584" y="1357"/>
                        </a:lnTo>
                        <a:close/>
                        <a:moveTo>
                          <a:pt x="940" y="1357"/>
                        </a:moveTo>
                        <a:lnTo>
                          <a:pt x="1092" y="1357"/>
                        </a:lnTo>
                        <a:lnTo>
                          <a:pt x="1092" y="1205"/>
                        </a:lnTo>
                        <a:lnTo>
                          <a:pt x="940" y="1205"/>
                        </a:lnTo>
                        <a:lnTo>
                          <a:pt x="940" y="1357"/>
                        </a:lnTo>
                        <a:close/>
                        <a:moveTo>
                          <a:pt x="1295" y="1357"/>
                        </a:moveTo>
                        <a:lnTo>
                          <a:pt x="1447" y="1357"/>
                        </a:lnTo>
                        <a:lnTo>
                          <a:pt x="1447" y="1205"/>
                        </a:lnTo>
                        <a:lnTo>
                          <a:pt x="1295" y="1205"/>
                        </a:lnTo>
                        <a:lnTo>
                          <a:pt x="1295" y="1357"/>
                        </a:lnTo>
                        <a:close/>
                        <a:moveTo>
                          <a:pt x="1651" y="1357"/>
                        </a:moveTo>
                        <a:lnTo>
                          <a:pt x="1803" y="1357"/>
                        </a:lnTo>
                        <a:lnTo>
                          <a:pt x="1803" y="1205"/>
                        </a:lnTo>
                        <a:lnTo>
                          <a:pt x="1651" y="1205"/>
                        </a:lnTo>
                        <a:lnTo>
                          <a:pt x="1651" y="1357"/>
                        </a:lnTo>
                        <a:close/>
                        <a:moveTo>
                          <a:pt x="229" y="1712"/>
                        </a:moveTo>
                        <a:lnTo>
                          <a:pt x="382" y="1712"/>
                        </a:lnTo>
                        <a:lnTo>
                          <a:pt x="382" y="1560"/>
                        </a:lnTo>
                        <a:lnTo>
                          <a:pt x="229" y="1560"/>
                        </a:lnTo>
                        <a:lnTo>
                          <a:pt x="229" y="1712"/>
                        </a:lnTo>
                        <a:close/>
                        <a:moveTo>
                          <a:pt x="584" y="1712"/>
                        </a:moveTo>
                        <a:lnTo>
                          <a:pt x="737" y="1712"/>
                        </a:lnTo>
                        <a:lnTo>
                          <a:pt x="737" y="1560"/>
                        </a:lnTo>
                        <a:lnTo>
                          <a:pt x="584" y="1560"/>
                        </a:lnTo>
                        <a:lnTo>
                          <a:pt x="584" y="1712"/>
                        </a:lnTo>
                        <a:close/>
                        <a:moveTo>
                          <a:pt x="940" y="1712"/>
                        </a:moveTo>
                        <a:lnTo>
                          <a:pt x="1092" y="1712"/>
                        </a:lnTo>
                        <a:lnTo>
                          <a:pt x="1092" y="1560"/>
                        </a:lnTo>
                        <a:lnTo>
                          <a:pt x="940" y="1560"/>
                        </a:lnTo>
                        <a:lnTo>
                          <a:pt x="940" y="1712"/>
                        </a:lnTo>
                        <a:close/>
                        <a:moveTo>
                          <a:pt x="1295" y="1712"/>
                        </a:moveTo>
                        <a:lnTo>
                          <a:pt x="1447" y="1712"/>
                        </a:lnTo>
                        <a:lnTo>
                          <a:pt x="1447" y="1560"/>
                        </a:lnTo>
                        <a:lnTo>
                          <a:pt x="1295" y="1560"/>
                        </a:lnTo>
                        <a:lnTo>
                          <a:pt x="1295" y="1712"/>
                        </a:lnTo>
                        <a:close/>
                        <a:moveTo>
                          <a:pt x="1651" y="1712"/>
                        </a:moveTo>
                        <a:lnTo>
                          <a:pt x="1803" y="1712"/>
                        </a:lnTo>
                        <a:lnTo>
                          <a:pt x="1803" y="1560"/>
                        </a:lnTo>
                        <a:lnTo>
                          <a:pt x="1651" y="1560"/>
                        </a:lnTo>
                        <a:lnTo>
                          <a:pt x="1651" y="1712"/>
                        </a:lnTo>
                        <a:close/>
                        <a:moveTo>
                          <a:pt x="229" y="2068"/>
                        </a:moveTo>
                        <a:lnTo>
                          <a:pt x="382" y="2068"/>
                        </a:lnTo>
                        <a:lnTo>
                          <a:pt x="382" y="1916"/>
                        </a:lnTo>
                        <a:lnTo>
                          <a:pt x="229" y="1916"/>
                        </a:lnTo>
                        <a:lnTo>
                          <a:pt x="229" y="2068"/>
                        </a:lnTo>
                        <a:close/>
                        <a:moveTo>
                          <a:pt x="584" y="2068"/>
                        </a:moveTo>
                        <a:lnTo>
                          <a:pt x="737" y="2068"/>
                        </a:lnTo>
                        <a:lnTo>
                          <a:pt x="737" y="1916"/>
                        </a:lnTo>
                        <a:lnTo>
                          <a:pt x="584" y="1916"/>
                        </a:lnTo>
                        <a:lnTo>
                          <a:pt x="584" y="2068"/>
                        </a:lnTo>
                        <a:close/>
                        <a:moveTo>
                          <a:pt x="940" y="2068"/>
                        </a:moveTo>
                        <a:lnTo>
                          <a:pt x="1092" y="2068"/>
                        </a:lnTo>
                        <a:lnTo>
                          <a:pt x="1092" y="1916"/>
                        </a:lnTo>
                        <a:lnTo>
                          <a:pt x="940" y="1916"/>
                        </a:lnTo>
                        <a:lnTo>
                          <a:pt x="940" y="2068"/>
                        </a:lnTo>
                        <a:close/>
                        <a:moveTo>
                          <a:pt x="1295" y="2068"/>
                        </a:moveTo>
                        <a:lnTo>
                          <a:pt x="1447" y="2068"/>
                        </a:lnTo>
                        <a:lnTo>
                          <a:pt x="1447" y="1916"/>
                        </a:lnTo>
                        <a:lnTo>
                          <a:pt x="1295" y="1916"/>
                        </a:lnTo>
                        <a:lnTo>
                          <a:pt x="1295" y="2068"/>
                        </a:lnTo>
                        <a:close/>
                        <a:moveTo>
                          <a:pt x="1651" y="2068"/>
                        </a:moveTo>
                        <a:lnTo>
                          <a:pt x="1803" y="2068"/>
                        </a:lnTo>
                        <a:lnTo>
                          <a:pt x="1803" y="1916"/>
                        </a:lnTo>
                        <a:lnTo>
                          <a:pt x="1651" y="1916"/>
                        </a:lnTo>
                        <a:lnTo>
                          <a:pt x="1651" y="2068"/>
                        </a:lnTo>
                        <a:close/>
                        <a:moveTo>
                          <a:pt x="229" y="1003"/>
                        </a:moveTo>
                        <a:lnTo>
                          <a:pt x="382" y="1003"/>
                        </a:lnTo>
                        <a:lnTo>
                          <a:pt x="382" y="850"/>
                        </a:lnTo>
                        <a:lnTo>
                          <a:pt x="229" y="850"/>
                        </a:lnTo>
                        <a:lnTo>
                          <a:pt x="229" y="1003"/>
                        </a:lnTo>
                        <a:close/>
                        <a:moveTo>
                          <a:pt x="115" y="0"/>
                        </a:moveTo>
                        <a:lnTo>
                          <a:pt x="1917" y="0"/>
                        </a:lnTo>
                        <a:cubicBezTo>
                          <a:pt x="1948" y="0"/>
                          <a:pt x="1977" y="13"/>
                          <a:pt x="1998" y="34"/>
                        </a:cubicBezTo>
                        <a:cubicBezTo>
                          <a:pt x="2018" y="54"/>
                          <a:pt x="2031" y="82"/>
                          <a:pt x="2031" y="114"/>
                        </a:cubicBezTo>
                        <a:lnTo>
                          <a:pt x="2031" y="2296"/>
                        </a:lnTo>
                        <a:cubicBezTo>
                          <a:pt x="2031" y="2328"/>
                          <a:pt x="2018" y="2356"/>
                          <a:pt x="1998" y="2377"/>
                        </a:cubicBezTo>
                        <a:cubicBezTo>
                          <a:pt x="1977" y="2398"/>
                          <a:pt x="1948" y="2411"/>
                          <a:pt x="1917" y="2411"/>
                        </a:cubicBezTo>
                        <a:lnTo>
                          <a:pt x="115" y="2411"/>
                        </a:lnTo>
                        <a:cubicBezTo>
                          <a:pt x="83" y="2411"/>
                          <a:pt x="55" y="2398"/>
                          <a:pt x="34" y="2377"/>
                        </a:cubicBezTo>
                        <a:cubicBezTo>
                          <a:pt x="13" y="2356"/>
                          <a:pt x="0" y="2328"/>
                          <a:pt x="0" y="2296"/>
                        </a:cubicBezTo>
                        <a:lnTo>
                          <a:pt x="0" y="114"/>
                        </a:lnTo>
                        <a:cubicBezTo>
                          <a:pt x="0" y="82"/>
                          <a:pt x="13" y="54"/>
                          <a:pt x="34" y="34"/>
                        </a:cubicBezTo>
                        <a:cubicBezTo>
                          <a:pt x="55" y="13"/>
                          <a:pt x="83" y="0"/>
                          <a:pt x="115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00">
                      <a:solidFill>
                        <a:schemeClr val="dk1"/>
                      </a:solidFill>
                      <a:latin typeface="Lato Light"/>
                      <a:ea typeface="Lato Light"/>
                      <a:cs typeface="Lato Light"/>
                      <a:sym typeface="Lato Light"/>
                    </a:endParaRPr>
                  </a:p>
                </p:txBody>
              </p:sp>
              <p:sp>
                <p:nvSpPr>
                  <p:cNvPr id="1493" name="Google Shape;1493;p52"/>
                  <p:cNvSpPr txBox="1"/>
                  <p:nvPr/>
                </p:nvSpPr>
                <p:spPr>
                  <a:xfrm>
                    <a:off x="8513430" y="4757324"/>
                    <a:ext cx="673200" cy="52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8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06</a:t>
                    </a:r>
                    <a:endParaRPr/>
                  </a:p>
                </p:txBody>
              </p:sp>
            </p:grpSp>
            <p:sp>
              <p:nvSpPr>
                <p:cNvPr id="1494" name="Google Shape;1494;p52"/>
                <p:cNvSpPr/>
                <p:nvPr/>
              </p:nvSpPr>
              <p:spPr>
                <a:xfrm>
                  <a:off x="7988383" y="5866072"/>
                  <a:ext cx="2797800" cy="781200"/>
                </a:xfrm>
                <a:prstGeom prst="round2SameRect">
                  <a:avLst>
                    <a:gd fmla="val 33597" name="adj1"/>
                    <a:gd fmla="val 0" name="adj2"/>
                  </a:avLst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Start to work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9" name="Google Shape;1499;p53"/>
          <p:cNvGrpSpPr/>
          <p:nvPr/>
        </p:nvGrpSpPr>
        <p:grpSpPr>
          <a:xfrm>
            <a:off x="738780" y="1964693"/>
            <a:ext cx="10714208" cy="4034122"/>
            <a:chOff x="437475" y="1192580"/>
            <a:chExt cx="8269050" cy="3113470"/>
          </a:xfrm>
        </p:grpSpPr>
        <p:grpSp>
          <p:nvGrpSpPr>
            <p:cNvPr id="1500" name="Google Shape;1500;p53"/>
            <p:cNvGrpSpPr/>
            <p:nvPr/>
          </p:nvGrpSpPr>
          <p:grpSpPr>
            <a:xfrm>
              <a:off x="437475" y="1847913"/>
              <a:ext cx="1559700" cy="2458137"/>
              <a:chOff x="437475" y="2152713"/>
              <a:chExt cx="1559700" cy="2458137"/>
            </a:xfrm>
          </p:grpSpPr>
          <p:sp>
            <p:nvSpPr>
              <p:cNvPr id="1501" name="Google Shape;1501;p53"/>
              <p:cNvSpPr/>
              <p:nvPr/>
            </p:nvSpPr>
            <p:spPr>
              <a:xfrm>
                <a:off x="437475" y="2571750"/>
                <a:ext cx="1559700" cy="20391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1502" name="Google Shape;1502;p53"/>
              <p:cNvGrpSpPr/>
              <p:nvPr/>
            </p:nvGrpSpPr>
            <p:grpSpPr>
              <a:xfrm>
                <a:off x="504082" y="3252750"/>
                <a:ext cx="1426500" cy="882205"/>
                <a:chOff x="496364" y="2919375"/>
                <a:chExt cx="1426500" cy="882205"/>
              </a:xfrm>
            </p:grpSpPr>
            <p:sp>
              <p:nvSpPr>
                <p:cNvPr id="1503" name="Google Shape;1503;p53"/>
                <p:cNvSpPr txBox="1"/>
                <p:nvPr/>
              </p:nvSpPr>
              <p:spPr>
                <a:xfrm flipH="1">
                  <a:off x="496364" y="2919375"/>
                  <a:ext cx="1426500" cy="41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Recruitment</a:t>
                  </a:r>
                  <a:endParaRPr b="1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504" name="Google Shape;1504;p53"/>
                <p:cNvSpPr txBox="1"/>
                <p:nvPr/>
              </p:nvSpPr>
              <p:spPr>
                <a:xfrm flipH="1">
                  <a:off x="496364" y="3274480"/>
                  <a:ext cx="1426500" cy="52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sp>
            <p:nvSpPr>
              <p:cNvPr id="1505" name="Google Shape;1505;p53"/>
              <p:cNvSpPr/>
              <p:nvPr/>
            </p:nvSpPr>
            <p:spPr>
              <a:xfrm>
                <a:off x="953350" y="2309838"/>
                <a:ext cx="523800" cy="52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1506" name="Google Shape;1506;p53"/>
              <p:cNvCxnSpPr/>
              <p:nvPr/>
            </p:nvCxnSpPr>
            <p:spPr>
              <a:xfrm>
                <a:off x="1215250" y="2152713"/>
                <a:ext cx="0" cy="490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07" name="Google Shape;1507;p53"/>
            <p:cNvGrpSpPr/>
            <p:nvPr/>
          </p:nvGrpSpPr>
          <p:grpSpPr>
            <a:xfrm>
              <a:off x="2114812" y="1847913"/>
              <a:ext cx="1559700" cy="2458137"/>
              <a:chOff x="2114812" y="2152713"/>
              <a:chExt cx="1559700" cy="2458137"/>
            </a:xfrm>
          </p:grpSpPr>
          <p:sp>
            <p:nvSpPr>
              <p:cNvPr id="1508" name="Google Shape;1508;p53"/>
              <p:cNvSpPr/>
              <p:nvPr/>
            </p:nvSpPr>
            <p:spPr>
              <a:xfrm>
                <a:off x="2114812" y="2571750"/>
                <a:ext cx="1559700" cy="2039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1509" name="Google Shape;1509;p53"/>
              <p:cNvGrpSpPr/>
              <p:nvPr/>
            </p:nvGrpSpPr>
            <p:grpSpPr>
              <a:xfrm>
                <a:off x="2181416" y="3250750"/>
                <a:ext cx="1426500" cy="884204"/>
                <a:chOff x="2194804" y="2917375"/>
                <a:chExt cx="1426500" cy="884204"/>
              </a:xfrm>
            </p:grpSpPr>
            <p:sp>
              <p:nvSpPr>
                <p:cNvPr id="1510" name="Google Shape;1510;p53"/>
                <p:cNvSpPr txBox="1"/>
                <p:nvPr/>
              </p:nvSpPr>
              <p:spPr>
                <a:xfrm flipH="1">
                  <a:off x="2194804" y="2917375"/>
                  <a:ext cx="1426500" cy="41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Career</a:t>
                  </a:r>
                  <a:endParaRPr b="1" sz="2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511" name="Google Shape;1511;p53"/>
                <p:cNvSpPr txBox="1"/>
                <p:nvPr/>
              </p:nvSpPr>
              <p:spPr>
                <a:xfrm flipH="1">
                  <a:off x="2194804" y="3274479"/>
                  <a:ext cx="1426500" cy="52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sp>
            <p:nvSpPr>
              <p:cNvPr id="1512" name="Google Shape;1512;p53"/>
              <p:cNvSpPr/>
              <p:nvPr/>
            </p:nvSpPr>
            <p:spPr>
              <a:xfrm>
                <a:off x="2630688" y="2309838"/>
                <a:ext cx="523800" cy="52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1513" name="Google Shape;1513;p53"/>
              <p:cNvCxnSpPr/>
              <p:nvPr/>
            </p:nvCxnSpPr>
            <p:spPr>
              <a:xfrm>
                <a:off x="2894675" y="2152713"/>
                <a:ext cx="0" cy="490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14" name="Google Shape;1514;p53"/>
            <p:cNvGrpSpPr/>
            <p:nvPr/>
          </p:nvGrpSpPr>
          <p:grpSpPr>
            <a:xfrm>
              <a:off x="3792150" y="1847913"/>
              <a:ext cx="1559700" cy="2458137"/>
              <a:chOff x="3792150" y="2152713"/>
              <a:chExt cx="1559700" cy="2458137"/>
            </a:xfrm>
          </p:grpSpPr>
          <p:sp>
            <p:nvSpPr>
              <p:cNvPr id="1515" name="Google Shape;1515;p53"/>
              <p:cNvSpPr/>
              <p:nvPr/>
            </p:nvSpPr>
            <p:spPr>
              <a:xfrm>
                <a:off x="3792150" y="2571750"/>
                <a:ext cx="1559700" cy="2039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1516" name="Google Shape;1516;p53"/>
              <p:cNvGrpSpPr/>
              <p:nvPr/>
            </p:nvGrpSpPr>
            <p:grpSpPr>
              <a:xfrm>
                <a:off x="3858750" y="3252750"/>
                <a:ext cx="1426500" cy="882205"/>
                <a:chOff x="3852151" y="2919375"/>
                <a:chExt cx="1426500" cy="882205"/>
              </a:xfrm>
            </p:grpSpPr>
            <p:sp>
              <p:nvSpPr>
                <p:cNvPr id="1517" name="Google Shape;1517;p53"/>
                <p:cNvSpPr txBox="1"/>
                <p:nvPr/>
              </p:nvSpPr>
              <p:spPr>
                <a:xfrm>
                  <a:off x="3852151" y="2919375"/>
                  <a:ext cx="1426500" cy="41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Employment</a:t>
                  </a:r>
                  <a:endParaRPr b="1" sz="2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518" name="Google Shape;1518;p53"/>
                <p:cNvSpPr txBox="1"/>
                <p:nvPr/>
              </p:nvSpPr>
              <p:spPr>
                <a:xfrm>
                  <a:off x="3852151" y="3274480"/>
                  <a:ext cx="1426500" cy="52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sp>
            <p:nvSpPr>
              <p:cNvPr id="1519" name="Google Shape;1519;p53"/>
              <p:cNvSpPr/>
              <p:nvPr/>
            </p:nvSpPr>
            <p:spPr>
              <a:xfrm>
                <a:off x="4303838" y="2309838"/>
                <a:ext cx="523800" cy="52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1520" name="Google Shape;1520;p53"/>
              <p:cNvCxnSpPr/>
              <p:nvPr/>
            </p:nvCxnSpPr>
            <p:spPr>
              <a:xfrm>
                <a:off x="4565750" y="2152713"/>
                <a:ext cx="0" cy="490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21" name="Google Shape;1521;p53"/>
            <p:cNvGrpSpPr/>
            <p:nvPr/>
          </p:nvGrpSpPr>
          <p:grpSpPr>
            <a:xfrm>
              <a:off x="5469487" y="1847913"/>
              <a:ext cx="1559700" cy="2458137"/>
              <a:chOff x="5469487" y="2152713"/>
              <a:chExt cx="1559700" cy="2458137"/>
            </a:xfrm>
          </p:grpSpPr>
          <p:sp>
            <p:nvSpPr>
              <p:cNvPr id="1522" name="Google Shape;1522;p53"/>
              <p:cNvSpPr/>
              <p:nvPr/>
            </p:nvSpPr>
            <p:spPr>
              <a:xfrm>
                <a:off x="5469487" y="2571750"/>
                <a:ext cx="1559700" cy="2039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1523" name="Google Shape;1523;p53"/>
              <p:cNvGrpSpPr/>
              <p:nvPr/>
            </p:nvGrpSpPr>
            <p:grpSpPr>
              <a:xfrm>
                <a:off x="5536084" y="3250750"/>
                <a:ext cx="1426500" cy="884204"/>
                <a:chOff x="5531991" y="2917375"/>
                <a:chExt cx="1426500" cy="884204"/>
              </a:xfrm>
            </p:grpSpPr>
            <p:sp>
              <p:nvSpPr>
                <p:cNvPr id="1524" name="Google Shape;1524;p53"/>
                <p:cNvSpPr txBox="1"/>
                <p:nvPr/>
              </p:nvSpPr>
              <p:spPr>
                <a:xfrm>
                  <a:off x="5531991" y="2917375"/>
                  <a:ext cx="1426500" cy="41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Position</a:t>
                  </a:r>
                  <a:endParaRPr b="1" sz="2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525" name="Google Shape;1525;p53"/>
                <p:cNvSpPr txBox="1"/>
                <p:nvPr/>
              </p:nvSpPr>
              <p:spPr>
                <a:xfrm>
                  <a:off x="5531991" y="3274479"/>
                  <a:ext cx="1426500" cy="52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sp>
            <p:nvSpPr>
              <p:cNvPr id="1526" name="Google Shape;1526;p53"/>
              <p:cNvSpPr/>
              <p:nvPr/>
            </p:nvSpPr>
            <p:spPr>
              <a:xfrm>
                <a:off x="5985350" y="2309838"/>
                <a:ext cx="523800" cy="52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1527" name="Google Shape;1527;p53"/>
              <p:cNvCxnSpPr/>
              <p:nvPr/>
            </p:nvCxnSpPr>
            <p:spPr>
              <a:xfrm>
                <a:off x="6247250" y="2152713"/>
                <a:ext cx="0" cy="490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28" name="Google Shape;1528;p53"/>
            <p:cNvGrpSpPr/>
            <p:nvPr/>
          </p:nvGrpSpPr>
          <p:grpSpPr>
            <a:xfrm>
              <a:off x="7146825" y="1847913"/>
              <a:ext cx="1559700" cy="2458137"/>
              <a:chOff x="7146825" y="2152713"/>
              <a:chExt cx="1559700" cy="2458137"/>
            </a:xfrm>
          </p:grpSpPr>
          <p:sp>
            <p:nvSpPr>
              <p:cNvPr id="1529" name="Google Shape;1529;p53"/>
              <p:cNvSpPr/>
              <p:nvPr/>
            </p:nvSpPr>
            <p:spPr>
              <a:xfrm>
                <a:off x="7146825" y="2571750"/>
                <a:ext cx="1559700" cy="2039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1530" name="Google Shape;1530;p53"/>
              <p:cNvGrpSpPr/>
              <p:nvPr/>
            </p:nvGrpSpPr>
            <p:grpSpPr>
              <a:xfrm>
                <a:off x="7213418" y="3250750"/>
                <a:ext cx="1426500" cy="884204"/>
                <a:chOff x="7221140" y="2917375"/>
                <a:chExt cx="1426500" cy="884204"/>
              </a:xfrm>
            </p:grpSpPr>
            <p:sp>
              <p:nvSpPr>
                <p:cNvPr id="1531" name="Google Shape;1531;p53"/>
                <p:cNvSpPr txBox="1"/>
                <p:nvPr/>
              </p:nvSpPr>
              <p:spPr>
                <a:xfrm>
                  <a:off x="7221140" y="2917375"/>
                  <a:ext cx="1426500" cy="41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Experience</a:t>
                  </a:r>
                  <a:endParaRPr b="1" sz="2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1532" name="Google Shape;1532;p53"/>
                <p:cNvSpPr txBox="1"/>
                <p:nvPr/>
              </p:nvSpPr>
              <p:spPr>
                <a:xfrm>
                  <a:off x="7221140" y="3274479"/>
                  <a:ext cx="1426500" cy="52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sp>
            <p:nvSpPr>
              <p:cNvPr id="1533" name="Google Shape;1533;p53"/>
              <p:cNvSpPr/>
              <p:nvPr/>
            </p:nvSpPr>
            <p:spPr>
              <a:xfrm>
                <a:off x="7666850" y="2309838"/>
                <a:ext cx="523800" cy="52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1534" name="Google Shape;1534;p53"/>
              <p:cNvCxnSpPr/>
              <p:nvPr/>
            </p:nvCxnSpPr>
            <p:spPr>
              <a:xfrm>
                <a:off x="7926675" y="2152713"/>
                <a:ext cx="0" cy="490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sp>
          <p:nvSpPr>
            <p:cNvPr id="1535" name="Google Shape;1535;p53"/>
            <p:cNvSpPr/>
            <p:nvPr/>
          </p:nvSpPr>
          <p:spPr>
            <a:xfrm>
              <a:off x="4320540" y="1192583"/>
              <a:ext cx="502927" cy="502933"/>
            </a:xfrm>
            <a:custGeom>
              <a:rect b="b" l="l" r="r" t="t"/>
              <a:pathLst>
                <a:path extrusionOk="0" h="11690" w="11752">
                  <a:moveTo>
                    <a:pt x="5923" y="694"/>
                  </a:moveTo>
                  <a:cubicBezTo>
                    <a:pt x="6490" y="694"/>
                    <a:pt x="6963" y="1166"/>
                    <a:pt x="6963" y="1765"/>
                  </a:cubicBezTo>
                  <a:cubicBezTo>
                    <a:pt x="6963" y="2332"/>
                    <a:pt x="6490" y="2805"/>
                    <a:pt x="5923" y="2805"/>
                  </a:cubicBezTo>
                  <a:cubicBezTo>
                    <a:pt x="5325" y="2805"/>
                    <a:pt x="4852" y="2332"/>
                    <a:pt x="4852" y="1765"/>
                  </a:cubicBezTo>
                  <a:cubicBezTo>
                    <a:pt x="4852" y="1229"/>
                    <a:pt x="5325" y="694"/>
                    <a:pt x="5923" y="694"/>
                  </a:cubicBezTo>
                  <a:close/>
                  <a:moveTo>
                    <a:pt x="2489" y="3466"/>
                  </a:moveTo>
                  <a:cubicBezTo>
                    <a:pt x="2678" y="3466"/>
                    <a:pt x="2836" y="3624"/>
                    <a:pt x="2836" y="3813"/>
                  </a:cubicBezTo>
                  <a:lnTo>
                    <a:pt x="2836" y="4916"/>
                  </a:lnTo>
                  <a:cubicBezTo>
                    <a:pt x="2678" y="4947"/>
                    <a:pt x="2584" y="5042"/>
                    <a:pt x="2458" y="5168"/>
                  </a:cubicBezTo>
                  <a:cubicBezTo>
                    <a:pt x="2363" y="5231"/>
                    <a:pt x="2300" y="5357"/>
                    <a:pt x="2237" y="5420"/>
                  </a:cubicBezTo>
                  <a:cubicBezTo>
                    <a:pt x="2174" y="5357"/>
                    <a:pt x="2143" y="5262"/>
                    <a:pt x="2143" y="5199"/>
                  </a:cubicBezTo>
                  <a:lnTo>
                    <a:pt x="2143" y="3813"/>
                  </a:lnTo>
                  <a:cubicBezTo>
                    <a:pt x="2143" y="3624"/>
                    <a:pt x="2300" y="3466"/>
                    <a:pt x="2489" y="3466"/>
                  </a:cubicBezTo>
                  <a:close/>
                  <a:moveTo>
                    <a:pt x="9326" y="3466"/>
                  </a:moveTo>
                  <a:cubicBezTo>
                    <a:pt x="9546" y="3466"/>
                    <a:pt x="9704" y="3624"/>
                    <a:pt x="9704" y="3813"/>
                  </a:cubicBezTo>
                  <a:lnTo>
                    <a:pt x="9704" y="5199"/>
                  </a:lnTo>
                  <a:cubicBezTo>
                    <a:pt x="9704" y="5262"/>
                    <a:pt x="9641" y="5357"/>
                    <a:pt x="9578" y="5420"/>
                  </a:cubicBezTo>
                  <a:cubicBezTo>
                    <a:pt x="9546" y="5294"/>
                    <a:pt x="9452" y="5231"/>
                    <a:pt x="9389" y="5168"/>
                  </a:cubicBezTo>
                  <a:cubicBezTo>
                    <a:pt x="9263" y="5042"/>
                    <a:pt x="9137" y="4947"/>
                    <a:pt x="8979" y="4916"/>
                  </a:cubicBezTo>
                  <a:lnTo>
                    <a:pt x="8979" y="3813"/>
                  </a:lnTo>
                  <a:cubicBezTo>
                    <a:pt x="9011" y="3624"/>
                    <a:pt x="9168" y="3466"/>
                    <a:pt x="9326" y="3466"/>
                  </a:cubicBezTo>
                  <a:close/>
                  <a:moveTo>
                    <a:pt x="5923" y="3466"/>
                  </a:moveTo>
                  <a:cubicBezTo>
                    <a:pt x="6900" y="3466"/>
                    <a:pt x="7814" y="4096"/>
                    <a:pt x="8160" y="4947"/>
                  </a:cubicBezTo>
                  <a:cubicBezTo>
                    <a:pt x="8066" y="5010"/>
                    <a:pt x="8003" y="5042"/>
                    <a:pt x="7971" y="5105"/>
                  </a:cubicBezTo>
                  <a:lnTo>
                    <a:pt x="6081" y="6963"/>
                  </a:lnTo>
                  <a:cubicBezTo>
                    <a:pt x="6018" y="6995"/>
                    <a:pt x="5955" y="7089"/>
                    <a:pt x="5923" y="7152"/>
                  </a:cubicBezTo>
                  <a:cubicBezTo>
                    <a:pt x="5860" y="7089"/>
                    <a:pt x="5797" y="7026"/>
                    <a:pt x="5766" y="6963"/>
                  </a:cubicBezTo>
                  <a:lnTo>
                    <a:pt x="3876" y="5105"/>
                  </a:lnTo>
                  <a:cubicBezTo>
                    <a:pt x="3781" y="5042"/>
                    <a:pt x="3750" y="5010"/>
                    <a:pt x="3655" y="4947"/>
                  </a:cubicBezTo>
                  <a:cubicBezTo>
                    <a:pt x="4033" y="4096"/>
                    <a:pt x="4915" y="3466"/>
                    <a:pt x="5923" y="3466"/>
                  </a:cubicBezTo>
                  <a:close/>
                  <a:moveTo>
                    <a:pt x="10744" y="2049"/>
                  </a:moveTo>
                  <a:cubicBezTo>
                    <a:pt x="10964" y="2049"/>
                    <a:pt x="11122" y="2206"/>
                    <a:pt x="11122" y="2395"/>
                  </a:cubicBezTo>
                  <a:lnTo>
                    <a:pt x="11122" y="6144"/>
                  </a:lnTo>
                  <a:lnTo>
                    <a:pt x="11059" y="6144"/>
                  </a:lnTo>
                  <a:cubicBezTo>
                    <a:pt x="11059" y="6333"/>
                    <a:pt x="11027" y="6491"/>
                    <a:pt x="10901" y="6648"/>
                  </a:cubicBezTo>
                  <a:lnTo>
                    <a:pt x="9263" y="9421"/>
                  </a:lnTo>
                  <a:cubicBezTo>
                    <a:pt x="9105" y="9673"/>
                    <a:pt x="9011" y="9956"/>
                    <a:pt x="9011" y="10271"/>
                  </a:cubicBezTo>
                  <a:lnTo>
                    <a:pt x="9011" y="10933"/>
                  </a:lnTo>
                  <a:lnTo>
                    <a:pt x="6270" y="10933"/>
                  </a:lnTo>
                  <a:lnTo>
                    <a:pt x="6270" y="8097"/>
                  </a:lnTo>
                  <a:cubicBezTo>
                    <a:pt x="6270" y="7845"/>
                    <a:pt x="6396" y="7593"/>
                    <a:pt x="6585" y="7404"/>
                  </a:cubicBezTo>
                  <a:lnTo>
                    <a:pt x="8475" y="5546"/>
                  </a:lnTo>
                  <a:cubicBezTo>
                    <a:pt x="8538" y="5483"/>
                    <a:pt x="8625" y="5451"/>
                    <a:pt x="8712" y="5451"/>
                  </a:cubicBezTo>
                  <a:cubicBezTo>
                    <a:pt x="8798" y="5451"/>
                    <a:pt x="8885" y="5483"/>
                    <a:pt x="8948" y="5546"/>
                  </a:cubicBezTo>
                  <a:cubicBezTo>
                    <a:pt x="9074" y="5672"/>
                    <a:pt x="9074" y="5892"/>
                    <a:pt x="8948" y="6018"/>
                  </a:cubicBezTo>
                  <a:lnTo>
                    <a:pt x="7751" y="7215"/>
                  </a:lnTo>
                  <a:cubicBezTo>
                    <a:pt x="7656" y="7310"/>
                    <a:pt x="7656" y="7562"/>
                    <a:pt x="7751" y="7656"/>
                  </a:cubicBezTo>
                  <a:cubicBezTo>
                    <a:pt x="7814" y="7719"/>
                    <a:pt x="7908" y="7751"/>
                    <a:pt x="7999" y="7751"/>
                  </a:cubicBezTo>
                  <a:cubicBezTo>
                    <a:pt x="8089" y="7751"/>
                    <a:pt x="8176" y="7719"/>
                    <a:pt x="8223" y="7656"/>
                  </a:cubicBezTo>
                  <a:lnTo>
                    <a:pt x="10082" y="5829"/>
                  </a:lnTo>
                  <a:cubicBezTo>
                    <a:pt x="10271" y="5609"/>
                    <a:pt x="10397" y="5388"/>
                    <a:pt x="10397" y="5105"/>
                  </a:cubicBezTo>
                  <a:lnTo>
                    <a:pt x="10397" y="2395"/>
                  </a:lnTo>
                  <a:cubicBezTo>
                    <a:pt x="10397" y="2206"/>
                    <a:pt x="10555" y="2049"/>
                    <a:pt x="10744" y="2049"/>
                  </a:cubicBezTo>
                  <a:close/>
                  <a:moveTo>
                    <a:pt x="1103" y="2080"/>
                  </a:moveTo>
                  <a:cubicBezTo>
                    <a:pt x="1292" y="2080"/>
                    <a:pt x="1450" y="2238"/>
                    <a:pt x="1450" y="2427"/>
                  </a:cubicBezTo>
                  <a:lnTo>
                    <a:pt x="1450" y="5168"/>
                  </a:lnTo>
                  <a:cubicBezTo>
                    <a:pt x="1450" y="5420"/>
                    <a:pt x="1576" y="5672"/>
                    <a:pt x="1796" y="5861"/>
                  </a:cubicBezTo>
                  <a:lnTo>
                    <a:pt x="3624" y="7719"/>
                  </a:lnTo>
                  <a:cubicBezTo>
                    <a:pt x="3687" y="7782"/>
                    <a:pt x="3781" y="7814"/>
                    <a:pt x="3872" y="7814"/>
                  </a:cubicBezTo>
                  <a:cubicBezTo>
                    <a:pt x="3962" y="7814"/>
                    <a:pt x="4049" y="7782"/>
                    <a:pt x="4096" y="7719"/>
                  </a:cubicBezTo>
                  <a:cubicBezTo>
                    <a:pt x="4222" y="7593"/>
                    <a:pt x="4222" y="7373"/>
                    <a:pt x="4096" y="7247"/>
                  </a:cubicBezTo>
                  <a:lnTo>
                    <a:pt x="2930" y="6050"/>
                  </a:lnTo>
                  <a:cubicBezTo>
                    <a:pt x="2804" y="5955"/>
                    <a:pt x="2804" y="5703"/>
                    <a:pt x="2930" y="5577"/>
                  </a:cubicBezTo>
                  <a:cubicBezTo>
                    <a:pt x="2978" y="5530"/>
                    <a:pt x="3064" y="5506"/>
                    <a:pt x="3155" y="5506"/>
                  </a:cubicBezTo>
                  <a:cubicBezTo>
                    <a:pt x="3245" y="5506"/>
                    <a:pt x="3340" y="5530"/>
                    <a:pt x="3403" y="5577"/>
                  </a:cubicBezTo>
                  <a:lnTo>
                    <a:pt x="5293" y="7436"/>
                  </a:lnTo>
                  <a:cubicBezTo>
                    <a:pt x="5482" y="7625"/>
                    <a:pt x="5608" y="7877"/>
                    <a:pt x="5608" y="8161"/>
                  </a:cubicBezTo>
                  <a:lnTo>
                    <a:pt x="5608" y="10996"/>
                  </a:lnTo>
                  <a:lnTo>
                    <a:pt x="2836" y="10996"/>
                  </a:lnTo>
                  <a:lnTo>
                    <a:pt x="2836" y="10303"/>
                  </a:lnTo>
                  <a:cubicBezTo>
                    <a:pt x="2804" y="10051"/>
                    <a:pt x="2710" y="9736"/>
                    <a:pt x="2552" y="9452"/>
                  </a:cubicBezTo>
                  <a:lnTo>
                    <a:pt x="914" y="6680"/>
                  </a:lnTo>
                  <a:cubicBezTo>
                    <a:pt x="851" y="6522"/>
                    <a:pt x="757" y="6333"/>
                    <a:pt x="757" y="6176"/>
                  </a:cubicBezTo>
                  <a:lnTo>
                    <a:pt x="757" y="2427"/>
                  </a:lnTo>
                  <a:cubicBezTo>
                    <a:pt x="757" y="2238"/>
                    <a:pt x="914" y="2080"/>
                    <a:pt x="1103" y="2080"/>
                  </a:cubicBezTo>
                  <a:close/>
                  <a:moveTo>
                    <a:pt x="5860" y="1"/>
                  </a:moveTo>
                  <a:cubicBezTo>
                    <a:pt x="4915" y="1"/>
                    <a:pt x="4128" y="788"/>
                    <a:pt x="4128" y="1734"/>
                  </a:cubicBezTo>
                  <a:cubicBezTo>
                    <a:pt x="4128" y="2206"/>
                    <a:pt x="4348" y="2647"/>
                    <a:pt x="4695" y="2994"/>
                  </a:cubicBezTo>
                  <a:cubicBezTo>
                    <a:pt x="4411" y="3120"/>
                    <a:pt x="4191" y="3214"/>
                    <a:pt x="3939" y="3435"/>
                  </a:cubicBezTo>
                  <a:cubicBezTo>
                    <a:pt x="3750" y="3592"/>
                    <a:pt x="3592" y="3750"/>
                    <a:pt x="3435" y="3939"/>
                  </a:cubicBezTo>
                  <a:lnTo>
                    <a:pt x="3435" y="3813"/>
                  </a:lnTo>
                  <a:cubicBezTo>
                    <a:pt x="3435" y="3246"/>
                    <a:pt x="2962" y="2805"/>
                    <a:pt x="2395" y="2805"/>
                  </a:cubicBezTo>
                  <a:cubicBezTo>
                    <a:pt x="2300" y="2805"/>
                    <a:pt x="2174" y="2836"/>
                    <a:pt x="2048" y="2836"/>
                  </a:cubicBezTo>
                  <a:lnTo>
                    <a:pt x="2048" y="2427"/>
                  </a:lnTo>
                  <a:cubicBezTo>
                    <a:pt x="2048" y="1891"/>
                    <a:pt x="1576" y="1418"/>
                    <a:pt x="1040" y="1418"/>
                  </a:cubicBezTo>
                  <a:cubicBezTo>
                    <a:pt x="473" y="1418"/>
                    <a:pt x="0" y="1891"/>
                    <a:pt x="0" y="2427"/>
                  </a:cubicBezTo>
                  <a:lnTo>
                    <a:pt x="0" y="6176"/>
                  </a:lnTo>
                  <a:cubicBezTo>
                    <a:pt x="0" y="6491"/>
                    <a:pt x="95" y="6806"/>
                    <a:pt x="253" y="7026"/>
                  </a:cubicBezTo>
                  <a:lnTo>
                    <a:pt x="1891" y="9799"/>
                  </a:lnTo>
                  <a:cubicBezTo>
                    <a:pt x="1985" y="9956"/>
                    <a:pt x="2048" y="10145"/>
                    <a:pt x="2048" y="10303"/>
                  </a:cubicBezTo>
                  <a:lnTo>
                    <a:pt x="2048" y="11342"/>
                  </a:lnTo>
                  <a:cubicBezTo>
                    <a:pt x="2048" y="11532"/>
                    <a:pt x="2206" y="11689"/>
                    <a:pt x="2395" y="11689"/>
                  </a:cubicBezTo>
                  <a:lnTo>
                    <a:pt x="9294" y="11689"/>
                  </a:lnTo>
                  <a:cubicBezTo>
                    <a:pt x="9483" y="11689"/>
                    <a:pt x="9641" y="11532"/>
                    <a:pt x="9641" y="11342"/>
                  </a:cubicBezTo>
                  <a:lnTo>
                    <a:pt x="9641" y="10303"/>
                  </a:lnTo>
                  <a:cubicBezTo>
                    <a:pt x="9641" y="10114"/>
                    <a:pt x="9704" y="9956"/>
                    <a:pt x="9799" y="9799"/>
                  </a:cubicBezTo>
                  <a:lnTo>
                    <a:pt x="11468" y="7026"/>
                  </a:lnTo>
                  <a:cubicBezTo>
                    <a:pt x="11626" y="6774"/>
                    <a:pt x="11689" y="6491"/>
                    <a:pt x="11689" y="6176"/>
                  </a:cubicBezTo>
                  <a:lnTo>
                    <a:pt x="11689" y="2427"/>
                  </a:lnTo>
                  <a:cubicBezTo>
                    <a:pt x="11752" y="1891"/>
                    <a:pt x="11279" y="1418"/>
                    <a:pt x="10712" y="1418"/>
                  </a:cubicBezTo>
                  <a:cubicBezTo>
                    <a:pt x="10177" y="1418"/>
                    <a:pt x="9704" y="1891"/>
                    <a:pt x="9704" y="2427"/>
                  </a:cubicBezTo>
                  <a:lnTo>
                    <a:pt x="9704" y="2836"/>
                  </a:lnTo>
                  <a:cubicBezTo>
                    <a:pt x="9578" y="2805"/>
                    <a:pt x="9452" y="2805"/>
                    <a:pt x="9326" y="2805"/>
                  </a:cubicBezTo>
                  <a:cubicBezTo>
                    <a:pt x="8790" y="2805"/>
                    <a:pt x="8318" y="3246"/>
                    <a:pt x="8318" y="3813"/>
                  </a:cubicBezTo>
                  <a:lnTo>
                    <a:pt x="8318" y="3939"/>
                  </a:lnTo>
                  <a:cubicBezTo>
                    <a:pt x="8160" y="3750"/>
                    <a:pt x="8003" y="3592"/>
                    <a:pt x="7814" y="3435"/>
                  </a:cubicBezTo>
                  <a:cubicBezTo>
                    <a:pt x="7562" y="3246"/>
                    <a:pt x="7341" y="3088"/>
                    <a:pt x="7058" y="2994"/>
                  </a:cubicBezTo>
                  <a:cubicBezTo>
                    <a:pt x="7404" y="2647"/>
                    <a:pt x="7593" y="2206"/>
                    <a:pt x="7593" y="1734"/>
                  </a:cubicBezTo>
                  <a:cubicBezTo>
                    <a:pt x="7593" y="788"/>
                    <a:pt x="6806" y="1"/>
                    <a:pt x="58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536" name="Google Shape;1536;p53"/>
            <p:cNvGrpSpPr/>
            <p:nvPr/>
          </p:nvGrpSpPr>
          <p:grpSpPr>
            <a:xfrm>
              <a:off x="6020942" y="1192581"/>
              <a:ext cx="452634" cy="502937"/>
              <a:chOff x="1516475" y="238075"/>
              <a:chExt cx="424650" cy="483175"/>
            </a:xfrm>
          </p:grpSpPr>
          <p:sp>
            <p:nvSpPr>
              <p:cNvPr id="1537" name="Google Shape;1537;p53"/>
              <p:cNvSpPr/>
              <p:nvPr/>
            </p:nvSpPr>
            <p:spPr>
              <a:xfrm>
                <a:off x="1516475" y="238075"/>
                <a:ext cx="424650" cy="483175"/>
              </a:xfrm>
              <a:custGeom>
                <a:rect b="b" l="l" r="r" t="t"/>
                <a:pathLst>
                  <a:path extrusionOk="0" h="19327" w="16986">
                    <a:moveTo>
                      <a:pt x="8491" y="1134"/>
                    </a:moveTo>
                    <a:cubicBezTo>
                      <a:pt x="11302" y="1134"/>
                      <a:pt x="13588" y="3438"/>
                      <a:pt x="13588" y="6267"/>
                    </a:cubicBezTo>
                    <a:cubicBezTo>
                      <a:pt x="13588" y="7318"/>
                      <a:pt x="13262" y="8342"/>
                      <a:pt x="12655" y="9199"/>
                    </a:cubicBezTo>
                    <a:cubicBezTo>
                      <a:pt x="12625" y="9242"/>
                      <a:pt x="12604" y="9272"/>
                      <a:pt x="12595" y="9284"/>
                    </a:cubicBezTo>
                    <a:lnTo>
                      <a:pt x="8491" y="15724"/>
                    </a:lnTo>
                    <a:lnTo>
                      <a:pt x="4388" y="9287"/>
                    </a:lnTo>
                    <a:cubicBezTo>
                      <a:pt x="4382" y="9275"/>
                      <a:pt x="4373" y="9266"/>
                      <a:pt x="4367" y="9257"/>
                    </a:cubicBezTo>
                    <a:cubicBezTo>
                      <a:pt x="4249" y="9091"/>
                      <a:pt x="4140" y="8921"/>
                      <a:pt x="4041" y="8743"/>
                    </a:cubicBezTo>
                    <a:cubicBezTo>
                      <a:pt x="3618" y="7985"/>
                      <a:pt x="3398" y="7134"/>
                      <a:pt x="3398" y="6267"/>
                    </a:cubicBezTo>
                    <a:cubicBezTo>
                      <a:pt x="3398" y="6174"/>
                      <a:pt x="3398" y="6080"/>
                      <a:pt x="3404" y="5990"/>
                    </a:cubicBezTo>
                    <a:cubicBezTo>
                      <a:pt x="3552" y="3266"/>
                      <a:pt x="5786" y="1134"/>
                      <a:pt x="8491" y="1134"/>
                    </a:cubicBezTo>
                    <a:close/>
                    <a:moveTo>
                      <a:pt x="11049" y="13819"/>
                    </a:moveTo>
                    <a:cubicBezTo>
                      <a:pt x="14358" y="14233"/>
                      <a:pt x="15853" y="15289"/>
                      <a:pt x="15853" y="15930"/>
                    </a:cubicBezTo>
                    <a:cubicBezTo>
                      <a:pt x="15853" y="16304"/>
                      <a:pt x="15339" y="16887"/>
                      <a:pt x="13905" y="17397"/>
                    </a:cubicBezTo>
                    <a:cubicBezTo>
                      <a:pt x="12471" y="17910"/>
                      <a:pt x="10545" y="18194"/>
                      <a:pt x="8491" y="18194"/>
                    </a:cubicBezTo>
                    <a:cubicBezTo>
                      <a:pt x="6438" y="18194"/>
                      <a:pt x="4515" y="17910"/>
                      <a:pt x="3077" y="17397"/>
                    </a:cubicBezTo>
                    <a:cubicBezTo>
                      <a:pt x="1640" y="16884"/>
                      <a:pt x="1133" y="16304"/>
                      <a:pt x="1133" y="15930"/>
                    </a:cubicBezTo>
                    <a:cubicBezTo>
                      <a:pt x="1133" y="15289"/>
                      <a:pt x="2625" y="14233"/>
                      <a:pt x="5934" y="13819"/>
                    </a:cubicBezTo>
                    <a:lnTo>
                      <a:pt x="8014" y="17083"/>
                    </a:lnTo>
                    <a:cubicBezTo>
                      <a:pt x="8126" y="17258"/>
                      <a:pt x="8309" y="17346"/>
                      <a:pt x="8491" y="17346"/>
                    </a:cubicBezTo>
                    <a:cubicBezTo>
                      <a:pt x="8674" y="17346"/>
                      <a:pt x="8857" y="17258"/>
                      <a:pt x="8968" y="17083"/>
                    </a:cubicBezTo>
                    <a:lnTo>
                      <a:pt x="11049" y="13819"/>
                    </a:lnTo>
                    <a:close/>
                    <a:moveTo>
                      <a:pt x="8494" y="1"/>
                    </a:moveTo>
                    <a:cubicBezTo>
                      <a:pt x="6947" y="1"/>
                      <a:pt x="5399" y="578"/>
                      <a:pt x="4201" y="1738"/>
                    </a:cubicBezTo>
                    <a:cubicBezTo>
                      <a:pt x="3050" y="2837"/>
                      <a:pt x="2359" y="4338"/>
                      <a:pt x="2274" y="5929"/>
                    </a:cubicBezTo>
                    <a:cubicBezTo>
                      <a:pt x="2268" y="6041"/>
                      <a:pt x="2265" y="6156"/>
                      <a:pt x="2265" y="6267"/>
                    </a:cubicBezTo>
                    <a:cubicBezTo>
                      <a:pt x="2265" y="7327"/>
                      <a:pt x="2534" y="8372"/>
                      <a:pt x="3050" y="9296"/>
                    </a:cubicBezTo>
                    <a:cubicBezTo>
                      <a:pt x="3168" y="9507"/>
                      <a:pt x="3301" y="9713"/>
                      <a:pt x="3440" y="9909"/>
                    </a:cubicBezTo>
                    <a:lnTo>
                      <a:pt x="5267" y="12771"/>
                    </a:lnTo>
                    <a:cubicBezTo>
                      <a:pt x="3953" y="12971"/>
                      <a:pt x="2809" y="13294"/>
                      <a:pt x="1921" y="13713"/>
                    </a:cubicBezTo>
                    <a:cubicBezTo>
                      <a:pt x="333" y="14465"/>
                      <a:pt x="1" y="15332"/>
                      <a:pt x="1" y="15930"/>
                    </a:cubicBezTo>
                    <a:cubicBezTo>
                      <a:pt x="1" y="16648"/>
                      <a:pt x="469" y="17669"/>
                      <a:pt x="2697" y="18466"/>
                    </a:cubicBezTo>
                    <a:cubicBezTo>
                      <a:pt x="4252" y="19022"/>
                      <a:pt x="6311" y="19326"/>
                      <a:pt x="8491" y="19326"/>
                    </a:cubicBezTo>
                    <a:cubicBezTo>
                      <a:pt x="10671" y="19326"/>
                      <a:pt x="12731" y="19022"/>
                      <a:pt x="14286" y="18466"/>
                    </a:cubicBezTo>
                    <a:cubicBezTo>
                      <a:pt x="16514" y="17669"/>
                      <a:pt x="16985" y="16648"/>
                      <a:pt x="16985" y="15930"/>
                    </a:cubicBezTo>
                    <a:cubicBezTo>
                      <a:pt x="16985" y="15332"/>
                      <a:pt x="16650" y="14465"/>
                      <a:pt x="15062" y="13713"/>
                    </a:cubicBezTo>
                    <a:cubicBezTo>
                      <a:pt x="14174" y="13294"/>
                      <a:pt x="13030" y="12971"/>
                      <a:pt x="11716" y="12768"/>
                    </a:cubicBezTo>
                    <a:lnTo>
                      <a:pt x="13549" y="9897"/>
                    </a:lnTo>
                    <a:lnTo>
                      <a:pt x="13561" y="9879"/>
                    </a:lnTo>
                    <a:cubicBezTo>
                      <a:pt x="13567" y="9873"/>
                      <a:pt x="13570" y="9867"/>
                      <a:pt x="13576" y="9861"/>
                    </a:cubicBezTo>
                    <a:cubicBezTo>
                      <a:pt x="15327" y="7382"/>
                      <a:pt x="15041" y="3997"/>
                      <a:pt x="12897" y="1847"/>
                    </a:cubicBezTo>
                    <a:cubicBezTo>
                      <a:pt x="11689" y="618"/>
                      <a:pt x="10092" y="1"/>
                      <a:pt x="849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435D74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38" name="Google Shape;1538;p53"/>
              <p:cNvSpPr/>
              <p:nvPr/>
            </p:nvSpPr>
            <p:spPr>
              <a:xfrm>
                <a:off x="1652425" y="324000"/>
                <a:ext cx="147150" cy="141575"/>
              </a:xfrm>
              <a:custGeom>
                <a:rect b="b" l="l" r="r" t="t"/>
                <a:pathLst>
                  <a:path extrusionOk="0" h="5663" w="5886">
                    <a:moveTo>
                      <a:pt x="3054" y="1131"/>
                    </a:moveTo>
                    <a:cubicBezTo>
                      <a:pt x="3495" y="1131"/>
                      <a:pt x="3930" y="1303"/>
                      <a:pt x="4255" y="1629"/>
                    </a:cubicBezTo>
                    <a:cubicBezTo>
                      <a:pt x="4741" y="2115"/>
                      <a:pt x="4886" y="2845"/>
                      <a:pt x="4623" y="3480"/>
                    </a:cubicBezTo>
                    <a:cubicBezTo>
                      <a:pt x="4361" y="4114"/>
                      <a:pt x="3742" y="4530"/>
                      <a:pt x="3053" y="4530"/>
                    </a:cubicBezTo>
                    <a:cubicBezTo>
                      <a:pt x="2114" y="4527"/>
                      <a:pt x="1356" y="3769"/>
                      <a:pt x="1356" y="2830"/>
                    </a:cubicBezTo>
                    <a:cubicBezTo>
                      <a:pt x="1356" y="2142"/>
                      <a:pt x="1770" y="1523"/>
                      <a:pt x="2404" y="1260"/>
                    </a:cubicBezTo>
                    <a:cubicBezTo>
                      <a:pt x="2614" y="1173"/>
                      <a:pt x="2835" y="1131"/>
                      <a:pt x="3054" y="1131"/>
                    </a:cubicBezTo>
                    <a:close/>
                    <a:moveTo>
                      <a:pt x="3053" y="0"/>
                    </a:moveTo>
                    <a:cubicBezTo>
                      <a:pt x="2316" y="0"/>
                      <a:pt x="1593" y="287"/>
                      <a:pt x="1051" y="828"/>
                    </a:cubicBezTo>
                    <a:cubicBezTo>
                      <a:pt x="242" y="1638"/>
                      <a:pt x="1" y="2855"/>
                      <a:pt x="439" y="3914"/>
                    </a:cubicBezTo>
                    <a:cubicBezTo>
                      <a:pt x="876" y="4971"/>
                      <a:pt x="1909" y="5663"/>
                      <a:pt x="3053" y="5663"/>
                    </a:cubicBezTo>
                    <a:cubicBezTo>
                      <a:pt x="4617" y="5660"/>
                      <a:pt x="5883" y="4394"/>
                      <a:pt x="5886" y="2830"/>
                    </a:cubicBezTo>
                    <a:cubicBezTo>
                      <a:pt x="5886" y="1686"/>
                      <a:pt x="5194" y="653"/>
                      <a:pt x="4137" y="216"/>
                    </a:cubicBezTo>
                    <a:cubicBezTo>
                      <a:pt x="3786" y="70"/>
                      <a:pt x="3418" y="0"/>
                      <a:pt x="30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435D74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539" name="Google Shape;1539;p53"/>
            <p:cNvGrpSpPr/>
            <p:nvPr/>
          </p:nvGrpSpPr>
          <p:grpSpPr>
            <a:xfrm>
              <a:off x="7671042" y="1192580"/>
              <a:ext cx="502930" cy="502935"/>
              <a:chOff x="1412450" y="1954475"/>
              <a:chExt cx="297750" cy="296175"/>
            </a:xfrm>
          </p:grpSpPr>
          <p:sp>
            <p:nvSpPr>
              <p:cNvPr id="1540" name="Google Shape;1540;p53"/>
              <p:cNvSpPr/>
              <p:nvPr/>
            </p:nvSpPr>
            <p:spPr>
              <a:xfrm>
                <a:off x="1483350" y="2023800"/>
                <a:ext cx="155975" cy="155975"/>
              </a:xfrm>
              <a:custGeom>
                <a:rect b="b" l="l" r="r" t="t"/>
                <a:pathLst>
                  <a:path extrusionOk="0" h="6239" w="6239">
                    <a:moveTo>
                      <a:pt x="3119" y="2079"/>
                    </a:moveTo>
                    <a:cubicBezTo>
                      <a:pt x="3529" y="2079"/>
                      <a:pt x="3844" y="2395"/>
                      <a:pt x="3844" y="2773"/>
                    </a:cubicBezTo>
                    <a:cubicBezTo>
                      <a:pt x="3844" y="3182"/>
                      <a:pt x="3529" y="3497"/>
                      <a:pt x="3119" y="3497"/>
                    </a:cubicBezTo>
                    <a:cubicBezTo>
                      <a:pt x="2741" y="3497"/>
                      <a:pt x="2426" y="3182"/>
                      <a:pt x="2426" y="2773"/>
                    </a:cubicBezTo>
                    <a:cubicBezTo>
                      <a:pt x="2426" y="2395"/>
                      <a:pt x="2741" y="2079"/>
                      <a:pt x="3119" y="2079"/>
                    </a:cubicBezTo>
                    <a:close/>
                    <a:moveTo>
                      <a:pt x="3119" y="725"/>
                    </a:moveTo>
                    <a:cubicBezTo>
                      <a:pt x="4474" y="725"/>
                      <a:pt x="5577" y="1827"/>
                      <a:pt x="5577" y="3182"/>
                    </a:cubicBezTo>
                    <a:cubicBezTo>
                      <a:pt x="5577" y="3686"/>
                      <a:pt x="5388" y="4159"/>
                      <a:pt x="5136" y="4537"/>
                    </a:cubicBezTo>
                    <a:cubicBezTo>
                      <a:pt x="4884" y="4190"/>
                      <a:pt x="4537" y="3907"/>
                      <a:pt x="4191" y="3718"/>
                    </a:cubicBezTo>
                    <a:cubicBezTo>
                      <a:pt x="4411" y="3497"/>
                      <a:pt x="4537" y="3182"/>
                      <a:pt x="4537" y="2804"/>
                    </a:cubicBezTo>
                    <a:cubicBezTo>
                      <a:pt x="4537" y="2079"/>
                      <a:pt x="3907" y="1449"/>
                      <a:pt x="3151" y="1449"/>
                    </a:cubicBezTo>
                    <a:cubicBezTo>
                      <a:pt x="2426" y="1449"/>
                      <a:pt x="1796" y="2079"/>
                      <a:pt x="1796" y="2804"/>
                    </a:cubicBezTo>
                    <a:cubicBezTo>
                      <a:pt x="1796" y="3182"/>
                      <a:pt x="1891" y="3497"/>
                      <a:pt x="2143" y="3718"/>
                    </a:cubicBezTo>
                    <a:cubicBezTo>
                      <a:pt x="1733" y="3907"/>
                      <a:pt x="1418" y="4190"/>
                      <a:pt x="1198" y="4537"/>
                    </a:cubicBezTo>
                    <a:cubicBezTo>
                      <a:pt x="914" y="4159"/>
                      <a:pt x="756" y="3686"/>
                      <a:pt x="756" y="3182"/>
                    </a:cubicBezTo>
                    <a:cubicBezTo>
                      <a:pt x="662" y="1796"/>
                      <a:pt x="1796" y="725"/>
                      <a:pt x="3119" y="725"/>
                    </a:cubicBezTo>
                    <a:close/>
                    <a:moveTo>
                      <a:pt x="3119" y="4190"/>
                    </a:moveTo>
                    <a:cubicBezTo>
                      <a:pt x="3749" y="4190"/>
                      <a:pt x="4317" y="4505"/>
                      <a:pt x="4632" y="5041"/>
                    </a:cubicBezTo>
                    <a:cubicBezTo>
                      <a:pt x="4222" y="5387"/>
                      <a:pt x="3686" y="5577"/>
                      <a:pt x="3119" y="5577"/>
                    </a:cubicBezTo>
                    <a:cubicBezTo>
                      <a:pt x="2584" y="5577"/>
                      <a:pt x="2017" y="5387"/>
                      <a:pt x="1639" y="5041"/>
                    </a:cubicBezTo>
                    <a:cubicBezTo>
                      <a:pt x="1954" y="4505"/>
                      <a:pt x="2489" y="4190"/>
                      <a:pt x="3119" y="4190"/>
                    </a:cubicBezTo>
                    <a:close/>
                    <a:moveTo>
                      <a:pt x="3119" y="0"/>
                    </a:moveTo>
                    <a:cubicBezTo>
                      <a:pt x="1387" y="0"/>
                      <a:pt x="0" y="1418"/>
                      <a:pt x="0" y="3119"/>
                    </a:cubicBezTo>
                    <a:cubicBezTo>
                      <a:pt x="0" y="4852"/>
                      <a:pt x="1387" y="6238"/>
                      <a:pt x="3119" y="6238"/>
                    </a:cubicBezTo>
                    <a:cubicBezTo>
                      <a:pt x="4852" y="6238"/>
                      <a:pt x="6238" y="4820"/>
                      <a:pt x="6238" y="3119"/>
                    </a:cubicBezTo>
                    <a:cubicBezTo>
                      <a:pt x="6238" y="1386"/>
                      <a:pt x="4821" y="0"/>
                      <a:pt x="31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41" name="Google Shape;1541;p53"/>
              <p:cNvSpPr/>
              <p:nvPr/>
            </p:nvSpPr>
            <p:spPr>
              <a:xfrm>
                <a:off x="1412450" y="1954475"/>
                <a:ext cx="297750" cy="296175"/>
              </a:xfrm>
              <a:custGeom>
                <a:rect b="b" l="l" r="r" t="t"/>
                <a:pathLst>
                  <a:path extrusionOk="0" h="11847" w="11910">
                    <a:moveTo>
                      <a:pt x="6365" y="662"/>
                    </a:moveTo>
                    <a:lnTo>
                      <a:pt x="6522" y="1513"/>
                    </a:lnTo>
                    <a:cubicBezTo>
                      <a:pt x="6554" y="1702"/>
                      <a:pt x="6617" y="1765"/>
                      <a:pt x="6774" y="1797"/>
                    </a:cubicBezTo>
                    <a:cubicBezTo>
                      <a:pt x="7342" y="1923"/>
                      <a:pt x="7814" y="2112"/>
                      <a:pt x="8287" y="2427"/>
                    </a:cubicBezTo>
                    <a:cubicBezTo>
                      <a:pt x="8350" y="2474"/>
                      <a:pt x="8421" y="2498"/>
                      <a:pt x="8488" y="2498"/>
                    </a:cubicBezTo>
                    <a:cubicBezTo>
                      <a:pt x="8554" y="2498"/>
                      <a:pt x="8618" y="2474"/>
                      <a:pt x="8665" y="2427"/>
                    </a:cubicBezTo>
                    <a:lnTo>
                      <a:pt x="9389" y="1923"/>
                    </a:lnTo>
                    <a:lnTo>
                      <a:pt x="9925" y="2490"/>
                    </a:lnTo>
                    <a:lnTo>
                      <a:pt x="9421" y="3183"/>
                    </a:lnTo>
                    <a:cubicBezTo>
                      <a:pt x="9358" y="3309"/>
                      <a:pt x="9358" y="3466"/>
                      <a:pt x="9421" y="3592"/>
                    </a:cubicBezTo>
                    <a:cubicBezTo>
                      <a:pt x="9736" y="4065"/>
                      <a:pt x="9925" y="4537"/>
                      <a:pt x="10051" y="5073"/>
                    </a:cubicBezTo>
                    <a:cubicBezTo>
                      <a:pt x="10082" y="5231"/>
                      <a:pt x="10209" y="5294"/>
                      <a:pt x="10335" y="5357"/>
                    </a:cubicBezTo>
                    <a:lnTo>
                      <a:pt x="11185" y="5514"/>
                    </a:lnTo>
                    <a:lnTo>
                      <a:pt x="11185" y="6302"/>
                    </a:lnTo>
                    <a:lnTo>
                      <a:pt x="10335" y="6459"/>
                    </a:lnTo>
                    <a:cubicBezTo>
                      <a:pt x="10177" y="6491"/>
                      <a:pt x="10082" y="6585"/>
                      <a:pt x="10051" y="6743"/>
                    </a:cubicBezTo>
                    <a:cubicBezTo>
                      <a:pt x="9925" y="7278"/>
                      <a:pt x="9736" y="7751"/>
                      <a:pt x="9421" y="8224"/>
                    </a:cubicBezTo>
                    <a:cubicBezTo>
                      <a:pt x="9358" y="8350"/>
                      <a:pt x="9358" y="8507"/>
                      <a:pt x="9421" y="8633"/>
                    </a:cubicBezTo>
                    <a:lnTo>
                      <a:pt x="9925" y="9326"/>
                    </a:lnTo>
                    <a:lnTo>
                      <a:pt x="9389" y="9893"/>
                    </a:lnTo>
                    <a:lnTo>
                      <a:pt x="8665" y="9358"/>
                    </a:lnTo>
                    <a:cubicBezTo>
                      <a:pt x="8618" y="9326"/>
                      <a:pt x="8554" y="9310"/>
                      <a:pt x="8488" y="9310"/>
                    </a:cubicBezTo>
                    <a:cubicBezTo>
                      <a:pt x="8421" y="9310"/>
                      <a:pt x="8350" y="9326"/>
                      <a:pt x="8287" y="9358"/>
                    </a:cubicBezTo>
                    <a:cubicBezTo>
                      <a:pt x="7814" y="9673"/>
                      <a:pt x="7342" y="9893"/>
                      <a:pt x="6774" y="9988"/>
                    </a:cubicBezTo>
                    <a:cubicBezTo>
                      <a:pt x="6617" y="10051"/>
                      <a:pt x="6554" y="10145"/>
                      <a:pt x="6522" y="10271"/>
                    </a:cubicBezTo>
                    <a:lnTo>
                      <a:pt x="6365" y="11153"/>
                    </a:lnTo>
                    <a:lnTo>
                      <a:pt x="5577" y="11153"/>
                    </a:lnTo>
                    <a:lnTo>
                      <a:pt x="5420" y="10271"/>
                    </a:lnTo>
                    <a:cubicBezTo>
                      <a:pt x="5357" y="10114"/>
                      <a:pt x="5294" y="10051"/>
                      <a:pt x="5136" y="9988"/>
                    </a:cubicBezTo>
                    <a:cubicBezTo>
                      <a:pt x="4569" y="9893"/>
                      <a:pt x="4097" y="9673"/>
                      <a:pt x="3624" y="9358"/>
                    </a:cubicBezTo>
                    <a:cubicBezTo>
                      <a:pt x="3561" y="9326"/>
                      <a:pt x="3498" y="9310"/>
                      <a:pt x="3435" y="9310"/>
                    </a:cubicBezTo>
                    <a:cubicBezTo>
                      <a:pt x="3372" y="9310"/>
                      <a:pt x="3309" y="9326"/>
                      <a:pt x="3246" y="9358"/>
                    </a:cubicBezTo>
                    <a:lnTo>
                      <a:pt x="2521" y="9893"/>
                    </a:lnTo>
                    <a:lnTo>
                      <a:pt x="1986" y="9326"/>
                    </a:lnTo>
                    <a:lnTo>
                      <a:pt x="2490" y="8633"/>
                    </a:lnTo>
                    <a:cubicBezTo>
                      <a:pt x="2584" y="8507"/>
                      <a:pt x="2584" y="8350"/>
                      <a:pt x="2490" y="8224"/>
                    </a:cubicBezTo>
                    <a:cubicBezTo>
                      <a:pt x="2175" y="7751"/>
                      <a:pt x="1986" y="7278"/>
                      <a:pt x="1860" y="6743"/>
                    </a:cubicBezTo>
                    <a:cubicBezTo>
                      <a:pt x="1828" y="6585"/>
                      <a:pt x="1702" y="6491"/>
                      <a:pt x="1576" y="6459"/>
                    </a:cubicBezTo>
                    <a:lnTo>
                      <a:pt x="726" y="6302"/>
                    </a:lnTo>
                    <a:lnTo>
                      <a:pt x="726" y="5514"/>
                    </a:lnTo>
                    <a:lnTo>
                      <a:pt x="1576" y="5357"/>
                    </a:lnTo>
                    <a:cubicBezTo>
                      <a:pt x="1734" y="5325"/>
                      <a:pt x="1828" y="5231"/>
                      <a:pt x="1860" y="5073"/>
                    </a:cubicBezTo>
                    <a:cubicBezTo>
                      <a:pt x="1986" y="4506"/>
                      <a:pt x="2175" y="4065"/>
                      <a:pt x="2490" y="3592"/>
                    </a:cubicBezTo>
                    <a:cubicBezTo>
                      <a:pt x="2584" y="3466"/>
                      <a:pt x="2584" y="3309"/>
                      <a:pt x="2490" y="3183"/>
                    </a:cubicBezTo>
                    <a:lnTo>
                      <a:pt x="1986" y="2490"/>
                    </a:lnTo>
                    <a:lnTo>
                      <a:pt x="2521" y="1923"/>
                    </a:lnTo>
                    <a:lnTo>
                      <a:pt x="3246" y="2427"/>
                    </a:lnTo>
                    <a:cubicBezTo>
                      <a:pt x="3309" y="2474"/>
                      <a:pt x="3372" y="2498"/>
                      <a:pt x="3435" y="2498"/>
                    </a:cubicBezTo>
                    <a:cubicBezTo>
                      <a:pt x="3498" y="2498"/>
                      <a:pt x="3561" y="2474"/>
                      <a:pt x="3624" y="2427"/>
                    </a:cubicBezTo>
                    <a:cubicBezTo>
                      <a:pt x="4097" y="2112"/>
                      <a:pt x="4569" y="1923"/>
                      <a:pt x="5136" y="1797"/>
                    </a:cubicBezTo>
                    <a:cubicBezTo>
                      <a:pt x="5294" y="1765"/>
                      <a:pt x="5357" y="1639"/>
                      <a:pt x="5420" y="1513"/>
                    </a:cubicBezTo>
                    <a:lnTo>
                      <a:pt x="5577" y="662"/>
                    </a:lnTo>
                    <a:close/>
                    <a:moveTo>
                      <a:pt x="5262" y="1"/>
                    </a:moveTo>
                    <a:cubicBezTo>
                      <a:pt x="5073" y="1"/>
                      <a:pt x="4916" y="127"/>
                      <a:pt x="4884" y="284"/>
                    </a:cubicBezTo>
                    <a:lnTo>
                      <a:pt x="4727" y="1166"/>
                    </a:lnTo>
                    <a:cubicBezTo>
                      <a:pt x="4254" y="1292"/>
                      <a:pt x="3813" y="1481"/>
                      <a:pt x="3435" y="1734"/>
                    </a:cubicBezTo>
                    <a:lnTo>
                      <a:pt x="2679" y="1229"/>
                    </a:lnTo>
                    <a:cubicBezTo>
                      <a:pt x="2610" y="1174"/>
                      <a:pt x="2541" y="1149"/>
                      <a:pt x="2474" y="1149"/>
                    </a:cubicBezTo>
                    <a:cubicBezTo>
                      <a:pt x="2389" y="1149"/>
                      <a:pt x="2309" y="1190"/>
                      <a:pt x="2238" y="1261"/>
                    </a:cubicBezTo>
                    <a:lnTo>
                      <a:pt x="1261" y="2238"/>
                    </a:lnTo>
                    <a:cubicBezTo>
                      <a:pt x="1135" y="2364"/>
                      <a:pt x="1135" y="2553"/>
                      <a:pt x="1230" y="2679"/>
                    </a:cubicBezTo>
                    <a:lnTo>
                      <a:pt x="1734" y="3435"/>
                    </a:lnTo>
                    <a:cubicBezTo>
                      <a:pt x="1513" y="3813"/>
                      <a:pt x="1324" y="4254"/>
                      <a:pt x="1198" y="4726"/>
                    </a:cubicBezTo>
                    <a:lnTo>
                      <a:pt x="284" y="4884"/>
                    </a:lnTo>
                    <a:cubicBezTo>
                      <a:pt x="127" y="4915"/>
                      <a:pt x="1" y="5042"/>
                      <a:pt x="1" y="5231"/>
                    </a:cubicBezTo>
                    <a:lnTo>
                      <a:pt x="1" y="6617"/>
                    </a:lnTo>
                    <a:cubicBezTo>
                      <a:pt x="64" y="6774"/>
                      <a:pt x="158" y="6932"/>
                      <a:pt x="316" y="6963"/>
                    </a:cubicBezTo>
                    <a:lnTo>
                      <a:pt x="1230" y="7121"/>
                    </a:lnTo>
                    <a:cubicBezTo>
                      <a:pt x="1356" y="7593"/>
                      <a:pt x="1545" y="8034"/>
                      <a:pt x="1797" y="8413"/>
                    </a:cubicBezTo>
                    <a:lnTo>
                      <a:pt x="1261" y="9169"/>
                    </a:lnTo>
                    <a:cubicBezTo>
                      <a:pt x="1167" y="9295"/>
                      <a:pt x="1198" y="9484"/>
                      <a:pt x="1324" y="9610"/>
                    </a:cubicBezTo>
                    <a:lnTo>
                      <a:pt x="2301" y="10586"/>
                    </a:lnTo>
                    <a:cubicBezTo>
                      <a:pt x="2368" y="10654"/>
                      <a:pt x="2454" y="10685"/>
                      <a:pt x="2533" y="10685"/>
                    </a:cubicBezTo>
                    <a:cubicBezTo>
                      <a:pt x="2602" y="10685"/>
                      <a:pt x="2666" y="10662"/>
                      <a:pt x="2710" y="10618"/>
                    </a:cubicBezTo>
                    <a:lnTo>
                      <a:pt x="3466" y="10114"/>
                    </a:lnTo>
                    <a:cubicBezTo>
                      <a:pt x="3876" y="10366"/>
                      <a:pt x="4286" y="10555"/>
                      <a:pt x="4790" y="10681"/>
                    </a:cubicBezTo>
                    <a:lnTo>
                      <a:pt x="4947" y="11563"/>
                    </a:lnTo>
                    <a:cubicBezTo>
                      <a:pt x="4979" y="11721"/>
                      <a:pt x="5105" y="11847"/>
                      <a:pt x="5294" y="11847"/>
                    </a:cubicBezTo>
                    <a:lnTo>
                      <a:pt x="6680" y="11847"/>
                    </a:lnTo>
                    <a:cubicBezTo>
                      <a:pt x="6837" y="11847"/>
                      <a:pt x="6995" y="11721"/>
                      <a:pt x="7027" y="11563"/>
                    </a:cubicBezTo>
                    <a:lnTo>
                      <a:pt x="7184" y="10681"/>
                    </a:lnTo>
                    <a:cubicBezTo>
                      <a:pt x="7657" y="10555"/>
                      <a:pt x="8098" y="10366"/>
                      <a:pt x="8476" y="10114"/>
                    </a:cubicBezTo>
                    <a:lnTo>
                      <a:pt x="9232" y="10618"/>
                    </a:lnTo>
                    <a:cubicBezTo>
                      <a:pt x="9301" y="10673"/>
                      <a:pt x="9370" y="10698"/>
                      <a:pt x="9436" y="10698"/>
                    </a:cubicBezTo>
                    <a:cubicBezTo>
                      <a:pt x="9521" y="10698"/>
                      <a:pt x="9602" y="10657"/>
                      <a:pt x="9673" y="10586"/>
                    </a:cubicBezTo>
                    <a:lnTo>
                      <a:pt x="10650" y="9610"/>
                    </a:lnTo>
                    <a:cubicBezTo>
                      <a:pt x="10776" y="9484"/>
                      <a:pt x="10776" y="9295"/>
                      <a:pt x="10681" y="9169"/>
                    </a:cubicBezTo>
                    <a:lnTo>
                      <a:pt x="10177" y="8413"/>
                    </a:lnTo>
                    <a:cubicBezTo>
                      <a:pt x="10398" y="8034"/>
                      <a:pt x="10618" y="7593"/>
                      <a:pt x="10713" y="7121"/>
                    </a:cubicBezTo>
                    <a:lnTo>
                      <a:pt x="11626" y="6963"/>
                    </a:lnTo>
                    <a:cubicBezTo>
                      <a:pt x="11784" y="6932"/>
                      <a:pt x="11910" y="6806"/>
                      <a:pt x="11910" y="6617"/>
                    </a:cubicBezTo>
                    <a:lnTo>
                      <a:pt x="11910" y="5231"/>
                    </a:lnTo>
                    <a:cubicBezTo>
                      <a:pt x="11910" y="5073"/>
                      <a:pt x="11784" y="4915"/>
                      <a:pt x="11626" y="4884"/>
                    </a:cubicBezTo>
                    <a:lnTo>
                      <a:pt x="10713" y="4726"/>
                    </a:lnTo>
                    <a:cubicBezTo>
                      <a:pt x="10618" y="4254"/>
                      <a:pt x="10398" y="3813"/>
                      <a:pt x="10177" y="3403"/>
                    </a:cubicBezTo>
                    <a:lnTo>
                      <a:pt x="10681" y="2679"/>
                    </a:lnTo>
                    <a:cubicBezTo>
                      <a:pt x="10807" y="2553"/>
                      <a:pt x="10776" y="2364"/>
                      <a:pt x="10650" y="2238"/>
                    </a:cubicBezTo>
                    <a:lnTo>
                      <a:pt x="9673" y="1261"/>
                    </a:lnTo>
                    <a:cubicBezTo>
                      <a:pt x="9605" y="1193"/>
                      <a:pt x="9520" y="1162"/>
                      <a:pt x="9435" y="1162"/>
                    </a:cubicBezTo>
                    <a:cubicBezTo>
                      <a:pt x="9362" y="1162"/>
                      <a:pt x="9290" y="1186"/>
                      <a:pt x="9232" y="1229"/>
                    </a:cubicBezTo>
                    <a:lnTo>
                      <a:pt x="8476" y="1734"/>
                    </a:lnTo>
                    <a:cubicBezTo>
                      <a:pt x="8098" y="1481"/>
                      <a:pt x="7657" y="1292"/>
                      <a:pt x="7184" y="1166"/>
                    </a:cubicBezTo>
                    <a:lnTo>
                      <a:pt x="6995" y="284"/>
                    </a:lnTo>
                    <a:cubicBezTo>
                      <a:pt x="6932" y="127"/>
                      <a:pt x="6837" y="1"/>
                      <a:pt x="66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542" name="Google Shape;1542;p53"/>
            <p:cNvGrpSpPr/>
            <p:nvPr/>
          </p:nvGrpSpPr>
          <p:grpSpPr>
            <a:xfrm>
              <a:off x="2643174" y="1192583"/>
              <a:ext cx="502935" cy="502935"/>
              <a:chOff x="-61783350" y="2297100"/>
              <a:chExt cx="316650" cy="316650"/>
            </a:xfrm>
          </p:grpSpPr>
          <p:sp>
            <p:nvSpPr>
              <p:cNvPr id="1543" name="Google Shape;1543;p53"/>
              <p:cNvSpPr/>
              <p:nvPr/>
            </p:nvSpPr>
            <p:spPr>
              <a:xfrm>
                <a:off x="-61783350" y="2297100"/>
                <a:ext cx="316650" cy="316650"/>
              </a:xfrm>
              <a:custGeom>
                <a:rect b="b" l="l" r="r" t="t"/>
                <a:pathLst>
                  <a:path extrusionOk="0" h="12666" w="12666">
                    <a:moveTo>
                      <a:pt x="379" y="0"/>
                    </a:moveTo>
                    <a:cubicBezTo>
                      <a:pt x="158" y="0"/>
                      <a:pt x="1" y="189"/>
                      <a:pt x="1" y="441"/>
                    </a:cubicBezTo>
                    <a:lnTo>
                      <a:pt x="1" y="12287"/>
                    </a:lnTo>
                    <a:cubicBezTo>
                      <a:pt x="1" y="12508"/>
                      <a:pt x="190" y="12665"/>
                      <a:pt x="379" y="12665"/>
                    </a:cubicBezTo>
                    <a:lnTo>
                      <a:pt x="12256" y="12665"/>
                    </a:lnTo>
                    <a:cubicBezTo>
                      <a:pt x="12477" y="12665"/>
                      <a:pt x="12666" y="12476"/>
                      <a:pt x="12666" y="12287"/>
                    </a:cubicBezTo>
                    <a:cubicBezTo>
                      <a:pt x="12634" y="12098"/>
                      <a:pt x="12477" y="11878"/>
                      <a:pt x="12256" y="11878"/>
                    </a:cubicBezTo>
                    <a:lnTo>
                      <a:pt x="820" y="11878"/>
                    </a:lnTo>
                    <a:lnTo>
                      <a:pt x="820" y="441"/>
                    </a:lnTo>
                    <a:cubicBezTo>
                      <a:pt x="820" y="189"/>
                      <a:pt x="631" y="0"/>
                      <a:pt x="37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lt2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44" name="Google Shape;1544;p53"/>
              <p:cNvSpPr/>
              <p:nvPr/>
            </p:nvSpPr>
            <p:spPr>
              <a:xfrm>
                <a:off x="-61742375" y="2387675"/>
                <a:ext cx="275675" cy="151250"/>
              </a:xfrm>
              <a:custGeom>
                <a:rect b="b" l="l" r="r" t="t"/>
                <a:pathLst>
                  <a:path extrusionOk="0" h="6050" w="11027">
                    <a:moveTo>
                      <a:pt x="9767" y="788"/>
                    </a:moveTo>
                    <a:cubicBezTo>
                      <a:pt x="10019" y="788"/>
                      <a:pt x="10208" y="977"/>
                      <a:pt x="10208" y="1229"/>
                    </a:cubicBezTo>
                    <a:cubicBezTo>
                      <a:pt x="10176" y="1450"/>
                      <a:pt x="10019" y="1639"/>
                      <a:pt x="9767" y="1639"/>
                    </a:cubicBezTo>
                    <a:cubicBezTo>
                      <a:pt x="9546" y="1639"/>
                      <a:pt x="9389" y="1450"/>
                      <a:pt x="9389" y="1229"/>
                    </a:cubicBezTo>
                    <a:cubicBezTo>
                      <a:pt x="9389" y="977"/>
                      <a:pt x="9578" y="788"/>
                      <a:pt x="9767" y="788"/>
                    </a:cubicBezTo>
                    <a:close/>
                    <a:moveTo>
                      <a:pt x="4001" y="1607"/>
                    </a:moveTo>
                    <a:cubicBezTo>
                      <a:pt x="4222" y="1607"/>
                      <a:pt x="4379" y="1796"/>
                      <a:pt x="4379" y="2048"/>
                    </a:cubicBezTo>
                    <a:cubicBezTo>
                      <a:pt x="4379" y="2269"/>
                      <a:pt x="4222" y="2489"/>
                      <a:pt x="4001" y="2489"/>
                    </a:cubicBezTo>
                    <a:cubicBezTo>
                      <a:pt x="3749" y="2489"/>
                      <a:pt x="3560" y="2269"/>
                      <a:pt x="3560" y="2048"/>
                    </a:cubicBezTo>
                    <a:cubicBezTo>
                      <a:pt x="3560" y="1796"/>
                      <a:pt x="3749" y="1607"/>
                      <a:pt x="4001" y="1607"/>
                    </a:cubicBezTo>
                    <a:close/>
                    <a:moveTo>
                      <a:pt x="6459" y="4128"/>
                    </a:moveTo>
                    <a:cubicBezTo>
                      <a:pt x="6679" y="4128"/>
                      <a:pt x="6900" y="4317"/>
                      <a:pt x="6900" y="4569"/>
                    </a:cubicBezTo>
                    <a:cubicBezTo>
                      <a:pt x="6868" y="4758"/>
                      <a:pt x="6711" y="4947"/>
                      <a:pt x="6459" y="4947"/>
                    </a:cubicBezTo>
                    <a:cubicBezTo>
                      <a:pt x="6238" y="4947"/>
                      <a:pt x="6081" y="4758"/>
                      <a:pt x="6081" y="4569"/>
                    </a:cubicBezTo>
                    <a:cubicBezTo>
                      <a:pt x="6081" y="4317"/>
                      <a:pt x="6270" y="4128"/>
                      <a:pt x="6459" y="4128"/>
                    </a:cubicBezTo>
                    <a:close/>
                    <a:moveTo>
                      <a:pt x="1229" y="4380"/>
                    </a:moveTo>
                    <a:cubicBezTo>
                      <a:pt x="1481" y="4380"/>
                      <a:pt x="1638" y="4569"/>
                      <a:pt x="1638" y="4789"/>
                    </a:cubicBezTo>
                    <a:cubicBezTo>
                      <a:pt x="1638" y="5041"/>
                      <a:pt x="1481" y="5230"/>
                      <a:pt x="1229" y="5230"/>
                    </a:cubicBezTo>
                    <a:cubicBezTo>
                      <a:pt x="1008" y="5230"/>
                      <a:pt x="788" y="5041"/>
                      <a:pt x="788" y="4789"/>
                    </a:cubicBezTo>
                    <a:cubicBezTo>
                      <a:pt x="788" y="4569"/>
                      <a:pt x="1008" y="4380"/>
                      <a:pt x="1229" y="4380"/>
                    </a:cubicBezTo>
                    <a:close/>
                    <a:moveTo>
                      <a:pt x="9767" y="0"/>
                    </a:moveTo>
                    <a:cubicBezTo>
                      <a:pt x="9105" y="0"/>
                      <a:pt x="8570" y="536"/>
                      <a:pt x="8570" y="1229"/>
                    </a:cubicBezTo>
                    <a:cubicBezTo>
                      <a:pt x="8570" y="1418"/>
                      <a:pt x="8601" y="1576"/>
                      <a:pt x="8664" y="1765"/>
                    </a:cubicBezTo>
                    <a:lnTo>
                      <a:pt x="7026" y="3434"/>
                    </a:lnTo>
                    <a:cubicBezTo>
                      <a:pt x="6868" y="3340"/>
                      <a:pt x="6679" y="3308"/>
                      <a:pt x="6459" y="3308"/>
                    </a:cubicBezTo>
                    <a:cubicBezTo>
                      <a:pt x="6270" y="3308"/>
                      <a:pt x="6112" y="3340"/>
                      <a:pt x="5923" y="3434"/>
                    </a:cubicBezTo>
                    <a:lnTo>
                      <a:pt x="5104" y="2584"/>
                    </a:lnTo>
                    <a:cubicBezTo>
                      <a:pt x="5167" y="2426"/>
                      <a:pt x="5199" y="2237"/>
                      <a:pt x="5199" y="2048"/>
                    </a:cubicBezTo>
                    <a:cubicBezTo>
                      <a:pt x="5199" y="1387"/>
                      <a:pt x="4663" y="788"/>
                      <a:pt x="4001" y="788"/>
                    </a:cubicBezTo>
                    <a:cubicBezTo>
                      <a:pt x="3308" y="788"/>
                      <a:pt x="2773" y="1324"/>
                      <a:pt x="2773" y="2048"/>
                    </a:cubicBezTo>
                    <a:cubicBezTo>
                      <a:pt x="2773" y="2237"/>
                      <a:pt x="2804" y="2395"/>
                      <a:pt x="2899" y="2584"/>
                    </a:cubicBezTo>
                    <a:lnTo>
                      <a:pt x="1796" y="3686"/>
                    </a:lnTo>
                    <a:cubicBezTo>
                      <a:pt x="1638" y="3623"/>
                      <a:pt x="1418" y="3592"/>
                      <a:pt x="1229" y="3592"/>
                    </a:cubicBezTo>
                    <a:cubicBezTo>
                      <a:pt x="567" y="3592"/>
                      <a:pt x="0" y="4128"/>
                      <a:pt x="0" y="4852"/>
                    </a:cubicBezTo>
                    <a:cubicBezTo>
                      <a:pt x="0" y="5514"/>
                      <a:pt x="567" y="6049"/>
                      <a:pt x="1229" y="6049"/>
                    </a:cubicBezTo>
                    <a:cubicBezTo>
                      <a:pt x="1890" y="6049"/>
                      <a:pt x="2458" y="5514"/>
                      <a:pt x="2458" y="4852"/>
                    </a:cubicBezTo>
                    <a:cubicBezTo>
                      <a:pt x="2458" y="4632"/>
                      <a:pt x="2426" y="4474"/>
                      <a:pt x="2332" y="4285"/>
                    </a:cubicBezTo>
                    <a:lnTo>
                      <a:pt x="3434" y="3182"/>
                    </a:lnTo>
                    <a:cubicBezTo>
                      <a:pt x="3592" y="3245"/>
                      <a:pt x="3781" y="3308"/>
                      <a:pt x="4001" y="3308"/>
                    </a:cubicBezTo>
                    <a:cubicBezTo>
                      <a:pt x="4190" y="3308"/>
                      <a:pt x="4348" y="3277"/>
                      <a:pt x="4537" y="3182"/>
                    </a:cubicBezTo>
                    <a:lnTo>
                      <a:pt x="5356" y="4001"/>
                    </a:lnTo>
                    <a:cubicBezTo>
                      <a:pt x="5293" y="4159"/>
                      <a:pt x="5262" y="4348"/>
                      <a:pt x="5262" y="4569"/>
                    </a:cubicBezTo>
                    <a:cubicBezTo>
                      <a:pt x="5262" y="5230"/>
                      <a:pt x="5797" y="5766"/>
                      <a:pt x="6459" y="5766"/>
                    </a:cubicBezTo>
                    <a:cubicBezTo>
                      <a:pt x="7152" y="5766"/>
                      <a:pt x="7687" y="5230"/>
                      <a:pt x="7687" y="4569"/>
                    </a:cubicBezTo>
                    <a:cubicBezTo>
                      <a:pt x="7687" y="4348"/>
                      <a:pt x="7656" y="4191"/>
                      <a:pt x="7561" y="4001"/>
                    </a:cubicBezTo>
                    <a:lnTo>
                      <a:pt x="9231" y="2363"/>
                    </a:lnTo>
                    <a:cubicBezTo>
                      <a:pt x="9389" y="2426"/>
                      <a:pt x="9578" y="2489"/>
                      <a:pt x="9767" y="2489"/>
                    </a:cubicBezTo>
                    <a:cubicBezTo>
                      <a:pt x="10460" y="2489"/>
                      <a:pt x="11027" y="1922"/>
                      <a:pt x="11027" y="1229"/>
                    </a:cubicBezTo>
                    <a:cubicBezTo>
                      <a:pt x="10995" y="536"/>
                      <a:pt x="10460" y="0"/>
                      <a:pt x="976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lt2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545" name="Google Shape;1545;p53"/>
            <p:cNvGrpSpPr/>
            <p:nvPr/>
          </p:nvGrpSpPr>
          <p:grpSpPr>
            <a:xfrm>
              <a:off x="965875" y="1192591"/>
              <a:ext cx="502930" cy="502918"/>
              <a:chOff x="685475" y="2318350"/>
              <a:chExt cx="297750" cy="296200"/>
            </a:xfrm>
          </p:grpSpPr>
          <p:sp>
            <p:nvSpPr>
              <p:cNvPr id="1546" name="Google Shape;1546;p53"/>
              <p:cNvSpPr/>
              <p:nvPr/>
            </p:nvSpPr>
            <p:spPr>
              <a:xfrm>
                <a:off x="685475" y="2371925"/>
                <a:ext cx="142600" cy="241975"/>
              </a:xfrm>
              <a:custGeom>
                <a:rect b="b" l="l" r="r" t="t"/>
                <a:pathLst>
                  <a:path extrusionOk="0" h="9679" w="5704">
                    <a:moveTo>
                      <a:pt x="2080" y="662"/>
                    </a:moveTo>
                    <a:cubicBezTo>
                      <a:pt x="2458" y="662"/>
                      <a:pt x="2773" y="977"/>
                      <a:pt x="2773" y="1387"/>
                    </a:cubicBezTo>
                    <a:cubicBezTo>
                      <a:pt x="2773" y="1765"/>
                      <a:pt x="2458" y="2080"/>
                      <a:pt x="2080" y="2080"/>
                    </a:cubicBezTo>
                    <a:cubicBezTo>
                      <a:pt x="1671" y="2080"/>
                      <a:pt x="1356" y="1765"/>
                      <a:pt x="1356" y="1387"/>
                    </a:cubicBezTo>
                    <a:cubicBezTo>
                      <a:pt x="1356" y="977"/>
                      <a:pt x="1734" y="662"/>
                      <a:pt x="2080" y="662"/>
                    </a:cubicBezTo>
                    <a:close/>
                    <a:moveTo>
                      <a:pt x="2962" y="6900"/>
                    </a:moveTo>
                    <a:lnTo>
                      <a:pt x="3120" y="7593"/>
                    </a:lnTo>
                    <a:lnTo>
                      <a:pt x="1135" y="7593"/>
                    </a:lnTo>
                    <a:lnTo>
                      <a:pt x="1293" y="6900"/>
                    </a:lnTo>
                    <a:close/>
                    <a:moveTo>
                      <a:pt x="1742" y="2767"/>
                    </a:moveTo>
                    <a:cubicBezTo>
                      <a:pt x="1866" y="2767"/>
                      <a:pt x="1991" y="2831"/>
                      <a:pt x="2049" y="2962"/>
                    </a:cubicBezTo>
                    <a:lnTo>
                      <a:pt x="2553" y="3938"/>
                    </a:lnTo>
                    <a:cubicBezTo>
                      <a:pt x="2584" y="4064"/>
                      <a:pt x="2742" y="4127"/>
                      <a:pt x="2868" y="4127"/>
                    </a:cubicBezTo>
                    <a:lnTo>
                      <a:pt x="3813" y="4127"/>
                    </a:lnTo>
                    <a:cubicBezTo>
                      <a:pt x="4002" y="4127"/>
                      <a:pt x="4159" y="4285"/>
                      <a:pt x="4159" y="4474"/>
                    </a:cubicBezTo>
                    <a:cubicBezTo>
                      <a:pt x="4159" y="4695"/>
                      <a:pt x="4002" y="4852"/>
                      <a:pt x="3813" y="4852"/>
                    </a:cubicBezTo>
                    <a:lnTo>
                      <a:pt x="2427" y="4852"/>
                    </a:lnTo>
                    <a:cubicBezTo>
                      <a:pt x="2301" y="4852"/>
                      <a:pt x="2175" y="4758"/>
                      <a:pt x="2112" y="4631"/>
                    </a:cubicBezTo>
                    <a:cubicBezTo>
                      <a:pt x="2042" y="4515"/>
                      <a:pt x="1919" y="4450"/>
                      <a:pt x="1784" y="4450"/>
                    </a:cubicBezTo>
                    <a:cubicBezTo>
                      <a:pt x="1737" y="4450"/>
                      <a:pt x="1688" y="4458"/>
                      <a:pt x="1639" y="4474"/>
                    </a:cubicBezTo>
                    <a:cubicBezTo>
                      <a:pt x="1482" y="4568"/>
                      <a:pt x="1387" y="4758"/>
                      <a:pt x="1482" y="4947"/>
                    </a:cubicBezTo>
                    <a:cubicBezTo>
                      <a:pt x="1671" y="5325"/>
                      <a:pt x="2017" y="5545"/>
                      <a:pt x="2427" y="5545"/>
                    </a:cubicBezTo>
                    <a:lnTo>
                      <a:pt x="3813" y="5545"/>
                    </a:lnTo>
                    <a:cubicBezTo>
                      <a:pt x="3970" y="5545"/>
                      <a:pt x="4128" y="5671"/>
                      <a:pt x="4159" y="5829"/>
                    </a:cubicBezTo>
                    <a:lnTo>
                      <a:pt x="4853" y="8570"/>
                    </a:lnTo>
                    <a:cubicBezTo>
                      <a:pt x="4916" y="8790"/>
                      <a:pt x="4790" y="8979"/>
                      <a:pt x="4632" y="9011"/>
                    </a:cubicBezTo>
                    <a:cubicBezTo>
                      <a:pt x="4608" y="9015"/>
                      <a:pt x="4584" y="9017"/>
                      <a:pt x="4560" y="9017"/>
                    </a:cubicBezTo>
                    <a:cubicBezTo>
                      <a:pt x="4403" y="9017"/>
                      <a:pt x="4273" y="8927"/>
                      <a:pt x="4191" y="8790"/>
                    </a:cubicBezTo>
                    <a:lnTo>
                      <a:pt x="3655" y="6522"/>
                    </a:lnTo>
                    <a:cubicBezTo>
                      <a:pt x="3592" y="6364"/>
                      <a:pt x="3498" y="6270"/>
                      <a:pt x="3277" y="6270"/>
                    </a:cubicBezTo>
                    <a:lnTo>
                      <a:pt x="1040" y="6270"/>
                    </a:lnTo>
                    <a:cubicBezTo>
                      <a:pt x="914" y="6270"/>
                      <a:pt x="851" y="6207"/>
                      <a:pt x="757" y="6144"/>
                    </a:cubicBezTo>
                    <a:cubicBezTo>
                      <a:pt x="694" y="5986"/>
                      <a:pt x="694" y="5892"/>
                      <a:pt x="694" y="5797"/>
                    </a:cubicBezTo>
                    <a:lnTo>
                      <a:pt x="1419" y="3025"/>
                    </a:lnTo>
                    <a:cubicBezTo>
                      <a:pt x="1453" y="2855"/>
                      <a:pt x="1597" y="2767"/>
                      <a:pt x="1742" y="2767"/>
                    </a:cubicBezTo>
                    <a:close/>
                    <a:moveTo>
                      <a:pt x="2143" y="0"/>
                    </a:moveTo>
                    <a:cubicBezTo>
                      <a:pt x="1419" y="0"/>
                      <a:pt x="788" y="630"/>
                      <a:pt x="788" y="1387"/>
                    </a:cubicBezTo>
                    <a:cubicBezTo>
                      <a:pt x="788" y="1733"/>
                      <a:pt x="946" y="2080"/>
                      <a:pt x="1135" y="2332"/>
                    </a:cubicBezTo>
                    <a:cubicBezTo>
                      <a:pt x="977" y="2426"/>
                      <a:pt x="851" y="2647"/>
                      <a:pt x="788" y="2867"/>
                    </a:cubicBezTo>
                    <a:lnTo>
                      <a:pt x="64" y="5640"/>
                    </a:lnTo>
                    <a:cubicBezTo>
                      <a:pt x="1" y="5955"/>
                      <a:pt x="64" y="6270"/>
                      <a:pt x="253" y="6522"/>
                    </a:cubicBezTo>
                    <a:cubicBezTo>
                      <a:pt x="347" y="6648"/>
                      <a:pt x="473" y="6774"/>
                      <a:pt x="631" y="6805"/>
                    </a:cubicBezTo>
                    <a:lnTo>
                      <a:pt x="32" y="9263"/>
                    </a:lnTo>
                    <a:cubicBezTo>
                      <a:pt x="1" y="9452"/>
                      <a:pt x="95" y="9609"/>
                      <a:pt x="253" y="9672"/>
                    </a:cubicBezTo>
                    <a:cubicBezTo>
                      <a:pt x="281" y="9676"/>
                      <a:pt x="309" y="9678"/>
                      <a:pt x="335" y="9678"/>
                    </a:cubicBezTo>
                    <a:cubicBezTo>
                      <a:pt x="513" y="9678"/>
                      <a:pt x="639" y="9589"/>
                      <a:pt x="694" y="9452"/>
                    </a:cubicBezTo>
                    <a:lnTo>
                      <a:pt x="977" y="8318"/>
                    </a:lnTo>
                    <a:lnTo>
                      <a:pt x="3372" y="8318"/>
                    </a:lnTo>
                    <a:lnTo>
                      <a:pt x="3529" y="8885"/>
                    </a:lnTo>
                    <a:cubicBezTo>
                      <a:pt x="3661" y="9359"/>
                      <a:pt x="4079" y="9679"/>
                      <a:pt x="4526" y="9679"/>
                    </a:cubicBezTo>
                    <a:cubicBezTo>
                      <a:pt x="4613" y="9679"/>
                      <a:pt x="4702" y="9667"/>
                      <a:pt x="4790" y="9641"/>
                    </a:cubicBezTo>
                    <a:cubicBezTo>
                      <a:pt x="5357" y="9483"/>
                      <a:pt x="5703" y="8916"/>
                      <a:pt x="5546" y="8381"/>
                    </a:cubicBezTo>
                    <a:lnTo>
                      <a:pt x="4821" y="5640"/>
                    </a:lnTo>
                    <a:cubicBezTo>
                      <a:pt x="4790" y="5482"/>
                      <a:pt x="4727" y="5325"/>
                      <a:pt x="4601" y="5199"/>
                    </a:cubicBezTo>
                    <a:cubicBezTo>
                      <a:pt x="4758" y="5010"/>
                      <a:pt x="4884" y="4758"/>
                      <a:pt x="4884" y="4474"/>
                    </a:cubicBezTo>
                    <a:cubicBezTo>
                      <a:pt x="4884" y="3907"/>
                      <a:pt x="4412" y="3466"/>
                      <a:pt x="3844" y="3466"/>
                    </a:cubicBezTo>
                    <a:lnTo>
                      <a:pt x="3088" y="3466"/>
                    </a:lnTo>
                    <a:lnTo>
                      <a:pt x="2710" y="2647"/>
                    </a:lnTo>
                    <a:cubicBezTo>
                      <a:pt x="3183" y="2395"/>
                      <a:pt x="3529" y="1922"/>
                      <a:pt x="3529" y="1387"/>
                    </a:cubicBezTo>
                    <a:cubicBezTo>
                      <a:pt x="3529" y="630"/>
                      <a:pt x="2899" y="0"/>
                      <a:pt x="21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47" name="Google Shape;1547;p53"/>
              <p:cNvSpPr/>
              <p:nvPr/>
            </p:nvSpPr>
            <p:spPr>
              <a:xfrm>
                <a:off x="839850" y="2371925"/>
                <a:ext cx="143375" cy="242625"/>
              </a:xfrm>
              <a:custGeom>
                <a:rect b="b" l="l" r="r" t="t"/>
                <a:pathLst>
                  <a:path extrusionOk="0" h="9705" w="5735">
                    <a:moveTo>
                      <a:pt x="3624" y="662"/>
                    </a:moveTo>
                    <a:cubicBezTo>
                      <a:pt x="4002" y="662"/>
                      <a:pt x="4317" y="977"/>
                      <a:pt x="4317" y="1355"/>
                    </a:cubicBezTo>
                    <a:cubicBezTo>
                      <a:pt x="4317" y="1765"/>
                      <a:pt x="4002" y="2080"/>
                      <a:pt x="3624" y="2080"/>
                    </a:cubicBezTo>
                    <a:cubicBezTo>
                      <a:pt x="3214" y="2080"/>
                      <a:pt x="2899" y="1765"/>
                      <a:pt x="2899" y="1355"/>
                    </a:cubicBezTo>
                    <a:cubicBezTo>
                      <a:pt x="2899" y="977"/>
                      <a:pt x="3214" y="662"/>
                      <a:pt x="3624" y="662"/>
                    </a:cubicBezTo>
                    <a:close/>
                    <a:moveTo>
                      <a:pt x="4317" y="6900"/>
                    </a:moveTo>
                    <a:lnTo>
                      <a:pt x="4474" y="7593"/>
                    </a:lnTo>
                    <a:lnTo>
                      <a:pt x="2490" y="7593"/>
                    </a:lnTo>
                    <a:lnTo>
                      <a:pt x="2647" y="6900"/>
                    </a:lnTo>
                    <a:close/>
                    <a:moveTo>
                      <a:pt x="3962" y="2731"/>
                    </a:moveTo>
                    <a:cubicBezTo>
                      <a:pt x="4108" y="2731"/>
                      <a:pt x="4250" y="2818"/>
                      <a:pt x="4285" y="2993"/>
                    </a:cubicBezTo>
                    <a:lnTo>
                      <a:pt x="4979" y="5734"/>
                    </a:lnTo>
                    <a:cubicBezTo>
                      <a:pt x="5010" y="6018"/>
                      <a:pt x="4853" y="6207"/>
                      <a:pt x="4632" y="6207"/>
                    </a:cubicBezTo>
                    <a:lnTo>
                      <a:pt x="2395" y="6207"/>
                    </a:lnTo>
                    <a:cubicBezTo>
                      <a:pt x="2238" y="6207"/>
                      <a:pt x="2080" y="6333"/>
                      <a:pt x="2049" y="6490"/>
                    </a:cubicBezTo>
                    <a:lnTo>
                      <a:pt x="1482" y="8727"/>
                    </a:lnTo>
                    <a:cubicBezTo>
                      <a:pt x="1456" y="8883"/>
                      <a:pt x="1323" y="8996"/>
                      <a:pt x="1154" y="8996"/>
                    </a:cubicBezTo>
                    <a:cubicBezTo>
                      <a:pt x="1118" y="8996"/>
                      <a:pt x="1080" y="8990"/>
                      <a:pt x="1040" y="8979"/>
                    </a:cubicBezTo>
                    <a:cubicBezTo>
                      <a:pt x="851" y="8916"/>
                      <a:pt x="725" y="8727"/>
                      <a:pt x="820" y="8538"/>
                    </a:cubicBezTo>
                    <a:lnTo>
                      <a:pt x="1513" y="5766"/>
                    </a:lnTo>
                    <a:cubicBezTo>
                      <a:pt x="1576" y="5608"/>
                      <a:pt x="1671" y="5514"/>
                      <a:pt x="1891" y="5514"/>
                    </a:cubicBezTo>
                    <a:lnTo>
                      <a:pt x="3246" y="5514"/>
                    </a:lnTo>
                    <a:cubicBezTo>
                      <a:pt x="3655" y="5514"/>
                      <a:pt x="4002" y="5262"/>
                      <a:pt x="4222" y="4915"/>
                    </a:cubicBezTo>
                    <a:cubicBezTo>
                      <a:pt x="4285" y="4758"/>
                      <a:pt x="4222" y="4537"/>
                      <a:pt x="4033" y="4442"/>
                    </a:cubicBezTo>
                    <a:cubicBezTo>
                      <a:pt x="3993" y="4426"/>
                      <a:pt x="3948" y="4418"/>
                      <a:pt x="3902" y="4418"/>
                    </a:cubicBezTo>
                    <a:cubicBezTo>
                      <a:pt x="3770" y="4418"/>
                      <a:pt x="3631" y="4483"/>
                      <a:pt x="3561" y="4600"/>
                    </a:cubicBezTo>
                    <a:cubicBezTo>
                      <a:pt x="3529" y="4726"/>
                      <a:pt x="3372" y="4789"/>
                      <a:pt x="3246" y="4789"/>
                    </a:cubicBezTo>
                    <a:lnTo>
                      <a:pt x="1891" y="4789"/>
                    </a:lnTo>
                    <a:cubicBezTo>
                      <a:pt x="1671" y="4789"/>
                      <a:pt x="1513" y="4631"/>
                      <a:pt x="1513" y="4442"/>
                    </a:cubicBezTo>
                    <a:cubicBezTo>
                      <a:pt x="1513" y="4253"/>
                      <a:pt x="1671" y="4096"/>
                      <a:pt x="1891" y="4096"/>
                    </a:cubicBezTo>
                    <a:lnTo>
                      <a:pt x="2836" y="4096"/>
                    </a:lnTo>
                    <a:cubicBezTo>
                      <a:pt x="2931" y="4096"/>
                      <a:pt x="3057" y="4001"/>
                      <a:pt x="3151" y="3907"/>
                    </a:cubicBezTo>
                    <a:cubicBezTo>
                      <a:pt x="3151" y="3844"/>
                      <a:pt x="3655" y="2899"/>
                      <a:pt x="3655" y="2899"/>
                    </a:cubicBezTo>
                    <a:cubicBezTo>
                      <a:pt x="3725" y="2787"/>
                      <a:pt x="3845" y="2731"/>
                      <a:pt x="3962" y="2731"/>
                    </a:cubicBezTo>
                    <a:close/>
                    <a:moveTo>
                      <a:pt x="3529" y="0"/>
                    </a:moveTo>
                    <a:cubicBezTo>
                      <a:pt x="2805" y="0"/>
                      <a:pt x="2175" y="630"/>
                      <a:pt x="2175" y="1355"/>
                    </a:cubicBezTo>
                    <a:cubicBezTo>
                      <a:pt x="2175" y="1922"/>
                      <a:pt x="2490" y="2395"/>
                      <a:pt x="2994" y="2615"/>
                    </a:cubicBezTo>
                    <a:lnTo>
                      <a:pt x="2584" y="3466"/>
                    </a:lnTo>
                    <a:lnTo>
                      <a:pt x="1860" y="3466"/>
                    </a:lnTo>
                    <a:cubicBezTo>
                      <a:pt x="1261" y="3466"/>
                      <a:pt x="820" y="3938"/>
                      <a:pt x="820" y="4474"/>
                    </a:cubicBezTo>
                    <a:cubicBezTo>
                      <a:pt x="820" y="4758"/>
                      <a:pt x="946" y="4978"/>
                      <a:pt x="1103" y="5199"/>
                    </a:cubicBezTo>
                    <a:cubicBezTo>
                      <a:pt x="977" y="5325"/>
                      <a:pt x="914" y="5451"/>
                      <a:pt x="851" y="5608"/>
                    </a:cubicBezTo>
                    <a:lnTo>
                      <a:pt x="158" y="8381"/>
                    </a:lnTo>
                    <a:cubicBezTo>
                      <a:pt x="1" y="8916"/>
                      <a:pt x="347" y="9483"/>
                      <a:pt x="914" y="9641"/>
                    </a:cubicBezTo>
                    <a:cubicBezTo>
                      <a:pt x="1002" y="9667"/>
                      <a:pt x="1091" y="9679"/>
                      <a:pt x="1178" y="9679"/>
                    </a:cubicBezTo>
                    <a:cubicBezTo>
                      <a:pt x="1624" y="9679"/>
                      <a:pt x="2038" y="9359"/>
                      <a:pt x="2143" y="8885"/>
                    </a:cubicBezTo>
                    <a:lnTo>
                      <a:pt x="2332" y="8286"/>
                    </a:lnTo>
                    <a:lnTo>
                      <a:pt x="4695" y="8286"/>
                    </a:lnTo>
                    <a:lnTo>
                      <a:pt x="4947" y="9452"/>
                    </a:lnTo>
                    <a:cubicBezTo>
                      <a:pt x="4995" y="9597"/>
                      <a:pt x="5118" y="9704"/>
                      <a:pt x="5257" y="9704"/>
                    </a:cubicBezTo>
                    <a:cubicBezTo>
                      <a:pt x="5300" y="9704"/>
                      <a:pt x="5344" y="9694"/>
                      <a:pt x="5388" y="9672"/>
                    </a:cubicBezTo>
                    <a:cubicBezTo>
                      <a:pt x="5577" y="9641"/>
                      <a:pt x="5703" y="9452"/>
                      <a:pt x="5609" y="9231"/>
                    </a:cubicBezTo>
                    <a:lnTo>
                      <a:pt x="5042" y="6805"/>
                    </a:lnTo>
                    <a:cubicBezTo>
                      <a:pt x="5514" y="6616"/>
                      <a:pt x="5735" y="6144"/>
                      <a:pt x="5640" y="5640"/>
                    </a:cubicBezTo>
                    <a:lnTo>
                      <a:pt x="4916" y="2867"/>
                    </a:lnTo>
                    <a:cubicBezTo>
                      <a:pt x="4884" y="2647"/>
                      <a:pt x="4758" y="2489"/>
                      <a:pt x="4569" y="2332"/>
                    </a:cubicBezTo>
                    <a:cubicBezTo>
                      <a:pt x="4790" y="2080"/>
                      <a:pt x="4916" y="1733"/>
                      <a:pt x="4916" y="1355"/>
                    </a:cubicBezTo>
                    <a:cubicBezTo>
                      <a:pt x="4916" y="630"/>
                      <a:pt x="4285" y="0"/>
                      <a:pt x="35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48" name="Google Shape;1548;p53"/>
              <p:cNvSpPr/>
              <p:nvPr/>
            </p:nvSpPr>
            <p:spPr>
              <a:xfrm>
                <a:off x="772900" y="2318350"/>
                <a:ext cx="122125" cy="105075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3" name="Google Shape;1553;p54"/>
          <p:cNvGrpSpPr/>
          <p:nvPr/>
        </p:nvGrpSpPr>
        <p:grpSpPr>
          <a:xfrm>
            <a:off x="894226" y="1810265"/>
            <a:ext cx="10403420" cy="4281766"/>
            <a:chOff x="940000" y="1600200"/>
            <a:chExt cx="10403420" cy="4281766"/>
          </a:xfrm>
        </p:grpSpPr>
        <p:cxnSp>
          <p:nvCxnSpPr>
            <p:cNvPr id="1554" name="Google Shape;1554;p54"/>
            <p:cNvCxnSpPr/>
            <p:nvPr/>
          </p:nvCxnSpPr>
          <p:spPr>
            <a:xfrm flipH="1">
              <a:off x="3967116" y="4341056"/>
              <a:ext cx="481800" cy="306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55" name="Google Shape;1555;p54"/>
            <p:cNvCxnSpPr/>
            <p:nvPr/>
          </p:nvCxnSpPr>
          <p:spPr>
            <a:xfrm rot="10800000">
              <a:off x="2412206" y="4647059"/>
              <a:ext cx="156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miter lim="800000"/>
              <a:headEnd len="sm" w="sm" type="none"/>
              <a:tailEnd len="med" w="med" type="oval"/>
            </a:ln>
          </p:spPr>
        </p:cxnSp>
        <p:cxnSp>
          <p:nvCxnSpPr>
            <p:cNvPr id="1556" name="Google Shape;1556;p54"/>
            <p:cNvCxnSpPr/>
            <p:nvPr/>
          </p:nvCxnSpPr>
          <p:spPr>
            <a:xfrm rot="10800000">
              <a:off x="3849433" y="2117739"/>
              <a:ext cx="481800" cy="306000"/>
            </a:xfrm>
            <a:prstGeom prst="straightConnector1">
              <a:avLst/>
            </a:prstGeom>
            <a:noFill/>
            <a:ln cap="flat" cmpd="sng" w="381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57" name="Google Shape;1557;p54"/>
            <p:cNvSpPr/>
            <p:nvPr/>
          </p:nvSpPr>
          <p:spPr>
            <a:xfrm>
              <a:off x="5994391" y="2058203"/>
              <a:ext cx="1500821" cy="1500821"/>
            </a:xfrm>
            <a:custGeom>
              <a:rect b="b" l="l" r="r" t="t"/>
              <a:pathLst>
                <a:path extrusionOk="0" h="972" w="972">
                  <a:moveTo>
                    <a:pt x="0" y="972"/>
                  </a:moveTo>
                  <a:cubicBezTo>
                    <a:pt x="0" y="486"/>
                    <a:pt x="0" y="486"/>
                    <a:pt x="0" y="486"/>
                  </a:cubicBezTo>
                  <a:cubicBezTo>
                    <a:pt x="0" y="218"/>
                    <a:pt x="218" y="0"/>
                    <a:pt x="486" y="0"/>
                  </a:cubicBezTo>
                  <a:cubicBezTo>
                    <a:pt x="754" y="0"/>
                    <a:pt x="972" y="218"/>
                    <a:pt x="972" y="486"/>
                  </a:cubicBezTo>
                  <a:cubicBezTo>
                    <a:pt x="972" y="754"/>
                    <a:pt x="754" y="972"/>
                    <a:pt x="486" y="972"/>
                  </a:cubicBezTo>
                  <a:lnTo>
                    <a:pt x="0" y="9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58" name="Google Shape;1558;p54"/>
            <p:cNvSpPr/>
            <p:nvPr/>
          </p:nvSpPr>
          <p:spPr>
            <a:xfrm>
              <a:off x="6102570" y="2163299"/>
              <a:ext cx="1276183" cy="1277945"/>
            </a:xfrm>
            <a:custGeom>
              <a:rect b="b" l="l" r="r" t="t"/>
              <a:pathLst>
                <a:path extrusionOk="0" h="917" w="916">
                  <a:moveTo>
                    <a:pt x="880" y="485"/>
                  </a:moveTo>
                  <a:cubicBezTo>
                    <a:pt x="864" y="479"/>
                    <a:pt x="848" y="473"/>
                    <a:pt x="847" y="472"/>
                  </a:cubicBezTo>
                  <a:cubicBezTo>
                    <a:pt x="844" y="469"/>
                    <a:pt x="846" y="459"/>
                    <a:pt x="846" y="459"/>
                  </a:cubicBezTo>
                  <a:cubicBezTo>
                    <a:pt x="846" y="458"/>
                    <a:pt x="846" y="458"/>
                    <a:pt x="846" y="458"/>
                  </a:cubicBezTo>
                  <a:cubicBezTo>
                    <a:pt x="846" y="458"/>
                    <a:pt x="845" y="447"/>
                    <a:pt x="847" y="445"/>
                  </a:cubicBezTo>
                  <a:cubicBezTo>
                    <a:pt x="848" y="443"/>
                    <a:pt x="864" y="439"/>
                    <a:pt x="880" y="433"/>
                  </a:cubicBezTo>
                  <a:cubicBezTo>
                    <a:pt x="896" y="427"/>
                    <a:pt x="912" y="421"/>
                    <a:pt x="913" y="418"/>
                  </a:cubicBezTo>
                  <a:cubicBezTo>
                    <a:pt x="916" y="414"/>
                    <a:pt x="914" y="398"/>
                    <a:pt x="910" y="394"/>
                  </a:cubicBezTo>
                  <a:cubicBezTo>
                    <a:pt x="909" y="392"/>
                    <a:pt x="892" y="389"/>
                    <a:pt x="875" y="387"/>
                  </a:cubicBezTo>
                  <a:cubicBezTo>
                    <a:pt x="858" y="385"/>
                    <a:pt x="841" y="383"/>
                    <a:pt x="840" y="382"/>
                  </a:cubicBezTo>
                  <a:cubicBezTo>
                    <a:pt x="836" y="380"/>
                    <a:pt x="835" y="369"/>
                    <a:pt x="835" y="369"/>
                  </a:cubicBezTo>
                  <a:cubicBezTo>
                    <a:pt x="835" y="369"/>
                    <a:pt x="835" y="369"/>
                    <a:pt x="835" y="369"/>
                  </a:cubicBezTo>
                  <a:cubicBezTo>
                    <a:pt x="835" y="369"/>
                    <a:pt x="832" y="359"/>
                    <a:pt x="833" y="356"/>
                  </a:cubicBezTo>
                  <a:cubicBezTo>
                    <a:pt x="834" y="354"/>
                    <a:pt x="848" y="346"/>
                    <a:pt x="863" y="337"/>
                  </a:cubicBezTo>
                  <a:cubicBezTo>
                    <a:pt x="877" y="328"/>
                    <a:pt x="891" y="317"/>
                    <a:pt x="892" y="315"/>
                  </a:cubicBezTo>
                  <a:cubicBezTo>
                    <a:pt x="894" y="309"/>
                    <a:pt x="888" y="295"/>
                    <a:pt x="884" y="292"/>
                  </a:cubicBezTo>
                  <a:cubicBezTo>
                    <a:pt x="881" y="290"/>
                    <a:pt x="864" y="291"/>
                    <a:pt x="847" y="293"/>
                  </a:cubicBezTo>
                  <a:cubicBezTo>
                    <a:pt x="830" y="295"/>
                    <a:pt x="814" y="297"/>
                    <a:pt x="812" y="296"/>
                  </a:cubicBezTo>
                  <a:cubicBezTo>
                    <a:pt x="808" y="295"/>
                    <a:pt x="805" y="285"/>
                    <a:pt x="805" y="285"/>
                  </a:cubicBezTo>
                  <a:cubicBezTo>
                    <a:pt x="805" y="285"/>
                    <a:pt x="805" y="285"/>
                    <a:pt x="805" y="285"/>
                  </a:cubicBezTo>
                  <a:cubicBezTo>
                    <a:pt x="805" y="285"/>
                    <a:pt x="799" y="275"/>
                    <a:pt x="799" y="272"/>
                  </a:cubicBezTo>
                  <a:cubicBezTo>
                    <a:pt x="800" y="271"/>
                    <a:pt x="812" y="259"/>
                    <a:pt x="824" y="247"/>
                  </a:cubicBezTo>
                  <a:cubicBezTo>
                    <a:pt x="835" y="235"/>
                    <a:pt x="847" y="222"/>
                    <a:pt x="847" y="219"/>
                  </a:cubicBezTo>
                  <a:cubicBezTo>
                    <a:pt x="847" y="213"/>
                    <a:pt x="839" y="200"/>
                    <a:pt x="834" y="199"/>
                  </a:cubicBezTo>
                  <a:cubicBezTo>
                    <a:pt x="831" y="198"/>
                    <a:pt x="815" y="202"/>
                    <a:pt x="798" y="208"/>
                  </a:cubicBezTo>
                  <a:cubicBezTo>
                    <a:pt x="782" y="213"/>
                    <a:pt x="767" y="220"/>
                    <a:pt x="765" y="220"/>
                  </a:cubicBezTo>
                  <a:cubicBezTo>
                    <a:pt x="761" y="219"/>
                    <a:pt x="755" y="210"/>
                    <a:pt x="755" y="210"/>
                  </a:cubicBezTo>
                  <a:cubicBezTo>
                    <a:pt x="755" y="210"/>
                    <a:pt x="755" y="210"/>
                    <a:pt x="755" y="210"/>
                  </a:cubicBezTo>
                  <a:cubicBezTo>
                    <a:pt x="755" y="210"/>
                    <a:pt x="748" y="202"/>
                    <a:pt x="747" y="199"/>
                  </a:cubicBezTo>
                  <a:cubicBezTo>
                    <a:pt x="747" y="197"/>
                    <a:pt x="756" y="183"/>
                    <a:pt x="765" y="169"/>
                  </a:cubicBezTo>
                  <a:cubicBezTo>
                    <a:pt x="774" y="154"/>
                    <a:pt x="782" y="139"/>
                    <a:pt x="781" y="136"/>
                  </a:cubicBezTo>
                  <a:cubicBezTo>
                    <a:pt x="780" y="130"/>
                    <a:pt x="769" y="120"/>
                    <a:pt x="764" y="119"/>
                  </a:cubicBezTo>
                  <a:cubicBezTo>
                    <a:pt x="761" y="119"/>
                    <a:pt x="746" y="127"/>
                    <a:pt x="732" y="136"/>
                  </a:cubicBezTo>
                  <a:cubicBezTo>
                    <a:pt x="717" y="145"/>
                    <a:pt x="703" y="155"/>
                    <a:pt x="701" y="155"/>
                  </a:cubicBezTo>
                  <a:cubicBezTo>
                    <a:pt x="698" y="156"/>
                    <a:pt x="690" y="148"/>
                    <a:pt x="690" y="148"/>
                  </a:cubicBezTo>
                  <a:cubicBezTo>
                    <a:pt x="690" y="148"/>
                    <a:pt x="690" y="148"/>
                    <a:pt x="690" y="148"/>
                  </a:cubicBezTo>
                  <a:cubicBezTo>
                    <a:pt x="690" y="148"/>
                    <a:pt x="681" y="142"/>
                    <a:pt x="680" y="139"/>
                  </a:cubicBezTo>
                  <a:cubicBezTo>
                    <a:pt x="679" y="138"/>
                    <a:pt x="685" y="122"/>
                    <a:pt x="690" y="106"/>
                  </a:cubicBezTo>
                  <a:cubicBezTo>
                    <a:pt x="695" y="90"/>
                    <a:pt x="699" y="73"/>
                    <a:pt x="698" y="70"/>
                  </a:cubicBezTo>
                  <a:cubicBezTo>
                    <a:pt x="696" y="65"/>
                    <a:pt x="683" y="58"/>
                    <a:pt x="677" y="58"/>
                  </a:cubicBezTo>
                  <a:cubicBezTo>
                    <a:pt x="675" y="58"/>
                    <a:pt x="662" y="70"/>
                    <a:pt x="650" y="82"/>
                  </a:cubicBezTo>
                  <a:cubicBezTo>
                    <a:pt x="638" y="94"/>
                    <a:pt x="627" y="107"/>
                    <a:pt x="625" y="108"/>
                  </a:cubicBezTo>
                  <a:cubicBezTo>
                    <a:pt x="622" y="109"/>
                    <a:pt x="612" y="103"/>
                    <a:pt x="612" y="103"/>
                  </a:cubicBezTo>
                  <a:cubicBezTo>
                    <a:pt x="612" y="103"/>
                    <a:pt x="612" y="103"/>
                    <a:pt x="612" y="103"/>
                  </a:cubicBezTo>
                  <a:cubicBezTo>
                    <a:pt x="612" y="103"/>
                    <a:pt x="602" y="100"/>
                    <a:pt x="600" y="97"/>
                  </a:cubicBezTo>
                  <a:cubicBezTo>
                    <a:pt x="599" y="95"/>
                    <a:pt x="601" y="79"/>
                    <a:pt x="602" y="62"/>
                  </a:cubicBezTo>
                  <a:cubicBezTo>
                    <a:pt x="604" y="45"/>
                    <a:pt x="604" y="28"/>
                    <a:pt x="602" y="26"/>
                  </a:cubicBezTo>
                  <a:cubicBezTo>
                    <a:pt x="599" y="21"/>
                    <a:pt x="584" y="17"/>
                    <a:pt x="579" y="19"/>
                  </a:cubicBezTo>
                  <a:cubicBezTo>
                    <a:pt x="577" y="19"/>
                    <a:pt x="567" y="34"/>
                    <a:pt x="558" y="48"/>
                  </a:cubicBezTo>
                  <a:cubicBezTo>
                    <a:pt x="549" y="63"/>
                    <a:pt x="541" y="78"/>
                    <a:pt x="540" y="79"/>
                  </a:cubicBezTo>
                  <a:cubicBezTo>
                    <a:pt x="537" y="81"/>
                    <a:pt x="526" y="78"/>
                    <a:pt x="526" y="78"/>
                  </a:cubicBezTo>
                  <a:cubicBezTo>
                    <a:pt x="526" y="77"/>
                    <a:pt x="526" y="77"/>
                    <a:pt x="526" y="77"/>
                  </a:cubicBezTo>
                  <a:cubicBezTo>
                    <a:pt x="526" y="77"/>
                    <a:pt x="515" y="77"/>
                    <a:pt x="513" y="74"/>
                  </a:cubicBezTo>
                  <a:cubicBezTo>
                    <a:pt x="512" y="73"/>
                    <a:pt x="510" y="56"/>
                    <a:pt x="507" y="40"/>
                  </a:cubicBezTo>
                  <a:cubicBezTo>
                    <a:pt x="504" y="23"/>
                    <a:pt x="501" y="6"/>
                    <a:pt x="499" y="4"/>
                  </a:cubicBezTo>
                  <a:cubicBezTo>
                    <a:pt x="494" y="0"/>
                    <a:pt x="479" y="0"/>
                    <a:pt x="474" y="3"/>
                  </a:cubicBezTo>
                  <a:cubicBezTo>
                    <a:pt x="472" y="4"/>
                    <a:pt x="466" y="20"/>
                    <a:pt x="461" y="37"/>
                  </a:cubicBezTo>
                  <a:cubicBezTo>
                    <a:pt x="456" y="53"/>
                    <a:pt x="451" y="69"/>
                    <a:pt x="450" y="71"/>
                  </a:cubicBezTo>
                  <a:cubicBezTo>
                    <a:pt x="447" y="73"/>
                    <a:pt x="437" y="72"/>
                    <a:pt x="437" y="72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36" y="72"/>
                    <a:pt x="426" y="74"/>
                    <a:pt x="423" y="72"/>
                  </a:cubicBezTo>
                  <a:cubicBezTo>
                    <a:pt x="421" y="71"/>
                    <a:pt x="416" y="56"/>
                    <a:pt x="409" y="40"/>
                  </a:cubicBezTo>
                  <a:cubicBezTo>
                    <a:pt x="403" y="24"/>
                    <a:pt x="395" y="9"/>
                    <a:pt x="393" y="7"/>
                  </a:cubicBezTo>
                  <a:cubicBezTo>
                    <a:pt x="388" y="5"/>
                    <a:pt x="373" y="8"/>
                    <a:pt x="369" y="12"/>
                  </a:cubicBezTo>
                  <a:cubicBezTo>
                    <a:pt x="367" y="13"/>
                    <a:pt x="365" y="31"/>
                    <a:pt x="363" y="47"/>
                  </a:cubicBezTo>
                  <a:cubicBezTo>
                    <a:pt x="362" y="65"/>
                    <a:pt x="362" y="81"/>
                    <a:pt x="361" y="83"/>
                  </a:cubicBezTo>
                  <a:cubicBezTo>
                    <a:pt x="359" y="86"/>
                    <a:pt x="348" y="88"/>
                    <a:pt x="348" y="88"/>
                  </a:cubicBezTo>
                  <a:cubicBezTo>
                    <a:pt x="348" y="88"/>
                    <a:pt x="348" y="88"/>
                    <a:pt x="348" y="88"/>
                  </a:cubicBezTo>
                  <a:cubicBezTo>
                    <a:pt x="348" y="88"/>
                    <a:pt x="338" y="92"/>
                    <a:pt x="335" y="91"/>
                  </a:cubicBezTo>
                  <a:cubicBezTo>
                    <a:pt x="333" y="90"/>
                    <a:pt x="324" y="76"/>
                    <a:pt x="314" y="63"/>
                  </a:cubicBezTo>
                  <a:cubicBezTo>
                    <a:pt x="304" y="49"/>
                    <a:pt x="293" y="35"/>
                    <a:pt x="290" y="35"/>
                  </a:cubicBezTo>
                  <a:cubicBezTo>
                    <a:pt x="285" y="33"/>
                    <a:pt x="271" y="40"/>
                    <a:pt x="268" y="44"/>
                  </a:cubicBezTo>
                  <a:cubicBezTo>
                    <a:pt x="267" y="47"/>
                    <a:pt x="269" y="64"/>
                    <a:pt x="271" y="81"/>
                  </a:cubicBezTo>
                  <a:cubicBezTo>
                    <a:pt x="274" y="97"/>
                    <a:pt x="277" y="114"/>
                    <a:pt x="277" y="116"/>
                  </a:cubicBezTo>
                  <a:cubicBezTo>
                    <a:pt x="276" y="119"/>
                    <a:pt x="266" y="123"/>
                    <a:pt x="266" y="123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6" y="123"/>
                    <a:pt x="257" y="130"/>
                    <a:pt x="253" y="129"/>
                  </a:cubicBezTo>
                  <a:cubicBezTo>
                    <a:pt x="252" y="129"/>
                    <a:pt x="240" y="118"/>
                    <a:pt x="227" y="107"/>
                  </a:cubicBezTo>
                  <a:cubicBezTo>
                    <a:pt x="214" y="96"/>
                    <a:pt x="200" y="85"/>
                    <a:pt x="197" y="85"/>
                  </a:cubicBezTo>
                  <a:cubicBezTo>
                    <a:pt x="192" y="85"/>
                    <a:pt x="179" y="95"/>
                    <a:pt x="178" y="100"/>
                  </a:cubicBezTo>
                  <a:cubicBezTo>
                    <a:pt x="177" y="102"/>
                    <a:pt x="183" y="118"/>
                    <a:pt x="189" y="134"/>
                  </a:cubicBezTo>
                  <a:cubicBezTo>
                    <a:pt x="196" y="150"/>
                    <a:pt x="203" y="165"/>
                    <a:pt x="203" y="167"/>
                  </a:cubicBezTo>
                  <a:cubicBezTo>
                    <a:pt x="203" y="171"/>
                    <a:pt x="194" y="177"/>
                    <a:pt x="194" y="177"/>
                  </a:cubicBezTo>
                  <a:cubicBezTo>
                    <a:pt x="194" y="177"/>
                    <a:pt x="194" y="177"/>
                    <a:pt x="194" y="177"/>
                  </a:cubicBezTo>
                  <a:cubicBezTo>
                    <a:pt x="194" y="177"/>
                    <a:pt x="186" y="185"/>
                    <a:pt x="183" y="186"/>
                  </a:cubicBezTo>
                  <a:cubicBezTo>
                    <a:pt x="181" y="186"/>
                    <a:pt x="167" y="178"/>
                    <a:pt x="152" y="170"/>
                  </a:cubicBezTo>
                  <a:cubicBezTo>
                    <a:pt x="137" y="162"/>
                    <a:pt x="121" y="155"/>
                    <a:pt x="118" y="156"/>
                  </a:cubicBezTo>
                  <a:cubicBezTo>
                    <a:pt x="113" y="157"/>
                    <a:pt x="103" y="169"/>
                    <a:pt x="103" y="174"/>
                  </a:cubicBezTo>
                  <a:cubicBezTo>
                    <a:pt x="103" y="177"/>
                    <a:pt x="112" y="191"/>
                    <a:pt x="122" y="205"/>
                  </a:cubicBezTo>
                  <a:cubicBezTo>
                    <a:pt x="132" y="219"/>
                    <a:pt x="142" y="232"/>
                    <a:pt x="143" y="234"/>
                  </a:cubicBezTo>
                  <a:cubicBezTo>
                    <a:pt x="143" y="238"/>
                    <a:pt x="136" y="246"/>
                    <a:pt x="136" y="246"/>
                  </a:cubicBezTo>
                  <a:cubicBezTo>
                    <a:pt x="136" y="246"/>
                    <a:pt x="136" y="246"/>
                    <a:pt x="136" y="246"/>
                  </a:cubicBezTo>
                  <a:cubicBezTo>
                    <a:pt x="136" y="246"/>
                    <a:pt x="131" y="256"/>
                    <a:pt x="128" y="257"/>
                  </a:cubicBezTo>
                  <a:cubicBezTo>
                    <a:pt x="126" y="257"/>
                    <a:pt x="110" y="253"/>
                    <a:pt x="94" y="248"/>
                  </a:cubicBezTo>
                  <a:cubicBezTo>
                    <a:pt x="77" y="244"/>
                    <a:pt x="60" y="241"/>
                    <a:pt x="58" y="242"/>
                  </a:cubicBezTo>
                  <a:cubicBezTo>
                    <a:pt x="52" y="245"/>
                    <a:pt x="46" y="259"/>
                    <a:pt x="47" y="264"/>
                  </a:cubicBezTo>
                  <a:cubicBezTo>
                    <a:pt x="47" y="266"/>
                    <a:pt x="60" y="279"/>
                    <a:pt x="72" y="290"/>
                  </a:cubicBezTo>
                  <a:cubicBezTo>
                    <a:pt x="85" y="301"/>
                    <a:pt x="98" y="311"/>
                    <a:pt x="99" y="313"/>
                  </a:cubicBezTo>
                  <a:cubicBezTo>
                    <a:pt x="101" y="317"/>
                    <a:pt x="96" y="326"/>
                    <a:pt x="96" y="326"/>
                  </a:cubicBezTo>
                  <a:cubicBezTo>
                    <a:pt x="96" y="326"/>
                    <a:pt x="96" y="326"/>
                    <a:pt x="96" y="326"/>
                  </a:cubicBezTo>
                  <a:cubicBezTo>
                    <a:pt x="95" y="326"/>
                    <a:pt x="93" y="337"/>
                    <a:pt x="90" y="339"/>
                  </a:cubicBezTo>
                  <a:cubicBezTo>
                    <a:pt x="89" y="340"/>
                    <a:pt x="72" y="339"/>
                    <a:pt x="55" y="338"/>
                  </a:cubicBezTo>
                  <a:cubicBezTo>
                    <a:pt x="38" y="338"/>
                    <a:pt x="21" y="339"/>
                    <a:pt x="19" y="341"/>
                  </a:cubicBezTo>
                  <a:cubicBezTo>
                    <a:pt x="14" y="344"/>
                    <a:pt x="11" y="359"/>
                    <a:pt x="13" y="364"/>
                  </a:cubicBezTo>
                  <a:cubicBezTo>
                    <a:pt x="14" y="367"/>
                    <a:pt x="29" y="376"/>
                    <a:pt x="44" y="383"/>
                  </a:cubicBezTo>
                  <a:cubicBezTo>
                    <a:pt x="59" y="391"/>
                    <a:pt x="74" y="398"/>
                    <a:pt x="76" y="400"/>
                  </a:cubicBezTo>
                  <a:cubicBezTo>
                    <a:pt x="78" y="403"/>
                    <a:pt x="75" y="413"/>
                    <a:pt x="75" y="413"/>
                  </a:cubicBezTo>
                  <a:cubicBezTo>
                    <a:pt x="75" y="414"/>
                    <a:pt x="75" y="414"/>
                    <a:pt x="75" y="414"/>
                  </a:cubicBezTo>
                  <a:cubicBezTo>
                    <a:pt x="75" y="414"/>
                    <a:pt x="75" y="424"/>
                    <a:pt x="72" y="427"/>
                  </a:cubicBezTo>
                  <a:cubicBezTo>
                    <a:pt x="71" y="428"/>
                    <a:pt x="55" y="431"/>
                    <a:pt x="38" y="435"/>
                  </a:cubicBezTo>
                  <a:cubicBezTo>
                    <a:pt x="22" y="439"/>
                    <a:pt x="5" y="443"/>
                    <a:pt x="3" y="445"/>
                  </a:cubicBezTo>
                  <a:cubicBezTo>
                    <a:pt x="0" y="450"/>
                    <a:pt x="0" y="465"/>
                    <a:pt x="3" y="470"/>
                  </a:cubicBezTo>
                  <a:cubicBezTo>
                    <a:pt x="5" y="472"/>
                    <a:pt x="21" y="477"/>
                    <a:pt x="38" y="481"/>
                  </a:cubicBezTo>
                  <a:cubicBezTo>
                    <a:pt x="54" y="485"/>
                    <a:pt x="71" y="489"/>
                    <a:pt x="72" y="490"/>
                  </a:cubicBezTo>
                  <a:cubicBezTo>
                    <a:pt x="75" y="492"/>
                    <a:pt x="75" y="503"/>
                    <a:pt x="75" y="503"/>
                  </a:cubicBezTo>
                  <a:cubicBezTo>
                    <a:pt x="75" y="503"/>
                    <a:pt x="75" y="503"/>
                    <a:pt x="75" y="503"/>
                  </a:cubicBezTo>
                  <a:cubicBezTo>
                    <a:pt x="75" y="503"/>
                    <a:pt x="77" y="514"/>
                    <a:pt x="76" y="517"/>
                  </a:cubicBezTo>
                  <a:cubicBezTo>
                    <a:pt x="75" y="519"/>
                    <a:pt x="59" y="525"/>
                    <a:pt x="44" y="533"/>
                  </a:cubicBezTo>
                  <a:cubicBezTo>
                    <a:pt x="29" y="540"/>
                    <a:pt x="14" y="548"/>
                    <a:pt x="13" y="551"/>
                  </a:cubicBezTo>
                  <a:cubicBezTo>
                    <a:pt x="10" y="556"/>
                    <a:pt x="14" y="571"/>
                    <a:pt x="18" y="574"/>
                  </a:cubicBezTo>
                  <a:cubicBezTo>
                    <a:pt x="20" y="576"/>
                    <a:pt x="37" y="577"/>
                    <a:pt x="54" y="578"/>
                  </a:cubicBezTo>
                  <a:cubicBezTo>
                    <a:pt x="71" y="578"/>
                    <a:pt x="88" y="577"/>
                    <a:pt x="90" y="578"/>
                  </a:cubicBezTo>
                  <a:cubicBezTo>
                    <a:pt x="93" y="580"/>
                    <a:pt x="96" y="591"/>
                    <a:pt x="96" y="591"/>
                  </a:cubicBezTo>
                  <a:cubicBezTo>
                    <a:pt x="96" y="591"/>
                    <a:pt x="96" y="591"/>
                    <a:pt x="96" y="591"/>
                  </a:cubicBezTo>
                  <a:cubicBezTo>
                    <a:pt x="96" y="591"/>
                    <a:pt x="100" y="601"/>
                    <a:pt x="99" y="604"/>
                  </a:cubicBezTo>
                  <a:cubicBezTo>
                    <a:pt x="99" y="606"/>
                    <a:pt x="86" y="615"/>
                    <a:pt x="72" y="626"/>
                  </a:cubicBezTo>
                  <a:cubicBezTo>
                    <a:pt x="59" y="637"/>
                    <a:pt x="47" y="649"/>
                    <a:pt x="46" y="651"/>
                  </a:cubicBezTo>
                  <a:cubicBezTo>
                    <a:pt x="45" y="657"/>
                    <a:pt x="52" y="671"/>
                    <a:pt x="57" y="673"/>
                  </a:cubicBezTo>
                  <a:cubicBezTo>
                    <a:pt x="59" y="674"/>
                    <a:pt x="76" y="672"/>
                    <a:pt x="93" y="668"/>
                  </a:cubicBezTo>
                  <a:cubicBezTo>
                    <a:pt x="110" y="664"/>
                    <a:pt x="126" y="660"/>
                    <a:pt x="128" y="660"/>
                  </a:cubicBezTo>
                  <a:cubicBezTo>
                    <a:pt x="131" y="661"/>
                    <a:pt x="136" y="671"/>
                    <a:pt x="136" y="671"/>
                  </a:cubicBezTo>
                  <a:cubicBezTo>
                    <a:pt x="136" y="671"/>
                    <a:pt x="136" y="671"/>
                    <a:pt x="136" y="671"/>
                  </a:cubicBezTo>
                  <a:cubicBezTo>
                    <a:pt x="136" y="671"/>
                    <a:pt x="143" y="680"/>
                    <a:pt x="143" y="683"/>
                  </a:cubicBezTo>
                  <a:cubicBezTo>
                    <a:pt x="143" y="685"/>
                    <a:pt x="132" y="697"/>
                    <a:pt x="122" y="711"/>
                  </a:cubicBezTo>
                  <a:cubicBezTo>
                    <a:pt x="111" y="724"/>
                    <a:pt x="102" y="739"/>
                    <a:pt x="102" y="741"/>
                  </a:cubicBezTo>
                  <a:cubicBezTo>
                    <a:pt x="102" y="747"/>
                    <a:pt x="112" y="759"/>
                    <a:pt x="117" y="760"/>
                  </a:cubicBezTo>
                  <a:cubicBezTo>
                    <a:pt x="120" y="761"/>
                    <a:pt x="136" y="754"/>
                    <a:pt x="151" y="747"/>
                  </a:cubicBezTo>
                  <a:cubicBezTo>
                    <a:pt x="166" y="739"/>
                    <a:pt x="181" y="731"/>
                    <a:pt x="183" y="731"/>
                  </a:cubicBezTo>
                  <a:cubicBezTo>
                    <a:pt x="187" y="731"/>
                    <a:pt x="194" y="740"/>
                    <a:pt x="194" y="740"/>
                  </a:cubicBezTo>
                  <a:cubicBezTo>
                    <a:pt x="194" y="740"/>
                    <a:pt x="194" y="740"/>
                    <a:pt x="194" y="740"/>
                  </a:cubicBezTo>
                  <a:cubicBezTo>
                    <a:pt x="194" y="740"/>
                    <a:pt x="202" y="747"/>
                    <a:pt x="203" y="750"/>
                  </a:cubicBezTo>
                  <a:cubicBezTo>
                    <a:pt x="203" y="751"/>
                    <a:pt x="196" y="766"/>
                    <a:pt x="189" y="782"/>
                  </a:cubicBezTo>
                  <a:cubicBezTo>
                    <a:pt x="182" y="797"/>
                    <a:pt x="176" y="813"/>
                    <a:pt x="177" y="816"/>
                  </a:cubicBezTo>
                  <a:cubicBezTo>
                    <a:pt x="178" y="822"/>
                    <a:pt x="191" y="831"/>
                    <a:pt x="196" y="831"/>
                  </a:cubicBezTo>
                  <a:cubicBezTo>
                    <a:pt x="199" y="831"/>
                    <a:pt x="213" y="821"/>
                    <a:pt x="226" y="810"/>
                  </a:cubicBezTo>
                  <a:cubicBezTo>
                    <a:pt x="239" y="799"/>
                    <a:pt x="252" y="788"/>
                    <a:pt x="254" y="787"/>
                  </a:cubicBezTo>
                  <a:cubicBezTo>
                    <a:pt x="257" y="787"/>
                    <a:pt x="266" y="793"/>
                    <a:pt x="266" y="793"/>
                  </a:cubicBezTo>
                  <a:cubicBezTo>
                    <a:pt x="266" y="793"/>
                    <a:pt x="266" y="793"/>
                    <a:pt x="266" y="793"/>
                  </a:cubicBezTo>
                  <a:cubicBezTo>
                    <a:pt x="266" y="793"/>
                    <a:pt x="276" y="798"/>
                    <a:pt x="277" y="801"/>
                  </a:cubicBezTo>
                  <a:cubicBezTo>
                    <a:pt x="278" y="803"/>
                    <a:pt x="274" y="819"/>
                    <a:pt x="271" y="835"/>
                  </a:cubicBezTo>
                  <a:cubicBezTo>
                    <a:pt x="268" y="852"/>
                    <a:pt x="265" y="869"/>
                    <a:pt x="267" y="872"/>
                  </a:cubicBezTo>
                  <a:cubicBezTo>
                    <a:pt x="269" y="877"/>
                    <a:pt x="284" y="883"/>
                    <a:pt x="289" y="881"/>
                  </a:cubicBezTo>
                  <a:cubicBezTo>
                    <a:pt x="291" y="881"/>
                    <a:pt x="303" y="868"/>
                    <a:pt x="313" y="854"/>
                  </a:cubicBezTo>
                  <a:cubicBezTo>
                    <a:pt x="324" y="841"/>
                    <a:pt x="333" y="827"/>
                    <a:pt x="335" y="826"/>
                  </a:cubicBezTo>
                  <a:cubicBezTo>
                    <a:pt x="338" y="824"/>
                    <a:pt x="348" y="829"/>
                    <a:pt x="348" y="829"/>
                  </a:cubicBezTo>
                  <a:cubicBezTo>
                    <a:pt x="348" y="829"/>
                    <a:pt x="348" y="829"/>
                    <a:pt x="348" y="829"/>
                  </a:cubicBezTo>
                  <a:cubicBezTo>
                    <a:pt x="348" y="829"/>
                    <a:pt x="359" y="831"/>
                    <a:pt x="361" y="834"/>
                  </a:cubicBezTo>
                  <a:cubicBezTo>
                    <a:pt x="362" y="835"/>
                    <a:pt x="362" y="852"/>
                    <a:pt x="363" y="869"/>
                  </a:cubicBezTo>
                  <a:cubicBezTo>
                    <a:pt x="364" y="886"/>
                    <a:pt x="365" y="903"/>
                    <a:pt x="367" y="905"/>
                  </a:cubicBezTo>
                  <a:cubicBezTo>
                    <a:pt x="371" y="909"/>
                    <a:pt x="386" y="912"/>
                    <a:pt x="391" y="909"/>
                  </a:cubicBezTo>
                  <a:cubicBezTo>
                    <a:pt x="393" y="908"/>
                    <a:pt x="401" y="893"/>
                    <a:pt x="408" y="877"/>
                  </a:cubicBezTo>
                  <a:cubicBezTo>
                    <a:pt x="415" y="862"/>
                    <a:pt x="422" y="846"/>
                    <a:pt x="423" y="845"/>
                  </a:cubicBezTo>
                  <a:cubicBezTo>
                    <a:pt x="426" y="842"/>
                    <a:pt x="436" y="844"/>
                    <a:pt x="436" y="844"/>
                  </a:cubicBezTo>
                  <a:cubicBezTo>
                    <a:pt x="437" y="845"/>
                    <a:pt x="437" y="845"/>
                    <a:pt x="437" y="845"/>
                  </a:cubicBezTo>
                  <a:cubicBezTo>
                    <a:pt x="437" y="845"/>
                    <a:pt x="448" y="844"/>
                    <a:pt x="450" y="846"/>
                  </a:cubicBezTo>
                  <a:cubicBezTo>
                    <a:pt x="451" y="847"/>
                    <a:pt x="455" y="864"/>
                    <a:pt x="460" y="880"/>
                  </a:cubicBezTo>
                  <a:cubicBezTo>
                    <a:pt x="465" y="896"/>
                    <a:pt x="470" y="912"/>
                    <a:pt x="473" y="914"/>
                  </a:cubicBezTo>
                  <a:cubicBezTo>
                    <a:pt x="477" y="917"/>
                    <a:pt x="493" y="916"/>
                    <a:pt x="497" y="913"/>
                  </a:cubicBezTo>
                  <a:cubicBezTo>
                    <a:pt x="499" y="911"/>
                    <a:pt x="503" y="894"/>
                    <a:pt x="506" y="878"/>
                  </a:cubicBezTo>
                  <a:cubicBezTo>
                    <a:pt x="510" y="861"/>
                    <a:pt x="512" y="844"/>
                    <a:pt x="513" y="843"/>
                  </a:cubicBezTo>
                  <a:cubicBezTo>
                    <a:pt x="515" y="840"/>
                    <a:pt x="526" y="839"/>
                    <a:pt x="526" y="839"/>
                  </a:cubicBezTo>
                  <a:cubicBezTo>
                    <a:pt x="526" y="839"/>
                    <a:pt x="526" y="839"/>
                    <a:pt x="526" y="839"/>
                  </a:cubicBezTo>
                  <a:cubicBezTo>
                    <a:pt x="526" y="839"/>
                    <a:pt x="537" y="837"/>
                    <a:pt x="540" y="838"/>
                  </a:cubicBezTo>
                  <a:cubicBezTo>
                    <a:pt x="541" y="839"/>
                    <a:pt x="549" y="854"/>
                    <a:pt x="557" y="868"/>
                  </a:cubicBezTo>
                  <a:cubicBezTo>
                    <a:pt x="565" y="883"/>
                    <a:pt x="575" y="898"/>
                    <a:pt x="577" y="899"/>
                  </a:cubicBezTo>
                  <a:cubicBezTo>
                    <a:pt x="583" y="901"/>
                    <a:pt x="597" y="896"/>
                    <a:pt x="601" y="892"/>
                  </a:cubicBezTo>
                  <a:cubicBezTo>
                    <a:pt x="602" y="890"/>
                    <a:pt x="602" y="873"/>
                    <a:pt x="602" y="855"/>
                  </a:cubicBezTo>
                  <a:cubicBezTo>
                    <a:pt x="601" y="838"/>
                    <a:pt x="600" y="822"/>
                    <a:pt x="600" y="820"/>
                  </a:cubicBezTo>
                  <a:cubicBezTo>
                    <a:pt x="602" y="816"/>
                    <a:pt x="612" y="814"/>
                    <a:pt x="612" y="814"/>
                  </a:cubicBezTo>
                  <a:cubicBezTo>
                    <a:pt x="612" y="814"/>
                    <a:pt x="612" y="814"/>
                    <a:pt x="612" y="814"/>
                  </a:cubicBezTo>
                  <a:cubicBezTo>
                    <a:pt x="612" y="814"/>
                    <a:pt x="622" y="808"/>
                    <a:pt x="625" y="809"/>
                  </a:cubicBezTo>
                  <a:cubicBezTo>
                    <a:pt x="627" y="809"/>
                    <a:pt x="638" y="822"/>
                    <a:pt x="649" y="835"/>
                  </a:cubicBezTo>
                  <a:cubicBezTo>
                    <a:pt x="661" y="847"/>
                    <a:pt x="673" y="859"/>
                    <a:pt x="676" y="860"/>
                  </a:cubicBezTo>
                  <a:cubicBezTo>
                    <a:pt x="681" y="860"/>
                    <a:pt x="695" y="852"/>
                    <a:pt x="697" y="847"/>
                  </a:cubicBezTo>
                  <a:cubicBezTo>
                    <a:pt x="698" y="845"/>
                    <a:pt x="694" y="828"/>
                    <a:pt x="689" y="812"/>
                  </a:cubicBezTo>
                  <a:cubicBezTo>
                    <a:pt x="685" y="795"/>
                    <a:pt x="679" y="779"/>
                    <a:pt x="680" y="778"/>
                  </a:cubicBezTo>
                  <a:cubicBezTo>
                    <a:pt x="680" y="774"/>
                    <a:pt x="690" y="769"/>
                    <a:pt x="690" y="769"/>
                  </a:cubicBezTo>
                  <a:cubicBezTo>
                    <a:pt x="690" y="769"/>
                    <a:pt x="690" y="769"/>
                    <a:pt x="690" y="769"/>
                  </a:cubicBezTo>
                  <a:cubicBezTo>
                    <a:pt x="690" y="769"/>
                    <a:pt x="698" y="761"/>
                    <a:pt x="702" y="761"/>
                  </a:cubicBezTo>
                  <a:cubicBezTo>
                    <a:pt x="703" y="761"/>
                    <a:pt x="717" y="771"/>
                    <a:pt x="731" y="781"/>
                  </a:cubicBezTo>
                  <a:cubicBezTo>
                    <a:pt x="745" y="790"/>
                    <a:pt x="759" y="799"/>
                    <a:pt x="762" y="799"/>
                  </a:cubicBezTo>
                  <a:cubicBezTo>
                    <a:pt x="768" y="798"/>
                    <a:pt x="779" y="787"/>
                    <a:pt x="780" y="782"/>
                  </a:cubicBezTo>
                  <a:cubicBezTo>
                    <a:pt x="780" y="780"/>
                    <a:pt x="773" y="764"/>
                    <a:pt x="765" y="749"/>
                  </a:cubicBezTo>
                  <a:cubicBezTo>
                    <a:pt x="756" y="734"/>
                    <a:pt x="748" y="720"/>
                    <a:pt x="747" y="718"/>
                  </a:cubicBezTo>
                  <a:cubicBezTo>
                    <a:pt x="747" y="714"/>
                    <a:pt x="755" y="707"/>
                    <a:pt x="755" y="707"/>
                  </a:cubicBezTo>
                  <a:cubicBezTo>
                    <a:pt x="755" y="707"/>
                    <a:pt x="755" y="707"/>
                    <a:pt x="755" y="707"/>
                  </a:cubicBezTo>
                  <a:cubicBezTo>
                    <a:pt x="755" y="707"/>
                    <a:pt x="762" y="698"/>
                    <a:pt x="765" y="697"/>
                  </a:cubicBezTo>
                  <a:cubicBezTo>
                    <a:pt x="767" y="697"/>
                    <a:pt x="782" y="703"/>
                    <a:pt x="798" y="709"/>
                  </a:cubicBezTo>
                  <a:cubicBezTo>
                    <a:pt x="813" y="715"/>
                    <a:pt x="830" y="721"/>
                    <a:pt x="833" y="720"/>
                  </a:cubicBezTo>
                  <a:cubicBezTo>
                    <a:pt x="838" y="718"/>
                    <a:pt x="846" y="705"/>
                    <a:pt x="846" y="699"/>
                  </a:cubicBezTo>
                  <a:cubicBezTo>
                    <a:pt x="846" y="697"/>
                    <a:pt x="835" y="683"/>
                    <a:pt x="824" y="671"/>
                  </a:cubicBezTo>
                  <a:cubicBezTo>
                    <a:pt x="812" y="658"/>
                    <a:pt x="800" y="646"/>
                    <a:pt x="800" y="645"/>
                  </a:cubicBezTo>
                  <a:cubicBezTo>
                    <a:pt x="799" y="641"/>
                    <a:pt x="805" y="632"/>
                    <a:pt x="805" y="632"/>
                  </a:cubicBezTo>
                  <a:cubicBezTo>
                    <a:pt x="805" y="632"/>
                    <a:pt x="805" y="632"/>
                    <a:pt x="805" y="632"/>
                  </a:cubicBezTo>
                  <a:cubicBezTo>
                    <a:pt x="805" y="632"/>
                    <a:pt x="809" y="622"/>
                    <a:pt x="812" y="620"/>
                  </a:cubicBezTo>
                  <a:cubicBezTo>
                    <a:pt x="813" y="619"/>
                    <a:pt x="830" y="622"/>
                    <a:pt x="846" y="624"/>
                  </a:cubicBezTo>
                  <a:cubicBezTo>
                    <a:pt x="863" y="627"/>
                    <a:pt x="880" y="628"/>
                    <a:pt x="883" y="626"/>
                  </a:cubicBezTo>
                  <a:cubicBezTo>
                    <a:pt x="888" y="624"/>
                    <a:pt x="893" y="609"/>
                    <a:pt x="891" y="604"/>
                  </a:cubicBezTo>
                  <a:cubicBezTo>
                    <a:pt x="891" y="601"/>
                    <a:pt x="877" y="591"/>
                    <a:pt x="863" y="581"/>
                  </a:cubicBezTo>
                  <a:cubicBezTo>
                    <a:pt x="849" y="571"/>
                    <a:pt x="834" y="563"/>
                    <a:pt x="833" y="561"/>
                  </a:cubicBezTo>
                  <a:cubicBezTo>
                    <a:pt x="831" y="558"/>
                    <a:pt x="835" y="548"/>
                    <a:pt x="835" y="548"/>
                  </a:cubicBezTo>
                  <a:cubicBezTo>
                    <a:pt x="835" y="548"/>
                    <a:pt x="835" y="548"/>
                    <a:pt x="835" y="548"/>
                  </a:cubicBezTo>
                  <a:cubicBezTo>
                    <a:pt x="836" y="548"/>
                    <a:pt x="837" y="537"/>
                    <a:pt x="840" y="535"/>
                  </a:cubicBezTo>
                  <a:cubicBezTo>
                    <a:pt x="841" y="533"/>
                    <a:pt x="857" y="533"/>
                    <a:pt x="874" y="531"/>
                  </a:cubicBezTo>
                  <a:cubicBezTo>
                    <a:pt x="891" y="529"/>
                    <a:pt x="908" y="526"/>
                    <a:pt x="910" y="524"/>
                  </a:cubicBezTo>
                  <a:cubicBezTo>
                    <a:pt x="914" y="520"/>
                    <a:pt x="916" y="505"/>
                    <a:pt x="913" y="500"/>
                  </a:cubicBezTo>
                  <a:cubicBezTo>
                    <a:pt x="912" y="498"/>
                    <a:pt x="896" y="491"/>
                    <a:pt x="880" y="485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59" name="Google Shape;1559;p54"/>
            <p:cNvSpPr/>
            <p:nvPr/>
          </p:nvSpPr>
          <p:spPr>
            <a:xfrm>
              <a:off x="6264298" y="2325026"/>
              <a:ext cx="952800" cy="9534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9000021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0" name="Google Shape;1560;p54"/>
            <p:cNvSpPr/>
            <p:nvPr/>
          </p:nvSpPr>
          <p:spPr>
            <a:xfrm rot="-5400000">
              <a:off x="3971174" y="1600200"/>
              <a:ext cx="1958825" cy="1958825"/>
            </a:xfrm>
            <a:custGeom>
              <a:rect b="b" l="l" r="r" t="t"/>
              <a:pathLst>
                <a:path extrusionOk="0" h="972" w="972">
                  <a:moveTo>
                    <a:pt x="0" y="972"/>
                  </a:moveTo>
                  <a:cubicBezTo>
                    <a:pt x="0" y="486"/>
                    <a:pt x="0" y="486"/>
                    <a:pt x="0" y="486"/>
                  </a:cubicBezTo>
                  <a:cubicBezTo>
                    <a:pt x="0" y="218"/>
                    <a:pt x="218" y="0"/>
                    <a:pt x="486" y="0"/>
                  </a:cubicBezTo>
                  <a:cubicBezTo>
                    <a:pt x="754" y="0"/>
                    <a:pt x="972" y="218"/>
                    <a:pt x="972" y="486"/>
                  </a:cubicBezTo>
                  <a:cubicBezTo>
                    <a:pt x="972" y="754"/>
                    <a:pt x="754" y="972"/>
                    <a:pt x="486" y="972"/>
                  </a:cubicBezTo>
                  <a:lnTo>
                    <a:pt x="0" y="97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1" name="Google Shape;1561;p54"/>
            <p:cNvSpPr/>
            <p:nvPr/>
          </p:nvSpPr>
          <p:spPr>
            <a:xfrm rot="-5400000">
              <a:off x="4109493" y="1751049"/>
              <a:ext cx="1665634" cy="1667936"/>
            </a:xfrm>
            <a:custGeom>
              <a:rect b="b" l="l" r="r" t="t"/>
              <a:pathLst>
                <a:path extrusionOk="0" h="917" w="916">
                  <a:moveTo>
                    <a:pt x="880" y="485"/>
                  </a:moveTo>
                  <a:cubicBezTo>
                    <a:pt x="864" y="479"/>
                    <a:pt x="848" y="473"/>
                    <a:pt x="847" y="472"/>
                  </a:cubicBezTo>
                  <a:cubicBezTo>
                    <a:pt x="844" y="469"/>
                    <a:pt x="846" y="459"/>
                    <a:pt x="846" y="459"/>
                  </a:cubicBezTo>
                  <a:cubicBezTo>
                    <a:pt x="846" y="458"/>
                    <a:pt x="846" y="458"/>
                    <a:pt x="846" y="458"/>
                  </a:cubicBezTo>
                  <a:cubicBezTo>
                    <a:pt x="846" y="458"/>
                    <a:pt x="845" y="447"/>
                    <a:pt x="847" y="445"/>
                  </a:cubicBezTo>
                  <a:cubicBezTo>
                    <a:pt x="848" y="443"/>
                    <a:pt x="864" y="439"/>
                    <a:pt x="880" y="433"/>
                  </a:cubicBezTo>
                  <a:cubicBezTo>
                    <a:pt x="896" y="427"/>
                    <a:pt x="912" y="421"/>
                    <a:pt x="913" y="418"/>
                  </a:cubicBezTo>
                  <a:cubicBezTo>
                    <a:pt x="916" y="414"/>
                    <a:pt x="914" y="398"/>
                    <a:pt x="910" y="394"/>
                  </a:cubicBezTo>
                  <a:cubicBezTo>
                    <a:pt x="909" y="392"/>
                    <a:pt x="892" y="389"/>
                    <a:pt x="875" y="387"/>
                  </a:cubicBezTo>
                  <a:cubicBezTo>
                    <a:pt x="858" y="385"/>
                    <a:pt x="841" y="383"/>
                    <a:pt x="840" y="382"/>
                  </a:cubicBezTo>
                  <a:cubicBezTo>
                    <a:pt x="836" y="380"/>
                    <a:pt x="835" y="369"/>
                    <a:pt x="835" y="369"/>
                  </a:cubicBezTo>
                  <a:cubicBezTo>
                    <a:pt x="835" y="369"/>
                    <a:pt x="835" y="369"/>
                    <a:pt x="835" y="369"/>
                  </a:cubicBezTo>
                  <a:cubicBezTo>
                    <a:pt x="835" y="369"/>
                    <a:pt x="832" y="359"/>
                    <a:pt x="833" y="356"/>
                  </a:cubicBezTo>
                  <a:cubicBezTo>
                    <a:pt x="834" y="354"/>
                    <a:pt x="848" y="346"/>
                    <a:pt x="863" y="337"/>
                  </a:cubicBezTo>
                  <a:cubicBezTo>
                    <a:pt x="877" y="328"/>
                    <a:pt x="891" y="317"/>
                    <a:pt x="892" y="315"/>
                  </a:cubicBezTo>
                  <a:cubicBezTo>
                    <a:pt x="894" y="309"/>
                    <a:pt x="888" y="295"/>
                    <a:pt x="884" y="292"/>
                  </a:cubicBezTo>
                  <a:cubicBezTo>
                    <a:pt x="881" y="290"/>
                    <a:pt x="864" y="291"/>
                    <a:pt x="847" y="293"/>
                  </a:cubicBezTo>
                  <a:cubicBezTo>
                    <a:pt x="830" y="295"/>
                    <a:pt x="814" y="297"/>
                    <a:pt x="812" y="296"/>
                  </a:cubicBezTo>
                  <a:cubicBezTo>
                    <a:pt x="808" y="295"/>
                    <a:pt x="805" y="285"/>
                    <a:pt x="805" y="285"/>
                  </a:cubicBezTo>
                  <a:cubicBezTo>
                    <a:pt x="805" y="285"/>
                    <a:pt x="805" y="285"/>
                    <a:pt x="805" y="285"/>
                  </a:cubicBezTo>
                  <a:cubicBezTo>
                    <a:pt x="805" y="285"/>
                    <a:pt x="799" y="275"/>
                    <a:pt x="799" y="272"/>
                  </a:cubicBezTo>
                  <a:cubicBezTo>
                    <a:pt x="800" y="271"/>
                    <a:pt x="812" y="259"/>
                    <a:pt x="824" y="247"/>
                  </a:cubicBezTo>
                  <a:cubicBezTo>
                    <a:pt x="835" y="235"/>
                    <a:pt x="847" y="222"/>
                    <a:pt x="847" y="219"/>
                  </a:cubicBezTo>
                  <a:cubicBezTo>
                    <a:pt x="847" y="213"/>
                    <a:pt x="839" y="200"/>
                    <a:pt x="834" y="199"/>
                  </a:cubicBezTo>
                  <a:cubicBezTo>
                    <a:pt x="831" y="198"/>
                    <a:pt x="815" y="202"/>
                    <a:pt x="798" y="208"/>
                  </a:cubicBezTo>
                  <a:cubicBezTo>
                    <a:pt x="782" y="213"/>
                    <a:pt x="767" y="220"/>
                    <a:pt x="765" y="220"/>
                  </a:cubicBezTo>
                  <a:cubicBezTo>
                    <a:pt x="761" y="219"/>
                    <a:pt x="755" y="210"/>
                    <a:pt x="755" y="210"/>
                  </a:cubicBezTo>
                  <a:cubicBezTo>
                    <a:pt x="755" y="210"/>
                    <a:pt x="755" y="210"/>
                    <a:pt x="755" y="210"/>
                  </a:cubicBezTo>
                  <a:cubicBezTo>
                    <a:pt x="755" y="210"/>
                    <a:pt x="748" y="202"/>
                    <a:pt x="747" y="199"/>
                  </a:cubicBezTo>
                  <a:cubicBezTo>
                    <a:pt x="747" y="197"/>
                    <a:pt x="756" y="183"/>
                    <a:pt x="765" y="169"/>
                  </a:cubicBezTo>
                  <a:cubicBezTo>
                    <a:pt x="774" y="154"/>
                    <a:pt x="782" y="139"/>
                    <a:pt x="781" y="136"/>
                  </a:cubicBezTo>
                  <a:cubicBezTo>
                    <a:pt x="780" y="130"/>
                    <a:pt x="769" y="120"/>
                    <a:pt x="764" y="119"/>
                  </a:cubicBezTo>
                  <a:cubicBezTo>
                    <a:pt x="761" y="119"/>
                    <a:pt x="746" y="127"/>
                    <a:pt x="732" y="136"/>
                  </a:cubicBezTo>
                  <a:cubicBezTo>
                    <a:pt x="717" y="145"/>
                    <a:pt x="703" y="155"/>
                    <a:pt x="701" y="155"/>
                  </a:cubicBezTo>
                  <a:cubicBezTo>
                    <a:pt x="698" y="156"/>
                    <a:pt x="690" y="148"/>
                    <a:pt x="690" y="148"/>
                  </a:cubicBezTo>
                  <a:cubicBezTo>
                    <a:pt x="690" y="148"/>
                    <a:pt x="690" y="148"/>
                    <a:pt x="690" y="148"/>
                  </a:cubicBezTo>
                  <a:cubicBezTo>
                    <a:pt x="690" y="148"/>
                    <a:pt x="681" y="142"/>
                    <a:pt x="680" y="139"/>
                  </a:cubicBezTo>
                  <a:cubicBezTo>
                    <a:pt x="679" y="138"/>
                    <a:pt x="685" y="122"/>
                    <a:pt x="690" y="106"/>
                  </a:cubicBezTo>
                  <a:cubicBezTo>
                    <a:pt x="695" y="90"/>
                    <a:pt x="699" y="73"/>
                    <a:pt x="698" y="70"/>
                  </a:cubicBezTo>
                  <a:cubicBezTo>
                    <a:pt x="696" y="65"/>
                    <a:pt x="683" y="58"/>
                    <a:pt x="677" y="58"/>
                  </a:cubicBezTo>
                  <a:cubicBezTo>
                    <a:pt x="675" y="58"/>
                    <a:pt x="662" y="70"/>
                    <a:pt x="650" y="82"/>
                  </a:cubicBezTo>
                  <a:cubicBezTo>
                    <a:pt x="638" y="94"/>
                    <a:pt x="627" y="107"/>
                    <a:pt x="625" y="108"/>
                  </a:cubicBezTo>
                  <a:cubicBezTo>
                    <a:pt x="622" y="109"/>
                    <a:pt x="612" y="103"/>
                    <a:pt x="612" y="103"/>
                  </a:cubicBezTo>
                  <a:cubicBezTo>
                    <a:pt x="612" y="103"/>
                    <a:pt x="612" y="103"/>
                    <a:pt x="612" y="103"/>
                  </a:cubicBezTo>
                  <a:cubicBezTo>
                    <a:pt x="612" y="103"/>
                    <a:pt x="602" y="100"/>
                    <a:pt x="600" y="97"/>
                  </a:cubicBezTo>
                  <a:cubicBezTo>
                    <a:pt x="599" y="95"/>
                    <a:pt x="601" y="79"/>
                    <a:pt x="602" y="62"/>
                  </a:cubicBezTo>
                  <a:cubicBezTo>
                    <a:pt x="604" y="45"/>
                    <a:pt x="604" y="28"/>
                    <a:pt x="602" y="26"/>
                  </a:cubicBezTo>
                  <a:cubicBezTo>
                    <a:pt x="599" y="21"/>
                    <a:pt x="584" y="17"/>
                    <a:pt x="579" y="19"/>
                  </a:cubicBezTo>
                  <a:cubicBezTo>
                    <a:pt x="577" y="19"/>
                    <a:pt x="567" y="34"/>
                    <a:pt x="558" y="48"/>
                  </a:cubicBezTo>
                  <a:cubicBezTo>
                    <a:pt x="549" y="63"/>
                    <a:pt x="541" y="78"/>
                    <a:pt x="540" y="79"/>
                  </a:cubicBezTo>
                  <a:cubicBezTo>
                    <a:pt x="537" y="81"/>
                    <a:pt x="526" y="78"/>
                    <a:pt x="526" y="78"/>
                  </a:cubicBezTo>
                  <a:cubicBezTo>
                    <a:pt x="526" y="77"/>
                    <a:pt x="526" y="77"/>
                    <a:pt x="526" y="77"/>
                  </a:cubicBezTo>
                  <a:cubicBezTo>
                    <a:pt x="526" y="77"/>
                    <a:pt x="515" y="77"/>
                    <a:pt x="513" y="74"/>
                  </a:cubicBezTo>
                  <a:cubicBezTo>
                    <a:pt x="512" y="73"/>
                    <a:pt x="510" y="56"/>
                    <a:pt x="507" y="40"/>
                  </a:cubicBezTo>
                  <a:cubicBezTo>
                    <a:pt x="504" y="23"/>
                    <a:pt x="501" y="6"/>
                    <a:pt x="499" y="4"/>
                  </a:cubicBezTo>
                  <a:cubicBezTo>
                    <a:pt x="494" y="0"/>
                    <a:pt x="479" y="0"/>
                    <a:pt x="474" y="3"/>
                  </a:cubicBezTo>
                  <a:cubicBezTo>
                    <a:pt x="472" y="4"/>
                    <a:pt x="466" y="20"/>
                    <a:pt x="461" y="37"/>
                  </a:cubicBezTo>
                  <a:cubicBezTo>
                    <a:pt x="456" y="53"/>
                    <a:pt x="451" y="69"/>
                    <a:pt x="450" y="71"/>
                  </a:cubicBezTo>
                  <a:cubicBezTo>
                    <a:pt x="447" y="73"/>
                    <a:pt x="437" y="72"/>
                    <a:pt x="437" y="72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36" y="72"/>
                    <a:pt x="426" y="74"/>
                    <a:pt x="423" y="72"/>
                  </a:cubicBezTo>
                  <a:cubicBezTo>
                    <a:pt x="421" y="71"/>
                    <a:pt x="416" y="56"/>
                    <a:pt x="409" y="40"/>
                  </a:cubicBezTo>
                  <a:cubicBezTo>
                    <a:pt x="403" y="24"/>
                    <a:pt x="395" y="9"/>
                    <a:pt x="393" y="7"/>
                  </a:cubicBezTo>
                  <a:cubicBezTo>
                    <a:pt x="388" y="5"/>
                    <a:pt x="373" y="8"/>
                    <a:pt x="369" y="12"/>
                  </a:cubicBezTo>
                  <a:cubicBezTo>
                    <a:pt x="367" y="13"/>
                    <a:pt x="365" y="31"/>
                    <a:pt x="363" y="47"/>
                  </a:cubicBezTo>
                  <a:cubicBezTo>
                    <a:pt x="362" y="65"/>
                    <a:pt x="362" y="81"/>
                    <a:pt x="361" y="83"/>
                  </a:cubicBezTo>
                  <a:cubicBezTo>
                    <a:pt x="359" y="86"/>
                    <a:pt x="348" y="88"/>
                    <a:pt x="348" y="88"/>
                  </a:cubicBezTo>
                  <a:cubicBezTo>
                    <a:pt x="348" y="88"/>
                    <a:pt x="348" y="88"/>
                    <a:pt x="348" y="88"/>
                  </a:cubicBezTo>
                  <a:cubicBezTo>
                    <a:pt x="348" y="88"/>
                    <a:pt x="338" y="92"/>
                    <a:pt x="335" y="91"/>
                  </a:cubicBezTo>
                  <a:cubicBezTo>
                    <a:pt x="333" y="90"/>
                    <a:pt x="324" y="76"/>
                    <a:pt x="314" y="63"/>
                  </a:cubicBezTo>
                  <a:cubicBezTo>
                    <a:pt x="304" y="49"/>
                    <a:pt x="293" y="35"/>
                    <a:pt x="290" y="35"/>
                  </a:cubicBezTo>
                  <a:cubicBezTo>
                    <a:pt x="285" y="33"/>
                    <a:pt x="271" y="40"/>
                    <a:pt x="268" y="44"/>
                  </a:cubicBezTo>
                  <a:cubicBezTo>
                    <a:pt x="267" y="47"/>
                    <a:pt x="269" y="64"/>
                    <a:pt x="271" y="81"/>
                  </a:cubicBezTo>
                  <a:cubicBezTo>
                    <a:pt x="274" y="97"/>
                    <a:pt x="277" y="114"/>
                    <a:pt x="277" y="116"/>
                  </a:cubicBezTo>
                  <a:cubicBezTo>
                    <a:pt x="276" y="119"/>
                    <a:pt x="266" y="123"/>
                    <a:pt x="266" y="123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6" y="123"/>
                    <a:pt x="257" y="130"/>
                    <a:pt x="253" y="129"/>
                  </a:cubicBezTo>
                  <a:cubicBezTo>
                    <a:pt x="252" y="129"/>
                    <a:pt x="240" y="118"/>
                    <a:pt x="227" y="107"/>
                  </a:cubicBezTo>
                  <a:cubicBezTo>
                    <a:pt x="214" y="96"/>
                    <a:pt x="200" y="85"/>
                    <a:pt x="197" y="85"/>
                  </a:cubicBezTo>
                  <a:cubicBezTo>
                    <a:pt x="192" y="85"/>
                    <a:pt x="179" y="95"/>
                    <a:pt x="178" y="100"/>
                  </a:cubicBezTo>
                  <a:cubicBezTo>
                    <a:pt x="177" y="102"/>
                    <a:pt x="183" y="118"/>
                    <a:pt x="189" y="134"/>
                  </a:cubicBezTo>
                  <a:cubicBezTo>
                    <a:pt x="196" y="150"/>
                    <a:pt x="203" y="165"/>
                    <a:pt x="203" y="167"/>
                  </a:cubicBezTo>
                  <a:cubicBezTo>
                    <a:pt x="203" y="171"/>
                    <a:pt x="194" y="177"/>
                    <a:pt x="194" y="177"/>
                  </a:cubicBezTo>
                  <a:cubicBezTo>
                    <a:pt x="194" y="177"/>
                    <a:pt x="194" y="177"/>
                    <a:pt x="194" y="177"/>
                  </a:cubicBezTo>
                  <a:cubicBezTo>
                    <a:pt x="194" y="177"/>
                    <a:pt x="186" y="185"/>
                    <a:pt x="183" y="186"/>
                  </a:cubicBezTo>
                  <a:cubicBezTo>
                    <a:pt x="181" y="186"/>
                    <a:pt x="167" y="178"/>
                    <a:pt x="152" y="170"/>
                  </a:cubicBezTo>
                  <a:cubicBezTo>
                    <a:pt x="137" y="162"/>
                    <a:pt x="121" y="155"/>
                    <a:pt x="118" y="156"/>
                  </a:cubicBezTo>
                  <a:cubicBezTo>
                    <a:pt x="113" y="157"/>
                    <a:pt x="103" y="169"/>
                    <a:pt x="103" y="174"/>
                  </a:cubicBezTo>
                  <a:cubicBezTo>
                    <a:pt x="103" y="177"/>
                    <a:pt x="112" y="191"/>
                    <a:pt x="122" y="205"/>
                  </a:cubicBezTo>
                  <a:cubicBezTo>
                    <a:pt x="132" y="219"/>
                    <a:pt x="142" y="232"/>
                    <a:pt x="143" y="234"/>
                  </a:cubicBezTo>
                  <a:cubicBezTo>
                    <a:pt x="143" y="238"/>
                    <a:pt x="136" y="246"/>
                    <a:pt x="136" y="246"/>
                  </a:cubicBezTo>
                  <a:cubicBezTo>
                    <a:pt x="136" y="246"/>
                    <a:pt x="136" y="246"/>
                    <a:pt x="136" y="246"/>
                  </a:cubicBezTo>
                  <a:cubicBezTo>
                    <a:pt x="136" y="246"/>
                    <a:pt x="131" y="256"/>
                    <a:pt x="128" y="257"/>
                  </a:cubicBezTo>
                  <a:cubicBezTo>
                    <a:pt x="126" y="257"/>
                    <a:pt x="110" y="253"/>
                    <a:pt x="94" y="248"/>
                  </a:cubicBezTo>
                  <a:cubicBezTo>
                    <a:pt x="77" y="244"/>
                    <a:pt x="60" y="241"/>
                    <a:pt x="58" y="242"/>
                  </a:cubicBezTo>
                  <a:cubicBezTo>
                    <a:pt x="52" y="245"/>
                    <a:pt x="46" y="259"/>
                    <a:pt x="47" y="264"/>
                  </a:cubicBezTo>
                  <a:cubicBezTo>
                    <a:pt x="47" y="266"/>
                    <a:pt x="60" y="279"/>
                    <a:pt x="72" y="290"/>
                  </a:cubicBezTo>
                  <a:cubicBezTo>
                    <a:pt x="85" y="301"/>
                    <a:pt x="98" y="311"/>
                    <a:pt x="99" y="313"/>
                  </a:cubicBezTo>
                  <a:cubicBezTo>
                    <a:pt x="101" y="317"/>
                    <a:pt x="96" y="326"/>
                    <a:pt x="96" y="326"/>
                  </a:cubicBezTo>
                  <a:cubicBezTo>
                    <a:pt x="96" y="326"/>
                    <a:pt x="96" y="326"/>
                    <a:pt x="96" y="326"/>
                  </a:cubicBezTo>
                  <a:cubicBezTo>
                    <a:pt x="95" y="326"/>
                    <a:pt x="93" y="337"/>
                    <a:pt x="90" y="339"/>
                  </a:cubicBezTo>
                  <a:cubicBezTo>
                    <a:pt x="89" y="340"/>
                    <a:pt x="72" y="339"/>
                    <a:pt x="55" y="338"/>
                  </a:cubicBezTo>
                  <a:cubicBezTo>
                    <a:pt x="38" y="338"/>
                    <a:pt x="21" y="339"/>
                    <a:pt x="19" y="341"/>
                  </a:cubicBezTo>
                  <a:cubicBezTo>
                    <a:pt x="14" y="344"/>
                    <a:pt x="11" y="359"/>
                    <a:pt x="13" y="364"/>
                  </a:cubicBezTo>
                  <a:cubicBezTo>
                    <a:pt x="14" y="367"/>
                    <a:pt x="29" y="376"/>
                    <a:pt x="44" y="383"/>
                  </a:cubicBezTo>
                  <a:cubicBezTo>
                    <a:pt x="59" y="391"/>
                    <a:pt x="74" y="398"/>
                    <a:pt x="76" y="400"/>
                  </a:cubicBezTo>
                  <a:cubicBezTo>
                    <a:pt x="78" y="403"/>
                    <a:pt x="75" y="413"/>
                    <a:pt x="75" y="413"/>
                  </a:cubicBezTo>
                  <a:cubicBezTo>
                    <a:pt x="75" y="414"/>
                    <a:pt x="75" y="414"/>
                    <a:pt x="75" y="414"/>
                  </a:cubicBezTo>
                  <a:cubicBezTo>
                    <a:pt x="75" y="414"/>
                    <a:pt x="75" y="424"/>
                    <a:pt x="72" y="427"/>
                  </a:cubicBezTo>
                  <a:cubicBezTo>
                    <a:pt x="71" y="428"/>
                    <a:pt x="55" y="431"/>
                    <a:pt x="38" y="435"/>
                  </a:cubicBezTo>
                  <a:cubicBezTo>
                    <a:pt x="22" y="439"/>
                    <a:pt x="5" y="443"/>
                    <a:pt x="3" y="445"/>
                  </a:cubicBezTo>
                  <a:cubicBezTo>
                    <a:pt x="0" y="450"/>
                    <a:pt x="0" y="465"/>
                    <a:pt x="3" y="470"/>
                  </a:cubicBezTo>
                  <a:cubicBezTo>
                    <a:pt x="5" y="472"/>
                    <a:pt x="21" y="477"/>
                    <a:pt x="38" y="481"/>
                  </a:cubicBezTo>
                  <a:cubicBezTo>
                    <a:pt x="54" y="485"/>
                    <a:pt x="71" y="489"/>
                    <a:pt x="72" y="490"/>
                  </a:cubicBezTo>
                  <a:cubicBezTo>
                    <a:pt x="75" y="492"/>
                    <a:pt x="75" y="503"/>
                    <a:pt x="75" y="503"/>
                  </a:cubicBezTo>
                  <a:cubicBezTo>
                    <a:pt x="75" y="503"/>
                    <a:pt x="75" y="503"/>
                    <a:pt x="75" y="503"/>
                  </a:cubicBezTo>
                  <a:cubicBezTo>
                    <a:pt x="75" y="503"/>
                    <a:pt x="77" y="514"/>
                    <a:pt x="76" y="517"/>
                  </a:cubicBezTo>
                  <a:cubicBezTo>
                    <a:pt x="75" y="519"/>
                    <a:pt x="59" y="525"/>
                    <a:pt x="44" y="533"/>
                  </a:cubicBezTo>
                  <a:cubicBezTo>
                    <a:pt x="29" y="540"/>
                    <a:pt x="14" y="548"/>
                    <a:pt x="13" y="551"/>
                  </a:cubicBezTo>
                  <a:cubicBezTo>
                    <a:pt x="10" y="556"/>
                    <a:pt x="14" y="571"/>
                    <a:pt x="18" y="574"/>
                  </a:cubicBezTo>
                  <a:cubicBezTo>
                    <a:pt x="20" y="576"/>
                    <a:pt x="37" y="577"/>
                    <a:pt x="54" y="578"/>
                  </a:cubicBezTo>
                  <a:cubicBezTo>
                    <a:pt x="71" y="578"/>
                    <a:pt x="88" y="577"/>
                    <a:pt x="90" y="578"/>
                  </a:cubicBezTo>
                  <a:cubicBezTo>
                    <a:pt x="93" y="580"/>
                    <a:pt x="96" y="591"/>
                    <a:pt x="96" y="591"/>
                  </a:cubicBezTo>
                  <a:cubicBezTo>
                    <a:pt x="96" y="591"/>
                    <a:pt x="96" y="591"/>
                    <a:pt x="96" y="591"/>
                  </a:cubicBezTo>
                  <a:cubicBezTo>
                    <a:pt x="96" y="591"/>
                    <a:pt x="100" y="601"/>
                    <a:pt x="99" y="604"/>
                  </a:cubicBezTo>
                  <a:cubicBezTo>
                    <a:pt x="99" y="606"/>
                    <a:pt x="86" y="615"/>
                    <a:pt x="72" y="626"/>
                  </a:cubicBezTo>
                  <a:cubicBezTo>
                    <a:pt x="59" y="637"/>
                    <a:pt x="47" y="649"/>
                    <a:pt x="46" y="651"/>
                  </a:cubicBezTo>
                  <a:cubicBezTo>
                    <a:pt x="45" y="657"/>
                    <a:pt x="52" y="671"/>
                    <a:pt x="57" y="673"/>
                  </a:cubicBezTo>
                  <a:cubicBezTo>
                    <a:pt x="59" y="674"/>
                    <a:pt x="76" y="672"/>
                    <a:pt x="93" y="668"/>
                  </a:cubicBezTo>
                  <a:cubicBezTo>
                    <a:pt x="110" y="664"/>
                    <a:pt x="126" y="660"/>
                    <a:pt x="128" y="660"/>
                  </a:cubicBezTo>
                  <a:cubicBezTo>
                    <a:pt x="131" y="661"/>
                    <a:pt x="136" y="671"/>
                    <a:pt x="136" y="671"/>
                  </a:cubicBezTo>
                  <a:cubicBezTo>
                    <a:pt x="136" y="671"/>
                    <a:pt x="136" y="671"/>
                    <a:pt x="136" y="671"/>
                  </a:cubicBezTo>
                  <a:cubicBezTo>
                    <a:pt x="136" y="671"/>
                    <a:pt x="143" y="680"/>
                    <a:pt x="143" y="683"/>
                  </a:cubicBezTo>
                  <a:cubicBezTo>
                    <a:pt x="143" y="685"/>
                    <a:pt x="132" y="697"/>
                    <a:pt x="122" y="711"/>
                  </a:cubicBezTo>
                  <a:cubicBezTo>
                    <a:pt x="111" y="724"/>
                    <a:pt x="102" y="739"/>
                    <a:pt x="102" y="741"/>
                  </a:cubicBezTo>
                  <a:cubicBezTo>
                    <a:pt x="102" y="747"/>
                    <a:pt x="112" y="759"/>
                    <a:pt x="117" y="760"/>
                  </a:cubicBezTo>
                  <a:cubicBezTo>
                    <a:pt x="120" y="761"/>
                    <a:pt x="136" y="754"/>
                    <a:pt x="151" y="747"/>
                  </a:cubicBezTo>
                  <a:cubicBezTo>
                    <a:pt x="166" y="739"/>
                    <a:pt x="181" y="731"/>
                    <a:pt x="183" y="731"/>
                  </a:cubicBezTo>
                  <a:cubicBezTo>
                    <a:pt x="187" y="731"/>
                    <a:pt x="194" y="740"/>
                    <a:pt x="194" y="740"/>
                  </a:cubicBezTo>
                  <a:cubicBezTo>
                    <a:pt x="194" y="740"/>
                    <a:pt x="194" y="740"/>
                    <a:pt x="194" y="740"/>
                  </a:cubicBezTo>
                  <a:cubicBezTo>
                    <a:pt x="194" y="740"/>
                    <a:pt x="202" y="747"/>
                    <a:pt x="203" y="750"/>
                  </a:cubicBezTo>
                  <a:cubicBezTo>
                    <a:pt x="203" y="751"/>
                    <a:pt x="196" y="766"/>
                    <a:pt x="189" y="782"/>
                  </a:cubicBezTo>
                  <a:cubicBezTo>
                    <a:pt x="182" y="797"/>
                    <a:pt x="176" y="813"/>
                    <a:pt x="177" y="816"/>
                  </a:cubicBezTo>
                  <a:cubicBezTo>
                    <a:pt x="178" y="822"/>
                    <a:pt x="191" y="831"/>
                    <a:pt x="196" y="831"/>
                  </a:cubicBezTo>
                  <a:cubicBezTo>
                    <a:pt x="199" y="831"/>
                    <a:pt x="213" y="821"/>
                    <a:pt x="226" y="810"/>
                  </a:cubicBezTo>
                  <a:cubicBezTo>
                    <a:pt x="239" y="799"/>
                    <a:pt x="252" y="788"/>
                    <a:pt x="254" y="787"/>
                  </a:cubicBezTo>
                  <a:cubicBezTo>
                    <a:pt x="257" y="787"/>
                    <a:pt x="266" y="793"/>
                    <a:pt x="266" y="793"/>
                  </a:cubicBezTo>
                  <a:cubicBezTo>
                    <a:pt x="266" y="793"/>
                    <a:pt x="266" y="793"/>
                    <a:pt x="266" y="793"/>
                  </a:cubicBezTo>
                  <a:cubicBezTo>
                    <a:pt x="266" y="793"/>
                    <a:pt x="276" y="798"/>
                    <a:pt x="277" y="801"/>
                  </a:cubicBezTo>
                  <a:cubicBezTo>
                    <a:pt x="278" y="803"/>
                    <a:pt x="274" y="819"/>
                    <a:pt x="271" y="835"/>
                  </a:cubicBezTo>
                  <a:cubicBezTo>
                    <a:pt x="268" y="852"/>
                    <a:pt x="265" y="869"/>
                    <a:pt x="267" y="872"/>
                  </a:cubicBezTo>
                  <a:cubicBezTo>
                    <a:pt x="269" y="877"/>
                    <a:pt x="284" y="883"/>
                    <a:pt x="289" y="881"/>
                  </a:cubicBezTo>
                  <a:cubicBezTo>
                    <a:pt x="291" y="881"/>
                    <a:pt x="303" y="868"/>
                    <a:pt x="313" y="854"/>
                  </a:cubicBezTo>
                  <a:cubicBezTo>
                    <a:pt x="324" y="841"/>
                    <a:pt x="333" y="827"/>
                    <a:pt x="335" y="826"/>
                  </a:cubicBezTo>
                  <a:cubicBezTo>
                    <a:pt x="338" y="824"/>
                    <a:pt x="348" y="829"/>
                    <a:pt x="348" y="829"/>
                  </a:cubicBezTo>
                  <a:cubicBezTo>
                    <a:pt x="348" y="829"/>
                    <a:pt x="348" y="829"/>
                    <a:pt x="348" y="829"/>
                  </a:cubicBezTo>
                  <a:cubicBezTo>
                    <a:pt x="348" y="829"/>
                    <a:pt x="359" y="831"/>
                    <a:pt x="361" y="834"/>
                  </a:cubicBezTo>
                  <a:cubicBezTo>
                    <a:pt x="362" y="835"/>
                    <a:pt x="362" y="852"/>
                    <a:pt x="363" y="869"/>
                  </a:cubicBezTo>
                  <a:cubicBezTo>
                    <a:pt x="364" y="886"/>
                    <a:pt x="365" y="903"/>
                    <a:pt x="367" y="905"/>
                  </a:cubicBezTo>
                  <a:cubicBezTo>
                    <a:pt x="371" y="909"/>
                    <a:pt x="386" y="912"/>
                    <a:pt x="391" y="909"/>
                  </a:cubicBezTo>
                  <a:cubicBezTo>
                    <a:pt x="393" y="908"/>
                    <a:pt x="401" y="893"/>
                    <a:pt x="408" y="877"/>
                  </a:cubicBezTo>
                  <a:cubicBezTo>
                    <a:pt x="415" y="862"/>
                    <a:pt x="422" y="846"/>
                    <a:pt x="423" y="845"/>
                  </a:cubicBezTo>
                  <a:cubicBezTo>
                    <a:pt x="426" y="842"/>
                    <a:pt x="436" y="844"/>
                    <a:pt x="436" y="844"/>
                  </a:cubicBezTo>
                  <a:cubicBezTo>
                    <a:pt x="437" y="845"/>
                    <a:pt x="437" y="845"/>
                    <a:pt x="437" y="845"/>
                  </a:cubicBezTo>
                  <a:cubicBezTo>
                    <a:pt x="437" y="845"/>
                    <a:pt x="448" y="844"/>
                    <a:pt x="450" y="846"/>
                  </a:cubicBezTo>
                  <a:cubicBezTo>
                    <a:pt x="451" y="847"/>
                    <a:pt x="455" y="864"/>
                    <a:pt x="460" y="880"/>
                  </a:cubicBezTo>
                  <a:cubicBezTo>
                    <a:pt x="465" y="896"/>
                    <a:pt x="470" y="912"/>
                    <a:pt x="473" y="914"/>
                  </a:cubicBezTo>
                  <a:cubicBezTo>
                    <a:pt x="477" y="917"/>
                    <a:pt x="493" y="916"/>
                    <a:pt x="497" y="913"/>
                  </a:cubicBezTo>
                  <a:cubicBezTo>
                    <a:pt x="499" y="911"/>
                    <a:pt x="503" y="894"/>
                    <a:pt x="506" y="878"/>
                  </a:cubicBezTo>
                  <a:cubicBezTo>
                    <a:pt x="510" y="861"/>
                    <a:pt x="512" y="844"/>
                    <a:pt x="513" y="843"/>
                  </a:cubicBezTo>
                  <a:cubicBezTo>
                    <a:pt x="515" y="840"/>
                    <a:pt x="526" y="839"/>
                    <a:pt x="526" y="839"/>
                  </a:cubicBezTo>
                  <a:cubicBezTo>
                    <a:pt x="526" y="839"/>
                    <a:pt x="526" y="839"/>
                    <a:pt x="526" y="839"/>
                  </a:cubicBezTo>
                  <a:cubicBezTo>
                    <a:pt x="526" y="839"/>
                    <a:pt x="537" y="837"/>
                    <a:pt x="540" y="838"/>
                  </a:cubicBezTo>
                  <a:cubicBezTo>
                    <a:pt x="541" y="839"/>
                    <a:pt x="549" y="854"/>
                    <a:pt x="557" y="868"/>
                  </a:cubicBezTo>
                  <a:cubicBezTo>
                    <a:pt x="565" y="883"/>
                    <a:pt x="575" y="898"/>
                    <a:pt x="577" y="899"/>
                  </a:cubicBezTo>
                  <a:cubicBezTo>
                    <a:pt x="583" y="901"/>
                    <a:pt x="597" y="896"/>
                    <a:pt x="601" y="892"/>
                  </a:cubicBezTo>
                  <a:cubicBezTo>
                    <a:pt x="602" y="890"/>
                    <a:pt x="602" y="873"/>
                    <a:pt x="602" y="855"/>
                  </a:cubicBezTo>
                  <a:cubicBezTo>
                    <a:pt x="601" y="838"/>
                    <a:pt x="600" y="822"/>
                    <a:pt x="600" y="820"/>
                  </a:cubicBezTo>
                  <a:cubicBezTo>
                    <a:pt x="602" y="816"/>
                    <a:pt x="612" y="814"/>
                    <a:pt x="612" y="814"/>
                  </a:cubicBezTo>
                  <a:cubicBezTo>
                    <a:pt x="612" y="814"/>
                    <a:pt x="612" y="814"/>
                    <a:pt x="612" y="814"/>
                  </a:cubicBezTo>
                  <a:cubicBezTo>
                    <a:pt x="612" y="814"/>
                    <a:pt x="622" y="808"/>
                    <a:pt x="625" y="809"/>
                  </a:cubicBezTo>
                  <a:cubicBezTo>
                    <a:pt x="627" y="809"/>
                    <a:pt x="638" y="822"/>
                    <a:pt x="649" y="835"/>
                  </a:cubicBezTo>
                  <a:cubicBezTo>
                    <a:pt x="661" y="847"/>
                    <a:pt x="673" y="859"/>
                    <a:pt x="676" y="860"/>
                  </a:cubicBezTo>
                  <a:cubicBezTo>
                    <a:pt x="681" y="860"/>
                    <a:pt x="695" y="852"/>
                    <a:pt x="697" y="847"/>
                  </a:cubicBezTo>
                  <a:cubicBezTo>
                    <a:pt x="698" y="845"/>
                    <a:pt x="694" y="828"/>
                    <a:pt x="689" y="812"/>
                  </a:cubicBezTo>
                  <a:cubicBezTo>
                    <a:pt x="685" y="795"/>
                    <a:pt x="679" y="779"/>
                    <a:pt x="680" y="778"/>
                  </a:cubicBezTo>
                  <a:cubicBezTo>
                    <a:pt x="680" y="774"/>
                    <a:pt x="690" y="769"/>
                    <a:pt x="690" y="769"/>
                  </a:cubicBezTo>
                  <a:cubicBezTo>
                    <a:pt x="690" y="769"/>
                    <a:pt x="690" y="769"/>
                    <a:pt x="690" y="769"/>
                  </a:cubicBezTo>
                  <a:cubicBezTo>
                    <a:pt x="690" y="769"/>
                    <a:pt x="698" y="761"/>
                    <a:pt x="702" y="761"/>
                  </a:cubicBezTo>
                  <a:cubicBezTo>
                    <a:pt x="703" y="761"/>
                    <a:pt x="717" y="771"/>
                    <a:pt x="731" y="781"/>
                  </a:cubicBezTo>
                  <a:cubicBezTo>
                    <a:pt x="745" y="790"/>
                    <a:pt x="759" y="799"/>
                    <a:pt x="762" y="799"/>
                  </a:cubicBezTo>
                  <a:cubicBezTo>
                    <a:pt x="768" y="798"/>
                    <a:pt x="779" y="787"/>
                    <a:pt x="780" y="782"/>
                  </a:cubicBezTo>
                  <a:cubicBezTo>
                    <a:pt x="780" y="780"/>
                    <a:pt x="773" y="764"/>
                    <a:pt x="765" y="749"/>
                  </a:cubicBezTo>
                  <a:cubicBezTo>
                    <a:pt x="756" y="734"/>
                    <a:pt x="748" y="720"/>
                    <a:pt x="747" y="718"/>
                  </a:cubicBezTo>
                  <a:cubicBezTo>
                    <a:pt x="747" y="714"/>
                    <a:pt x="755" y="707"/>
                    <a:pt x="755" y="707"/>
                  </a:cubicBezTo>
                  <a:cubicBezTo>
                    <a:pt x="755" y="707"/>
                    <a:pt x="755" y="707"/>
                    <a:pt x="755" y="707"/>
                  </a:cubicBezTo>
                  <a:cubicBezTo>
                    <a:pt x="755" y="707"/>
                    <a:pt x="762" y="698"/>
                    <a:pt x="765" y="697"/>
                  </a:cubicBezTo>
                  <a:cubicBezTo>
                    <a:pt x="767" y="697"/>
                    <a:pt x="782" y="703"/>
                    <a:pt x="798" y="709"/>
                  </a:cubicBezTo>
                  <a:cubicBezTo>
                    <a:pt x="813" y="715"/>
                    <a:pt x="830" y="721"/>
                    <a:pt x="833" y="720"/>
                  </a:cubicBezTo>
                  <a:cubicBezTo>
                    <a:pt x="838" y="718"/>
                    <a:pt x="846" y="705"/>
                    <a:pt x="846" y="699"/>
                  </a:cubicBezTo>
                  <a:cubicBezTo>
                    <a:pt x="846" y="697"/>
                    <a:pt x="835" y="683"/>
                    <a:pt x="824" y="671"/>
                  </a:cubicBezTo>
                  <a:cubicBezTo>
                    <a:pt x="812" y="658"/>
                    <a:pt x="800" y="646"/>
                    <a:pt x="800" y="645"/>
                  </a:cubicBezTo>
                  <a:cubicBezTo>
                    <a:pt x="799" y="641"/>
                    <a:pt x="805" y="632"/>
                    <a:pt x="805" y="632"/>
                  </a:cubicBezTo>
                  <a:cubicBezTo>
                    <a:pt x="805" y="632"/>
                    <a:pt x="805" y="632"/>
                    <a:pt x="805" y="632"/>
                  </a:cubicBezTo>
                  <a:cubicBezTo>
                    <a:pt x="805" y="632"/>
                    <a:pt x="809" y="622"/>
                    <a:pt x="812" y="620"/>
                  </a:cubicBezTo>
                  <a:cubicBezTo>
                    <a:pt x="813" y="619"/>
                    <a:pt x="830" y="622"/>
                    <a:pt x="846" y="624"/>
                  </a:cubicBezTo>
                  <a:cubicBezTo>
                    <a:pt x="863" y="627"/>
                    <a:pt x="880" y="628"/>
                    <a:pt x="883" y="626"/>
                  </a:cubicBezTo>
                  <a:cubicBezTo>
                    <a:pt x="888" y="624"/>
                    <a:pt x="893" y="609"/>
                    <a:pt x="891" y="604"/>
                  </a:cubicBezTo>
                  <a:cubicBezTo>
                    <a:pt x="891" y="601"/>
                    <a:pt x="877" y="591"/>
                    <a:pt x="863" y="581"/>
                  </a:cubicBezTo>
                  <a:cubicBezTo>
                    <a:pt x="849" y="571"/>
                    <a:pt x="834" y="563"/>
                    <a:pt x="833" y="561"/>
                  </a:cubicBezTo>
                  <a:cubicBezTo>
                    <a:pt x="831" y="558"/>
                    <a:pt x="835" y="548"/>
                    <a:pt x="835" y="548"/>
                  </a:cubicBezTo>
                  <a:cubicBezTo>
                    <a:pt x="835" y="548"/>
                    <a:pt x="835" y="548"/>
                    <a:pt x="835" y="548"/>
                  </a:cubicBezTo>
                  <a:cubicBezTo>
                    <a:pt x="836" y="548"/>
                    <a:pt x="837" y="537"/>
                    <a:pt x="840" y="535"/>
                  </a:cubicBezTo>
                  <a:cubicBezTo>
                    <a:pt x="841" y="533"/>
                    <a:pt x="857" y="533"/>
                    <a:pt x="874" y="531"/>
                  </a:cubicBezTo>
                  <a:cubicBezTo>
                    <a:pt x="891" y="529"/>
                    <a:pt x="908" y="526"/>
                    <a:pt x="910" y="524"/>
                  </a:cubicBezTo>
                  <a:cubicBezTo>
                    <a:pt x="914" y="520"/>
                    <a:pt x="916" y="505"/>
                    <a:pt x="913" y="500"/>
                  </a:cubicBezTo>
                  <a:cubicBezTo>
                    <a:pt x="912" y="498"/>
                    <a:pt x="896" y="491"/>
                    <a:pt x="880" y="485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2" name="Google Shape;1562;p54"/>
            <p:cNvSpPr/>
            <p:nvPr/>
          </p:nvSpPr>
          <p:spPr>
            <a:xfrm rot="-5400000">
              <a:off x="4319725" y="1962950"/>
              <a:ext cx="1243500" cy="12441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9000021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3" name="Google Shape;1563;p54"/>
            <p:cNvSpPr/>
            <p:nvPr/>
          </p:nvSpPr>
          <p:spPr>
            <a:xfrm flipH="1" rot="10800000">
              <a:off x="5994391" y="3625113"/>
              <a:ext cx="2256855" cy="2256853"/>
            </a:xfrm>
            <a:custGeom>
              <a:rect b="b" l="l" r="r" t="t"/>
              <a:pathLst>
                <a:path extrusionOk="0" h="972" w="972">
                  <a:moveTo>
                    <a:pt x="0" y="972"/>
                  </a:moveTo>
                  <a:cubicBezTo>
                    <a:pt x="0" y="486"/>
                    <a:pt x="0" y="486"/>
                    <a:pt x="0" y="486"/>
                  </a:cubicBezTo>
                  <a:cubicBezTo>
                    <a:pt x="0" y="218"/>
                    <a:pt x="218" y="0"/>
                    <a:pt x="486" y="0"/>
                  </a:cubicBezTo>
                  <a:cubicBezTo>
                    <a:pt x="754" y="0"/>
                    <a:pt x="972" y="218"/>
                    <a:pt x="972" y="486"/>
                  </a:cubicBezTo>
                  <a:cubicBezTo>
                    <a:pt x="972" y="754"/>
                    <a:pt x="754" y="972"/>
                    <a:pt x="486" y="972"/>
                  </a:cubicBezTo>
                  <a:lnTo>
                    <a:pt x="0" y="9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4" name="Google Shape;1564;p54"/>
            <p:cNvSpPr/>
            <p:nvPr/>
          </p:nvSpPr>
          <p:spPr>
            <a:xfrm flipH="1" rot="10800000">
              <a:off x="6157066" y="3802223"/>
              <a:ext cx="1919052" cy="1921706"/>
            </a:xfrm>
            <a:custGeom>
              <a:rect b="b" l="l" r="r" t="t"/>
              <a:pathLst>
                <a:path extrusionOk="0" h="917" w="916">
                  <a:moveTo>
                    <a:pt x="880" y="485"/>
                  </a:moveTo>
                  <a:cubicBezTo>
                    <a:pt x="864" y="479"/>
                    <a:pt x="848" y="473"/>
                    <a:pt x="847" y="472"/>
                  </a:cubicBezTo>
                  <a:cubicBezTo>
                    <a:pt x="844" y="469"/>
                    <a:pt x="846" y="459"/>
                    <a:pt x="846" y="459"/>
                  </a:cubicBezTo>
                  <a:cubicBezTo>
                    <a:pt x="846" y="458"/>
                    <a:pt x="846" y="458"/>
                    <a:pt x="846" y="458"/>
                  </a:cubicBezTo>
                  <a:cubicBezTo>
                    <a:pt x="846" y="458"/>
                    <a:pt x="845" y="447"/>
                    <a:pt x="847" y="445"/>
                  </a:cubicBezTo>
                  <a:cubicBezTo>
                    <a:pt x="848" y="443"/>
                    <a:pt x="864" y="439"/>
                    <a:pt x="880" y="433"/>
                  </a:cubicBezTo>
                  <a:cubicBezTo>
                    <a:pt x="896" y="427"/>
                    <a:pt x="912" y="421"/>
                    <a:pt x="913" y="418"/>
                  </a:cubicBezTo>
                  <a:cubicBezTo>
                    <a:pt x="916" y="414"/>
                    <a:pt x="914" y="398"/>
                    <a:pt x="910" y="394"/>
                  </a:cubicBezTo>
                  <a:cubicBezTo>
                    <a:pt x="909" y="392"/>
                    <a:pt x="892" y="389"/>
                    <a:pt x="875" y="387"/>
                  </a:cubicBezTo>
                  <a:cubicBezTo>
                    <a:pt x="858" y="385"/>
                    <a:pt x="841" y="383"/>
                    <a:pt x="840" y="382"/>
                  </a:cubicBezTo>
                  <a:cubicBezTo>
                    <a:pt x="836" y="380"/>
                    <a:pt x="835" y="369"/>
                    <a:pt x="835" y="369"/>
                  </a:cubicBezTo>
                  <a:cubicBezTo>
                    <a:pt x="835" y="369"/>
                    <a:pt x="835" y="369"/>
                    <a:pt x="835" y="369"/>
                  </a:cubicBezTo>
                  <a:cubicBezTo>
                    <a:pt x="835" y="369"/>
                    <a:pt x="832" y="359"/>
                    <a:pt x="833" y="356"/>
                  </a:cubicBezTo>
                  <a:cubicBezTo>
                    <a:pt x="834" y="354"/>
                    <a:pt x="848" y="346"/>
                    <a:pt x="863" y="337"/>
                  </a:cubicBezTo>
                  <a:cubicBezTo>
                    <a:pt x="877" y="328"/>
                    <a:pt x="891" y="317"/>
                    <a:pt x="892" y="315"/>
                  </a:cubicBezTo>
                  <a:cubicBezTo>
                    <a:pt x="894" y="309"/>
                    <a:pt x="888" y="295"/>
                    <a:pt x="884" y="292"/>
                  </a:cubicBezTo>
                  <a:cubicBezTo>
                    <a:pt x="881" y="290"/>
                    <a:pt x="864" y="291"/>
                    <a:pt x="847" y="293"/>
                  </a:cubicBezTo>
                  <a:cubicBezTo>
                    <a:pt x="830" y="295"/>
                    <a:pt x="814" y="297"/>
                    <a:pt x="812" y="296"/>
                  </a:cubicBezTo>
                  <a:cubicBezTo>
                    <a:pt x="808" y="295"/>
                    <a:pt x="805" y="285"/>
                    <a:pt x="805" y="285"/>
                  </a:cubicBezTo>
                  <a:cubicBezTo>
                    <a:pt x="805" y="285"/>
                    <a:pt x="805" y="285"/>
                    <a:pt x="805" y="285"/>
                  </a:cubicBezTo>
                  <a:cubicBezTo>
                    <a:pt x="805" y="285"/>
                    <a:pt x="799" y="275"/>
                    <a:pt x="799" y="272"/>
                  </a:cubicBezTo>
                  <a:cubicBezTo>
                    <a:pt x="800" y="271"/>
                    <a:pt x="812" y="259"/>
                    <a:pt x="824" y="247"/>
                  </a:cubicBezTo>
                  <a:cubicBezTo>
                    <a:pt x="835" y="235"/>
                    <a:pt x="847" y="222"/>
                    <a:pt x="847" y="219"/>
                  </a:cubicBezTo>
                  <a:cubicBezTo>
                    <a:pt x="847" y="213"/>
                    <a:pt x="839" y="200"/>
                    <a:pt x="834" y="199"/>
                  </a:cubicBezTo>
                  <a:cubicBezTo>
                    <a:pt x="831" y="198"/>
                    <a:pt x="815" y="202"/>
                    <a:pt x="798" y="208"/>
                  </a:cubicBezTo>
                  <a:cubicBezTo>
                    <a:pt x="782" y="213"/>
                    <a:pt x="767" y="220"/>
                    <a:pt x="765" y="220"/>
                  </a:cubicBezTo>
                  <a:cubicBezTo>
                    <a:pt x="761" y="219"/>
                    <a:pt x="755" y="210"/>
                    <a:pt x="755" y="210"/>
                  </a:cubicBezTo>
                  <a:cubicBezTo>
                    <a:pt x="755" y="210"/>
                    <a:pt x="755" y="210"/>
                    <a:pt x="755" y="210"/>
                  </a:cubicBezTo>
                  <a:cubicBezTo>
                    <a:pt x="755" y="210"/>
                    <a:pt x="748" y="202"/>
                    <a:pt x="747" y="199"/>
                  </a:cubicBezTo>
                  <a:cubicBezTo>
                    <a:pt x="747" y="197"/>
                    <a:pt x="756" y="183"/>
                    <a:pt x="765" y="169"/>
                  </a:cubicBezTo>
                  <a:cubicBezTo>
                    <a:pt x="774" y="154"/>
                    <a:pt x="782" y="139"/>
                    <a:pt x="781" y="136"/>
                  </a:cubicBezTo>
                  <a:cubicBezTo>
                    <a:pt x="780" y="130"/>
                    <a:pt x="769" y="120"/>
                    <a:pt x="764" y="119"/>
                  </a:cubicBezTo>
                  <a:cubicBezTo>
                    <a:pt x="761" y="119"/>
                    <a:pt x="746" y="127"/>
                    <a:pt x="732" y="136"/>
                  </a:cubicBezTo>
                  <a:cubicBezTo>
                    <a:pt x="717" y="145"/>
                    <a:pt x="703" y="155"/>
                    <a:pt x="701" y="155"/>
                  </a:cubicBezTo>
                  <a:cubicBezTo>
                    <a:pt x="698" y="156"/>
                    <a:pt x="690" y="148"/>
                    <a:pt x="690" y="148"/>
                  </a:cubicBezTo>
                  <a:cubicBezTo>
                    <a:pt x="690" y="148"/>
                    <a:pt x="690" y="148"/>
                    <a:pt x="690" y="148"/>
                  </a:cubicBezTo>
                  <a:cubicBezTo>
                    <a:pt x="690" y="148"/>
                    <a:pt x="681" y="142"/>
                    <a:pt x="680" y="139"/>
                  </a:cubicBezTo>
                  <a:cubicBezTo>
                    <a:pt x="679" y="138"/>
                    <a:pt x="685" y="122"/>
                    <a:pt x="690" y="106"/>
                  </a:cubicBezTo>
                  <a:cubicBezTo>
                    <a:pt x="695" y="90"/>
                    <a:pt x="699" y="73"/>
                    <a:pt x="698" y="70"/>
                  </a:cubicBezTo>
                  <a:cubicBezTo>
                    <a:pt x="696" y="65"/>
                    <a:pt x="683" y="58"/>
                    <a:pt x="677" y="58"/>
                  </a:cubicBezTo>
                  <a:cubicBezTo>
                    <a:pt x="675" y="58"/>
                    <a:pt x="662" y="70"/>
                    <a:pt x="650" y="82"/>
                  </a:cubicBezTo>
                  <a:cubicBezTo>
                    <a:pt x="638" y="94"/>
                    <a:pt x="627" y="107"/>
                    <a:pt x="625" y="108"/>
                  </a:cubicBezTo>
                  <a:cubicBezTo>
                    <a:pt x="622" y="109"/>
                    <a:pt x="612" y="103"/>
                    <a:pt x="612" y="103"/>
                  </a:cubicBezTo>
                  <a:cubicBezTo>
                    <a:pt x="612" y="103"/>
                    <a:pt x="612" y="103"/>
                    <a:pt x="612" y="103"/>
                  </a:cubicBezTo>
                  <a:cubicBezTo>
                    <a:pt x="612" y="103"/>
                    <a:pt x="602" y="100"/>
                    <a:pt x="600" y="97"/>
                  </a:cubicBezTo>
                  <a:cubicBezTo>
                    <a:pt x="599" y="95"/>
                    <a:pt x="601" y="79"/>
                    <a:pt x="602" y="62"/>
                  </a:cubicBezTo>
                  <a:cubicBezTo>
                    <a:pt x="604" y="45"/>
                    <a:pt x="604" y="28"/>
                    <a:pt x="602" y="26"/>
                  </a:cubicBezTo>
                  <a:cubicBezTo>
                    <a:pt x="599" y="21"/>
                    <a:pt x="584" y="17"/>
                    <a:pt x="579" y="19"/>
                  </a:cubicBezTo>
                  <a:cubicBezTo>
                    <a:pt x="577" y="19"/>
                    <a:pt x="567" y="34"/>
                    <a:pt x="558" y="48"/>
                  </a:cubicBezTo>
                  <a:cubicBezTo>
                    <a:pt x="549" y="63"/>
                    <a:pt x="541" y="78"/>
                    <a:pt x="540" y="79"/>
                  </a:cubicBezTo>
                  <a:cubicBezTo>
                    <a:pt x="537" y="81"/>
                    <a:pt x="526" y="78"/>
                    <a:pt x="526" y="78"/>
                  </a:cubicBezTo>
                  <a:cubicBezTo>
                    <a:pt x="526" y="77"/>
                    <a:pt x="526" y="77"/>
                    <a:pt x="526" y="77"/>
                  </a:cubicBezTo>
                  <a:cubicBezTo>
                    <a:pt x="526" y="77"/>
                    <a:pt x="515" y="77"/>
                    <a:pt x="513" y="74"/>
                  </a:cubicBezTo>
                  <a:cubicBezTo>
                    <a:pt x="512" y="73"/>
                    <a:pt x="510" y="56"/>
                    <a:pt x="507" y="40"/>
                  </a:cubicBezTo>
                  <a:cubicBezTo>
                    <a:pt x="504" y="23"/>
                    <a:pt x="501" y="6"/>
                    <a:pt x="499" y="4"/>
                  </a:cubicBezTo>
                  <a:cubicBezTo>
                    <a:pt x="494" y="0"/>
                    <a:pt x="479" y="0"/>
                    <a:pt x="474" y="3"/>
                  </a:cubicBezTo>
                  <a:cubicBezTo>
                    <a:pt x="472" y="4"/>
                    <a:pt x="466" y="20"/>
                    <a:pt x="461" y="37"/>
                  </a:cubicBezTo>
                  <a:cubicBezTo>
                    <a:pt x="456" y="53"/>
                    <a:pt x="451" y="69"/>
                    <a:pt x="450" y="71"/>
                  </a:cubicBezTo>
                  <a:cubicBezTo>
                    <a:pt x="447" y="73"/>
                    <a:pt x="437" y="72"/>
                    <a:pt x="437" y="72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36" y="72"/>
                    <a:pt x="426" y="74"/>
                    <a:pt x="423" y="72"/>
                  </a:cubicBezTo>
                  <a:cubicBezTo>
                    <a:pt x="421" y="71"/>
                    <a:pt x="416" y="56"/>
                    <a:pt x="409" y="40"/>
                  </a:cubicBezTo>
                  <a:cubicBezTo>
                    <a:pt x="403" y="24"/>
                    <a:pt x="395" y="9"/>
                    <a:pt x="393" y="7"/>
                  </a:cubicBezTo>
                  <a:cubicBezTo>
                    <a:pt x="388" y="5"/>
                    <a:pt x="373" y="8"/>
                    <a:pt x="369" y="12"/>
                  </a:cubicBezTo>
                  <a:cubicBezTo>
                    <a:pt x="367" y="13"/>
                    <a:pt x="365" y="31"/>
                    <a:pt x="363" y="47"/>
                  </a:cubicBezTo>
                  <a:cubicBezTo>
                    <a:pt x="362" y="65"/>
                    <a:pt x="362" y="81"/>
                    <a:pt x="361" y="83"/>
                  </a:cubicBezTo>
                  <a:cubicBezTo>
                    <a:pt x="359" y="86"/>
                    <a:pt x="348" y="88"/>
                    <a:pt x="348" y="88"/>
                  </a:cubicBezTo>
                  <a:cubicBezTo>
                    <a:pt x="348" y="88"/>
                    <a:pt x="348" y="88"/>
                    <a:pt x="348" y="88"/>
                  </a:cubicBezTo>
                  <a:cubicBezTo>
                    <a:pt x="348" y="88"/>
                    <a:pt x="338" y="92"/>
                    <a:pt x="335" y="91"/>
                  </a:cubicBezTo>
                  <a:cubicBezTo>
                    <a:pt x="333" y="90"/>
                    <a:pt x="324" y="76"/>
                    <a:pt x="314" y="63"/>
                  </a:cubicBezTo>
                  <a:cubicBezTo>
                    <a:pt x="304" y="49"/>
                    <a:pt x="293" y="35"/>
                    <a:pt x="290" y="35"/>
                  </a:cubicBezTo>
                  <a:cubicBezTo>
                    <a:pt x="285" y="33"/>
                    <a:pt x="271" y="40"/>
                    <a:pt x="268" y="44"/>
                  </a:cubicBezTo>
                  <a:cubicBezTo>
                    <a:pt x="267" y="47"/>
                    <a:pt x="269" y="64"/>
                    <a:pt x="271" y="81"/>
                  </a:cubicBezTo>
                  <a:cubicBezTo>
                    <a:pt x="274" y="97"/>
                    <a:pt x="277" y="114"/>
                    <a:pt x="277" y="116"/>
                  </a:cubicBezTo>
                  <a:cubicBezTo>
                    <a:pt x="276" y="119"/>
                    <a:pt x="266" y="123"/>
                    <a:pt x="266" y="123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6" y="123"/>
                    <a:pt x="257" y="130"/>
                    <a:pt x="253" y="129"/>
                  </a:cubicBezTo>
                  <a:cubicBezTo>
                    <a:pt x="252" y="129"/>
                    <a:pt x="240" y="118"/>
                    <a:pt x="227" y="107"/>
                  </a:cubicBezTo>
                  <a:cubicBezTo>
                    <a:pt x="214" y="96"/>
                    <a:pt x="200" y="85"/>
                    <a:pt x="197" y="85"/>
                  </a:cubicBezTo>
                  <a:cubicBezTo>
                    <a:pt x="192" y="85"/>
                    <a:pt x="179" y="95"/>
                    <a:pt x="178" y="100"/>
                  </a:cubicBezTo>
                  <a:cubicBezTo>
                    <a:pt x="177" y="102"/>
                    <a:pt x="183" y="118"/>
                    <a:pt x="189" y="134"/>
                  </a:cubicBezTo>
                  <a:cubicBezTo>
                    <a:pt x="196" y="150"/>
                    <a:pt x="203" y="165"/>
                    <a:pt x="203" y="167"/>
                  </a:cubicBezTo>
                  <a:cubicBezTo>
                    <a:pt x="203" y="171"/>
                    <a:pt x="194" y="177"/>
                    <a:pt x="194" y="177"/>
                  </a:cubicBezTo>
                  <a:cubicBezTo>
                    <a:pt x="194" y="177"/>
                    <a:pt x="194" y="177"/>
                    <a:pt x="194" y="177"/>
                  </a:cubicBezTo>
                  <a:cubicBezTo>
                    <a:pt x="194" y="177"/>
                    <a:pt x="186" y="185"/>
                    <a:pt x="183" y="186"/>
                  </a:cubicBezTo>
                  <a:cubicBezTo>
                    <a:pt x="181" y="186"/>
                    <a:pt x="167" y="178"/>
                    <a:pt x="152" y="170"/>
                  </a:cubicBezTo>
                  <a:cubicBezTo>
                    <a:pt x="137" y="162"/>
                    <a:pt x="121" y="155"/>
                    <a:pt x="118" y="156"/>
                  </a:cubicBezTo>
                  <a:cubicBezTo>
                    <a:pt x="113" y="157"/>
                    <a:pt x="103" y="169"/>
                    <a:pt x="103" y="174"/>
                  </a:cubicBezTo>
                  <a:cubicBezTo>
                    <a:pt x="103" y="177"/>
                    <a:pt x="112" y="191"/>
                    <a:pt x="122" y="205"/>
                  </a:cubicBezTo>
                  <a:cubicBezTo>
                    <a:pt x="132" y="219"/>
                    <a:pt x="142" y="232"/>
                    <a:pt x="143" y="234"/>
                  </a:cubicBezTo>
                  <a:cubicBezTo>
                    <a:pt x="143" y="238"/>
                    <a:pt x="136" y="246"/>
                    <a:pt x="136" y="246"/>
                  </a:cubicBezTo>
                  <a:cubicBezTo>
                    <a:pt x="136" y="246"/>
                    <a:pt x="136" y="246"/>
                    <a:pt x="136" y="246"/>
                  </a:cubicBezTo>
                  <a:cubicBezTo>
                    <a:pt x="136" y="246"/>
                    <a:pt x="131" y="256"/>
                    <a:pt x="128" y="257"/>
                  </a:cubicBezTo>
                  <a:cubicBezTo>
                    <a:pt x="126" y="257"/>
                    <a:pt x="110" y="253"/>
                    <a:pt x="94" y="248"/>
                  </a:cubicBezTo>
                  <a:cubicBezTo>
                    <a:pt x="77" y="244"/>
                    <a:pt x="60" y="241"/>
                    <a:pt x="58" y="242"/>
                  </a:cubicBezTo>
                  <a:cubicBezTo>
                    <a:pt x="52" y="245"/>
                    <a:pt x="46" y="259"/>
                    <a:pt x="47" y="264"/>
                  </a:cubicBezTo>
                  <a:cubicBezTo>
                    <a:pt x="47" y="266"/>
                    <a:pt x="60" y="279"/>
                    <a:pt x="72" y="290"/>
                  </a:cubicBezTo>
                  <a:cubicBezTo>
                    <a:pt x="85" y="301"/>
                    <a:pt x="98" y="311"/>
                    <a:pt x="99" y="313"/>
                  </a:cubicBezTo>
                  <a:cubicBezTo>
                    <a:pt x="101" y="317"/>
                    <a:pt x="96" y="326"/>
                    <a:pt x="96" y="326"/>
                  </a:cubicBezTo>
                  <a:cubicBezTo>
                    <a:pt x="96" y="326"/>
                    <a:pt x="96" y="326"/>
                    <a:pt x="96" y="326"/>
                  </a:cubicBezTo>
                  <a:cubicBezTo>
                    <a:pt x="95" y="326"/>
                    <a:pt x="93" y="337"/>
                    <a:pt x="90" y="339"/>
                  </a:cubicBezTo>
                  <a:cubicBezTo>
                    <a:pt x="89" y="340"/>
                    <a:pt x="72" y="339"/>
                    <a:pt x="55" y="338"/>
                  </a:cubicBezTo>
                  <a:cubicBezTo>
                    <a:pt x="38" y="338"/>
                    <a:pt x="21" y="339"/>
                    <a:pt x="19" y="341"/>
                  </a:cubicBezTo>
                  <a:cubicBezTo>
                    <a:pt x="14" y="344"/>
                    <a:pt x="11" y="359"/>
                    <a:pt x="13" y="364"/>
                  </a:cubicBezTo>
                  <a:cubicBezTo>
                    <a:pt x="14" y="367"/>
                    <a:pt x="29" y="376"/>
                    <a:pt x="44" y="383"/>
                  </a:cubicBezTo>
                  <a:cubicBezTo>
                    <a:pt x="59" y="391"/>
                    <a:pt x="74" y="398"/>
                    <a:pt x="76" y="400"/>
                  </a:cubicBezTo>
                  <a:cubicBezTo>
                    <a:pt x="78" y="403"/>
                    <a:pt x="75" y="413"/>
                    <a:pt x="75" y="413"/>
                  </a:cubicBezTo>
                  <a:cubicBezTo>
                    <a:pt x="75" y="414"/>
                    <a:pt x="75" y="414"/>
                    <a:pt x="75" y="414"/>
                  </a:cubicBezTo>
                  <a:cubicBezTo>
                    <a:pt x="75" y="414"/>
                    <a:pt x="75" y="424"/>
                    <a:pt x="72" y="427"/>
                  </a:cubicBezTo>
                  <a:cubicBezTo>
                    <a:pt x="71" y="428"/>
                    <a:pt x="55" y="431"/>
                    <a:pt x="38" y="435"/>
                  </a:cubicBezTo>
                  <a:cubicBezTo>
                    <a:pt x="22" y="439"/>
                    <a:pt x="5" y="443"/>
                    <a:pt x="3" y="445"/>
                  </a:cubicBezTo>
                  <a:cubicBezTo>
                    <a:pt x="0" y="450"/>
                    <a:pt x="0" y="465"/>
                    <a:pt x="3" y="470"/>
                  </a:cubicBezTo>
                  <a:cubicBezTo>
                    <a:pt x="5" y="472"/>
                    <a:pt x="21" y="477"/>
                    <a:pt x="38" y="481"/>
                  </a:cubicBezTo>
                  <a:cubicBezTo>
                    <a:pt x="54" y="485"/>
                    <a:pt x="71" y="489"/>
                    <a:pt x="72" y="490"/>
                  </a:cubicBezTo>
                  <a:cubicBezTo>
                    <a:pt x="75" y="492"/>
                    <a:pt x="75" y="503"/>
                    <a:pt x="75" y="503"/>
                  </a:cubicBezTo>
                  <a:cubicBezTo>
                    <a:pt x="75" y="503"/>
                    <a:pt x="75" y="503"/>
                    <a:pt x="75" y="503"/>
                  </a:cubicBezTo>
                  <a:cubicBezTo>
                    <a:pt x="75" y="503"/>
                    <a:pt x="77" y="514"/>
                    <a:pt x="76" y="517"/>
                  </a:cubicBezTo>
                  <a:cubicBezTo>
                    <a:pt x="75" y="519"/>
                    <a:pt x="59" y="525"/>
                    <a:pt x="44" y="533"/>
                  </a:cubicBezTo>
                  <a:cubicBezTo>
                    <a:pt x="29" y="540"/>
                    <a:pt x="14" y="548"/>
                    <a:pt x="13" y="551"/>
                  </a:cubicBezTo>
                  <a:cubicBezTo>
                    <a:pt x="10" y="556"/>
                    <a:pt x="14" y="571"/>
                    <a:pt x="18" y="574"/>
                  </a:cubicBezTo>
                  <a:cubicBezTo>
                    <a:pt x="20" y="576"/>
                    <a:pt x="37" y="577"/>
                    <a:pt x="54" y="578"/>
                  </a:cubicBezTo>
                  <a:cubicBezTo>
                    <a:pt x="71" y="578"/>
                    <a:pt x="88" y="577"/>
                    <a:pt x="90" y="578"/>
                  </a:cubicBezTo>
                  <a:cubicBezTo>
                    <a:pt x="93" y="580"/>
                    <a:pt x="96" y="591"/>
                    <a:pt x="96" y="591"/>
                  </a:cubicBezTo>
                  <a:cubicBezTo>
                    <a:pt x="96" y="591"/>
                    <a:pt x="96" y="591"/>
                    <a:pt x="96" y="591"/>
                  </a:cubicBezTo>
                  <a:cubicBezTo>
                    <a:pt x="96" y="591"/>
                    <a:pt x="100" y="601"/>
                    <a:pt x="99" y="604"/>
                  </a:cubicBezTo>
                  <a:cubicBezTo>
                    <a:pt x="99" y="606"/>
                    <a:pt x="86" y="615"/>
                    <a:pt x="72" y="626"/>
                  </a:cubicBezTo>
                  <a:cubicBezTo>
                    <a:pt x="59" y="637"/>
                    <a:pt x="47" y="649"/>
                    <a:pt x="46" y="651"/>
                  </a:cubicBezTo>
                  <a:cubicBezTo>
                    <a:pt x="45" y="657"/>
                    <a:pt x="52" y="671"/>
                    <a:pt x="57" y="673"/>
                  </a:cubicBezTo>
                  <a:cubicBezTo>
                    <a:pt x="59" y="674"/>
                    <a:pt x="76" y="672"/>
                    <a:pt x="93" y="668"/>
                  </a:cubicBezTo>
                  <a:cubicBezTo>
                    <a:pt x="110" y="664"/>
                    <a:pt x="126" y="660"/>
                    <a:pt x="128" y="660"/>
                  </a:cubicBezTo>
                  <a:cubicBezTo>
                    <a:pt x="131" y="661"/>
                    <a:pt x="136" y="671"/>
                    <a:pt x="136" y="671"/>
                  </a:cubicBezTo>
                  <a:cubicBezTo>
                    <a:pt x="136" y="671"/>
                    <a:pt x="136" y="671"/>
                    <a:pt x="136" y="671"/>
                  </a:cubicBezTo>
                  <a:cubicBezTo>
                    <a:pt x="136" y="671"/>
                    <a:pt x="143" y="680"/>
                    <a:pt x="143" y="683"/>
                  </a:cubicBezTo>
                  <a:cubicBezTo>
                    <a:pt x="143" y="685"/>
                    <a:pt x="132" y="697"/>
                    <a:pt x="122" y="711"/>
                  </a:cubicBezTo>
                  <a:cubicBezTo>
                    <a:pt x="111" y="724"/>
                    <a:pt x="102" y="739"/>
                    <a:pt x="102" y="741"/>
                  </a:cubicBezTo>
                  <a:cubicBezTo>
                    <a:pt x="102" y="747"/>
                    <a:pt x="112" y="759"/>
                    <a:pt x="117" y="760"/>
                  </a:cubicBezTo>
                  <a:cubicBezTo>
                    <a:pt x="120" y="761"/>
                    <a:pt x="136" y="754"/>
                    <a:pt x="151" y="747"/>
                  </a:cubicBezTo>
                  <a:cubicBezTo>
                    <a:pt x="166" y="739"/>
                    <a:pt x="181" y="731"/>
                    <a:pt x="183" y="731"/>
                  </a:cubicBezTo>
                  <a:cubicBezTo>
                    <a:pt x="187" y="731"/>
                    <a:pt x="194" y="740"/>
                    <a:pt x="194" y="740"/>
                  </a:cubicBezTo>
                  <a:cubicBezTo>
                    <a:pt x="194" y="740"/>
                    <a:pt x="194" y="740"/>
                    <a:pt x="194" y="740"/>
                  </a:cubicBezTo>
                  <a:cubicBezTo>
                    <a:pt x="194" y="740"/>
                    <a:pt x="202" y="747"/>
                    <a:pt x="203" y="750"/>
                  </a:cubicBezTo>
                  <a:cubicBezTo>
                    <a:pt x="203" y="751"/>
                    <a:pt x="196" y="766"/>
                    <a:pt x="189" y="782"/>
                  </a:cubicBezTo>
                  <a:cubicBezTo>
                    <a:pt x="182" y="797"/>
                    <a:pt x="176" y="813"/>
                    <a:pt x="177" y="816"/>
                  </a:cubicBezTo>
                  <a:cubicBezTo>
                    <a:pt x="178" y="822"/>
                    <a:pt x="191" y="831"/>
                    <a:pt x="196" y="831"/>
                  </a:cubicBezTo>
                  <a:cubicBezTo>
                    <a:pt x="199" y="831"/>
                    <a:pt x="213" y="821"/>
                    <a:pt x="226" y="810"/>
                  </a:cubicBezTo>
                  <a:cubicBezTo>
                    <a:pt x="239" y="799"/>
                    <a:pt x="252" y="788"/>
                    <a:pt x="254" y="787"/>
                  </a:cubicBezTo>
                  <a:cubicBezTo>
                    <a:pt x="257" y="787"/>
                    <a:pt x="266" y="793"/>
                    <a:pt x="266" y="793"/>
                  </a:cubicBezTo>
                  <a:cubicBezTo>
                    <a:pt x="266" y="793"/>
                    <a:pt x="266" y="793"/>
                    <a:pt x="266" y="793"/>
                  </a:cubicBezTo>
                  <a:cubicBezTo>
                    <a:pt x="266" y="793"/>
                    <a:pt x="276" y="798"/>
                    <a:pt x="277" y="801"/>
                  </a:cubicBezTo>
                  <a:cubicBezTo>
                    <a:pt x="278" y="803"/>
                    <a:pt x="274" y="819"/>
                    <a:pt x="271" y="835"/>
                  </a:cubicBezTo>
                  <a:cubicBezTo>
                    <a:pt x="268" y="852"/>
                    <a:pt x="265" y="869"/>
                    <a:pt x="267" y="872"/>
                  </a:cubicBezTo>
                  <a:cubicBezTo>
                    <a:pt x="269" y="877"/>
                    <a:pt x="284" y="883"/>
                    <a:pt x="289" y="881"/>
                  </a:cubicBezTo>
                  <a:cubicBezTo>
                    <a:pt x="291" y="881"/>
                    <a:pt x="303" y="868"/>
                    <a:pt x="313" y="854"/>
                  </a:cubicBezTo>
                  <a:cubicBezTo>
                    <a:pt x="324" y="841"/>
                    <a:pt x="333" y="827"/>
                    <a:pt x="335" y="826"/>
                  </a:cubicBezTo>
                  <a:cubicBezTo>
                    <a:pt x="338" y="824"/>
                    <a:pt x="348" y="829"/>
                    <a:pt x="348" y="829"/>
                  </a:cubicBezTo>
                  <a:cubicBezTo>
                    <a:pt x="348" y="829"/>
                    <a:pt x="348" y="829"/>
                    <a:pt x="348" y="829"/>
                  </a:cubicBezTo>
                  <a:cubicBezTo>
                    <a:pt x="348" y="829"/>
                    <a:pt x="359" y="831"/>
                    <a:pt x="361" y="834"/>
                  </a:cubicBezTo>
                  <a:cubicBezTo>
                    <a:pt x="362" y="835"/>
                    <a:pt x="362" y="852"/>
                    <a:pt x="363" y="869"/>
                  </a:cubicBezTo>
                  <a:cubicBezTo>
                    <a:pt x="364" y="886"/>
                    <a:pt x="365" y="903"/>
                    <a:pt x="367" y="905"/>
                  </a:cubicBezTo>
                  <a:cubicBezTo>
                    <a:pt x="371" y="909"/>
                    <a:pt x="386" y="912"/>
                    <a:pt x="391" y="909"/>
                  </a:cubicBezTo>
                  <a:cubicBezTo>
                    <a:pt x="393" y="908"/>
                    <a:pt x="401" y="893"/>
                    <a:pt x="408" y="877"/>
                  </a:cubicBezTo>
                  <a:cubicBezTo>
                    <a:pt x="415" y="862"/>
                    <a:pt x="422" y="846"/>
                    <a:pt x="423" y="845"/>
                  </a:cubicBezTo>
                  <a:cubicBezTo>
                    <a:pt x="426" y="842"/>
                    <a:pt x="436" y="844"/>
                    <a:pt x="436" y="844"/>
                  </a:cubicBezTo>
                  <a:cubicBezTo>
                    <a:pt x="437" y="845"/>
                    <a:pt x="437" y="845"/>
                    <a:pt x="437" y="845"/>
                  </a:cubicBezTo>
                  <a:cubicBezTo>
                    <a:pt x="437" y="845"/>
                    <a:pt x="448" y="844"/>
                    <a:pt x="450" y="846"/>
                  </a:cubicBezTo>
                  <a:cubicBezTo>
                    <a:pt x="451" y="847"/>
                    <a:pt x="455" y="864"/>
                    <a:pt x="460" y="880"/>
                  </a:cubicBezTo>
                  <a:cubicBezTo>
                    <a:pt x="465" y="896"/>
                    <a:pt x="470" y="912"/>
                    <a:pt x="473" y="914"/>
                  </a:cubicBezTo>
                  <a:cubicBezTo>
                    <a:pt x="477" y="917"/>
                    <a:pt x="493" y="916"/>
                    <a:pt x="497" y="913"/>
                  </a:cubicBezTo>
                  <a:cubicBezTo>
                    <a:pt x="499" y="911"/>
                    <a:pt x="503" y="894"/>
                    <a:pt x="506" y="878"/>
                  </a:cubicBezTo>
                  <a:cubicBezTo>
                    <a:pt x="510" y="861"/>
                    <a:pt x="512" y="844"/>
                    <a:pt x="513" y="843"/>
                  </a:cubicBezTo>
                  <a:cubicBezTo>
                    <a:pt x="515" y="840"/>
                    <a:pt x="526" y="839"/>
                    <a:pt x="526" y="839"/>
                  </a:cubicBezTo>
                  <a:cubicBezTo>
                    <a:pt x="526" y="839"/>
                    <a:pt x="526" y="839"/>
                    <a:pt x="526" y="839"/>
                  </a:cubicBezTo>
                  <a:cubicBezTo>
                    <a:pt x="526" y="839"/>
                    <a:pt x="537" y="837"/>
                    <a:pt x="540" y="838"/>
                  </a:cubicBezTo>
                  <a:cubicBezTo>
                    <a:pt x="541" y="839"/>
                    <a:pt x="549" y="854"/>
                    <a:pt x="557" y="868"/>
                  </a:cubicBezTo>
                  <a:cubicBezTo>
                    <a:pt x="565" y="883"/>
                    <a:pt x="575" y="898"/>
                    <a:pt x="577" y="899"/>
                  </a:cubicBezTo>
                  <a:cubicBezTo>
                    <a:pt x="583" y="901"/>
                    <a:pt x="597" y="896"/>
                    <a:pt x="601" y="892"/>
                  </a:cubicBezTo>
                  <a:cubicBezTo>
                    <a:pt x="602" y="890"/>
                    <a:pt x="602" y="873"/>
                    <a:pt x="602" y="855"/>
                  </a:cubicBezTo>
                  <a:cubicBezTo>
                    <a:pt x="601" y="838"/>
                    <a:pt x="600" y="822"/>
                    <a:pt x="600" y="820"/>
                  </a:cubicBezTo>
                  <a:cubicBezTo>
                    <a:pt x="602" y="816"/>
                    <a:pt x="612" y="814"/>
                    <a:pt x="612" y="814"/>
                  </a:cubicBezTo>
                  <a:cubicBezTo>
                    <a:pt x="612" y="814"/>
                    <a:pt x="612" y="814"/>
                    <a:pt x="612" y="814"/>
                  </a:cubicBezTo>
                  <a:cubicBezTo>
                    <a:pt x="612" y="814"/>
                    <a:pt x="622" y="808"/>
                    <a:pt x="625" y="809"/>
                  </a:cubicBezTo>
                  <a:cubicBezTo>
                    <a:pt x="627" y="809"/>
                    <a:pt x="638" y="822"/>
                    <a:pt x="649" y="835"/>
                  </a:cubicBezTo>
                  <a:cubicBezTo>
                    <a:pt x="661" y="847"/>
                    <a:pt x="673" y="859"/>
                    <a:pt x="676" y="860"/>
                  </a:cubicBezTo>
                  <a:cubicBezTo>
                    <a:pt x="681" y="860"/>
                    <a:pt x="695" y="852"/>
                    <a:pt x="697" y="847"/>
                  </a:cubicBezTo>
                  <a:cubicBezTo>
                    <a:pt x="698" y="845"/>
                    <a:pt x="694" y="828"/>
                    <a:pt x="689" y="812"/>
                  </a:cubicBezTo>
                  <a:cubicBezTo>
                    <a:pt x="685" y="795"/>
                    <a:pt x="679" y="779"/>
                    <a:pt x="680" y="778"/>
                  </a:cubicBezTo>
                  <a:cubicBezTo>
                    <a:pt x="680" y="774"/>
                    <a:pt x="690" y="769"/>
                    <a:pt x="690" y="769"/>
                  </a:cubicBezTo>
                  <a:cubicBezTo>
                    <a:pt x="690" y="769"/>
                    <a:pt x="690" y="769"/>
                    <a:pt x="690" y="769"/>
                  </a:cubicBezTo>
                  <a:cubicBezTo>
                    <a:pt x="690" y="769"/>
                    <a:pt x="698" y="761"/>
                    <a:pt x="702" y="761"/>
                  </a:cubicBezTo>
                  <a:cubicBezTo>
                    <a:pt x="703" y="761"/>
                    <a:pt x="717" y="771"/>
                    <a:pt x="731" y="781"/>
                  </a:cubicBezTo>
                  <a:cubicBezTo>
                    <a:pt x="745" y="790"/>
                    <a:pt x="759" y="799"/>
                    <a:pt x="762" y="799"/>
                  </a:cubicBezTo>
                  <a:cubicBezTo>
                    <a:pt x="768" y="798"/>
                    <a:pt x="779" y="787"/>
                    <a:pt x="780" y="782"/>
                  </a:cubicBezTo>
                  <a:cubicBezTo>
                    <a:pt x="780" y="780"/>
                    <a:pt x="773" y="764"/>
                    <a:pt x="765" y="749"/>
                  </a:cubicBezTo>
                  <a:cubicBezTo>
                    <a:pt x="756" y="734"/>
                    <a:pt x="748" y="720"/>
                    <a:pt x="747" y="718"/>
                  </a:cubicBezTo>
                  <a:cubicBezTo>
                    <a:pt x="747" y="714"/>
                    <a:pt x="755" y="707"/>
                    <a:pt x="755" y="707"/>
                  </a:cubicBezTo>
                  <a:cubicBezTo>
                    <a:pt x="755" y="707"/>
                    <a:pt x="755" y="707"/>
                    <a:pt x="755" y="707"/>
                  </a:cubicBezTo>
                  <a:cubicBezTo>
                    <a:pt x="755" y="707"/>
                    <a:pt x="762" y="698"/>
                    <a:pt x="765" y="697"/>
                  </a:cubicBezTo>
                  <a:cubicBezTo>
                    <a:pt x="767" y="697"/>
                    <a:pt x="782" y="703"/>
                    <a:pt x="798" y="709"/>
                  </a:cubicBezTo>
                  <a:cubicBezTo>
                    <a:pt x="813" y="715"/>
                    <a:pt x="830" y="721"/>
                    <a:pt x="833" y="720"/>
                  </a:cubicBezTo>
                  <a:cubicBezTo>
                    <a:pt x="838" y="718"/>
                    <a:pt x="846" y="705"/>
                    <a:pt x="846" y="699"/>
                  </a:cubicBezTo>
                  <a:cubicBezTo>
                    <a:pt x="846" y="697"/>
                    <a:pt x="835" y="683"/>
                    <a:pt x="824" y="671"/>
                  </a:cubicBezTo>
                  <a:cubicBezTo>
                    <a:pt x="812" y="658"/>
                    <a:pt x="800" y="646"/>
                    <a:pt x="800" y="645"/>
                  </a:cubicBezTo>
                  <a:cubicBezTo>
                    <a:pt x="799" y="641"/>
                    <a:pt x="805" y="632"/>
                    <a:pt x="805" y="632"/>
                  </a:cubicBezTo>
                  <a:cubicBezTo>
                    <a:pt x="805" y="632"/>
                    <a:pt x="805" y="632"/>
                    <a:pt x="805" y="632"/>
                  </a:cubicBezTo>
                  <a:cubicBezTo>
                    <a:pt x="805" y="632"/>
                    <a:pt x="809" y="622"/>
                    <a:pt x="812" y="620"/>
                  </a:cubicBezTo>
                  <a:cubicBezTo>
                    <a:pt x="813" y="619"/>
                    <a:pt x="830" y="622"/>
                    <a:pt x="846" y="624"/>
                  </a:cubicBezTo>
                  <a:cubicBezTo>
                    <a:pt x="863" y="627"/>
                    <a:pt x="880" y="628"/>
                    <a:pt x="883" y="626"/>
                  </a:cubicBezTo>
                  <a:cubicBezTo>
                    <a:pt x="888" y="624"/>
                    <a:pt x="893" y="609"/>
                    <a:pt x="891" y="604"/>
                  </a:cubicBezTo>
                  <a:cubicBezTo>
                    <a:pt x="891" y="601"/>
                    <a:pt x="877" y="591"/>
                    <a:pt x="863" y="581"/>
                  </a:cubicBezTo>
                  <a:cubicBezTo>
                    <a:pt x="849" y="571"/>
                    <a:pt x="834" y="563"/>
                    <a:pt x="833" y="561"/>
                  </a:cubicBezTo>
                  <a:cubicBezTo>
                    <a:pt x="831" y="558"/>
                    <a:pt x="835" y="548"/>
                    <a:pt x="835" y="548"/>
                  </a:cubicBezTo>
                  <a:cubicBezTo>
                    <a:pt x="835" y="548"/>
                    <a:pt x="835" y="548"/>
                    <a:pt x="835" y="548"/>
                  </a:cubicBezTo>
                  <a:cubicBezTo>
                    <a:pt x="836" y="548"/>
                    <a:pt x="837" y="537"/>
                    <a:pt x="840" y="535"/>
                  </a:cubicBezTo>
                  <a:cubicBezTo>
                    <a:pt x="841" y="533"/>
                    <a:pt x="857" y="533"/>
                    <a:pt x="874" y="531"/>
                  </a:cubicBezTo>
                  <a:cubicBezTo>
                    <a:pt x="891" y="529"/>
                    <a:pt x="908" y="526"/>
                    <a:pt x="910" y="524"/>
                  </a:cubicBezTo>
                  <a:cubicBezTo>
                    <a:pt x="914" y="520"/>
                    <a:pt x="916" y="505"/>
                    <a:pt x="913" y="500"/>
                  </a:cubicBezTo>
                  <a:cubicBezTo>
                    <a:pt x="912" y="498"/>
                    <a:pt x="896" y="491"/>
                    <a:pt x="880" y="485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5" name="Google Shape;1565;p54"/>
            <p:cNvSpPr/>
            <p:nvPr/>
          </p:nvSpPr>
          <p:spPr>
            <a:xfrm flipH="1" rot="10800000">
              <a:off x="6400264" y="4047330"/>
              <a:ext cx="1432800" cy="14334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9000021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6" name="Google Shape;1566;p54"/>
            <p:cNvSpPr/>
            <p:nvPr/>
          </p:nvSpPr>
          <p:spPr>
            <a:xfrm flipH="1" rot="-5400000">
              <a:off x="4253159" y="3625112"/>
              <a:ext cx="1676841" cy="1676843"/>
            </a:xfrm>
            <a:custGeom>
              <a:rect b="b" l="l" r="r" t="t"/>
              <a:pathLst>
                <a:path extrusionOk="0" h="972" w="972">
                  <a:moveTo>
                    <a:pt x="0" y="972"/>
                  </a:moveTo>
                  <a:cubicBezTo>
                    <a:pt x="0" y="486"/>
                    <a:pt x="0" y="486"/>
                    <a:pt x="0" y="486"/>
                  </a:cubicBezTo>
                  <a:cubicBezTo>
                    <a:pt x="0" y="218"/>
                    <a:pt x="218" y="0"/>
                    <a:pt x="486" y="0"/>
                  </a:cubicBezTo>
                  <a:cubicBezTo>
                    <a:pt x="754" y="0"/>
                    <a:pt x="972" y="218"/>
                    <a:pt x="972" y="486"/>
                  </a:cubicBezTo>
                  <a:cubicBezTo>
                    <a:pt x="972" y="754"/>
                    <a:pt x="754" y="972"/>
                    <a:pt x="486" y="972"/>
                  </a:cubicBezTo>
                  <a:lnTo>
                    <a:pt x="0" y="97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7" name="Google Shape;1567;p54"/>
            <p:cNvSpPr/>
            <p:nvPr/>
          </p:nvSpPr>
          <p:spPr>
            <a:xfrm flipH="1" rot="-5400000">
              <a:off x="4371565" y="3744994"/>
              <a:ext cx="1425857" cy="1427829"/>
            </a:xfrm>
            <a:custGeom>
              <a:rect b="b" l="l" r="r" t="t"/>
              <a:pathLst>
                <a:path extrusionOk="0" h="917" w="916">
                  <a:moveTo>
                    <a:pt x="880" y="485"/>
                  </a:moveTo>
                  <a:cubicBezTo>
                    <a:pt x="864" y="479"/>
                    <a:pt x="848" y="473"/>
                    <a:pt x="847" y="472"/>
                  </a:cubicBezTo>
                  <a:cubicBezTo>
                    <a:pt x="844" y="469"/>
                    <a:pt x="846" y="459"/>
                    <a:pt x="846" y="459"/>
                  </a:cubicBezTo>
                  <a:cubicBezTo>
                    <a:pt x="846" y="458"/>
                    <a:pt x="846" y="458"/>
                    <a:pt x="846" y="458"/>
                  </a:cubicBezTo>
                  <a:cubicBezTo>
                    <a:pt x="846" y="458"/>
                    <a:pt x="845" y="447"/>
                    <a:pt x="847" y="445"/>
                  </a:cubicBezTo>
                  <a:cubicBezTo>
                    <a:pt x="848" y="443"/>
                    <a:pt x="864" y="439"/>
                    <a:pt x="880" y="433"/>
                  </a:cubicBezTo>
                  <a:cubicBezTo>
                    <a:pt x="896" y="427"/>
                    <a:pt x="912" y="421"/>
                    <a:pt x="913" y="418"/>
                  </a:cubicBezTo>
                  <a:cubicBezTo>
                    <a:pt x="916" y="414"/>
                    <a:pt x="914" y="398"/>
                    <a:pt x="910" y="394"/>
                  </a:cubicBezTo>
                  <a:cubicBezTo>
                    <a:pt x="909" y="392"/>
                    <a:pt x="892" y="389"/>
                    <a:pt x="875" y="387"/>
                  </a:cubicBezTo>
                  <a:cubicBezTo>
                    <a:pt x="858" y="385"/>
                    <a:pt x="841" y="383"/>
                    <a:pt x="840" y="382"/>
                  </a:cubicBezTo>
                  <a:cubicBezTo>
                    <a:pt x="836" y="380"/>
                    <a:pt x="835" y="369"/>
                    <a:pt x="835" y="369"/>
                  </a:cubicBezTo>
                  <a:cubicBezTo>
                    <a:pt x="835" y="369"/>
                    <a:pt x="835" y="369"/>
                    <a:pt x="835" y="369"/>
                  </a:cubicBezTo>
                  <a:cubicBezTo>
                    <a:pt x="835" y="369"/>
                    <a:pt x="832" y="359"/>
                    <a:pt x="833" y="356"/>
                  </a:cubicBezTo>
                  <a:cubicBezTo>
                    <a:pt x="834" y="354"/>
                    <a:pt x="848" y="346"/>
                    <a:pt x="863" y="337"/>
                  </a:cubicBezTo>
                  <a:cubicBezTo>
                    <a:pt x="877" y="328"/>
                    <a:pt x="891" y="317"/>
                    <a:pt x="892" y="315"/>
                  </a:cubicBezTo>
                  <a:cubicBezTo>
                    <a:pt x="894" y="309"/>
                    <a:pt x="888" y="295"/>
                    <a:pt x="884" y="292"/>
                  </a:cubicBezTo>
                  <a:cubicBezTo>
                    <a:pt x="881" y="290"/>
                    <a:pt x="864" y="291"/>
                    <a:pt x="847" y="293"/>
                  </a:cubicBezTo>
                  <a:cubicBezTo>
                    <a:pt x="830" y="295"/>
                    <a:pt x="814" y="297"/>
                    <a:pt x="812" y="296"/>
                  </a:cubicBezTo>
                  <a:cubicBezTo>
                    <a:pt x="808" y="295"/>
                    <a:pt x="805" y="285"/>
                    <a:pt x="805" y="285"/>
                  </a:cubicBezTo>
                  <a:cubicBezTo>
                    <a:pt x="805" y="285"/>
                    <a:pt x="805" y="285"/>
                    <a:pt x="805" y="285"/>
                  </a:cubicBezTo>
                  <a:cubicBezTo>
                    <a:pt x="805" y="285"/>
                    <a:pt x="799" y="275"/>
                    <a:pt x="799" y="272"/>
                  </a:cubicBezTo>
                  <a:cubicBezTo>
                    <a:pt x="800" y="271"/>
                    <a:pt x="812" y="259"/>
                    <a:pt x="824" y="247"/>
                  </a:cubicBezTo>
                  <a:cubicBezTo>
                    <a:pt x="835" y="235"/>
                    <a:pt x="847" y="222"/>
                    <a:pt x="847" y="219"/>
                  </a:cubicBezTo>
                  <a:cubicBezTo>
                    <a:pt x="847" y="213"/>
                    <a:pt x="839" y="200"/>
                    <a:pt x="834" y="199"/>
                  </a:cubicBezTo>
                  <a:cubicBezTo>
                    <a:pt x="831" y="198"/>
                    <a:pt x="815" y="202"/>
                    <a:pt x="798" y="208"/>
                  </a:cubicBezTo>
                  <a:cubicBezTo>
                    <a:pt x="782" y="213"/>
                    <a:pt x="767" y="220"/>
                    <a:pt x="765" y="220"/>
                  </a:cubicBezTo>
                  <a:cubicBezTo>
                    <a:pt x="761" y="219"/>
                    <a:pt x="755" y="210"/>
                    <a:pt x="755" y="210"/>
                  </a:cubicBezTo>
                  <a:cubicBezTo>
                    <a:pt x="755" y="210"/>
                    <a:pt x="755" y="210"/>
                    <a:pt x="755" y="210"/>
                  </a:cubicBezTo>
                  <a:cubicBezTo>
                    <a:pt x="755" y="210"/>
                    <a:pt x="748" y="202"/>
                    <a:pt x="747" y="199"/>
                  </a:cubicBezTo>
                  <a:cubicBezTo>
                    <a:pt x="747" y="197"/>
                    <a:pt x="756" y="183"/>
                    <a:pt x="765" y="169"/>
                  </a:cubicBezTo>
                  <a:cubicBezTo>
                    <a:pt x="774" y="154"/>
                    <a:pt x="782" y="139"/>
                    <a:pt x="781" y="136"/>
                  </a:cubicBezTo>
                  <a:cubicBezTo>
                    <a:pt x="780" y="130"/>
                    <a:pt x="769" y="120"/>
                    <a:pt x="764" y="119"/>
                  </a:cubicBezTo>
                  <a:cubicBezTo>
                    <a:pt x="761" y="119"/>
                    <a:pt x="746" y="127"/>
                    <a:pt x="732" y="136"/>
                  </a:cubicBezTo>
                  <a:cubicBezTo>
                    <a:pt x="717" y="145"/>
                    <a:pt x="703" y="155"/>
                    <a:pt x="701" y="155"/>
                  </a:cubicBezTo>
                  <a:cubicBezTo>
                    <a:pt x="698" y="156"/>
                    <a:pt x="690" y="148"/>
                    <a:pt x="690" y="148"/>
                  </a:cubicBezTo>
                  <a:cubicBezTo>
                    <a:pt x="690" y="148"/>
                    <a:pt x="690" y="148"/>
                    <a:pt x="690" y="148"/>
                  </a:cubicBezTo>
                  <a:cubicBezTo>
                    <a:pt x="690" y="148"/>
                    <a:pt x="681" y="142"/>
                    <a:pt x="680" y="139"/>
                  </a:cubicBezTo>
                  <a:cubicBezTo>
                    <a:pt x="679" y="138"/>
                    <a:pt x="685" y="122"/>
                    <a:pt x="690" y="106"/>
                  </a:cubicBezTo>
                  <a:cubicBezTo>
                    <a:pt x="695" y="90"/>
                    <a:pt x="699" y="73"/>
                    <a:pt x="698" y="70"/>
                  </a:cubicBezTo>
                  <a:cubicBezTo>
                    <a:pt x="696" y="65"/>
                    <a:pt x="683" y="58"/>
                    <a:pt x="677" y="58"/>
                  </a:cubicBezTo>
                  <a:cubicBezTo>
                    <a:pt x="675" y="58"/>
                    <a:pt x="662" y="70"/>
                    <a:pt x="650" y="82"/>
                  </a:cubicBezTo>
                  <a:cubicBezTo>
                    <a:pt x="638" y="94"/>
                    <a:pt x="627" y="107"/>
                    <a:pt x="625" y="108"/>
                  </a:cubicBezTo>
                  <a:cubicBezTo>
                    <a:pt x="622" y="109"/>
                    <a:pt x="612" y="103"/>
                    <a:pt x="612" y="103"/>
                  </a:cubicBezTo>
                  <a:cubicBezTo>
                    <a:pt x="612" y="103"/>
                    <a:pt x="612" y="103"/>
                    <a:pt x="612" y="103"/>
                  </a:cubicBezTo>
                  <a:cubicBezTo>
                    <a:pt x="612" y="103"/>
                    <a:pt x="602" y="100"/>
                    <a:pt x="600" y="97"/>
                  </a:cubicBezTo>
                  <a:cubicBezTo>
                    <a:pt x="599" y="95"/>
                    <a:pt x="601" y="79"/>
                    <a:pt x="602" y="62"/>
                  </a:cubicBezTo>
                  <a:cubicBezTo>
                    <a:pt x="604" y="45"/>
                    <a:pt x="604" y="28"/>
                    <a:pt x="602" y="26"/>
                  </a:cubicBezTo>
                  <a:cubicBezTo>
                    <a:pt x="599" y="21"/>
                    <a:pt x="584" y="17"/>
                    <a:pt x="579" y="19"/>
                  </a:cubicBezTo>
                  <a:cubicBezTo>
                    <a:pt x="577" y="19"/>
                    <a:pt x="567" y="34"/>
                    <a:pt x="558" y="48"/>
                  </a:cubicBezTo>
                  <a:cubicBezTo>
                    <a:pt x="549" y="63"/>
                    <a:pt x="541" y="78"/>
                    <a:pt x="540" y="79"/>
                  </a:cubicBezTo>
                  <a:cubicBezTo>
                    <a:pt x="537" y="81"/>
                    <a:pt x="526" y="78"/>
                    <a:pt x="526" y="78"/>
                  </a:cubicBezTo>
                  <a:cubicBezTo>
                    <a:pt x="526" y="77"/>
                    <a:pt x="526" y="77"/>
                    <a:pt x="526" y="77"/>
                  </a:cubicBezTo>
                  <a:cubicBezTo>
                    <a:pt x="526" y="77"/>
                    <a:pt x="515" y="77"/>
                    <a:pt x="513" y="74"/>
                  </a:cubicBezTo>
                  <a:cubicBezTo>
                    <a:pt x="512" y="73"/>
                    <a:pt x="510" y="56"/>
                    <a:pt x="507" y="40"/>
                  </a:cubicBezTo>
                  <a:cubicBezTo>
                    <a:pt x="504" y="23"/>
                    <a:pt x="501" y="6"/>
                    <a:pt x="499" y="4"/>
                  </a:cubicBezTo>
                  <a:cubicBezTo>
                    <a:pt x="494" y="0"/>
                    <a:pt x="479" y="0"/>
                    <a:pt x="474" y="3"/>
                  </a:cubicBezTo>
                  <a:cubicBezTo>
                    <a:pt x="472" y="4"/>
                    <a:pt x="466" y="20"/>
                    <a:pt x="461" y="37"/>
                  </a:cubicBezTo>
                  <a:cubicBezTo>
                    <a:pt x="456" y="53"/>
                    <a:pt x="451" y="69"/>
                    <a:pt x="450" y="71"/>
                  </a:cubicBezTo>
                  <a:cubicBezTo>
                    <a:pt x="447" y="73"/>
                    <a:pt x="437" y="72"/>
                    <a:pt x="437" y="72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36" y="72"/>
                    <a:pt x="426" y="74"/>
                    <a:pt x="423" y="72"/>
                  </a:cubicBezTo>
                  <a:cubicBezTo>
                    <a:pt x="421" y="71"/>
                    <a:pt x="416" y="56"/>
                    <a:pt x="409" y="40"/>
                  </a:cubicBezTo>
                  <a:cubicBezTo>
                    <a:pt x="403" y="24"/>
                    <a:pt x="395" y="9"/>
                    <a:pt x="393" y="7"/>
                  </a:cubicBezTo>
                  <a:cubicBezTo>
                    <a:pt x="388" y="5"/>
                    <a:pt x="373" y="8"/>
                    <a:pt x="369" y="12"/>
                  </a:cubicBezTo>
                  <a:cubicBezTo>
                    <a:pt x="367" y="13"/>
                    <a:pt x="365" y="31"/>
                    <a:pt x="363" y="47"/>
                  </a:cubicBezTo>
                  <a:cubicBezTo>
                    <a:pt x="362" y="65"/>
                    <a:pt x="362" y="81"/>
                    <a:pt x="361" y="83"/>
                  </a:cubicBezTo>
                  <a:cubicBezTo>
                    <a:pt x="359" y="86"/>
                    <a:pt x="348" y="88"/>
                    <a:pt x="348" y="88"/>
                  </a:cubicBezTo>
                  <a:cubicBezTo>
                    <a:pt x="348" y="88"/>
                    <a:pt x="348" y="88"/>
                    <a:pt x="348" y="88"/>
                  </a:cubicBezTo>
                  <a:cubicBezTo>
                    <a:pt x="348" y="88"/>
                    <a:pt x="338" y="92"/>
                    <a:pt x="335" y="91"/>
                  </a:cubicBezTo>
                  <a:cubicBezTo>
                    <a:pt x="333" y="90"/>
                    <a:pt x="324" y="76"/>
                    <a:pt x="314" y="63"/>
                  </a:cubicBezTo>
                  <a:cubicBezTo>
                    <a:pt x="304" y="49"/>
                    <a:pt x="293" y="35"/>
                    <a:pt x="290" y="35"/>
                  </a:cubicBezTo>
                  <a:cubicBezTo>
                    <a:pt x="285" y="33"/>
                    <a:pt x="271" y="40"/>
                    <a:pt x="268" y="44"/>
                  </a:cubicBezTo>
                  <a:cubicBezTo>
                    <a:pt x="267" y="47"/>
                    <a:pt x="269" y="64"/>
                    <a:pt x="271" y="81"/>
                  </a:cubicBezTo>
                  <a:cubicBezTo>
                    <a:pt x="274" y="97"/>
                    <a:pt x="277" y="114"/>
                    <a:pt x="277" y="116"/>
                  </a:cubicBezTo>
                  <a:cubicBezTo>
                    <a:pt x="276" y="119"/>
                    <a:pt x="266" y="123"/>
                    <a:pt x="266" y="123"/>
                  </a:cubicBezTo>
                  <a:cubicBezTo>
                    <a:pt x="266" y="123"/>
                    <a:pt x="266" y="123"/>
                    <a:pt x="266" y="123"/>
                  </a:cubicBezTo>
                  <a:cubicBezTo>
                    <a:pt x="266" y="123"/>
                    <a:pt x="257" y="130"/>
                    <a:pt x="253" y="129"/>
                  </a:cubicBezTo>
                  <a:cubicBezTo>
                    <a:pt x="252" y="129"/>
                    <a:pt x="240" y="118"/>
                    <a:pt x="227" y="107"/>
                  </a:cubicBezTo>
                  <a:cubicBezTo>
                    <a:pt x="214" y="96"/>
                    <a:pt x="200" y="85"/>
                    <a:pt x="197" y="85"/>
                  </a:cubicBezTo>
                  <a:cubicBezTo>
                    <a:pt x="192" y="85"/>
                    <a:pt x="179" y="95"/>
                    <a:pt x="178" y="100"/>
                  </a:cubicBezTo>
                  <a:cubicBezTo>
                    <a:pt x="177" y="102"/>
                    <a:pt x="183" y="118"/>
                    <a:pt x="189" y="134"/>
                  </a:cubicBezTo>
                  <a:cubicBezTo>
                    <a:pt x="196" y="150"/>
                    <a:pt x="203" y="165"/>
                    <a:pt x="203" y="167"/>
                  </a:cubicBezTo>
                  <a:cubicBezTo>
                    <a:pt x="203" y="171"/>
                    <a:pt x="194" y="177"/>
                    <a:pt x="194" y="177"/>
                  </a:cubicBezTo>
                  <a:cubicBezTo>
                    <a:pt x="194" y="177"/>
                    <a:pt x="194" y="177"/>
                    <a:pt x="194" y="177"/>
                  </a:cubicBezTo>
                  <a:cubicBezTo>
                    <a:pt x="194" y="177"/>
                    <a:pt x="186" y="185"/>
                    <a:pt x="183" y="186"/>
                  </a:cubicBezTo>
                  <a:cubicBezTo>
                    <a:pt x="181" y="186"/>
                    <a:pt x="167" y="178"/>
                    <a:pt x="152" y="170"/>
                  </a:cubicBezTo>
                  <a:cubicBezTo>
                    <a:pt x="137" y="162"/>
                    <a:pt x="121" y="155"/>
                    <a:pt x="118" y="156"/>
                  </a:cubicBezTo>
                  <a:cubicBezTo>
                    <a:pt x="113" y="157"/>
                    <a:pt x="103" y="169"/>
                    <a:pt x="103" y="174"/>
                  </a:cubicBezTo>
                  <a:cubicBezTo>
                    <a:pt x="103" y="177"/>
                    <a:pt x="112" y="191"/>
                    <a:pt x="122" y="205"/>
                  </a:cubicBezTo>
                  <a:cubicBezTo>
                    <a:pt x="132" y="219"/>
                    <a:pt x="142" y="232"/>
                    <a:pt x="143" y="234"/>
                  </a:cubicBezTo>
                  <a:cubicBezTo>
                    <a:pt x="143" y="238"/>
                    <a:pt x="136" y="246"/>
                    <a:pt x="136" y="246"/>
                  </a:cubicBezTo>
                  <a:cubicBezTo>
                    <a:pt x="136" y="246"/>
                    <a:pt x="136" y="246"/>
                    <a:pt x="136" y="246"/>
                  </a:cubicBezTo>
                  <a:cubicBezTo>
                    <a:pt x="136" y="246"/>
                    <a:pt x="131" y="256"/>
                    <a:pt x="128" y="257"/>
                  </a:cubicBezTo>
                  <a:cubicBezTo>
                    <a:pt x="126" y="257"/>
                    <a:pt x="110" y="253"/>
                    <a:pt x="94" y="248"/>
                  </a:cubicBezTo>
                  <a:cubicBezTo>
                    <a:pt x="77" y="244"/>
                    <a:pt x="60" y="241"/>
                    <a:pt x="58" y="242"/>
                  </a:cubicBezTo>
                  <a:cubicBezTo>
                    <a:pt x="52" y="245"/>
                    <a:pt x="46" y="259"/>
                    <a:pt x="47" y="264"/>
                  </a:cubicBezTo>
                  <a:cubicBezTo>
                    <a:pt x="47" y="266"/>
                    <a:pt x="60" y="279"/>
                    <a:pt x="72" y="290"/>
                  </a:cubicBezTo>
                  <a:cubicBezTo>
                    <a:pt x="85" y="301"/>
                    <a:pt x="98" y="311"/>
                    <a:pt x="99" y="313"/>
                  </a:cubicBezTo>
                  <a:cubicBezTo>
                    <a:pt x="101" y="317"/>
                    <a:pt x="96" y="326"/>
                    <a:pt x="96" y="326"/>
                  </a:cubicBezTo>
                  <a:cubicBezTo>
                    <a:pt x="96" y="326"/>
                    <a:pt x="96" y="326"/>
                    <a:pt x="96" y="326"/>
                  </a:cubicBezTo>
                  <a:cubicBezTo>
                    <a:pt x="95" y="326"/>
                    <a:pt x="93" y="337"/>
                    <a:pt x="90" y="339"/>
                  </a:cubicBezTo>
                  <a:cubicBezTo>
                    <a:pt x="89" y="340"/>
                    <a:pt x="72" y="339"/>
                    <a:pt x="55" y="338"/>
                  </a:cubicBezTo>
                  <a:cubicBezTo>
                    <a:pt x="38" y="338"/>
                    <a:pt x="21" y="339"/>
                    <a:pt x="19" y="341"/>
                  </a:cubicBezTo>
                  <a:cubicBezTo>
                    <a:pt x="14" y="344"/>
                    <a:pt x="11" y="359"/>
                    <a:pt x="13" y="364"/>
                  </a:cubicBezTo>
                  <a:cubicBezTo>
                    <a:pt x="14" y="367"/>
                    <a:pt x="29" y="376"/>
                    <a:pt x="44" y="383"/>
                  </a:cubicBezTo>
                  <a:cubicBezTo>
                    <a:pt x="59" y="391"/>
                    <a:pt x="74" y="398"/>
                    <a:pt x="76" y="400"/>
                  </a:cubicBezTo>
                  <a:cubicBezTo>
                    <a:pt x="78" y="403"/>
                    <a:pt x="75" y="413"/>
                    <a:pt x="75" y="413"/>
                  </a:cubicBezTo>
                  <a:cubicBezTo>
                    <a:pt x="75" y="414"/>
                    <a:pt x="75" y="414"/>
                    <a:pt x="75" y="414"/>
                  </a:cubicBezTo>
                  <a:cubicBezTo>
                    <a:pt x="75" y="414"/>
                    <a:pt x="75" y="424"/>
                    <a:pt x="72" y="427"/>
                  </a:cubicBezTo>
                  <a:cubicBezTo>
                    <a:pt x="71" y="428"/>
                    <a:pt x="55" y="431"/>
                    <a:pt x="38" y="435"/>
                  </a:cubicBezTo>
                  <a:cubicBezTo>
                    <a:pt x="22" y="439"/>
                    <a:pt x="5" y="443"/>
                    <a:pt x="3" y="445"/>
                  </a:cubicBezTo>
                  <a:cubicBezTo>
                    <a:pt x="0" y="450"/>
                    <a:pt x="0" y="465"/>
                    <a:pt x="3" y="470"/>
                  </a:cubicBezTo>
                  <a:cubicBezTo>
                    <a:pt x="5" y="472"/>
                    <a:pt x="21" y="477"/>
                    <a:pt x="38" y="481"/>
                  </a:cubicBezTo>
                  <a:cubicBezTo>
                    <a:pt x="54" y="485"/>
                    <a:pt x="71" y="489"/>
                    <a:pt x="72" y="490"/>
                  </a:cubicBezTo>
                  <a:cubicBezTo>
                    <a:pt x="75" y="492"/>
                    <a:pt x="75" y="503"/>
                    <a:pt x="75" y="503"/>
                  </a:cubicBezTo>
                  <a:cubicBezTo>
                    <a:pt x="75" y="503"/>
                    <a:pt x="75" y="503"/>
                    <a:pt x="75" y="503"/>
                  </a:cubicBezTo>
                  <a:cubicBezTo>
                    <a:pt x="75" y="503"/>
                    <a:pt x="77" y="514"/>
                    <a:pt x="76" y="517"/>
                  </a:cubicBezTo>
                  <a:cubicBezTo>
                    <a:pt x="75" y="519"/>
                    <a:pt x="59" y="525"/>
                    <a:pt x="44" y="533"/>
                  </a:cubicBezTo>
                  <a:cubicBezTo>
                    <a:pt x="29" y="540"/>
                    <a:pt x="14" y="548"/>
                    <a:pt x="13" y="551"/>
                  </a:cubicBezTo>
                  <a:cubicBezTo>
                    <a:pt x="10" y="556"/>
                    <a:pt x="14" y="571"/>
                    <a:pt x="18" y="574"/>
                  </a:cubicBezTo>
                  <a:cubicBezTo>
                    <a:pt x="20" y="576"/>
                    <a:pt x="37" y="577"/>
                    <a:pt x="54" y="578"/>
                  </a:cubicBezTo>
                  <a:cubicBezTo>
                    <a:pt x="71" y="578"/>
                    <a:pt x="88" y="577"/>
                    <a:pt x="90" y="578"/>
                  </a:cubicBezTo>
                  <a:cubicBezTo>
                    <a:pt x="93" y="580"/>
                    <a:pt x="96" y="591"/>
                    <a:pt x="96" y="591"/>
                  </a:cubicBezTo>
                  <a:cubicBezTo>
                    <a:pt x="96" y="591"/>
                    <a:pt x="96" y="591"/>
                    <a:pt x="96" y="591"/>
                  </a:cubicBezTo>
                  <a:cubicBezTo>
                    <a:pt x="96" y="591"/>
                    <a:pt x="100" y="601"/>
                    <a:pt x="99" y="604"/>
                  </a:cubicBezTo>
                  <a:cubicBezTo>
                    <a:pt x="99" y="606"/>
                    <a:pt x="86" y="615"/>
                    <a:pt x="72" y="626"/>
                  </a:cubicBezTo>
                  <a:cubicBezTo>
                    <a:pt x="59" y="637"/>
                    <a:pt x="47" y="649"/>
                    <a:pt x="46" y="651"/>
                  </a:cubicBezTo>
                  <a:cubicBezTo>
                    <a:pt x="45" y="657"/>
                    <a:pt x="52" y="671"/>
                    <a:pt x="57" y="673"/>
                  </a:cubicBezTo>
                  <a:cubicBezTo>
                    <a:pt x="59" y="674"/>
                    <a:pt x="76" y="672"/>
                    <a:pt x="93" y="668"/>
                  </a:cubicBezTo>
                  <a:cubicBezTo>
                    <a:pt x="110" y="664"/>
                    <a:pt x="126" y="660"/>
                    <a:pt x="128" y="660"/>
                  </a:cubicBezTo>
                  <a:cubicBezTo>
                    <a:pt x="131" y="661"/>
                    <a:pt x="136" y="671"/>
                    <a:pt x="136" y="671"/>
                  </a:cubicBezTo>
                  <a:cubicBezTo>
                    <a:pt x="136" y="671"/>
                    <a:pt x="136" y="671"/>
                    <a:pt x="136" y="671"/>
                  </a:cubicBezTo>
                  <a:cubicBezTo>
                    <a:pt x="136" y="671"/>
                    <a:pt x="143" y="680"/>
                    <a:pt x="143" y="683"/>
                  </a:cubicBezTo>
                  <a:cubicBezTo>
                    <a:pt x="143" y="685"/>
                    <a:pt x="132" y="697"/>
                    <a:pt x="122" y="711"/>
                  </a:cubicBezTo>
                  <a:cubicBezTo>
                    <a:pt x="111" y="724"/>
                    <a:pt x="102" y="739"/>
                    <a:pt x="102" y="741"/>
                  </a:cubicBezTo>
                  <a:cubicBezTo>
                    <a:pt x="102" y="747"/>
                    <a:pt x="112" y="759"/>
                    <a:pt x="117" y="760"/>
                  </a:cubicBezTo>
                  <a:cubicBezTo>
                    <a:pt x="120" y="761"/>
                    <a:pt x="136" y="754"/>
                    <a:pt x="151" y="747"/>
                  </a:cubicBezTo>
                  <a:cubicBezTo>
                    <a:pt x="166" y="739"/>
                    <a:pt x="181" y="731"/>
                    <a:pt x="183" y="731"/>
                  </a:cubicBezTo>
                  <a:cubicBezTo>
                    <a:pt x="187" y="731"/>
                    <a:pt x="194" y="740"/>
                    <a:pt x="194" y="740"/>
                  </a:cubicBezTo>
                  <a:cubicBezTo>
                    <a:pt x="194" y="740"/>
                    <a:pt x="194" y="740"/>
                    <a:pt x="194" y="740"/>
                  </a:cubicBezTo>
                  <a:cubicBezTo>
                    <a:pt x="194" y="740"/>
                    <a:pt x="202" y="747"/>
                    <a:pt x="203" y="750"/>
                  </a:cubicBezTo>
                  <a:cubicBezTo>
                    <a:pt x="203" y="751"/>
                    <a:pt x="196" y="766"/>
                    <a:pt x="189" y="782"/>
                  </a:cubicBezTo>
                  <a:cubicBezTo>
                    <a:pt x="182" y="797"/>
                    <a:pt x="176" y="813"/>
                    <a:pt x="177" y="816"/>
                  </a:cubicBezTo>
                  <a:cubicBezTo>
                    <a:pt x="178" y="822"/>
                    <a:pt x="191" y="831"/>
                    <a:pt x="196" y="831"/>
                  </a:cubicBezTo>
                  <a:cubicBezTo>
                    <a:pt x="199" y="831"/>
                    <a:pt x="213" y="821"/>
                    <a:pt x="226" y="810"/>
                  </a:cubicBezTo>
                  <a:cubicBezTo>
                    <a:pt x="239" y="799"/>
                    <a:pt x="252" y="788"/>
                    <a:pt x="254" y="787"/>
                  </a:cubicBezTo>
                  <a:cubicBezTo>
                    <a:pt x="257" y="787"/>
                    <a:pt x="266" y="793"/>
                    <a:pt x="266" y="793"/>
                  </a:cubicBezTo>
                  <a:cubicBezTo>
                    <a:pt x="266" y="793"/>
                    <a:pt x="266" y="793"/>
                    <a:pt x="266" y="793"/>
                  </a:cubicBezTo>
                  <a:cubicBezTo>
                    <a:pt x="266" y="793"/>
                    <a:pt x="276" y="798"/>
                    <a:pt x="277" y="801"/>
                  </a:cubicBezTo>
                  <a:cubicBezTo>
                    <a:pt x="278" y="803"/>
                    <a:pt x="274" y="819"/>
                    <a:pt x="271" y="835"/>
                  </a:cubicBezTo>
                  <a:cubicBezTo>
                    <a:pt x="268" y="852"/>
                    <a:pt x="265" y="869"/>
                    <a:pt x="267" y="872"/>
                  </a:cubicBezTo>
                  <a:cubicBezTo>
                    <a:pt x="269" y="877"/>
                    <a:pt x="284" y="883"/>
                    <a:pt x="289" y="881"/>
                  </a:cubicBezTo>
                  <a:cubicBezTo>
                    <a:pt x="291" y="881"/>
                    <a:pt x="303" y="868"/>
                    <a:pt x="313" y="854"/>
                  </a:cubicBezTo>
                  <a:cubicBezTo>
                    <a:pt x="324" y="841"/>
                    <a:pt x="333" y="827"/>
                    <a:pt x="335" y="826"/>
                  </a:cubicBezTo>
                  <a:cubicBezTo>
                    <a:pt x="338" y="824"/>
                    <a:pt x="348" y="829"/>
                    <a:pt x="348" y="829"/>
                  </a:cubicBezTo>
                  <a:cubicBezTo>
                    <a:pt x="348" y="829"/>
                    <a:pt x="348" y="829"/>
                    <a:pt x="348" y="829"/>
                  </a:cubicBezTo>
                  <a:cubicBezTo>
                    <a:pt x="348" y="829"/>
                    <a:pt x="359" y="831"/>
                    <a:pt x="361" y="834"/>
                  </a:cubicBezTo>
                  <a:cubicBezTo>
                    <a:pt x="362" y="835"/>
                    <a:pt x="362" y="852"/>
                    <a:pt x="363" y="869"/>
                  </a:cubicBezTo>
                  <a:cubicBezTo>
                    <a:pt x="364" y="886"/>
                    <a:pt x="365" y="903"/>
                    <a:pt x="367" y="905"/>
                  </a:cubicBezTo>
                  <a:cubicBezTo>
                    <a:pt x="371" y="909"/>
                    <a:pt x="386" y="912"/>
                    <a:pt x="391" y="909"/>
                  </a:cubicBezTo>
                  <a:cubicBezTo>
                    <a:pt x="393" y="908"/>
                    <a:pt x="401" y="893"/>
                    <a:pt x="408" y="877"/>
                  </a:cubicBezTo>
                  <a:cubicBezTo>
                    <a:pt x="415" y="862"/>
                    <a:pt x="422" y="846"/>
                    <a:pt x="423" y="845"/>
                  </a:cubicBezTo>
                  <a:cubicBezTo>
                    <a:pt x="426" y="842"/>
                    <a:pt x="436" y="844"/>
                    <a:pt x="436" y="844"/>
                  </a:cubicBezTo>
                  <a:cubicBezTo>
                    <a:pt x="437" y="845"/>
                    <a:pt x="437" y="845"/>
                    <a:pt x="437" y="845"/>
                  </a:cubicBezTo>
                  <a:cubicBezTo>
                    <a:pt x="437" y="845"/>
                    <a:pt x="448" y="844"/>
                    <a:pt x="450" y="846"/>
                  </a:cubicBezTo>
                  <a:cubicBezTo>
                    <a:pt x="451" y="847"/>
                    <a:pt x="455" y="864"/>
                    <a:pt x="460" y="880"/>
                  </a:cubicBezTo>
                  <a:cubicBezTo>
                    <a:pt x="465" y="896"/>
                    <a:pt x="470" y="912"/>
                    <a:pt x="473" y="914"/>
                  </a:cubicBezTo>
                  <a:cubicBezTo>
                    <a:pt x="477" y="917"/>
                    <a:pt x="493" y="916"/>
                    <a:pt x="497" y="913"/>
                  </a:cubicBezTo>
                  <a:cubicBezTo>
                    <a:pt x="499" y="911"/>
                    <a:pt x="503" y="894"/>
                    <a:pt x="506" y="878"/>
                  </a:cubicBezTo>
                  <a:cubicBezTo>
                    <a:pt x="510" y="861"/>
                    <a:pt x="512" y="844"/>
                    <a:pt x="513" y="843"/>
                  </a:cubicBezTo>
                  <a:cubicBezTo>
                    <a:pt x="515" y="840"/>
                    <a:pt x="526" y="839"/>
                    <a:pt x="526" y="839"/>
                  </a:cubicBezTo>
                  <a:cubicBezTo>
                    <a:pt x="526" y="839"/>
                    <a:pt x="526" y="839"/>
                    <a:pt x="526" y="839"/>
                  </a:cubicBezTo>
                  <a:cubicBezTo>
                    <a:pt x="526" y="839"/>
                    <a:pt x="537" y="837"/>
                    <a:pt x="540" y="838"/>
                  </a:cubicBezTo>
                  <a:cubicBezTo>
                    <a:pt x="541" y="839"/>
                    <a:pt x="549" y="854"/>
                    <a:pt x="557" y="868"/>
                  </a:cubicBezTo>
                  <a:cubicBezTo>
                    <a:pt x="565" y="883"/>
                    <a:pt x="575" y="898"/>
                    <a:pt x="577" y="899"/>
                  </a:cubicBezTo>
                  <a:cubicBezTo>
                    <a:pt x="583" y="901"/>
                    <a:pt x="597" y="896"/>
                    <a:pt x="601" y="892"/>
                  </a:cubicBezTo>
                  <a:cubicBezTo>
                    <a:pt x="602" y="890"/>
                    <a:pt x="602" y="873"/>
                    <a:pt x="602" y="855"/>
                  </a:cubicBezTo>
                  <a:cubicBezTo>
                    <a:pt x="601" y="838"/>
                    <a:pt x="600" y="822"/>
                    <a:pt x="600" y="820"/>
                  </a:cubicBezTo>
                  <a:cubicBezTo>
                    <a:pt x="602" y="816"/>
                    <a:pt x="612" y="814"/>
                    <a:pt x="612" y="814"/>
                  </a:cubicBezTo>
                  <a:cubicBezTo>
                    <a:pt x="612" y="814"/>
                    <a:pt x="612" y="814"/>
                    <a:pt x="612" y="814"/>
                  </a:cubicBezTo>
                  <a:cubicBezTo>
                    <a:pt x="612" y="814"/>
                    <a:pt x="622" y="808"/>
                    <a:pt x="625" y="809"/>
                  </a:cubicBezTo>
                  <a:cubicBezTo>
                    <a:pt x="627" y="809"/>
                    <a:pt x="638" y="822"/>
                    <a:pt x="649" y="835"/>
                  </a:cubicBezTo>
                  <a:cubicBezTo>
                    <a:pt x="661" y="847"/>
                    <a:pt x="673" y="859"/>
                    <a:pt x="676" y="860"/>
                  </a:cubicBezTo>
                  <a:cubicBezTo>
                    <a:pt x="681" y="860"/>
                    <a:pt x="695" y="852"/>
                    <a:pt x="697" y="847"/>
                  </a:cubicBezTo>
                  <a:cubicBezTo>
                    <a:pt x="698" y="845"/>
                    <a:pt x="694" y="828"/>
                    <a:pt x="689" y="812"/>
                  </a:cubicBezTo>
                  <a:cubicBezTo>
                    <a:pt x="685" y="795"/>
                    <a:pt x="679" y="779"/>
                    <a:pt x="680" y="778"/>
                  </a:cubicBezTo>
                  <a:cubicBezTo>
                    <a:pt x="680" y="774"/>
                    <a:pt x="690" y="769"/>
                    <a:pt x="690" y="769"/>
                  </a:cubicBezTo>
                  <a:cubicBezTo>
                    <a:pt x="690" y="769"/>
                    <a:pt x="690" y="769"/>
                    <a:pt x="690" y="769"/>
                  </a:cubicBezTo>
                  <a:cubicBezTo>
                    <a:pt x="690" y="769"/>
                    <a:pt x="698" y="761"/>
                    <a:pt x="702" y="761"/>
                  </a:cubicBezTo>
                  <a:cubicBezTo>
                    <a:pt x="703" y="761"/>
                    <a:pt x="717" y="771"/>
                    <a:pt x="731" y="781"/>
                  </a:cubicBezTo>
                  <a:cubicBezTo>
                    <a:pt x="745" y="790"/>
                    <a:pt x="759" y="799"/>
                    <a:pt x="762" y="799"/>
                  </a:cubicBezTo>
                  <a:cubicBezTo>
                    <a:pt x="768" y="798"/>
                    <a:pt x="779" y="787"/>
                    <a:pt x="780" y="782"/>
                  </a:cubicBezTo>
                  <a:cubicBezTo>
                    <a:pt x="780" y="780"/>
                    <a:pt x="773" y="764"/>
                    <a:pt x="765" y="749"/>
                  </a:cubicBezTo>
                  <a:cubicBezTo>
                    <a:pt x="756" y="734"/>
                    <a:pt x="748" y="720"/>
                    <a:pt x="747" y="718"/>
                  </a:cubicBezTo>
                  <a:cubicBezTo>
                    <a:pt x="747" y="714"/>
                    <a:pt x="755" y="707"/>
                    <a:pt x="755" y="707"/>
                  </a:cubicBezTo>
                  <a:cubicBezTo>
                    <a:pt x="755" y="707"/>
                    <a:pt x="755" y="707"/>
                    <a:pt x="755" y="707"/>
                  </a:cubicBezTo>
                  <a:cubicBezTo>
                    <a:pt x="755" y="707"/>
                    <a:pt x="762" y="698"/>
                    <a:pt x="765" y="697"/>
                  </a:cubicBezTo>
                  <a:cubicBezTo>
                    <a:pt x="767" y="697"/>
                    <a:pt x="782" y="703"/>
                    <a:pt x="798" y="709"/>
                  </a:cubicBezTo>
                  <a:cubicBezTo>
                    <a:pt x="813" y="715"/>
                    <a:pt x="830" y="721"/>
                    <a:pt x="833" y="720"/>
                  </a:cubicBezTo>
                  <a:cubicBezTo>
                    <a:pt x="838" y="718"/>
                    <a:pt x="846" y="705"/>
                    <a:pt x="846" y="699"/>
                  </a:cubicBezTo>
                  <a:cubicBezTo>
                    <a:pt x="846" y="697"/>
                    <a:pt x="835" y="683"/>
                    <a:pt x="824" y="671"/>
                  </a:cubicBezTo>
                  <a:cubicBezTo>
                    <a:pt x="812" y="658"/>
                    <a:pt x="800" y="646"/>
                    <a:pt x="800" y="645"/>
                  </a:cubicBezTo>
                  <a:cubicBezTo>
                    <a:pt x="799" y="641"/>
                    <a:pt x="805" y="632"/>
                    <a:pt x="805" y="632"/>
                  </a:cubicBezTo>
                  <a:cubicBezTo>
                    <a:pt x="805" y="632"/>
                    <a:pt x="805" y="632"/>
                    <a:pt x="805" y="632"/>
                  </a:cubicBezTo>
                  <a:cubicBezTo>
                    <a:pt x="805" y="632"/>
                    <a:pt x="809" y="622"/>
                    <a:pt x="812" y="620"/>
                  </a:cubicBezTo>
                  <a:cubicBezTo>
                    <a:pt x="813" y="619"/>
                    <a:pt x="830" y="622"/>
                    <a:pt x="846" y="624"/>
                  </a:cubicBezTo>
                  <a:cubicBezTo>
                    <a:pt x="863" y="627"/>
                    <a:pt x="880" y="628"/>
                    <a:pt x="883" y="626"/>
                  </a:cubicBezTo>
                  <a:cubicBezTo>
                    <a:pt x="888" y="624"/>
                    <a:pt x="893" y="609"/>
                    <a:pt x="891" y="604"/>
                  </a:cubicBezTo>
                  <a:cubicBezTo>
                    <a:pt x="891" y="601"/>
                    <a:pt x="877" y="591"/>
                    <a:pt x="863" y="581"/>
                  </a:cubicBezTo>
                  <a:cubicBezTo>
                    <a:pt x="849" y="571"/>
                    <a:pt x="834" y="563"/>
                    <a:pt x="833" y="561"/>
                  </a:cubicBezTo>
                  <a:cubicBezTo>
                    <a:pt x="831" y="558"/>
                    <a:pt x="835" y="548"/>
                    <a:pt x="835" y="548"/>
                  </a:cubicBezTo>
                  <a:cubicBezTo>
                    <a:pt x="835" y="548"/>
                    <a:pt x="835" y="548"/>
                    <a:pt x="835" y="548"/>
                  </a:cubicBezTo>
                  <a:cubicBezTo>
                    <a:pt x="836" y="548"/>
                    <a:pt x="837" y="537"/>
                    <a:pt x="840" y="535"/>
                  </a:cubicBezTo>
                  <a:cubicBezTo>
                    <a:pt x="841" y="533"/>
                    <a:pt x="857" y="533"/>
                    <a:pt x="874" y="531"/>
                  </a:cubicBezTo>
                  <a:cubicBezTo>
                    <a:pt x="891" y="529"/>
                    <a:pt x="908" y="526"/>
                    <a:pt x="910" y="524"/>
                  </a:cubicBezTo>
                  <a:cubicBezTo>
                    <a:pt x="914" y="520"/>
                    <a:pt x="916" y="505"/>
                    <a:pt x="913" y="500"/>
                  </a:cubicBezTo>
                  <a:cubicBezTo>
                    <a:pt x="912" y="498"/>
                    <a:pt x="896" y="491"/>
                    <a:pt x="880" y="485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sp>
          <p:nvSpPr>
            <p:cNvPr id="1568" name="Google Shape;1568;p54"/>
            <p:cNvSpPr/>
            <p:nvPr/>
          </p:nvSpPr>
          <p:spPr>
            <a:xfrm flipH="1" rot="-5400000">
              <a:off x="4551576" y="3926378"/>
              <a:ext cx="1064400" cy="1065000"/>
            </a:xfrm>
            <a:prstGeom prst="ellipse">
              <a:avLst/>
            </a:prstGeom>
            <a:gradFill>
              <a:gsLst>
                <a:gs pos="0">
                  <a:srgbClr val="D8D8D8"/>
                </a:gs>
                <a:gs pos="100000">
                  <a:schemeClr val="lt1"/>
                </a:gs>
              </a:gsLst>
              <a:lin ang="9000021" scaled="0"/>
            </a:gradFill>
            <a:ln>
              <a:noFill/>
            </a:ln>
          </p:spPr>
          <p:txBody>
            <a:bodyPr anchorCtr="0" anchor="t" bIns="91400" lIns="182825" spcFirstLastPara="1" rIns="182825" wrap="square" tIns="91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0">
                <a:solidFill>
                  <a:srgbClr val="3F3F3F"/>
                </a:solidFill>
                <a:latin typeface="Lato Light"/>
                <a:ea typeface="Lato Light"/>
                <a:cs typeface="Lato Light"/>
                <a:sym typeface="Lato Light"/>
              </a:endParaRPr>
            </a:p>
          </p:txBody>
        </p:sp>
        <p:cxnSp>
          <p:nvCxnSpPr>
            <p:cNvPr id="1569" name="Google Shape;1569;p54"/>
            <p:cNvCxnSpPr/>
            <p:nvPr/>
          </p:nvCxnSpPr>
          <p:spPr>
            <a:xfrm rot="10800000">
              <a:off x="2094611" y="2117736"/>
              <a:ext cx="1754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6"/>
              </a:solidFill>
              <a:prstDash val="solid"/>
              <a:miter lim="800000"/>
              <a:headEnd len="sm" w="sm" type="none"/>
              <a:tailEnd len="med" w="med" type="oval"/>
            </a:ln>
          </p:spPr>
        </p:cxnSp>
        <p:cxnSp>
          <p:nvCxnSpPr>
            <p:cNvPr id="1570" name="Google Shape;1570;p54"/>
            <p:cNvCxnSpPr/>
            <p:nvPr/>
          </p:nvCxnSpPr>
          <p:spPr>
            <a:xfrm flipH="1" rot="10800000">
              <a:off x="7378752" y="2101592"/>
              <a:ext cx="481800" cy="3060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1" name="Google Shape;1571;p54"/>
            <p:cNvCxnSpPr/>
            <p:nvPr/>
          </p:nvCxnSpPr>
          <p:spPr>
            <a:xfrm>
              <a:off x="7849881" y="2101589"/>
              <a:ext cx="15135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med" w="med" type="oval"/>
            </a:ln>
          </p:spPr>
        </p:cxnSp>
        <p:cxnSp>
          <p:nvCxnSpPr>
            <p:cNvPr id="1572" name="Google Shape;1572;p54"/>
            <p:cNvCxnSpPr/>
            <p:nvPr/>
          </p:nvCxnSpPr>
          <p:spPr>
            <a:xfrm>
              <a:off x="7846110" y="4099499"/>
              <a:ext cx="505200" cy="19650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3" name="Google Shape;1573;p54"/>
            <p:cNvCxnSpPr/>
            <p:nvPr/>
          </p:nvCxnSpPr>
          <p:spPr>
            <a:xfrm>
              <a:off x="8351427" y="4295454"/>
              <a:ext cx="1807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miter lim="800000"/>
              <a:headEnd len="sm" w="sm" type="none"/>
              <a:tailEnd len="med" w="med" type="oval"/>
            </a:ln>
          </p:spPr>
        </p:cxnSp>
        <p:sp>
          <p:nvSpPr>
            <p:cNvPr id="1574" name="Google Shape;1574;p54"/>
            <p:cNvSpPr txBox="1"/>
            <p:nvPr/>
          </p:nvSpPr>
          <p:spPr>
            <a:xfrm>
              <a:off x="1449114" y="4653406"/>
              <a:ext cx="2541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575" name="Google Shape;1575;p54"/>
            <p:cNvSpPr txBox="1"/>
            <p:nvPr/>
          </p:nvSpPr>
          <p:spPr>
            <a:xfrm>
              <a:off x="1060399" y="4204674"/>
              <a:ext cx="2929500" cy="4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Interview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576" name="Google Shape;1576;p54"/>
            <p:cNvSpPr txBox="1"/>
            <p:nvPr/>
          </p:nvSpPr>
          <p:spPr>
            <a:xfrm>
              <a:off x="1328715" y="2090432"/>
              <a:ext cx="2541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577" name="Google Shape;1577;p54"/>
            <p:cNvSpPr txBox="1"/>
            <p:nvPr/>
          </p:nvSpPr>
          <p:spPr>
            <a:xfrm>
              <a:off x="940000" y="1664794"/>
              <a:ext cx="2929500" cy="4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Sign offer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578" name="Google Shape;1578;p54"/>
            <p:cNvSpPr txBox="1"/>
            <p:nvPr/>
          </p:nvSpPr>
          <p:spPr>
            <a:xfrm>
              <a:off x="8413920" y="4288706"/>
              <a:ext cx="2541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579" name="Google Shape;1579;p54"/>
            <p:cNvSpPr txBox="1"/>
            <p:nvPr/>
          </p:nvSpPr>
          <p:spPr>
            <a:xfrm>
              <a:off x="8413920" y="3837542"/>
              <a:ext cx="2929500" cy="4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Submit application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580" name="Google Shape;1580;p54"/>
            <p:cNvSpPr txBox="1"/>
            <p:nvPr/>
          </p:nvSpPr>
          <p:spPr>
            <a:xfrm>
              <a:off x="7846110" y="2098269"/>
              <a:ext cx="2541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581" name="Google Shape;1581;p54"/>
            <p:cNvSpPr txBox="1"/>
            <p:nvPr/>
          </p:nvSpPr>
          <p:spPr>
            <a:xfrm>
              <a:off x="7802616" y="1691604"/>
              <a:ext cx="2929500" cy="4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Written test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582" name="Google Shape;1582;p54"/>
            <p:cNvGrpSpPr/>
            <p:nvPr/>
          </p:nvGrpSpPr>
          <p:grpSpPr>
            <a:xfrm>
              <a:off x="4826006" y="4216253"/>
              <a:ext cx="488072" cy="485531"/>
              <a:chOff x="685475" y="2318350"/>
              <a:chExt cx="297750" cy="296200"/>
            </a:xfrm>
          </p:grpSpPr>
          <p:sp>
            <p:nvSpPr>
              <p:cNvPr id="1583" name="Google Shape;1583;p54"/>
              <p:cNvSpPr/>
              <p:nvPr/>
            </p:nvSpPr>
            <p:spPr>
              <a:xfrm>
                <a:off x="685475" y="2371925"/>
                <a:ext cx="142600" cy="241975"/>
              </a:xfrm>
              <a:custGeom>
                <a:rect b="b" l="l" r="r" t="t"/>
                <a:pathLst>
                  <a:path extrusionOk="0" h="9679" w="5704">
                    <a:moveTo>
                      <a:pt x="2080" y="662"/>
                    </a:moveTo>
                    <a:cubicBezTo>
                      <a:pt x="2458" y="662"/>
                      <a:pt x="2773" y="977"/>
                      <a:pt x="2773" y="1387"/>
                    </a:cubicBezTo>
                    <a:cubicBezTo>
                      <a:pt x="2773" y="1765"/>
                      <a:pt x="2458" y="2080"/>
                      <a:pt x="2080" y="2080"/>
                    </a:cubicBezTo>
                    <a:cubicBezTo>
                      <a:pt x="1671" y="2080"/>
                      <a:pt x="1356" y="1765"/>
                      <a:pt x="1356" y="1387"/>
                    </a:cubicBezTo>
                    <a:cubicBezTo>
                      <a:pt x="1356" y="977"/>
                      <a:pt x="1734" y="662"/>
                      <a:pt x="2080" y="662"/>
                    </a:cubicBezTo>
                    <a:close/>
                    <a:moveTo>
                      <a:pt x="2962" y="6900"/>
                    </a:moveTo>
                    <a:lnTo>
                      <a:pt x="3120" y="7593"/>
                    </a:lnTo>
                    <a:lnTo>
                      <a:pt x="1135" y="7593"/>
                    </a:lnTo>
                    <a:lnTo>
                      <a:pt x="1293" y="6900"/>
                    </a:lnTo>
                    <a:close/>
                    <a:moveTo>
                      <a:pt x="1742" y="2767"/>
                    </a:moveTo>
                    <a:cubicBezTo>
                      <a:pt x="1866" y="2767"/>
                      <a:pt x="1991" y="2831"/>
                      <a:pt x="2049" y="2962"/>
                    </a:cubicBezTo>
                    <a:lnTo>
                      <a:pt x="2553" y="3938"/>
                    </a:lnTo>
                    <a:cubicBezTo>
                      <a:pt x="2584" y="4064"/>
                      <a:pt x="2742" y="4127"/>
                      <a:pt x="2868" y="4127"/>
                    </a:cubicBezTo>
                    <a:lnTo>
                      <a:pt x="3813" y="4127"/>
                    </a:lnTo>
                    <a:cubicBezTo>
                      <a:pt x="4002" y="4127"/>
                      <a:pt x="4159" y="4285"/>
                      <a:pt x="4159" y="4474"/>
                    </a:cubicBezTo>
                    <a:cubicBezTo>
                      <a:pt x="4159" y="4695"/>
                      <a:pt x="4002" y="4852"/>
                      <a:pt x="3813" y="4852"/>
                    </a:cubicBezTo>
                    <a:lnTo>
                      <a:pt x="2427" y="4852"/>
                    </a:lnTo>
                    <a:cubicBezTo>
                      <a:pt x="2301" y="4852"/>
                      <a:pt x="2175" y="4758"/>
                      <a:pt x="2112" y="4631"/>
                    </a:cubicBezTo>
                    <a:cubicBezTo>
                      <a:pt x="2042" y="4515"/>
                      <a:pt x="1919" y="4450"/>
                      <a:pt x="1784" y="4450"/>
                    </a:cubicBezTo>
                    <a:cubicBezTo>
                      <a:pt x="1737" y="4450"/>
                      <a:pt x="1688" y="4458"/>
                      <a:pt x="1639" y="4474"/>
                    </a:cubicBezTo>
                    <a:cubicBezTo>
                      <a:pt x="1482" y="4568"/>
                      <a:pt x="1387" y="4758"/>
                      <a:pt x="1482" y="4947"/>
                    </a:cubicBezTo>
                    <a:cubicBezTo>
                      <a:pt x="1671" y="5325"/>
                      <a:pt x="2017" y="5545"/>
                      <a:pt x="2427" y="5545"/>
                    </a:cubicBezTo>
                    <a:lnTo>
                      <a:pt x="3813" y="5545"/>
                    </a:lnTo>
                    <a:cubicBezTo>
                      <a:pt x="3970" y="5545"/>
                      <a:pt x="4128" y="5671"/>
                      <a:pt x="4159" y="5829"/>
                    </a:cubicBezTo>
                    <a:lnTo>
                      <a:pt x="4853" y="8570"/>
                    </a:lnTo>
                    <a:cubicBezTo>
                      <a:pt x="4916" y="8790"/>
                      <a:pt x="4790" y="8979"/>
                      <a:pt x="4632" y="9011"/>
                    </a:cubicBezTo>
                    <a:cubicBezTo>
                      <a:pt x="4608" y="9015"/>
                      <a:pt x="4584" y="9017"/>
                      <a:pt x="4560" y="9017"/>
                    </a:cubicBezTo>
                    <a:cubicBezTo>
                      <a:pt x="4403" y="9017"/>
                      <a:pt x="4273" y="8927"/>
                      <a:pt x="4191" y="8790"/>
                    </a:cubicBezTo>
                    <a:lnTo>
                      <a:pt x="3655" y="6522"/>
                    </a:lnTo>
                    <a:cubicBezTo>
                      <a:pt x="3592" y="6364"/>
                      <a:pt x="3498" y="6270"/>
                      <a:pt x="3277" y="6270"/>
                    </a:cubicBezTo>
                    <a:lnTo>
                      <a:pt x="1040" y="6270"/>
                    </a:lnTo>
                    <a:cubicBezTo>
                      <a:pt x="914" y="6270"/>
                      <a:pt x="851" y="6207"/>
                      <a:pt x="757" y="6144"/>
                    </a:cubicBezTo>
                    <a:cubicBezTo>
                      <a:pt x="694" y="5986"/>
                      <a:pt x="694" y="5892"/>
                      <a:pt x="694" y="5797"/>
                    </a:cubicBezTo>
                    <a:lnTo>
                      <a:pt x="1419" y="3025"/>
                    </a:lnTo>
                    <a:cubicBezTo>
                      <a:pt x="1453" y="2855"/>
                      <a:pt x="1597" y="2767"/>
                      <a:pt x="1742" y="2767"/>
                    </a:cubicBezTo>
                    <a:close/>
                    <a:moveTo>
                      <a:pt x="2143" y="0"/>
                    </a:moveTo>
                    <a:cubicBezTo>
                      <a:pt x="1419" y="0"/>
                      <a:pt x="788" y="630"/>
                      <a:pt x="788" y="1387"/>
                    </a:cubicBezTo>
                    <a:cubicBezTo>
                      <a:pt x="788" y="1733"/>
                      <a:pt x="946" y="2080"/>
                      <a:pt x="1135" y="2332"/>
                    </a:cubicBezTo>
                    <a:cubicBezTo>
                      <a:pt x="977" y="2426"/>
                      <a:pt x="851" y="2647"/>
                      <a:pt x="788" y="2867"/>
                    </a:cubicBezTo>
                    <a:lnTo>
                      <a:pt x="64" y="5640"/>
                    </a:lnTo>
                    <a:cubicBezTo>
                      <a:pt x="1" y="5955"/>
                      <a:pt x="64" y="6270"/>
                      <a:pt x="253" y="6522"/>
                    </a:cubicBezTo>
                    <a:cubicBezTo>
                      <a:pt x="347" y="6648"/>
                      <a:pt x="473" y="6774"/>
                      <a:pt x="631" y="6805"/>
                    </a:cubicBezTo>
                    <a:lnTo>
                      <a:pt x="32" y="9263"/>
                    </a:lnTo>
                    <a:cubicBezTo>
                      <a:pt x="1" y="9452"/>
                      <a:pt x="95" y="9609"/>
                      <a:pt x="253" y="9672"/>
                    </a:cubicBezTo>
                    <a:cubicBezTo>
                      <a:pt x="281" y="9676"/>
                      <a:pt x="309" y="9678"/>
                      <a:pt x="335" y="9678"/>
                    </a:cubicBezTo>
                    <a:cubicBezTo>
                      <a:pt x="513" y="9678"/>
                      <a:pt x="639" y="9589"/>
                      <a:pt x="694" y="9452"/>
                    </a:cubicBezTo>
                    <a:lnTo>
                      <a:pt x="977" y="8318"/>
                    </a:lnTo>
                    <a:lnTo>
                      <a:pt x="3372" y="8318"/>
                    </a:lnTo>
                    <a:lnTo>
                      <a:pt x="3529" y="8885"/>
                    </a:lnTo>
                    <a:cubicBezTo>
                      <a:pt x="3661" y="9359"/>
                      <a:pt x="4079" y="9679"/>
                      <a:pt x="4526" y="9679"/>
                    </a:cubicBezTo>
                    <a:cubicBezTo>
                      <a:pt x="4613" y="9679"/>
                      <a:pt x="4702" y="9667"/>
                      <a:pt x="4790" y="9641"/>
                    </a:cubicBezTo>
                    <a:cubicBezTo>
                      <a:pt x="5357" y="9483"/>
                      <a:pt x="5703" y="8916"/>
                      <a:pt x="5546" y="8381"/>
                    </a:cubicBezTo>
                    <a:lnTo>
                      <a:pt x="4821" y="5640"/>
                    </a:lnTo>
                    <a:cubicBezTo>
                      <a:pt x="4790" y="5482"/>
                      <a:pt x="4727" y="5325"/>
                      <a:pt x="4601" y="5199"/>
                    </a:cubicBezTo>
                    <a:cubicBezTo>
                      <a:pt x="4758" y="5010"/>
                      <a:pt x="4884" y="4758"/>
                      <a:pt x="4884" y="4474"/>
                    </a:cubicBezTo>
                    <a:cubicBezTo>
                      <a:pt x="4884" y="3907"/>
                      <a:pt x="4412" y="3466"/>
                      <a:pt x="3844" y="3466"/>
                    </a:cubicBezTo>
                    <a:lnTo>
                      <a:pt x="3088" y="3466"/>
                    </a:lnTo>
                    <a:lnTo>
                      <a:pt x="2710" y="2647"/>
                    </a:lnTo>
                    <a:cubicBezTo>
                      <a:pt x="3183" y="2395"/>
                      <a:pt x="3529" y="1922"/>
                      <a:pt x="3529" y="1387"/>
                    </a:cubicBezTo>
                    <a:cubicBezTo>
                      <a:pt x="3529" y="630"/>
                      <a:pt x="2899" y="0"/>
                      <a:pt x="21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84" name="Google Shape;1584;p54"/>
              <p:cNvSpPr/>
              <p:nvPr/>
            </p:nvSpPr>
            <p:spPr>
              <a:xfrm>
                <a:off x="839850" y="2371925"/>
                <a:ext cx="143375" cy="242625"/>
              </a:xfrm>
              <a:custGeom>
                <a:rect b="b" l="l" r="r" t="t"/>
                <a:pathLst>
                  <a:path extrusionOk="0" h="9705" w="5735">
                    <a:moveTo>
                      <a:pt x="3624" y="662"/>
                    </a:moveTo>
                    <a:cubicBezTo>
                      <a:pt x="4002" y="662"/>
                      <a:pt x="4317" y="977"/>
                      <a:pt x="4317" y="1355"/>
                    </a:cubicBezTo>
                    <a:cubicBezTo>
                      <a:pt x="4317" y="1765"/>
                      <a:pt x="4002" y="2080"/>
                      <a:pt x="3624" y="2080"/>
                    </a:cubicBezTo>
                    <a:cubicBezTo>
                      <a:pt x="3214" y="2080"/>
                      <a:pt x="2899" y="1765"/>
                      <a:pt x="2899" y="1355"/>
                    </a:cubicBezTo>
                    <a:cubicBezTo>
                      <a:pt x="2899" y="977"/>
                      <a:pt x="3214" y="662"/>
                      <a:pt x="3624" y="662"/>
                    </a:cubicBezTo>
                    <a:close/>
                    <a:moveTo>
                      <a:pt x="4317" y="6900"/>
                    </a:moveTo>
                    <a:lnTo>
                      <a:pt x="4474" y="7593"/>
                    </a:lnTo>
                    <a:lnTo>
                      <a:pt x="2490" y="7593"/>
                    </a:lnTo>
                    <a:lnTo>
                      <a:pt x="2647" y="6900"/>
                    </a:lnTo>
                    <a:close/>
                    <a:moveTo>
                      <a:pt x="3962" y="2731"/>
                    </a:moveTo>
                    <a:cubicBezTo>
                      <a:pt x="4108" y="2731"/>
                      <a:pt x="4250" y="2818"/>
                      <a:pt x="4285" y="2993"/>
                    </a:cubicBezTo>
                    <a:lnTo>
                      <a:pt x="4979" y="5734"/>
                    </a:lnTo>
                    <a:cubicBezTo>
                      <a:pt x="5010" y="6018"/>
                      <a:pt x="4853" y="6207"/>
                      <a:pt x="4632" y="6207"/>
                    </a:cubicBezTo>
                    <a:lnTo>
                      <a:pt x="2395" y="6207"/>
                    </a:lnTo>
                    <a:cubicBezTo>
                      <a:pt x="2238" y="6207"/>
                      <a:pt x="2080" y="6333"/>
                      <a:pt x="2049" y="6490"/>
                    </a:cubicBezTo>
                    <a:lnTo>
                      <a:pt x="1482" y="8727"/>
                    </a:lnTo>
                    <a:cubicBezTo>
                      <a:pt x="1456" y="8883"/>
                      <a:pt x="1323" y="8996"/>
                      <a:pt x="1154" y="8996"/>
                    </a:cubicBezTo>
                    <a:cubicBezTo>
                      <a:pt x="1118" y="8996"/>
                      <a:pt x="1080" y="8990"/>
                      <a:pt x="1040" y="8979"/>
                    </a:cubicBezTo>
                    <a:cubicBezTo>
                      <a:pt x="851" y="8916"/>
                      <a:pt x="725" y="8727"/>
                      <a:pt x="820" y="8538"/>
                    </a:cubicBezTo>
                    <a:lnTo>
                      <a:pt x="1513" y="5766"/>
                    </a:lnTo>
                    <a:cubicBezTo>
                      <a:pt x="1576" y="5608"/>
                      <a:pt x="1671" y="5514"/>
                      <a:pt x="1891" y="5514"/>
                    </a:cubicBezTo>
                    <a:lnTo>
                      <a:pt x="3246" y="5514"/>
                    </a:lnTo>
                    <a:cubicBezTo>
                      <a:pt x="3655" y="5514"/>
                      <a:pt x="4002" y="5262"/>
                      <a:pt x="4222" y="4915"/>
                    </a:cubicBezTo>
                    <a:cubicBezTo>
                      <a:pt x="4285" y="4758"/>
                      <a:pt x="4222" y="4537"/>
                      <a:pt x="4033" y="4442"/>
                    </a:cubicBezTo>
                    <a:cubicBezTo>
                      <a:pt x="3993" y="4426"/>
                      <a:pt x="3948" y="4418"/>
                      <a:pt x="3902" y="4418"/>
                    </a:cubicBezTo>
                    <a:cubicBezTo>
                      <a:pt x="3770" y="4418"/>
                      <a:pt x="3631" y="4483"/>
                      <a:pt x="3561" y="4600"/>
                    </a:cubicBezTo>
                    <a:cubicBezTo>
                      <a:pt x="3529" y="4726"/>
                      <a:pt x="3372" y="4789"/>
                      <a:pt x="3246" y="4789"/>
                    </a:cubicBezTo>
                    <a:lnTo>
                      <a:pt x="1891" y="4789"/>
                    </a:lnTo>
                    <a:cubicBezTo>
                      <a:pt x="1671" y="4789"/>
                      <a:pt x="1513" y="4631"/>
                      <a:pt x="1513" y="4442"/>
                    </a:cubicBezTo>
                    <a:cubicBezTo>
                      <a:pt x="1513" y="4253"/>
                      <a:pt x="1671" y="4096"/>
                      <a:pt x="1891" y="4096"/>
                    </a:cubicBezTo>
                    <a:lnTo>
                      <a:pt x="2836" y="4096"/>
                    </a:lnTo>
                    <a:cubicBezTo>
                      <a:pt x="2931" y="4096"/>
                      <a:pt x="3057" y="4001"/>
                      <a:pt x="3151" y="3907"/>
                    </a:cubicBezTo>
                    <a:cubicBezTo>
                      <a:pt x="3151" y="3844"/>
                      <a:pt x="3655" y="2899"/>
                      <a:pt x="3655" y="2899"/>
                    </a:cubicBezTo>
                    <a:cubicBezTo>
                      <a:pt x="3725" y="2787"/>
                      <a:pt x="3845" y="2731"/>
                      <a:pt x="3962" y="2731"/>
                    </a:cubicBezTo>
                    <a:close/>
                    <a:moveTo>
                      <a:pt x="3529" y="0"/>
                    </a:moveTo>
                    <a:cubicBezTo>
                      <a:pt x="2805" y="0"/>
                      <a:pt x="2175" y="630"/>
                      <a:pt x="2175" y="1355"/>
                    </a:cubicBezTo>
                    <a:cubicBezTo>
                      <a:pt x="2175" y="1922"/>
                      <a:pt x="2490" y="2395"/>
                      <a:pt x="2994" y="2615"/>
                    </a:cubicBezTo>
                    <a:lnTo>
                      <a:pt x="2584" y="3466"/>
                    </a:lnTo>
                    <a:lnTo>
                      <a:pt x="1860" y="3466"/>
                    </a:lnTo>
                    <a:cubicBezTo>
                      <a:pt x="1261" y="3466"/>
                      <a:pt x="820" y="3938"/>
                      <a:pt x="820" y="4474"/>
                    </a:cubicBezTo>
                    <a:cubicBezTo>
                      <a:pt x="820" y="4758"/>
                      <a:pt x="946" y="4978"/>
                      <a:pt x="1103" y="5199"/>
                    </a:cubicBezTo>
                    <a:cubicBezTo>
                      <a:pt x="977" y="5325"/>
                      <a:pt x="914" y="5451"/>
                      <a:pt x="851" y="5608"/>
                    </a:cubicBezTo>
                    <a:lnTo>
                      <a:pt x="158" y="8381"/>
                    </a:lnTo>
                    <a:cubicBezTo>
                      <a:pt x="1" y="8916"/>
                      <a:pt x="347" y="9483"/>
                      <a:pt x="914" y="9641"/>
                    </a:cubicBezTo>
                    <a:cubicBezTo>
                      <a:pt x="1002" y="9667"/>
                      <a:pt x="1091" y="9679"/>
                      <a:pt x="1178" y="9679"/>
                    </a:cubicBezTo>
                    <a:cubicBezTo>
                      <a:pt x="1624" y="9679"/>
                      <a:pt x="2038" y="9359"/>
                      <a:pt x="2143" y="8885"/>
                    </a:cubicBezTo>
                    <a:lnTo>
                      <a:pt x="2332" y="8286"/>
                    </a:lnTo>
                    <a:lnTo>
                      <a:pt x="4695" y="8286"/>
                    </a:lnTo>
                    <a:lnTo>
                      <a:pt x="4947" y="9452"/>
                    </a:lnTo>
                    <a:cubicBezTo>
                      <a:pt x="4995" y="9597"/>
                      <a:pt x="5118" y="9704"/>
                      <a:pt x="5257" y="9704"/>
                    </a:cubicBezTo>
                    <a:cubicBezTo>
                      <a:pt x="5300" y="9704"/>
                      <a:pt x="5344" y="9694"/>
                      <a:pt x="5388" y="9672"/>
                    </a:cubicBezTo>
                    <a:cubicBezTo>
                      <a:pt x="5577" y="9641"/>
                      <a:pt x="5703" y="9452"/>
                      <a:pt x="5609" y="9231"/>
                    </a:cubicBezTo>
                    <a:lnTo>
                      <a:pt x="5042" y="6805"/>
                    </a:lnTo>
                    <a:cubicBezTo>
                      <a:pt x="5514" y="6616"/>
                      <a:pt x="5735" y="6144"/>
                      <a:pt x="5640" y="5640"/>
                    </a:cubicBezTo>
                    <a:lnTo>
                      <a:pt x="4916" y="2867"/>
                    </a:lnTo>
                    <a:cubicBezTo>
                      <a:pt x="4884" y="2647"/>
                      <a:pt x="4758" y="2489"/>
                      <a:pt x="4569" y="2332"/>
                    </a:cubicBezTo>
                    <a:cubicBezTo>
                      <a:pt x="4790" y="2080"/>
                      <a:pt x="4916" y="1733"/>
                      <a:pt x="4916" y="1355"/>
                    </a:cubicBezTo>
                    <a:cubicBezTo>
                      <a:pt x="4916" y="630"/>
                      <a:pt x="4285" y="0"/>
                      <a:pt x="352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85" name="Google Shape;1585;p54"/>
              <p:cNvSpPr/>
              <p:nvPr/>
            </p:nvSpPr>
            <p:spPr>
              <a:xfrm>
                <a:off x="772900" y="2318350"/>
                <a:ext cx="122125" cy="105075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586" name="Google Shape;1586;p54"/>
            <p:cNvGrpSpPr/>
            <p:nvPr/>
          </p:nvGrpSpPr>
          <p:grpSpPr>
            <a:xfrm>
              <a:off x="4679896" y="2331902"/>
              <a:ext cx="495146" cy="482718"/>
              <a:chOff x="-60988625" y="2310475"/>
              <a:chExt cx="316650" cy="311150"/>
            </a:xfrm>
          </p:grpSpPr>
          <p:sp>
            <p:nvSpPr>
              <p:cNvPr id="1587" name="Google Shape;1587;p54"/>
              <p:cNvSpPr/>
              <p:nvPr/>
            </p:nvSpPr>
            <p:spPr>
              <a:xfrm>
                <a:off x="-60988625" y="2310475"/>
                <a:ext cx="311125" cy="311150"/>
              </a:xfrm>
              <a:custGeom>
                <a:rect b="b" l="l" r="r" t="t"/>
                <a:pathLst>
                  <a:path extrusionOk="0" h="12446" w="12445">
                    <a:moveTo>
                      <a:pt x="7877" y="883"/>
                    </a:moveTo>
                    <a:cubicBezTo>
                      <a:pt x="8097" y="883"/>
                      <a:pt x="8318" y="1072"/>
                      <a:pt x="8318" y="1324"/>
                    </a:cubicBezTo>
                    <a:lnTo>
                      <a:pt x="8318" y="10398"/>
                    </a:lnTo>
                    <a:cubicBezTo>
                      <a:pt x="8318" y="10870"/>
                      <a:pt x="8444" y="11311"/>
                      <a:pt x="8727" y="11626"/>
                    </a:cubicBezTo>
                    <a:lnTo>
                      <a:pt x="2111" y="11626"/>
                    </a:lnTo>
                    <a:cubicBezTo>
                      <a:pt x="1450" y="11626"/>
                      <a:pt x="851" y="11091"/>
                      <a:pt x="851" y="10398"/>
                    </a:cubicBezTo>
                    <a:lnTo>
                      <a:pt x="851" y="1324"/>
                    </a:lnTo>
                    <a:lnTo>
                      <a:pt x="820" y="1324"/>
                    </a:lnTo>
                    <a:cubicBezTo>
                      <a:pt x="820" y="1072"/>
                      <a:pt x="1009" y="883"/>
                      <a:pt x="1261" y="883"/>
                    </a:cubicBezTo>
                    <a:close/>
                    <a:moveTo>
                      <a:pt x="11500" y="10807"/>
                    </a:moveTo>
                    <a:cubicBezTo>
                      <a:pt x="11342" y="11280"/>
                      <a:pt x="10870" y="11626"/>
                      <a:pt x="10303" y="11626"/>
                    </a:cubicBezTo>
                    <a:cubicBezTo>
                      <a:pt x="9767" y="11626"/>
                      <a:pt x="9326" y="11280"/>
                      <a:pt x="9137" y="10807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30"/>
                    </a:cubicBezTo>
                    <a:lnTo>
                      <a:pt x="32" y="10334"/>
                    </a:lnTo>
                    <a:cubicBezTo>
                      <a:pt x="0" y="11563"/>
                      <a:pt x="946" y="12445"/>
                      <a:pt x="2080" y="12445"/>
                    </a:cubicBezTo>
                    <a:lnTo>
                      <a:pt x="10334" y="12445"/>
                    </a:lnTo>
                    <a:cubicBezTo>
                      <a:pt x="11500" y="12445"/>
                      <a:pt x="12445" y="11500"/>
                      <a:pt x="12445" y="10366"/>
                    </a:cubicBezTo>
                    <a:cubicBezTo>
                      <a:pt x="12445" y="10145"/>
                      <a:pt x="12224" y="9925"/>
                      <a:pt x="12004" y="9925"/>
                    </a:cubicBezTo>
                    <a:lnTo>
                      <a:pt x="9074" y="9925"/>
                    </a:lnTo>
                    <a:lnTo>
                      <a:pt x="9074" y="1230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88" name="Google Shape;1588;p54"/>
              <p:cNvSpPr/>
              <p:nvPr/>
            </p:nvSpPr>
            <p:spPr>
              <a:xfrm>
                <a:off x="-60947675" y="2353025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441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441"/>
                    </a:cubicBezTo>
                    <a:cubicBezTo>
                      <a:pt x="5829" y="189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89" name="Google Shape;1589;p54"/>
              <p:cNvSpPr/>
              <p:nvPr/>
            </p:nvSpPr>
            <p:spPr>
              <a:xfrm>
                <a:off x="-60947675" y="2415250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378"/>
                    </a:cubicBezTo>
                    <a:cubicBezTo>
                      <a:pt x="5829" y="158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90" name="Google Shape;1590;p54"/>
              <p:cNvSpPr/>
              <p:nvPr/>
            </p:nvSpPr>
            <p:spPr>
              <a:xfrm>
                <a:off x="-60947675" y="2475875"/>
                <a:ext cx="145725" cy="22100"/>
              </a:xfrm>
              <a:custGeom>
                <a:rect b="b" l="l" r="r" t="t"/>
                <a:pathLst>
                  <a:path extrusionOk="0" h="884" w="5829">
                    <a:moveTo>
                      <a:pt x="442" y="1"/>
                    </a:moveTo>
                    <a:cubicBezTo>
                      <a:pt x="190" y="1"/>
                      <a:pt x="1" y="221"/>
                      <a:pt x="1" y="442"/>
                    </a:cubicBezTo>
                    <a:cubicBezTo>
                      <a:pt x="1" y="694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94"/>
                      <a:pt x="5829" y="442"/>
                    </a:cubicBezTo>
                    <a:cubicBezTo>
                      <a:pt x="5829" y="221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91" name="Google Shape;1591;p54"/>
              <p:cNvSpPr/>
              <p:nvPr/>
            </p:nvSpPr>
            <p:spPr>
              <a:xfrm>
                <a:off x="-60947675" y="2538100"/>
                <a:ext cx="145725" cy="22075"/>
              </a:xfrm>
              <a:custGeom>
                <a:rect b="b" l="l" r="r" t="t"/>
                <a:pathLst>
                  <a:path extrusionOk="0" h="883" w="5829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62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62"/>
                      <a:pt x="5829" y="442"/>
                    </a:cubicBezTo>
                    <a:cubicBezTo>
                      <a:pt x="5829" y="190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592" name="Google Shape;1592;p54"/>
              <p:cNvSpPr/>
              <p:nvPr/>
            </p:nvSpPr>
            <p:spPr>
              <a:xfrm>
                <a:off x="-60740525" y="2312050"/>
                <a:ext cx="68550" cy="233950"/>
              </a:xfrm>
              <a:custGeom>
                <a:rect b="b" l="l" r="r" t="t"/>
                <a:pathLst>
                  <a:path extrusionOk="0" h="9358" w="2742">
                    <a:moveTo>
                      <a:pt x="1796" y="789"/>
                    </a:moveTo>
                    <a:cubicBezTo>
                      <a:pt x="1891" y="789"/>
                      <a:pt x="1922" y="852"/>
                      <a:pt x="1922" y="946"/>
                    </a:cubicBezTo>
                    <a:lnTo>
                      <a:pt x="1922" y="1639"/>
                    </a:lnTo>
                    <a:lnTo>
                      <a:pt x="820" y="1639"/>
                    </a:lnTo>
                    <a:lnTo>
                      <a:pt x="820" y="946"/>
                    </a:lnTo>
                    <a:cubicBezTo>
                      <a:pt x="820" y="852"/>
                      <a:pt x="883" y="789"/>
                      <a:pt x="977" y="789"/>
                    </a:cubicBezTo>
                    <a:close/>
                    <a:moveTo>
                      <a:pt x="1922" y="2458"/>
                    </a:moveTo>
                    <a:lnTo>
                      <a:pt x="1922" y="6617"/>
                    </a:lnTo>
                    <a:lnTo>
                      <a:pt x="820" y="6617"/>
                    </a:lnTo>
                    <a:lnTo>
                      <a:pt x="820" y="2458"/>
                    </a:lnTo>
                    <a:close/>
                    <a:moveTo>
                      <a:pt x="1639" y="7436"/>
                    </a:moveTo>
                    <a:lnTo>
                      <a:pt x="1355" y="8035"/>
                    </a:lnTo>
                    <a:lnTo>
                      <a:pt x="1040" y="7436"/>
                    </a:lnTo>
                    <a:close/>
                    <a:moveTo>
                      <a:pt x="977" y="1"/>
                    </a:moveTo>
                    <a:cubicBezTo>
                      <a:pt x="410" y="1"/>
                      <a:pt x="1" y="410"/>
                      <a:pt x="1" y="946"/>
                    </a:cubicBezTo>
                    <a:lnTo>
                      <a:pt x="1" y="6995"/>
                    </a:lnTo>
                    <a:cubicBezTo>
                      <a:pt x="1" y="7090"/>
                      <a:pt x="1" y="7121"/>
                      <a:pt x="32" y="7184"/>
                    </a:cubicBezTo>
                    <a:lnTo>
                      <a:pt x="1009" y="9137"/>
                    </a:lnTo>
                    <a:cubicBezTo>
                      <a:pt x="1103" y="9295"/>
                      <a:pt x="1198" y="9358"/>
                      <a:pt x="1355" y="9358"/>
                    </a:cubicBezTo>
                    <a:cubicBezTo>
                      <a:pt x="1513" y="9358"/>
                      <a:pt x="1670" y="9295"/>
                      <a:pt x="1733" y="9137"/>
                    </a:cubicBezTo>
                    <a:lnTo>
                      <a:pt x="2678" y="7184"/>
                    </a:lnTo>
                    <a:cubicBezTo>
                      <a:pt x="2710" y="7153"/>
                      <a:pt x="2710" y="7090"/>
                      <a:pt x="2710" y="6995"/>
                    </a:cubicBezTo>
                    <a:lnTo>
                      <a:pt x="2710" y="946"/>
                    </a:lnTo>
                    <a:cubicBezTo>
                      <a:pt x="2741" y="410"/>
                      <a:pt x="2300" y="1"/>
                      <a:pt x="179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1593" name="Google Shape;1593;p54"/>
            <p:cNvSpPr/>
            <p:nvPr/>
          </p:nvSpPr>
          <p:spPr>
            <a:xfrm>
              <a:off x="6529495" y="2572663"/>
              <a:ext cx="495763" cy="482766"/>
            </a:xfrm>
            <a:custGeom>
              <a:rect b="b" l="l" r="r" t="t"/>
              <a:pathLst>
                <a:path extrusionOk="0" h="19396" w="19787">
                  <a:moveTo>
                    <a:pt x="16583" y="1203"/>
                  </a:moveTo>
                  <a:cubicBezTo>
                    <a:pt x="17017" y="1203"/>
                    <a:pt x="17451" y="1370"/>
                    <a:pt x="17782" y="1702"/>
                  </a:cubicBezTo>
                  <a:cubicBezTo>
                    <a:pt x="18446" y="2363"/>
                    <a:pt x="18446" y="3438"/>
                    <a:pt x="17782" y="4102"/>
                  </a:cubicBezTo>
                  <a:lnTo>
                    <a:pt x="16565" y="5319"/>
                  </a:lnTo>
                  <a:lnTo>
                    <a:pt x="14165" y="2918"/>
                  </a:lnTo>
                  <a:lnTo>
                    <a:pt x="15382" y="1702"/>
                  </a:lnTo>
                  <a:cubicBezTo>
                    <a:pt x="15714" y="1370"/>
                    <a:pt x="16149" y="1203"/>
                    <a:pt x="16583" y="1203"/>
                  </a:cubicBezTo>
                  <a:close/>
                  <a:moveTo>
                    <a:pt x="13362" y="3719"/>
                  </a:moveTo>
                  <a:lnTo>
                    <a:pt x="14162" y="4519"/>
                  </a:lnTo>
                  <a:lnTo>
                    <a:pt x="4587" y="14096"/>
                  </a:lnTo>
                  <a:cubicBezTo>
                    <a:pt x="4255" y="13861"/>
                    <a:pt x="3884" y="13692"/>
                    <a:pt x="3488" y="13595"/>
                  </a:cubicBezTo>
                  <a:lnTo>
                    <a:pt x="13310" y="3770"/>
                  </a:lnTo>
                  <a:lnTo>
                    <a:pt x="13362" y="3719"/>
                  </a:lnTo>
                  <a:close/>
                  <a:moveTo>
                    <a:pt x="14965" y="5322"/>
                  </a:moveTo>
                  <a:lnTo>
                    <a:pt x="15765" y="6122"/>
                  </a:lnTo>
                  <a:lnTo>
                    <a:pt x="15714" y="6173"/>
                  </a:lnTo>
                  <a:lnTo>
                    <a:pt x="5888" y="15996"/>
                  </a:lnTo>
                  <a:cubicBezTo>
                    <a:pt x="5792" y="15600"/>
                    <a:pt x="5623" y="15229"/>
                    <a:pt x="5387" y="14897"/>
                  </a:cubicBezTo>
                  <a:lnTo>
                    <a:pt x="14965" y="5322"/>
                  </a:lnTo>
                  <a:close/>
                  <a:moveTo>
                    <a:pt x="2704" y="14631"/>
                  </a:moveTo>
                  <a:cubicBezTo>
                    <a:pt x="3925" y="14631"/>
                    <a:pt x="4911" y="15655"/>
                    <a:pt x="4850" y="16889"/>
                  </a:cubicBezTo>
                  <a:lnTo>
                    <a:pt x="3736" y="17249"/>
                  </a:lnTo>
                  <a:cubicBezTo>
                    <a:pt x="3449" y="16572"/>
                    <a:pt x="2911" y="16035"/>
                    <a:pt x="2235" y="15748"/>
                  </a:cubicBezTo>
                  <a:lnTo>
                    <a:pt x="2594" y="14634"/>
                  </a:lnTo>
                  <a:cubicBezTo>
                    <a:pt x="2631" y="14632"/>
                    <a:pt x="2667" y="14631"/>
                    <a:pt x="2704" y="14631"/>
                  </a:cubicBezTo>
                  <a:close/>
                  <a:moveTo>
                    <a:pt x="1888" y="16835"/>
                  </a:moveTo>
                  <a:cubicBezTo>
                    <a:pt x="2217" y="17001"/>
                    <a:pt x="2483" y="17267"/>
                    <a:pt x="2649" y="17596"/>
                  </a:cubicBezTo>
                  <a:lnTo>
                    <a:pt x="1528" y="17955"/>
                  </a:lnTo>
                  <a:lnTo>
                    <a:pt x="1888" y="16835"/>
                  </a:lnTo>
                  <a:close/>
                  <a:moveTo>
                    <a:pt x="16654" y="1"/>
                  </a:moveTo>
                  <a:cubicBezTo>
                    <a:pt x="15897" y="1"/>
                    <a:pt x="15141" y="302"/>
                    <a:pt x="14581" y="901"/>
                  </a:cubicBezTo>
                  <a:lnTo>
                    <a:pt x="11710" y="3770"/>
                  </a:lnTo>
                  <a:lnTo>
                    <a:pt x="1882" y="13601"/>
                  </a:lnTo>
                  <a:cubicBezTo>
                    <a:pt x="1861" y="13619"/>
                    <a:pt x="1842" y="13641"/>
                    <a:pt x="1827" y="13662"/>
                  </a:cubicBezTo>
                  <a:lnTo>
                    <a:pt x="1809" y="13677"/>
                  </a:lnTo>
                  <a:lnTo>
                    <a:pt x="1788" y="13695"/>
                  </a:lnTo>
                  <a:cubicBezTo>
                    <a:pt x="1782" y="13701"/>
                    <a:pt x="1773" y="13707"/>
                    <a:pt x="1767" y="13716"/>
                  </a:cubicBezTo>
                  <a:cubicBezTo>
                    <a:pt x="1761" y="13722"/>
                    <a:pt x="1755" y="13725"/>
                    <a:pt x="1752" y="13731"/>
                  </a:cubicBezTo>
                  <a:cubicBezTo>
                    <a:pt x="1746" y="13737"/>
                    <a:pt x="1737" y="13746"/>
                    <a:pt x="1728" y="13755"/>
                  </a:cubicBezTo>
                  <a:lnTo>
                    <a:pt x="1716" y="13773"/>
                  </a:lnTo>
                  <a:cubicBezTo>
                    <a:pt x="1710" y="13782"/>
                    <a:pt x="1704" y="13789"/>
                    <a:pt x="1698" y="13801"/>
                  </a:cubicBezTo>
                  <a:cubicBezTo>
                    <a:pt x="1688" y="13810"/>
                    <a:pt x="1688" y="13813"/>
                    <a:pt x="1685" y="13819"/>
                  </a:cubicBezTo>
                  <a:cubicBezTo>
                    <a:pt x="1679" y="13825"/>
                    <a:pt x="1673" y="13837"/>
                    <a:pt x="1667" y="13846"/>
                  </a:cubicBezTo>
                  <a:cubicBezTo>
                    <a:pt x="1661" y="13855"/>
                    <a:pt x="1658" y="13861"/>
                    <a:pt x="1655" y="13870"/>
                  </a:cubicBezTo>
                  <a:cubicBezTo>
                    <a:pt x="1652" y="13879"/>
                    <a:pt x="1646" y="13885"/>
                    <a:pt x="1643" y="13894"/>
                  </a:cubicBezTo>
                  <a:cubicBezTo>
                    <a:pt x="1640" y="13903"/>
                    <a:pt x="1634" y="13918"/>
                    <a:pt x="1631" y="13933"/>
                  </a:cubicBezTo>
                  <a:cubicBezTo>
                    <a:pt x="1631" y="13936"/>
                    <a:pt x="1625" y="13939"/>
                    <a:pt x="1625" y="13943"/>
                  </a:cubicBezTo>
                  <a:lnTo>
                    <a:pt x="1625" y="13949"/>
                  </a:lnTo>
                  <a:cubicBezTo>
                    <a:pt x="1625" y="13949"/>
                    <a:pt x="1625" y="13952"/>
                    <a:pt x="1625" y="13952"/>
                  </a:cubicBezTo>
                  <a:lnTo>
                    <a:pt x="118" y="18656"/>
                  </a:lnTo>
                  <a:cubicBezTo>
                    <a:pt x="1" y="19021"/>
                    <a:pt x="272" y="19393"/>
                    <a:pt x="656" y="19396"/>
                  </a:cubicBezTo>
                  <a:cubicBezTo>
                    <a:pt x="713" y="19396"/>
                    <a:pt x="771" y="19387"/>
                    <a:pt x="828" y="19368"/>
                  </a:cubicBezTo>
                  <a:lnTo>
                    <a:pt x="5538" y="17859"/>
                  </a:lnTo>
                  <a:lnTo>
                    <a:pt x="5547" y="17856"/>
                  </a:lnTo>
                  <a:cubicBezTo>
                    <a:pt x="5559" y="17853"/>
                    <a:pt x="5571" y="17847"/>
                    <a:pt x="5584" y="17844"/>
                  </a:cubicBezTo>
                  <a:lnTo>
                    <a:pt x="5599" y="17838"/>
                  </a:lnTo>
                  <a:cubicBezTo>
                    <a:pt x="5611" y="17832"/>
                    <a:pt x="5623" y="17826"/>
                    <a:pt x="5635" y="17819"/>
                  </a:cubicBezTo>
                  <a:cubicBezTo>
                    <a:pt x="5650" y="17810"/>
                    <a:pt x="5653" y="17810"/>
                    <a:pt x="5659" y="17804"/>
                  </a:cubicBezTo>
                  <a:cubicBezTo>
                    <a:pt x="5668" y="17798"/>
                    <a:pt x="5680" y="17792"/>
                    <a:pt x="5689" y="17786"/>
                  </a:cubicBezTo>
                  <a:cubicBezTo>
                    <a:pt x="5698" y="17780"/>
                    <a:pt x="5701" y="17777"/>
                    <a:pt x="5710" y="17771"/>
                  </a:cubicBezTo>
                  <a:lnTo>
                    <a:pt x="5728" y="17756"/>
                  </a:lnTo>
                  <a:lnTo>
                    <a:pt x="5750" y="17738"/>
                  </a:lnTo>
                  <a:cubicBezTo>
                    <a:pt x="5756" y="17732"/>
                    <a:pt x="5762" y="17726"/>
                    <a:pt x="5768" y="17720"/>
                  </a:cubicBezTo>
                  <a:cubicBezTo>
                    <a:pt x="5774" y="17714"/>
                    <a:pt x="5780" y="17708"/>
                    <a:pt x="5783" y="17702"/>
                  </a:cubicBezTo>
                  <a:lnTo>
                    <a:pt x="5798" y="17687"/>
                  </a:lnTo>
                  <a:cubicBezTo>
                    <a:pt x="5810" y="17678"/>
                    <a:pt x="5819" y="17669"/>
                    <a:pt x="5828" y="17659"/>
                  </a:cubicBezTo>
                  <a:lnTo>
                    <a:pt x="15714" y="7777"/>
                  </a:lnTo>
                  <a:lnTo>
                    <a:pt x="18582" y="4902"/>
                  </a:lnTo>
                  <a:cubicBezTo>
                    <a:pt x="19754" y="3809"/>
                    <a:pt x="19787" y="1961"/>
                    <a:pt x="18655" y="829"/>
                  </a:cubicBezTo>
                  <a:cubicBezTo>
                    <a:pt x="18102" y="276"/>
                    <a:pt x="17378" y="1"/>
                    <a:pt x="16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594" name="Google Shape;1594;p54"/>
            <p:cNvSpPr/>
            <p:nvPr/>
          </p:nvSpPr>
          <p:spPr>
            <a:xfrm>
              <a:off x="6886652" y="4423162"/>
              <a:ext cx="610975" cy="729218"/>
            </a:xfrm>
            <a:custGeom>
              <a:rect b="b" l="l" r="r" t="t"/>
              <a:pathLst>
                <a:path extrusionOk="0" h="19326" w="15853">
                  <a:moveTo>
                    <a:pt x="9627" y="1133"/>
                  </a:moveTo>
                  <a:cubicBezTo>
                    <a:pt x="9938" y="1133"/>
                    <a:pt x="10191" y="1387"/>
                    <a:pt x="10191" y="1701"/>
                  </a:cubicBezTo>
                  <a:lnTo>
                    <a:pt x="10191" y="2265"/>
                  </a:lnTo>
                  <a:lnTo>
                    <a:pt x="1133" y="2265"/>
                  </a:lnTo>
                  <a:lnTo>
                    <a:pt x="1133" y="1701"/>
                  </a:lnTo>
                  <a:cubicBezTo>
                    <a:pt x="1133" y="1387"/>
                    <a:pt x="1387" y="1133"/>
                    <a:pt x="1701" y="1133"/>
                  </a:cubicBezTo>
                  <a:close/>
                  <a:moveTo>
                    <a:pt x="10191" y="3398"/>
                  </a:moveTo>
                  <a:lnTo>
                    <a:pt x="10191" y="8063"/>
                  </a:lnTo>
                  <a:cubicBezTo>
                    <a:pt x="10009" y="7998"/>
                    <a:pt x="9817" y="7965"/>
                    <a:pt x="9625" y="7965"/>
                  </a:cubicBezTo>
                  <a:cubicBezTo>
                    <a:pt x="9434" y="7965"/>
                    <a:pt x="9242" y="7998"/>
                    <a:pt x="9059" y="8063"/>
                  </a:cubicBezTo>
                  <a:lnTo>
                    <a:pt x="9059" y="6230"/>
                  </a:lnTo>
                  <a:cubicBezTo>
                    <a:pt x="9059" y="5291"/>
                    <a:pt x="8298" y="4530"/>
                    <a:pt x="7362" y="4530"/>
                  </a:cubicBezTo>
                  <a:cubicBezTo>
                    <a:pt x="6423" y="4530"/>
                    <a:pt x="5662" y="5291"/>
                    <a:pt x="5662" y="6230"/>
                  </a:cubicBezTo>
                  <a:lnTo>
                    <a:pt x="5662" y="10285"/>
                  </a:lnTo>
                  <a:cubicBezTo>
                    <a:pt x="4346" y="10557"/>
                    <a:pt x="3401" y="11716"/>
                    <a:pt x="3398" y="13060"/>
                  </a:cubicBezTo>
                  <a:lnTo>
                    <a:pt x="3398" y="14231"/>
                  </a:lnTo>
                  <a:cubicBezTo>
                    <a:pt x="3398" y="14419"/>
                    <a:pt x="3404" y="14609"/>
                    <a:pt x="3413" y="14796"/>
                  </a:cubicBezTo>
                  <a:lnTo>
                    <a:pt x="1133" y="14796"/>
                  </a:lnTo>
                  <a:lnTo>
                    <a:pt x="1133" y="3398"/>
                  </a:lnTo>
                  <a:close/>
                  <a:moveTo>
                    <a:pt x="3543" y="15928"/>
                  </a:moveTo>
                  <a:cubicBezTo>
                    <a:pt x="3606" y="16312"/>
                    <a:pt x="3694" y="16689"/>
                    <a:pt x="3802" y="17061"/>
                  </a:cubicBezTo>
                  <a:lnTo>
                    <a:pt x="1701" y="17061"/>
                  </a:lnTo>
                  <a:cubicBezTo>
                    <a:pt x="1387" y="17061"/>
                    <a:pt x="1133" y="16807"/>
                    <a:pt x="1133" y="16496"/>
                  </a:cubicBezTo>
                  <a:lnTo>
                    <a:pt x="1133" y="15928"/>
                  </a:lnTo>
                  <a:close/>
                  <a:moveTo>
                    <a:pt x="7362" y="5662"/>
                  </a:moveTo>
                  <a:cubicBezTo>
                    <a:pt x="7673" y="5662"/>
                    <a:pt x="7927" y="5916"/>
                    <a:pt x="7927" y="6230"/>
                  </a:cubicBezTo>
                  <a:lnTo>
                    <a:pt x="7927" y="11928"/>
                  </a:lnTo>
                  <a:cubicBezTo>
                    <a:pt x="7927" y="12242"/>
                    <a:pt x="8181" y="12492"/>
                    <a:pt x="8495" y="12492"/>
                  </a:cubicBezTo>
                  <a:cubicBezTo>
                    <a:pt x="8806" y="12492"/>
                    <a:pt x="9059" y="12242"/>
                    <a:pt x="9059" y="11928"/>
                  </a:cubicBezTo>
                  <a:lnTo>
                    <a:pt x="9059" y="9663"/>
                  </a:lnTo>
                  <a:cubicBezTo>
                    <a:pt x="9059" y="9349"/>
                    <a:pt x="9313" y="9098"/>
                    <a:pt x="9627" y="9098"/>
                  </a:cubicBezTo>
                  <a:cubicBezTo>
                    <a:pt x="9938" y="9098"/>
                    <a:pt x="10191" y="9349"/>
                    <a:pt x="10191" y="9663"/>
                  </a:cubicBezTo>
                  <a:lnTo>
                    <a:pt x="10191" y="11928"/>
                  </a:lnTo>
                  <a:cubicBezTo>
                    <a:pt x="10191" y="12242"/>
                    <a:pt x="10445" y="12492"/>
                    <a:pt x="10759" y="12492"/>
                  </a:cubicBezTo>
                  <a:cubicBezTo>
                    <a:pt x="11070" y="12492"/>
                    <a:pt x="11324" y="12242"/>
                    <a:pt x="11324" y="11928"/>
                  </a:cubicBezTo>
                  <a:lnTo>
                    <a:pt x="11324" y="10795"/>
                  </a:lnTo>
                  <a:cubicBezTo>
                    <a:pt x="11324" y="10481"/>
                    <a:pt x="11577" y="10231"/>
                    <a:pt x="11891" y="10231"/>
                  </a:cubicBezTo>
                  <a:cubicBezTo>
                    <a:pt x="12202" y="10231"/>
                    <a:pt x="12456" y="10481"/>
                    <a:pt x="12456" y="10795"/>
                  </a:cubicBezTo>
                  <a:lnTo>
                    <a:pt x="12456" y="13060"/>
                  </a:lnTo>
                  <a:cubicBezTo>
                    <a:pt x="12456" y="13374"/>
                    <a:pt x="12710" y="13625"/>
                    <a:pt x="13024" y="13625"/>
                  </a:cubicBezTo>
                  <a:cubicBezTo>
                    <a:pt x="13335" y="13625"/>
                    <a:pt x="13588" y="13374"/>
                    <a:pt x="13588" y="13060"/>
                  </a:cubicBezTo>
                  <a:lnTo>
                    <a:pt x="13588" y="11928"/>
                  </a:lnTo>
                  <a:cubicBezTo>
                    <a:pt x="13588" y="11614"/>
                    <a:pt x="13842" y="11363"/>
                    <a:pt x="14156" y="11363"/>
                  </a:cubicBezTo>
                  <a:cubicBezTo>
                    <a:pt x="14467" y="11363"/>
                    <a:pt x="14721" y="11614"/>
                    <a:pt x="14721" y="11928"/>
                  </a:cubicBezTo>
                  <a:lnTo>
                    <a:pt x="14721" y="14231"/>
                  </a:lnTo>
                  <a:cubicBezTo>
                    <a:pt x="14718" y="15602"/>
                    <a:pt x="14407" y="16958"/>
                    <a:pt x="13806" y="18193"/>
                  </a:cubicBezTo>
                  <a:lnTo>
                    <a:pt x="5448" y="18193"/>
                  </a:lnTo>
                  <a:cubicBezTo>
                    <a:pt x="4844" y="16958"/>
                    <a:pt x="4533" y="15602"/>
                    <a:pt x="4530" y="14231"/>
                  </a:cubicBezTo>
                  <a:lnTo>
                    <a:pt x="4530" y="13060"/>
                  </a:lnTo>
                  <a:cubicBezTo>
                    <a:pt x="4530" y="12341"/>
                    <a:pt x="4983" y="11698"/>
                    <a:pt x="5662" y="11460"/>
                  </a:cubicBezTo>
                  <a:lnTo>
                    <a:pt x="5662" y="14231"/>
                  </a:lnTo>
                  <a:cubicBezTo>
                    <a:pt x="5662" y="14542"/>
                    <a:pt x="5916" y="14796"/>
                    <a:pt x="6230" y="14796"/>
                  </a:cubicBezTo>
                  <a:cubicBezTo>
                    <a:pt x="6541" y="14796"/>
                    <a:pt x="6795" y="14542"/>
                    <a:pt x="6795" y="14231"/>
                  </a:cubicBezTo>
                  <a:lnTo>
                    <a:pt x="6795" y="6230"/>
                  </a:lnTo>
                  <a:cubicBezTo>
                    <a:pt x="6795" y="5916"/>
                    <a:pt x="7048" y="5662"/>
                    <a:pt x="7362" y="5662"/>
                  </a:cubicBezTo>
                  <a:close/>
                  <a:moveTo>
                    <a:pt x="1701" y="1"/>
                  </a:moveTo>
                  <a:cubicBezTo>
                    <a:pt x="762" y="1"/>
                    <a:pt x="1" y="762"/>
                    <a:pt x="1" y="1701"/>
                  </a:cubicBezTo>
                  <a:lnTo>
                    <a:pt x="1" y="16496"/>
                  </a:lnTo>
                  <a:cubicBezTo>
                    <a:pt x="1" y="17432"/>
                    <a:pt x="762" y="18193"/>
                    <a:pt x="1701" y="18193"/>
                  </a:cubicBezTo>
                  <a:lnTo>
                    <a:pt x="4204" y="18193"/>
                  </a:lnTo>
                  <a:cubicBezTo>
                    <a:pt x="4285" y="18389"/>
                    <a:pt x="4376" y="18582"/>
                    <a:pt x="4470" y="18773"/>
                  </a:cubicBezTo>
                  <a:lnTo>
                    <a:pt x="4590" y="19011"/>
                  </a:lnTo>
                  <a:cubicBezTo>
                    <a:pt x="4687" y="19204"/>
                    <a:pt x="4880" y="19325"/>
                    <a:pt x="5098" y="19325"/>
                  </a:cubicBezTo>
                  <a:lnTo>
                    <a:pt x="14156" y="19325"/>
                  </a:lnTo>
                  <a:cubicBezTo>
                    <a:pt x="14370" y="19325"/>
                    <a:pt x="14564" y="19204"/>
                    <a:pt x="14660" y="19011"/>
                  </a:cubicBezTo>
                  <a:lnTo>
                    <a:pt x="14781" y="18773"/>
                  </a:lnTo>
                  <a:cubicBezTo>
                    <a:pt x="15485" y="17363"/>
                    <a:pt x="15850" y="15808"/>
                    <a:pt x="15853" y="14231"/>
                  </a:cubicBezTo>
                  <a:lnTo>
                    <a:pt x="15853" y="11928"/>
                  </a:lnTo>
                  <a:cubicBezTo>
                    <a:pt x="15853" y="10953"/>
                    <a:pt x="15054" y="10228"/>
                    <a:pt x="14155" y="10228"/>
                  </a:cubicBezTo>
                  <a:cubicBezTo>
                    <a:pt x="13949" y="10228"/>
                    <a:pt x="13737" y="10266"/>
                    <a:pt x="13528" y="10348"/>
                  </a:cubicBezTo>
                  <a:cubicBezTo>
                    <a:pt x="13326" y="9609"/>
                    <a:pt x="12655" y="9098"/>
                    <a:pt x="11891" y="9098"/>
                  </a:cubicBezTo>
                  <a:cubicBezTo>
                    <a:pt x="11883" y="9098"/>
                    <a:pt x="11875" y="9098"/>
                    <a:pt x="11867" y="9098"/>
                  </a:cubicBezTo>
                  <a:cubicBezTo>
                    <a:pt x="11682" y="9098"/>
                    <a:pt x="11497" y="9131"/>
                    <a:pt x="11324" y="9195"/>
                  </a:cubicBezTo>
                  <a:lnTo>
                    <a:pt x="11324" y="1701"/>
                  </a:lnTo>
                  <a:cubicBezTo>
                    <a:pt x="11324" y="762"/>
                    <a:pt x="10563" y="1"/>
                    <a:pt x="96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9" name="Google Shape;1599;p55"/>
          <p:cNvGrpSpPr/>
          <p:nvPr/>
        </p:nvGrpSpPr>
        <p:grpSpPr>
          <a:xfrm>
            <a:off x="490616" y="1742246"/>
            <a:ext cx="11210336" cy="4572921"/>
            <a:chOff x="455997" y="1215575"/>
            <a:chExt cx="8230790" cy="3357505"/>
          </a:xfrm>
        </p:grpSpPr>
        <p:sp>
          <p:nvSpPr>
            <p:cNvPr id="1600" name="Google Shape;1600;p55"/>
            <p:cNvSpPr txBox="1"/>
            <p:nvPr/>
          </p:nvSpPr>
          <p:spPr>
            <a:xfrm flipH="1">
              <a:off x="455997" y="1484499"/>
              <a:ext cx="24906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601" name="Google Shape;1601;p55"/>
            <p:cNvSpPr/>
            <p:nvPr/>
          </p:nvSpPr>
          <p:spPr>
            <a:xfrm flipH="1">
              <a:off x="3685064" y="1269950"/>
              <a:ext cx="2287200" cy="9375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Job posting</a:t>
              </a:r>
              <a:endParaRPr b="1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602" name="Google Shape;1602;p55"/>
            <p:cNvSpPr txBox="1"/>
            <p:nvPr/>
          </p:nvSpPr>
          <p:spPr>
            <a:xfrm flipH="1">
              <a:off x="455997" y="3795749"/>
              <a:ext cx="24906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603" name="Google Shape;1603;p55"/>
            <p:cNvSpPr/>
            <p:nvPr/>
          </p:nvSpPr>
          <p:spPr>
            <a:xfrm flipH="1">
              <a:off x="3685064" y="3581200"/>
              <a:ext cx="2287200" cy="9375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Job offer</a:t>
              </a:r>
              <a:endParaRPr b="1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604" name="Google Shape;1604;p55"/>
            <p:cNvSpPr txBox="1"/>
            <p:nvPr/>
          </p:nvSpPr>
          <p:spPr>
            <a:xfrm flipH="1">
              <a:off x="456000" y="2640123"/>
              <a:ext cx="2490600" cy="45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605" name="Google Shape;1605;p55"/>
            <p:cNvSpPr/>
            <p:nvPr/>
          </p:nvSpPr>
          <p:spPr>
            <a:xfrm flipH="1">
              <a:off x="3178639" y="2425575"/>
              <a:ext cx="2287200" cy="937500"/>
            </a:xfrm>
            <a:prstGeom prst="roundRect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Personal interview</a:t>
              </a:r>
              <a:endParaRPr b="1" sz="18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606" name="Google Shape;1606;p55"/>
            <p:cNvSpPr/>
            <p:nvPr/>
          </p:nvSpPr>
          <p:spPr>
            <a:xfrm flipH="1">
              <a:off x="6134716" y="1215575"/>
              <a:ext cx="1678766" cy="3357505"/>
            </a:xfrm>
            <a:custGeom>
              <a:rect b="b" l="l" r="r" t="t"/>
              <a:pathLst>
                <a:path extrusionOk="0" h="120427" w="60214">
                  <a:moveTo>
                    <a:pt x="0" y="1"/>
                  </a:moveTo>
                  <a:lnTo>
                    <a:pt x="0" y="731"/>
                  </a:lnTo>
                  <a:cubicBezTo>
                    <a:pt x="16434" y="731"/>
                    <a:pt x="31294" y="7373"/>
                    <a:pt x="42067" y="18147"/>
                  </a:cubicBezTo>
                  <a:cubicBezTo>
                    <a:pt x="52818" y="28920"/>
                    <a:pt x="59483" y="43780"/>
                    <a:pt x="59483" y="60214"/>
                  </a:cubicBezTo>
                  <a:cubicBezTo>
                    <a:pt x="59483" y="76648"/>
                    <a:pt x="52818" y="91507"/>
                    <a:pt x="42067" y="102281"/>
                  </a:cubicBezTo>
                  <a:cubicBezTo>
                    <a:pt x="31294" y="113031"/>
                    <a:pt x="16434" y="119696"/>
                    <a:pt x="0" y="119696"/>
                  </a:cubicBezTo>
                  <a:lnTo>
                    <a:pt x="0" y="120427"/>
                  </a:lnTo>
                  <a:cubicBezTo>
                    <a:pt x="33257" y="120427"/>
                    <a:pt x="60213" y="93470"/>
                    <a:pt x="60213" y="60214"/>
                  </a:cubicBezTo>
                  <a:cubicBezTo>
                    <a:pt x="60213" y="26957"/>
                    <a:pt x="33257" y="1"/>
                    <a:pt x="0" y="1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607" name="Google Shape;1607;p55"/>
            <p:cNvSpPr/>
            <p:nvPr/>
          </p:nvSpPr>
          <p:spPr>
            <a:xfrm flipH="1">
              <a:off x="6502235" y="1641956"/>
              <a:ext cx="193500" cy="19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608" name="Google Shape;1608;p55"/>
            <p:cNvSpPr/>
            <p:nvPr/>
          </p:nvSpPr>
          <p:spPr>
            <a:xfrm flipH="1">
              <a:off x="6502235" y="3953193"/>
              <a:ext cx="193500" cy="19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609" name="Google Shape;1609;p55"/>
            <p:cNvSpPr/>
            <p:nvPr/>
          </p:nvSpPr>
          <p:spPr>
            <a:xfrm flipH="1">
              <a:off x="6043435" y="2797574"/>
              <a:ext cx="193500" cy="1935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1610" name="Google Shape;1610;p55"/>
            <p:cNvGrpSpPr/>
            <p:nvPr/>
          </p:nvGrpSpPr>
          <p:grpSpPr>
            <a:xfrm>
              <a:off x="6961385" y="1324141"/>
              <a:ext cx="1725402" cy="3140361"/>
              <a:chOff x="2736700" y="1028675"/>
              <a:chExt cx="2126450" cy="3870300"/>
            </a:xfrm>
          </p:grpSpPr>
          <p:sp>
            <p:nvSpPr>
              <p:cNvPr id="1611" name="Google Shape;1611;p55"/>
              <p:cNvSpPr/>
              <p:nvPr/>
            </p:nvSpPr>
            <p:spPr>
              <a:xfrm>
                <a:off x="3222050" y="2372150"/>
                <a:ext cx="35900" cy="35050"/>
              </a:xfrm>
              <a:custGeom>
                <a:rect b="b" l="l" r="r" t="t"/>
                <a:pathLst>
                  <a:path extrusionOk="0" fill="none" h="1402" w="1436">
                    <a:moveTo>
                      <a:pt x="1435" y="0"/>
                    </a:moveTo>
                    <a:lnTo>
                      <a:pt x="1" y="1401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2" name="Google Shape;1612;p55"/>
              <p:cNvSpPr/>
              <p:nvPr/>
            </p:nvSpPr>
            <p:spPr>
              <a:xfrm>
                <a:off x="3162850" y="2431350"/>
                <a:ext cx="35875" cy="35875"/>
              </a:xfrm>
              <a:custGeom>
                <a:rect b="b" l="l" r="r" t="t"/>
                <a:pathLst>
                  <a:path extrusionOk="0" fill="none" h="1435" w="1435">
                    <a:moveTo>
                      <a:pt x="1435" y="0"/>
                    </a:moveTo>
                    <a:lnTo>
                      <a:pt x="0" y="1435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3" name="Google Shape;1613;p55"/>
              <p:cNvSpPr/>
              <p:nvPr/>
            </p:nvSpPr>
            <p:spPr>
              <a:xfrm>
                <a:off x="3222050" y="2431350"/>
                <a:ext cx="35900" cy="35875"/>
              </a:xfrm>
              <a:custGeom>
                <a:rect b="b" l="l" r="r" t="t"/>
                <a:pathLst>
                  <a:path extrusionOk="0" fill="none" h="1435" w="1436">
                    <a:moveTo>
                      <a:pt x="1435" y="1435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4" name="Google Shape;1614;p55"/>
              <p:cNvSpPr/>
              <p:nvPr/>
            </p:nvSpPr>
            <p:spPr>
              <a:xfrm>
                <a:off x="3162850" y="2372150"/>
                <a:ext cx="35875" cy="35050"/>
              </a:xfrm>
              <a:custGeom>
                <a:rect b="b" l="l" r="r" t="t"/>
                <a:pathLst>
                  <a:path extrusionOk="0" fill="none" h="1402" w="1435">
                    <a:moveTo>
                      <a:pt x="1435" y="1401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5" name="Google Shape;1615;p55"/>
              <p:cNvSpPr/>
              <p:nvPr/>
            </p:nvSpPr>
            <p:spPr>
              <a:xfrm>
                <a:off x="3455550" y="1530700"/>
                <a:ext cx="35900" cy="35900"/>
              </a:xfrm>
              <a:custGeom>
                <a:rect b="b" l="l" r="r" t="t"/>
                <a:pathLst>
                  <a:path extrusionOk="0" fill="none" h="1436" w="1436">
                    <a:moveTo>
                      <a:pt x="1435" y="1"/>
                    </a:moveTo>
                    <a:lnTo>
                      <a:pt x="1" y="1435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6" name="Google Shape;1616;p55"/>
              <p:cNvSpPr/>
              <p:nvPr/>
            </p:nvSpPr>
            <p:spPr>
              <a:xfrm>
                <a:off x="3396350" y="1589925"/>
                <a:ext cx="35050" cy="35875"/>
              </a:xfrm>
              <a:custGeom>
                <a:rect b="b" l="l" r="r" t="t"/>
                <a:pathLst>
                  <a:path extrusionOk="0" fill="none" h="1435" w="1402">
                    <a:moveTo>
                      <a:pt x="1401" y="0"/>
                    </a:moveTo>
                    <a:lnTo>
                      <a:pt x="0" y="1434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7" name="Google Shape;1617;p55"/>
              <p:cNvSpPr/>
              <p:nvPr/>
            </p:nvSpPr>
            <p:spPr>
              <a:xfrm>
                <a:off x="3455550" y="1589925"/>
                <a:ext cx="35900" cy="35875"/>
              </a:xfrm>
              <a:custGeom>
                <a:rect b="b" l="l" r="r" t="t"/>
                <a:pathLst>
                  <a:path extrusionOk="0" fill="none" h="1435" w="1436">
                    <a:moveTo>
                      <a:pt x="1435" y="1434"/>
                    </a:moveTo>
                    <a:lnTo>
                      <a:pt x="1" y="0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8" name="Google Shape;1618;p55"/>
              <p:cNvSpPr/>
              <p:nvPr/>
            </p:nvSpPr>
            <p:spPr>
              <a:xfrm>
                <a:off x="3396350" y="1530700"/>
                <a:ext cx="35050" cy="35900"/>
              </a:xfrm>
              <a:custGeom>
                <a:rect b="b" l="l" r="r" t="t"/>
                <a:pathLst>
                  <a:path extrusionOk="0" fill="none" h="1436" w="1402">
                    <a:moveTo>
                      <a:pt x="1401" y="1435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11675">
                <a:solidFill>
                  <a:srgbClr val="FFFFFF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19" name="Google Shape;1619;p55"/>
              <p:cNvSpPr/>
              <p:nvPr/>
            </p:nvSpPr>
            <p:spPr>
              <a:xfrm>
                <a:off x="2736700" y="1659125"/>
                <a:ext cx="1936425" cy="1936425"/>
              </a:xfrm>
              <a:custGeom>
                <a:rect b="b" l="l" r="r" t="t"/>
                <a:pathLst>
                  <a:path extrusionOk="0" h="77457" w="77457">
                    <a:moveTo>
                      <a:pt x="38729" y="1"/>
                    </a:moveTo>
                    <a:cubicBezTo>
                      <a:pt x="17347" y="1"/>
                      <a:pt x="1" y="17346"/>
                      <a:pt x="1" y="38728"/>
                    </a:cubicBezTo>
                    <a:cubicBezTo>
                      <a:pt x="1" y="60110"/>
                      <a:pt x="17347" y="77456"/>
                      <a:pt x="38729" y="77456"/>
                    </a:cubicBezTo>
                    <a:cubicBezTo>
                      <a:pt x="60110" y="77456"/>
                      <a:pt x="77456" y="60110"/>
                      <a:pt x="77456" y="38728"/>
                    </a:cubicBezTo>
                    <a:cubicBezTo>
                      <a:pt x="77456" y="17346"/>
                      <a:pt x="60110" y="1"/>
                      <a:pt x="38729" y="1"/>
                    </a:cubicBezTo>
                    <a:close/>
                  </a:path>
                </a:pathLst>
              </a:custGeom>
              <a:solidFill>
                <a:srgbClr val="84D4CA">
                  <a:alpha val="30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0" name="Google Shape;1620;p55"/>
              <p:cNvSpPr/>
              <p:nvPr/>
            </p:nvSpPr>
            <p:spPr>
              <a:xfrm>
                <a:off x="2883475" y="2673200"/>
                <a:ext cx="133450" cy="133450"/>
              </a:xfrm>
              <a:custGeom>
                <a:rect b="b" l="l" r="r" t="t"/>
                <a:pathLst>
                  <a:path extrusionOk="0" h="5338" w="5338">
                    <a:moveTo>
                      <a:pt x="2669" y="0"/>
                    </a:moveTo>
                    <a:cubicBezTo>
                      <a:pt x="2536" y="1434"/>
                      <a:pt x="1368" y="2535"/>
                      <a:pt x="1" y="2669"/>
                    </a:cubicBezTo>
                    <a:cubicBezTo>
                      <a:pt x="1435" y="2802"/>
                      <a:pt x="2536" y="3936"/>
                      <a:pt x="2669" y="5337"/>
                    </a:cubicBezTo>
                    <a:cubicBezTo>
                      <a:pt x="2803" y="3936"/>
                      <a:pt x="3937" y="2802"/>
                      <a:pt x="5338" y="2669"/>
                    </a:cubicBezTo>
                    <a:cubicBezTo>
                      <a:pt x="3937" y="2535"/>
                      <a:pt x="2803" y="1434"/>
                      <a:pt x="2669" y="0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1" name="Google Shape;1621;p55"/>
              <p:cNvSpPr/>
              <p:nvPr/>
            </p:nvSpPr>
            <p:spPr>
              <a:xfrm>
                <a:off x="3096975" y="2895025"/>
                <a:ext cx="83400" cy="83400"/>
              </a:xfrm>
              <a:custGeom>
                <a:rect b="b" l="l" r="r" t="t"/>
                <a:pathLst>
                  <a:path extrusionOk="0" h="3336" w="3336">
                    <a:moveTo>
                      <a:pt x="1668" y="0"/>
                    </a:moveTo>
                    <a:cubicBezTo>
                      <a:pt x="1601" y="901"/>
                      <a:pt x="901" y="1601"/>
                      <a:pt x="0" y="1668"/>
                    </a:cubicBezTo>
                    <a:cubicBezTo>
                      <a:pt x="901" y="1768"/>
                      <a:pt x="1601" y="2469"/>
                      <a:pt x="1668" y="3336"/>
                    </a:cubicBezTo>
                    <a:cubicBezTo>
                      <a:pt x="1768" y="2469"/>
                      <a:pt x="2469" y="1768"/>
                      <a:pt x="3336" y="1668"/>
                    </a:cubicBezTo>
                    <a:cubicBezTo>
                      <a:pt x="2469" y="1601"/>
                      <a:pt x="1768" y="901"/>
                      <a:pt x="1668" y="0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2" name="Google Shape;1622;p55"/>
              <p:cNvSpPr/>
              <p:nvPr/>
            </p:nvSpPr>
            <p:spPr>
              <a:xfrm>
                <a:off x="3404675" y="2978400"/>
                <a:ext cx="133475" cy="133450"/>
              </a:xfrm>
              <a:custGeom>
                <a:rect b="b" l="l" r="r" t="t"/>
                <a:pathLst>
                  <a:path extrusionOk="0" h="5338" w="5339">
                    <a:moveTo>
                      <a:pt x="2670" y="1"/>
                    </a:moveTo>
                    <a:cubicBezTo>
                      <a:pt x="2536" y="1435"/>
                      <a:pt x="1369" y="2569"/>
                      <a:pt x="1" y="2669"/>
                    </a:cubicBezTo>
                    <a:cubicBezTo>
                      <a:pt x="1435" y="2803"/>
                      <a:pt x="2536" y="3937"/>
                      <a:pt x="2670" y="5338"/>
                    </a:cubicBezTo>
                    <a:cubicBezTo>
                      <a:pt x="2803" y="3937"/>
                      <a:pt x="3937" y="2803"/>
                      <a:pt x="5338" y="2669"/>
                    </a:cubicBezTo>
                    <a:cubicBezTo>
                      <a:pt x="3937" y="2569"/>
                      <a:pt x="2803" y="1435"/>
                      <a:pt x="2670" y="1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3" name="Google Shape;1623;p55"/>
              <p:cNvSpPr/>
              <p:nvPr/>
            </p:nvSpPr>
            <p:spPr>
              <a:xfrm>
                <a:off x="3522275" y="3119350"/>
                <a:ext cx="66725" cy="66725"/>
              </a:xfrm>
              <a:custGeom>
                <a:rect b="b" l="l" r="r" t="t"/>
                <a:pathLst>
                  <a:path extrusionOk="0" h="2669" w="2669">
                    <a:moveTo>
                      <a:pt x="1335" y="0"/>
                    </a:moveTo>
                    <a:cubicBezTo>
                      <a:pt x="1268" y="701"/>
                      <a:pt x="734" y="1301"/>
                      <a:pt x="0" y="1334"/>
                    </a:cubicBezTo>
                    <a:cubicBezTo>
                      <a:pt x="734" y="1368"/>
                      <a:pt x="1268" y="1968"/>
                      <a:pt x="1335" y="2669"/>
                    </a:cubicBezTo>
                    <a:cubicBezTo>
                      <a:pt x="1401" y="1968"/>
                      <a:pt x="1968" y="1401"/>
                      <a:pt x="2669" y="1334"/>
                    </a:cubicBezTo>
                    <a:cubicBezTo>
                      <a:pt x="1968" y="1301"/>
                      <a:pt x="1435" y="701"/>
                      <a:pt x="1335" y="0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4" name="Google Shape;1624;p55"/>
              <p:cNvSpPr/>
              <p:nvPr/>
            </p:nvSpPr>
            <p:spPr>
              <a:xfrm>
                <a:off x="3675725" y="1940175"/>
                <a:ext cx="56725" cy="56725"/>
              </a:xfrm>
              <a:custGeom>
                <a:rect b="b" l="l" r="r" t="t"/>
                <a:pathLst>
                  <a:path extrusionOk="0" h="2269" w="2269">
                    <a:moveTo>
                      <a:pt x="1134" y="0"/>
                    </a:moveTo>
                    <a:cubicBezTo>
                      <a:pt x="1034" y="634"/>
                      <a:pt x="600" y="1101"/>
                      <a:pt x="0" y="1134"/>
                    </a:cubicBezTo>
                    <a:cubicBezTo>
                      <a:pt x="600" y="1168"/>
                      <a:pt x="1101" y="1668"/>
                      <a:pt x="1134" y="2268"/>
                    </a:cubicBezTo>
                    <a:cubicBezTo>
                      <a:pt x="1168" y="1668"/>
                      <a:pt x="1668" y="1168"/>
                      <a:pt x="2268" y="1134"/>
                    </a:cubicBezTo>
                    <a:cubicBezTo>
                      <a:pt x="1668" y="1101"/>
                      <a:pt x="1168" y="601"/>
                      <a:pt x="1134" y="0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5" name="Google Shape;1625;p55"/>
              <p:cNvSpPr/>
              <p:nvPr/>
            </p:nvSpPr>
            <p:spPr>
              <a:xfrm>
                <a:off x="3729925" y="1780875"/>
                <a:ext cx="94250" cy="94275"/>
              </a:xfrm>
              <a:custGeom>
                <a:rect b="b" l="l" r="r" t="t"/>
                <a:pathLst>
                  <a:path extrusionOk="0" h="3771" w="3770">
                    <a:moveTo>
                      <a:pt x="1868" y="1"/>
                    </a:moveTo>
                    <a:cubicBezTo>
                      <a:pt x="1802" y="1002"/>
                      <a:pt x="1001" y="1802"/>
                      <a:pt x="0" y="1869"/>
                    </a:cubicBezTo>
                    <a:cubicBezTo>
                      <a:pt x="1001" y="1969"/>
                      <a:pt x="1802" y="2769"/>
                      <a:pt x="1868" y="3770"/>
                    </a:cubicBezTo>
                    <a:cubicBezTo>
                      <a:pt x="1968" y="2769"/>
                      <a:pt x="2769" y="1969"/>
                      <a:pt x="3770" y="1869"/>
                    </a:cubicBezTo>
                    <a:cubicBezTo>
                      <a:pt x="2769" y="1802"/>
                      <a:pt x="1968" y="1002"/>
                      <a:pt x="1868" y="1"/>
                    </a:cubicBezTo>
                    <a:close/>
                  </a:path>
                </a:pathLst>
              </a:custGeom>
              <a:solidFill>
                <a:srgbClr val="4AA96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6" name="Google Shape;1626;p55"/>
              <p:cNvSpPr/>
              <p:nvPr/>
            </p:nvSpPr>
            <p:spPr>
              <a:xfrm>
                <a:off x="4155050" y="2225375"/>
                <a:ext cx="690700" cy="310050"/>
              </a:xfrm>
              <a:custGeom>
                <a:rect b="b" l="l" r="r" t="t"/>
                <a:pathLst>
                  <a:path extrusionOk="0" h="12402" w="27628">
                    <a:moveTo>
                      <a:pt x="22957" y="0"/>
                    </a:moveTo>
                    <a:lnTo>
                      <a:pt x="6212" y="4003"/>
                    </a:lnTo>
                    <a:cubicBezTo>
                      <a:pt x="6201" y="4003"/>
                      <a:pt x="6191" y="4003"/>
                      <a:pt x="6180" y="4003"/>
                    </a:cubicBezTo>
                    <a:cubicBezTo>
                      <a:pt x="3646" y="4003"/>
                      <a:pt x="1" y="11944"/>
                      <a:pt x="6479" y="12376"/>
                    </a:cubicBezTo>
                    <a:cubicBezTo>
                      <a:pt x="6736" y="12393"/>
                      <a:pt x="7002" y="12401"/>
                      <a:pt x="7277" y="12401"/>
                    </a:cubicBezTo>
                    <a:cubicBezTo>
                      <a:pt x="12963" y="12401"/>
                      <a:pt x="22313" y="8807"/>
                      <a:pt x="27627" y="2602"/>
                    </a:cubicBezTo>
                    <a:cubicBezTo>
                      <a:pt x="24692" y="401"/>
                      <a:pt x="24191" y="100"/>
                      <a:pt x="22957" y="0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7" name="Google Shape;1627;p55"/>
              <p:cNvSpPr/>
              <p:nvPr/>
            </p:nvSpPr>
            <p:spPr>
              <a:xfrm>
                <a:off x="4154725" y="2269575"/>
                <a:ext cx="465850" cy="265775"/>
              </a:xfrm>
              <a:custGeom>
                <a:rect b="b" l="l" r="r" t="t"/>
                <a:pathLst>
                  <a:path extrusionOk="0" h="10631" w="18634">
                    <a:moveTo>
                      <a:pt x="15398" y="0"/>
                    </a:moveTo>
                    <a:lnTo>
                      <a:pt x="2856" y="2002"/>
                    </a:lnTo>
                    <a:cubicBezTo>
                      <a:pt x="2851" y="2002"/>
                      <a:pt x="2845" y="2002"/>
                      <a:pt x="2840" y="2002"/>
                    </a:cubicBezTo>
                    <a:cubicBezTo>
                      <a:pt x="319" y="2002"/>
                      <a:pt x="0" y="10142"/>
                      <a:pt x="6525" y="10608"/>
                    </a:cubicBezTo>
                    <a:cubicBezTo>
                      <a:pt x="6771" y="10623"/>
                      <a:pt x="7025" y="10631"/>
                      <a:pt x="7287" y="10631"/>
                    </a:cubicBezTo>
                    <a:cubicBezTo>
                      <a:pt x="10397" y="10631"/>
                      <a:pt x="14572" y="9544"/>
                      <a:pt x="18634" y="7606"/>
                    </a:cubicBezTo>
                    <a:lnTo>
                      <a:pt x="1539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8" name="Google Shape;1628;p55"/>
              <p:cNvSpPr/>
              <p:nvPr/>
            </p:nvSpPr>
            <p:spPr>
              <a:xfrm>
                <a:off x="4494625" y="2243725"/>
                <a:ext cx="169325" cy="246850"/>
              </a:xfrm>
              <a:custGeom>
                <a:rect b="b" l="l" r="r" t="t"/>
                <a:pathLst>
                  <a:path extrusionOk="0" h="9874" w="6773">
                    <a:moveTo>
                      <a:pt x="3737" y="0"/>
                    </a:moveTo>
                    <a:lnTo>
                      <a:pt x="1" y="1334"/>
                    </a:lnTo>
                    <a:lnTo>
                      <a:pt x="3036" y="9874"/>
                    </a:lnTo>
                    <a:lnTo>
                      <a:pt x="6772" y="8540"/>
                    </a:lnTo>
                    <a:lnTo>
                      <a:pt x="37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29" name="Google Shape;1629;p55"/>
              <p:cNvSpPr/>
              <p:nvPr/>
            </p:nvSpPr>
            <p:spPr>
              <a:xfrm>
                <a:off x="3508100" y="4746350"/>
                <a:ext cx="1069125" cy="152625"/>
              </a:xfrm>
              <a:custGeom>
                <a:rect b="b" l="l" r="r" t="t"/>
                <a:pathLst>
                  <a:path extrusionOk="0" h="6105" w="42765">
                    <a:moveTo>
                      <a:pt x="21382" y="0"/>
                    </a:moveTo>
                    <a:cubicBezTo>
                      <a:pt x="9574" y="0"/>
                      <a:pt x="0" y="1368"/>
                      <a:pt x="0" y="3036"/>
                    </a:cubicBezTo>
                    <a:cubicBezTo>
                      <a:pt x="0" y="4737"/>
                      <a:pt x="9574" y="6104"/>
                      <a:pt x="21382" y="6104"/>
                    </a:cubicBezTo>
                    <a:cubicBezTo>
                      <a:pt x="33191" y="6104"/>
                      <a:pt x="42764" y="4737"/>
                      <a:pt x="42764" y="3036"/>
                    </a:cubicBezTo>
                    <a:cubicBezTo>
                      <a:pt x="42764" y="1368"/>
                      <a:pt x="33191" y="0"/>
                      <a:pt x="21382" y="0"/>
                    </a:cubicBezTo>
                    <a:close/>
                  </a:path>
                </a:pathLst>
              </a:custGeom>
              <a:solidFill>
                <a:srgbClr val="84D4CA">
                  <a:alpha val="30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0" name="Google Shape;1630;p55"/>
              <p:cNvSpPr/>
              <p:nvPr/>
            </p:nvSpPr>
            <p:spPr>
              <a:xfrm>
                <a:off x="3757450" y="4695475"/>
                <a:ext cx="243525" cy="109275"/>
              </a:xfrm>
              <a:custGeom>
                <a:rect b="b" l="l" r="r" t="t"/>
                <a:pathLst>
                  <a:path extrusionOk="0" h="4371" w="9741">
                    <a:moveTo>
                      <a:pt x="6204" y="0"/>
                    </a:moveTo>
                    <a:cubicBezTo>
                      <a:pt x="6204" y="0"/>
                      <a:pt x="2869" y="1134"/>
                      <a:pt x="1568" y="1702"/>
                    </a:cubicBezTo>
                    <a:cubicBezTo>
                      <a:pt x="901" y="2002"/>
                      <a:pt x="500" y="2702"/>
                      <a:pt x="200" y="3303"/>
                    </a:cubicBezTo>
                    <a:cubicBezTo>
                      <a:pt x="0" y="3803"/>
                      <a:pt x="367" y="4370"/>
                      <a:pt x="901" y="4370"/>
                    </a:cubicBezTo>
                    <a:lnTo>
                      <a:pt x="8506" y="4370"/>
                    </a:lnTo>
                    <a:cubicBezTo>
                      <a:pt x="8873" y="4370"/>
                      <a:pt x="9407" y="4103"/>
                      <a:pt x="9473" y="3770"/>
                    </a:cubicBezTo>
                    <a:cubicBezTo>
                      <a:pt x="9740" y="1902"/>
                      <a:pt x="9707" y="634"/>
                      <a:pt x="9006" y="67"/>
                    </a:cubicBezTo>
                    <a:lnTo>
                      <a:pt x="6204" y="0"/>
                    </a:ln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1" name="Google Shape;1631;p55"/>
              <p:cNvSpPr/>
              <p:nvPr/>
            </p:nvSpPr>
            <p:spPr>
              <a:xfrm>
                <a:off x="3744925" y="4789700"/>
                <a:ext cx="258550" cy="20875"/>
              </a:xfrm>
              <a:custGeom>
                <a:rect b="b" l="l" r="r" t="t"/>
                <a:pathLst>
                  <a:path extrusionOk="0" h="835" w="10342">
                    <a:moveTo>
                      <a:pt x="434" y="1"/>
                    </a:moveTo>
                    <a:cubicBezTo>
                      <a:pt x="201" y="1"/>
                      <a:pt x="34" y="201"/>
                      <a:pt x="34" y="401"/>
                    </a:cubicBezTo>
                    <a:cubicBezTo>
                      <a:pt x="1" y="601"/>
                      <a:pt x="201" y="835"/>
                      <a:pt x="434" y="835"/>
                    </a:cubicBezTo>
                    <a:lnTo>
                      <a:pt x="9908" y="835"/>
                    </a:lnTo>
                    <a:cubicBezTo>
                      <a:pt x="10175" y="835"/>
                      <a:pt x="10341" y="601"/>
                      <a:pt x="10341" y="401"/>
                    </a:cubicBezTo>
                    <a:cubicBezTo>
                      <a:pt x="10341" y="167"/>
                      <a:pt x="10108" y="1"/>
                      <a:pt x="99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2" name="Google Shape;1632;p55"/>
              <p:cNvSpPr/>
              <p:nvPr/>
            </p:nvSpPr>
            <p:spPr>
              <a:xfrm>
                <a:off x="3918375" y="4649600"/>
                <a:ext cx="60075" cy="69450"/>
              </a:xfrm>
              <a:custGeom>
                <a:rect b="b" l="l" r="r" t="t"/>
                <a:pathLst>
                  <a:path extrusionOk="0" h="2778" w="2403">
                    <a:moveTo>
                      <a:pt x="68" y="1"/>
                    </a:moveTo>
                    <a:lnTo>
                      <a:pt x="68" y="2035"/>
                    </a:lnTo>
                    <a:cubicBezTo>
                      <a:pt x="1" y="2269"/>
                      <a:pt x="134" y="2436"/>
                      <a:pt x="301" y="2502"/>
                    </a:cubicBezTo>
                    <a:cubicBezTo>
                      <a:pt x="618" y="2686"/>
                      <a:pt x="918" y="2778"/>
                      <a:pt x="1218" y="2778"/>
                    </a:cubicBezTo>
                    <a:cubicBezTo>
                      <a:pt x="1519" y="2778"/>
                      <a:pt x="1819" y="2686"/>
                      <a:pt x="2136" y="2502"/>
                    </a:cubicBezTo>
                    <a:cubicBezTo>
                      <a:pt x="2303" y="2436"/>
                      <a:pt x="2403" y="2269"/>
                      <a:pt x="2403" y="2035"/>
                    </a:cubicBezTo>
                    <a:lnTo>
                      <a:pt x="2403" y="1"/>
                    </a:ln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3" name="Google Shape;1633;p55"/>
              <p:cNvSpPr/>
              <p:nvPr/>
            </p:nvSpPr>
            <p:spPr>
              <a:xfrm>
                <a:off x="3890025" y="4723825"/>
                <a:ext cx="52575" cy="65900"/>
              </a:xfrm>
              <a:custGeom>
                <a:rect b="b" l="l" r="r" t="t"/>
                <a:pathLst>
                  <a:path extrusionOk="0" h="2636" w="2103">
                    <a:moveTo>
                      <a:pt x="301" y="0"/>
                    </a:moveTo>
                    <a:lnTo>
                      <a:pt x="1" y="201"/>
                    </a:lnTo>
                    <a:lnTo>
                      <a:pt x="1635" y="2636"/>
                    </a:lnTo>
                    <a:lnTo>
                      <a:pt x="2102" y="2636"/>
                    </a:lnTo>
                    <a:lnTo>
                      <a:pt x="301" y="0"/>
                    </a:lnTo>
                    <a:close/>
                  </a:path>
                </a:pathLst>
              </a:custGeom>
              <a:solidFill>
                <a:srgbClr val="55C7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4" name="Google Shape;1634;p55"/>
              <p:cNvSpPr/>
              <p:nvPr/>
            </p:nvSpPr>
            <p:spPr>
              <a:xfrm>
                <a:off x="3865850" y="4736325"/>
                <a:ext cx="42550" cy="53400"/>
              </a:xfrm>
              <a:custGeom>
                <a:rect b="b" l="l" r="r" t="t"/>
                <a:pathLst>
                  <a:path extrusionOk="0" h="2136" w="1702">
                    <a:moveTo>
                      <a:pt x="267" y="1"/>
                    </a:moveTo>
                    <a:lnTo>
                      <a:pt x="0" y="201"/>
                    </a:lnTo>
                    <a:lnTo>
                      <a:pt x="1268" y="2136"/>
                    </a:lnTo>
                    <a:lnTo>
                      <a:pt x="1702" y="2136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rgbClr val="55C7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5" name="Google Shape;1635;p55"/>
              <p:cNvSpPr/>
              <p:nvPr/>
            </p:nvSpPr>
            <p:spPr>
              <a:xfrm>
                <a:off x="3840825" y="4749675"/>
                <a:ext cx="34225" cy="40050"/>
              </a:xfrm>
              <a:custGeom>
                <a:rect b="b" l="l" r="r" t="t"/>
                <a:pathLst>
                  <a:path extrusionOk="0" h="1602" w="1369">
                    <a:moveTo>
                      <a:pt x="301" y="1"/>
                    </a:moveTo>
                    <a:lnTo>
                      <a:pt x="1" y="201"/>
                    </a:lnTo>
                    <a:lnTo>
                      <a:pt x="935" y="1602"/>
                    </a:lnTo>
                    <a:lnTo>
                      <a:pt x="1368" y="1602"/>
                    </a:ln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55C7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6" name="Google Shape;1636;p55"/>
              <p:cNvSpPr/>
              <p:nvPr/>
            </p:nvSpPr>
            <p:spPr>
              <a:xfrm>
                <a:off x="4226950" y="4703800"/>
                <a:ext cx="157625" cy="145150"/>
              </a:xfrm>
              <a:custGeom>
                <a:rect b="b" l="l" r="r" t="t"/>
                <a:pathLst>
                  <a:path extrusionOk="0" h="5806" w="6305">
                    <a:moveTo>
                      <a:pt x="1034" y="1"/>
                    </a:moveTo>
                    <a:cubicBezTo>
                      <a:pt x="1034" y="1"/>
                      <a:pt x="0" y="1702"/>
                      <a:pt x="0" y="3337"/>
                    </a:cubicBezTo>
                    <a:cubicBezTo>
                      <a:pt x="0" y="3704"/>
                      <a:pt x="167" y="4137"/>
                      <a:pt x="367" y="4504"/>
                    </a:cubicBezTo>
                    <a:cubicBezTo>
                      <a:pt x="834" y="5305"/>
                      <a:pt x="1668" y="5805"/>
                      <a:pt x="2602" y="5805"/>
                    </a:cubicBezTo>
                    <a:lnTo>
                      <a:pt x="5270" y="5805"/>
                    </a:lnTo>
                    <a:cubicBezTo>
                      <a:pt x="5904" y="5805"/>
                      <a:pt x="6305" y="5205"/>
                      <a:pt x="6138" y="4671"/>
                    </a:cubicBezTo>
                    <a:cubicBezTo>
                      <a:pt x="5537" y="2102"/>
                      <a:pt x="2802" y="34"/>
                      <a:pt x="2802" y="34"/>
                    </a:cubicBezTo>
                    <a:lnTo>
                      <a:pt x="103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7" name="Google Shape;1637;p55"/>
              <p:cNvSpPr/>
              <p:nvPr/>
            </p:nvSpPr>
            <p:spPr>
              <a:xfrm>
                <a:off x="4226950" y="4687975"/>
                <a:ext cx="157625" cy="135100"/>
              </a:xfrm>
              <a:custGeom>
                <a:rect b="b" l="l" r="r" t="t"/>
                <a:pathLst>
                  <a:path extrusionOk="0" h="5404" w="6305">
                    <a:moveTo>
                      <a:pt x="801" y="0"/>
                    </a:moveTo>
                    <a:cubicBezTo>
                      <a:pt x="467" y="0"/>
                      <a:pt x="200" y="234"/>
                      <a:pt x="167" y="567"/>
                    </a:cubicBezTo>
                    <a:cubicBezTo>
                      <a:pt x="100" y="1134"/>
                      <a:pt x="0" y="2135"/>
                      <a:pt x="0" y="3102"/>
                    </a:cubicBezTo>
                    <a:cubicBezTo>
                      <a:pt x="0" y="3436"/>
                      <a:pt x="167" y="3836"/>
                      <a:pt x="367" y="4170"/>
                    </a:cubicBezTo>
                    <a:cubicBezTo>
                      <a:pt x="834" y="4937"/>
                      <a:pt x="1668" y="5404"/>
                      <a:pt x="2602" y="5404"/>
                    </a:cubicBezTo>
                    <a:lnTo>
                      <a:pt x="5270" y="5404"/>
                    </a:lnTo>
                    <a:cubicBezTo>
                      <a:pt x="5904" y="5404"/>
                      <a:pt x="6305" y="4904"/>
                      <a:pt x="6138" y="4303"/>
                    </a:cubicBezTo>
                    <a:cubicBezTo>
                      <a:pt x="5571" y="1935"/>
                      <a:pt x="2802" y="67"/>
                      <a:pt x="2802" y="67"/>
                    </a:cubicBezTo>
                    <a:lnTo>
                      <a:pt x="801" y="0"/>
                    </a:ln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8" name="Google Shape;1638;p55"/>
              <p:cNvSpPr/>
              <p:nvPr/>
            </p:nvSpPr>
            <p:spPr>
              <a:xfrm>
                <a:off x="4241950" y="4637100"/>
                <a:ext cx="58400" cy="69450"/>
              </a:xfrm>
              <a:custGeom>
                <a:rect b="b" l="l" r="r" t="t"/>
                <a:pathLst>
                  <a:path extrusionOk="0" h="2778" w="2336">
                    <a:moveTo>
                      <a:pt x="0" y="0"/>
                    </a:moveTo>
                    <a:lnTo>
                      <a:pt x="0" y="2035"/>
                    </a:lnTo>
                    <a:cubicBezTo>
                      <a:pt x="0" y="2202"/>
                      <a:pt x="67" y="2369"/>
                      <a:pt x="234" y="2502"/>
                    </a:cubicBezTo>
                    <a:cubicBezTo>
                      <a:pt x="551" y="2686"/>
                      <a:pt x="859" y="2777"/>
                      <a:pt x="1164" y="2777"/>
                    </a:cubicBezTo>
                    <a:cubicBezTo>
                      <a:pt x="1468" y="2777"/>
                      <a:pt x="1768" y="2686"/>
                      <a:pt x="2069" y="2502"/>
                    </a:cubicBezTo>
                    <a:cubicBezTo>
                      <a:pt x="2235" y="2435"/>
                      <a:pt x="2335" y="2269"/>
                      <a:pt x="2335" y="2035"/>
                    </a:cubicBezTo>
                    <a:lnTo>
                      <a:pt x="2335" y="0"/>
                    </a:ln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39" name="Google Shape;1639;p55"/>
              <p:cNvSpPr/>
              <p:nvPr/>
            </p:nvSpPr>
            <p:spPr>
              <a:xfrm>
                <a:off x="3796625" y="3936475"/>
                <a:ext cx="250200" cy="724550"/>
              </a:xfrm>
              <a:custGeom>
                <a:rect b="b" l="l" r="r" t="t"/>
                <a:pathLst>
                  <a:path extrusionOk="0" h="28982" w="10008">
                    <a:moveTo>
                      <a:pt x="803" y="1"/>
                    </a:moveTo>
                    <a:cubicBezTo>
                      <a:pt x="516" y="1"/>
                      <a:pt x="245" y="53"/>
                      <a:pt x="1" y="172"/>
                    </a:cubicBezTo>
                    <a:cubicBezTo>
                      <a:pt x="1" y="172"/>
                      <a:pt x="1135" y="16650"/>
                      <a:pt x="3804" y="28692"/>
                    </a:cubicBezTo>
                    <a:cubicBezTo>
                      <a:pt x="4585" y="28870"/>
                      <a:pt x="5347" y="28981"/>
                      <a:pt x="6085" y="28981"/>
                    </a:cubicBezTo>
                    <a:cubicBezTo>
                      <a:pt x="6734" y="28981"/>
                      <a:pt x="7365" y="28895"/>
                      <a:pt x="7973" y="28692"/>
                    </a:cubicBezTo>
                    <a:cubicBezTo>
                      <a:pt x="8307" y="18118"/>
                      <a:pt x="10008" y="7811"/>
                      <a:pt x="6472" y="3374"/>
                    </a:cubicBezTo>
                    <a:cubicBezTo>
                      <a:pt x="6472" y="3374"/>
                      <a:pt x="3098" y="1"/>
                      <a:pt x="803" y="1"/>
                    </a:cubicBezTo>
                    <a:close/>
                  </a:path>
                </a:pathLst>
              </a:custGeom>
              <a:solidFill>
                <a:srgbClr val="7BE9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0" name="Google Shape;1640;p55"/>
              <p:cNvSpPr/>
              <p:nvPr/>
            </p:nvSpPr>
            <p:spPr>
              <a:xfrm>
                <a:off x="3770775" y="3177725"/>
                <a:ext cx="326100" cy="884825"/>
              </a:xfrm>
              <a:custGeom>
                <a:rect b="b" l="l" r="r" t="t"/>
                <a:pathLst>
                  <a:path extrusionOk="0" h="35393" w="13044">
                    <a:moveTo>
                      <a:pt x="701" y="0"/>
                    </a:moveTo>
                    <a:cubicBezTo>
                      <a:pt x="701" y="0"/>
                      <a:pt x="1" y="12342"/>
                      <a:pt x="101" y="13577"/>
                    </a:cubicBezTo>
                    <a:lnTo>
                      <a:pt x="1135" y="30722"/>
                    </a:lnTo>
                    <a:lnTo>
                      <a:pt x="8073" y="35392"/>
                    </a:lnTo>
                    <a:cubicBezTo>
                      <a:pt x="8073" y="35392"/>
                      <a:pt x="11876" y="14044"/>
                      <a:pt x="12476" y="9007"/>
                    </a:cubicBezTo>
                    <a:cubicBezTo>
                      <a:pt x="13043" y="3970"/>
                      <a:pt x="12476" y="1234"/>
                      <a:pt x="12476" y="1234"/>
                    </a:cubicBezTo>
                    <a:lnTo>
                      <a:pt x="701" y="0"/>
                    </a:lnTo>
                    <a:close/>
                  </a:path>
                </a:pathLst>
              </a:custGeom>
              <a:solidFill>
                <a:srgbClr val="7BE9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1" name="Google Shape;1641;p55"/>
              <p:cNvSpPr/>
              <p:nvPr/>
            </p:nvSpPr>
            <p:spPr>
              <a:xfrm>
                <a:off x="3864175" y="3209400"/>
                <a:ext cx="231850" cy="615475"/>
              </a:xfrm>
              <a:custGeom>
                <a:rect b="b" l="l" r="r" t="t"/>
                <a:pathLst>
                  <a:path extrusionOk="0" h="24619" w="9274">
                    <a:moveTo>
                      <a:pt x="1" y="1"/>
                    </a:moveTo>
                    <a:cubicBezTo>
                      <a:pt x="5671" y="3170"/>
                      <a:pt x="6305" y="15145"/>
                      <a:pt x="5571" y="24618"/>
                    </a:cubicBezTo>
                    <a:cubicBezTo>
                      <a:pt x="6972" y="18214"/>
                      <a:pt x="8407" y="10442"/>
                      <a:pt x="8674" y="7740"/>
                    </a:cubicBezTo>
                    <a:cubicBezTo>
                      <a:pt x="9274" y="2703"/>
                      <a:pt x="8674" y="1"/>
                      <a:pt x="8674" y="1"/>
                    </a:cubicBez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2" name="Google Shape;1642;p55"/>
              <p:cNvSpPr/>
              <p:nvPr/>
            </p:nvSpPr>
            <p:spPr>
              <a:xfrm>
                <a:off x="3459725" y="2326000"/>
                <a:ext cx="638500" cy="361675"/>
              </a:xfrm>
              <a:custGeom>
                <a:rect b="b" l="l" r="r" t="t"/>
                <a:pathLst>
                  <a:path extrusionOk="0" h="14467" w="25540">
                    <a:moveTo>
                      <a:pt x="18033" y="1"/>
                    </a:moveTo>
                    <a:cubicBezTo>
                      <a:pt x="17338" y="1"/>
                      <a:pt x="16741" y="163"/>
                      <a:pt x="16379" y="512"/>
                    </a:cubicBezTo>
                    <a:lnTo>
                      <a:pt x="1568" y="9218"/>
                    </a:lnTo>
                    <a:cubicBezTo>
                      <a:pt x="768" y="10185"/>
                      <a:pt x="601" y="10719"/>
                      <a:pt x="1" y="14355"/>
                    </a:cubicBezTo>
                    <a:cubicBezTo>
                      <a:pt x="749" y="14431"/>
                      <a:pt x="1505" y="14467"/>
                      <a:pt x="2266" y="14467"/>
                    </a:cubicBezTo>
                    <a:cubicBezTo>
                      <a:pt x="10222" y="14467"/>
                      <a:pt x="18606" y="10522"/>
                      <a:pt x="22016" y="6716"/>
                    </a:cubicBezTo>
                    <a:cubicBezTo>
                      <a:pt x="25540" y="2816"/>
                      <a:pt x="20930" y="1"/>
                      <a:pt x="18033" y="1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3" name="Google Shape;1643;p55"/>
              <p:cNvSpPr/>
              <p:nvPr/>
            </p:nvSpPr>
            <p:spPr>
              <a:xfrm>
                <a:off x="3666550" y="2325675"/>
                <a:ext cx="431550" cy="325025"/>
              </a:xfrm>
              <a:custGeom>
                <a:rect b="b" l="l" r="r" t="t"/>
                <a:pathLst>
                  <a:path extrusionOk="0" h="13001" w="17262">
                    <a:moveTo>
                      <a:pt x="9749" y="1"/>
                    </a:moveTo>
                    <a:cubicBezTo>
                      <a:pt x="9052" y="1"/>
                      <a:pt x="8457" y="167"/>
                      <a:pt x="8106" y="525"/>
                    </a:cubicBezTo>
                    <a:lnTo>
                      <a:pt x="0" y="5328"/>
                    </a:lnTo>
                    <a:lnTo>
                      <a:pt x="2936" y="13000"/>
                    </a:lnTo>
                    <a:cubicBezTo>
                      <a:pt x="7572" y="11499"/>
                      <a:pt x="11642" y="9098"/>
                      <a:pt x="13743" y="6729"/>
                    </a:cubicBezTo>
                    <a:cubicBezTo>
                      <a:pt x="17261" y="2835"/>
                      <a:pt x="12629" y="1"/>
                      <a:pt x="97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4" name="Google Shape;1644;p55"/>
              <p:cNvSpPr/>
              <p:nvPr/>
            </p:nvSpPr>
            <p:spPr>
              <a:xfrm>
                <a:off x="3376500" y="2221200"/>
                <a:ext cx="162475" cy="464625"/>
              </a:xfrm>
              <a:custGeom>
                <a:rect b="b" l="l" r="r" t="t"/>
                <a:pathLst>
                  <a:path extrusionOk="0" h="18585" w="6499">
                    <a:moveTo>
                      <a:pt x="3330" y="0"/>
                    </a:moveTo>
                    <a:cubicBezTo>
                      <a:pt x="3330" y="0"/>
                      <a:pt x="928" y="8406"/>
                      <a:pt x="261" y="14377"/>
                    </a:cubicBezTo>
                    <a:cubicBezTo>
                      <a:pt x="0" y="16624"/>
                      <a:pt x="1741" y="18584"/>
                      <a:pt x="3965" y="18584"/>
                    </a:cubicBezTo>
                    <a:cubicBezTo>
                      <a:pt x="4020" y="18584"/>
                      <a:pt x="4075" y="18583"/>
                      <a:pt x="4130" y="18580"/>
                    </a:cubicBezTo>
                    <a:cubicBezTo>
                      <a:pt x="4664" y="18580"/>
                      <a:pt x="6298" y="18113"/>
                      <a:pt x="6298" y="18113"/>
                    </a:cubicBezTo>
                    <a:cubicBezTo>
                      <a:pt x="6498" y="13510"/>
                      <a:pt x="5665" y="234"/>
                      <a:pt x="5665" y="234"/>
                    </a:cubicBezTo>
                    <a:lnTo>
                      <a:pt x="3330" y="0"/>
                    </a:ln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5" name="Google Shape;1645;p55"/>
              <p:cNvSpPr/>
              <p:nvPr/>
            </p:nvSpPr>
            <p:spPr>
              <a:xfrm>
                <a:off x="3420525" y="2094100"/>
                <a:ext cx="101775" cy="156075"/>
              </a:xfrm>
              <a:custGeom>
                <a:rect b="b" l="l" r="r" t="t"/>
                <a:pathLst>
                  <a:path extrusionOk="0" h="6243" w="4071">
                    <a:moveTo>
                      <a:pt x="1481" y="0"/>
                    </a:moveTo>
                    <a:cubicBezTo>
                      <a:pt x="1414" y="0"/>
                      <a:pt x="1376" y="29"/>
                      <a:pt x="1368" y="81"/>
                    </a:cubicBezTo>
                    <a:cubicBezTo>
                      <a:pt x="1335" y="448"/>
                      <a:pt x="1735" y="915"/>
                      <a:pt x="2002" y="1382"/>
                    </a:cubicBezTo>
                    <a:cubicBezTo>
                      <a:pt x="2169" y="1682"/>
                      <a:pt x="2169" y="1949"/>
                      <a:pt x="2136" y="1949"/>
                    </a:cubicBezTo>
                    <a:cubicBezTo>
                      <a:pt x="2014" y="2030"/>
                      <a:pt x="1870" y="2067"/>
                      <a:pt x="1713" y="2067"/>
                    </a:cubicBezTo>
                    <a:cubicBezTo>
                      <a:pt x="1483" y="2067"/>
                      <a:pt x="1226" y="1988"/>
                      <a:pt x="968" y="1849"/>
                    </a:cubicBezTo>
                    <a:lnTo>
                      <a:pt x="968" y="1849"/>
                    </a:lnTo>
                    <a:cubicBezTo>
                      <a:pt x="1135" y="3116"/>
                      <a:pt x="801" y="4484"/>
                      <a:pt x="1" y="5451"/>
                    </a:cubicBezTo>
                    <a:cubicBezTo>
                      <a:pt x="386" y="5724"/>
                      <a:pt x="1204" y="6243"/>
                      <a:pt x="2149" y="6243"/>
                    </a:cubicBezTo>
                    <a:cubicBezTo>
                      <a:pt x="2594" y="6243"/>
                      <a:pt x="3067" y="6128"/>
                      <a:pt x="3537" y="5818"/>
                    </a:cubicBezTo>
                    <a:lnTo>
                      <a:pt x="3870" y="5585"/>
                    </a:lnTo>
                    <a:cubicBezTo>
                      <a:pt x="3904" y="5585"/>
                      <a:pt x="4070" y="2583"/>
                      <a:pt x="3070" y="1315"/>
                    </a:cubicBezTo>
                    <a:cubicBezTo>
                      <a:pt x="2291" y="355"/>
                      <a:pt x="1714" y="0"/>
                      <a:pt x="1481" y="0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6" name="Google Shape;1646;p55"/>
              <p:cNvSpPr/>
              <p:nvPr/>
            </p:nvSpPr>
            <p:spPr>
              <a:xfrm>
                <a:off x="4092675" y="3920950"/>
                <a:ext cx="263550" cy="742900"/>
              </a:xfrm>
              <a:custGeom>
                <a:rect b="b" l="l" r="r" t="t"/>
                <a:pathLst>
                  <a:path extrusionOk="0" h="29716" w="10542">
                    <a:moveTo>
                      <a:pt x="988" y="1"/>
                    </a:moveTo>
                    <a:cubicBezTo>
                      <a:pt x="612" y="1"/>
                      <a:pt x="276" y="69"/>
                      <a:pt x="1" y="226"/>
                    </a:cubicBezTo>
                    <a:cubicBezTo>
                      <a:pt x="1" y="226"/>
                      <a:pt x="2169" y="17438"/>
                      <a:pt x="5104" y="29414"/>
                    </a:cubicBezTo>
                    <a:cubicBezTo>
                      <a:pt x="5739" y="29615"/>
                      <a:pt x="6381" y="29716"/>
                      <a:pt x="7031" y="29716"/>
                    </a:cubicBezTo>
                    <a:cubicBezTo>
                      <a:pt x="7780" y="29716"/>
                      <a:pt x="8539" y="29581"/>
                      <a:pt x="9307" y="29313"/>
                    </a:cubicBezTo>
                    <a:cubicBezTo>
                      <a:pt x="9274" y="18839"/>
                      <a:pt x="10541" y="14069"/>
                      <a:pt x="8040" y="3228"/>
                    </a:cubicBezTo>
                    <a:cubicBezTo>
                      <a:pt x="8040" y="3228"/>
                      <a:pt x="3567" y="1"/>
                      <a:pt x="988" y="1"/>
                    </a:cubicBezTo>
                    <a:close/>
                  </a:path>
                </a:pathLst>
              </a:custGeom>
              <a:solidFill>
                <a:srgbClr val="7BE9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7" name="Google Shape;1647;p55"/>
              <p:cNvSpPr/>
              <p:nvPr/>
            </p:nvSpPr>
            <p:spPr>
              <a:xfrm>
                <a:off x="3991775" y="3197725"/>
                <a:ext cx="371125" cy="803950"/>
              </a:xfrm>
              <a:custGeom>
                <a:rect b="b" l="l" r="r" t="t"/>
                <a:pathLst>
                  <a:path extrusionOk="0" h="32158" w="14845">
                    <a:moveTo>
                      <a:pt x="14177" y="1"/>
                    </a:moveTo>
                    <a:lnTo>
                      <a:pt x="0" y="568"/>
                    </a:lnTo>
                    <a:lnTo>
                      <a:pt x="4037" y="29355"/>
                    </a:lnTo>
                    <a:lnTo>
                      <a:pt x="12076" y="32157"/>
                    </a:lnTo>
                    <a:cubicBezTo>
                      <a:pt x="12076" y="32157"/>
                      <a:pt x="14077" y="12243"/>
                      <a:pt x="14477" y="7206"/>
                    </a:cubicBezTo>
                    <a:cubicBezTo>
                      <a:pt x="14844" y="2169"/>
                      <a:pt x="14177" y="1"/>
                      <a:pt x="14177" y="1"/>
                    </a:cubicBezTo>
                    <a:close/>
                  </a:path>
                </a:pathLst>
              </a:custGeom>
              <a:solidFill>
                <a:srgbClr val="7BE9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8" name="Google Shape;1648;p55"/>
              <p:cNvSpPr/>
              <p:nvPr/>
            </p:nvSpPr>
            <p:spPr>
              <a:xfrm>
                <a:off x="4239450" y="3295300"/>
                <a:ext cx="72575" cy="95100"/>
              </a:xfrm>
              <a:custGeom>
                <a:rect b="b" l="l" r="r" t="t"/>
                <a:pathLst>
                  <a:path extrusionOk="0" h="3804" w="2903">
                    <a:moveTo>
                      <a:pt x="301" y="1"/>
                    </a:moveTo>
                    <a:lnTo>
                      <a:pt x="301" y="1"/>
                    </a:lnTo>
                    <a:cubicBezTo>
                      <a:pt x="301" y="1"/>
                      <a:pt x="1" y="2336"/>
                      <a:pt x="2902" y="3803"/>
                    </a:cubicBezTo>
                    <a:lnTo>
                      <a:pt x="301" y="1"/>
                    </a:lnTo>
                    <a:close/>
                  </a:path>
                </a:pathLst>
              </a:custGeom>
              <a:solidFill>
                <a:srgbClr val="58CAB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49" name="Google Shape;1649;p55"/>
              <p:cNvSpPr/>
              <p:nvPr/>
            </p:nvSpPr>
            <p:spPr>
              <a:xfrm>
                <a:off x="4171075" y="3236925"/>
                <a:ext cx="157625" cy="240200"/>
              </a:xfrm>
              <a:custGeom>
                <a:rect b="b" l="l" r="r" t="t"/>
                <a:pathLst>
                  <a:path extrusionOk="0" fill="none" h="9608" w="6305">
                    <a:moveTo>
                      <a:pt x="2235" y="1"/>
                    </a:moveTo>
                    <a:cubicBezTo>
                      <a:pt x="2235" y="1"/>
                      <a:pt x="0" y="6005"/>
                      <a:pt x="6305" y="9607"/>
                    </a:cubicBezTo>
                  </a:path>
                </a:pathLst>
              </a:custGeom>
              <a:noFill/>
              <a:ln cap="flat" cmpd="sng" w="9525">
                <a:solidFill>
                  <a:srgbClr val="58CABD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0" name="Google Shape;1650;p55"/>
              <p:cNvSpPr/>
              <p:nvPr/>
            </p:nvSpPr>
            <p:spPr>
              <a:xfrm>
                <a:off x="4287825" y="3448750"/>
                <a:ext cx="5850" cy="552925"/>
              </a:xfrm>
              <a:custGeom>
                <a:rect b="b" l="l" r="r" t="t"/>
                <a:pathLst>
                  <a:path extrusionOk="0" fill="none" h="22117" w="234">
                    <a:moveTo>
                      <a:pt x="0" y="0"/>
                    </a:moveTo>
                    <a:lnTo>
                      <a:pt x="234" y="22116"/>
                    </a:lnTo>
                  </a:path>
                </a:pathLst>
              </a:custGeom>
              <a:noFill/>
              <a:ln cap="flat" cmpd="sng" w="9525">
                <a:solidFill>
                  <a:srgbClr val="58CABD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1" name="Google Shape;1651;p55"/>
              <p:cNvSpPr/>
              <p:nvPr/>
            </p:nvSpPr>
            <p:spPr>
              <a:xfrm>
                <a:off x="3855850" y="3208575"/>
                <a:ext cx="263525" cy="264375"/>
              </a:xfrm>
              <a:custGeom>
                <a:rect b="b" l="l" r="r" t="t"/>
                <a:pathLst>
                  <a:path extrusionOk="0" h="10575" w="10541">
                    <a:moveTo>
                      <a:pt x="0" y="0"/>
                    </a:moveTo>
                    <a:lnTo>
                      <a:pt x="0" y="10575"/>
                    </a:lnTo>
                    <a:lnTo>
                      <a:pt x="10541" y="10575"/>
                    </a:lnTo>
                    <a:lnTo>
                      <a:pt x="10541" y="0"/>
                    </a:lnTo>
                    <a:close/>
                  </a:path>
                </a:pathLst>
              </a:custGeom>
              <a:solidFill>
                <a:srgbClr val="7BE9D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2" name="Google Shape;1652;p55"/>
              <p:cNvSpPr/>
              <p:nvPr/>
            </p:nvSpPr>
            <p:spPr>
              <a:xfrm>
                <a:off x="3805800" y="3180225"/>
                <a:ext cx="550425" cy="94050"/>
              </a:xfrm>
              <a:custGeom>
                <a:rect b="b" l="l" r="r" t="t"/>
                <a:pathLst>
                  <a:path extrusionOk="0" h="3762" w="22017">
                    <a:moveTo>
                      <a:pt x="1" y="0"/>
                    </a:moveTo>
                    <a:cubicBezTo>
                      <a:pt x="1" y="0"/>
                      <a:pt x="568" y="3436"/>
                      <a:pt x="7473" y="3736"/>
                    </a:cubicBezTo>
                    <a:cubicBezTo>
                      <a:pt x="7865" y="3753"/>
                      <a:pt x="8260" y="3761"/>
                      <a:pt x="8656" y="3761"/>
                    </a:cubicBezTo>
                    <a:cubicBezTo>
                      <a:pt x="15248" y="3761"/>
                      <a:pt x="22016" y="1535"/>
                      <a:pt x="22016" y="1535"/>
                    </a:cubicBezTo>
                    <a:cubicBezTo>
                      <a:pt x="19081" y="16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3" name="Google Shape;1653;p55"/>
              <p:cNvSpPr/>
              <p:nvPr/>
            </p:nvSpPr>
            <p:spPr>
              <a:xfrm>
                <a:off x="3770775" y="2316900"/>
                <a:ext cx="677175" cy="921450"/>
              </a:xfrm>
              <a:custGeom>
                <a:rect b="b" l="l" r="r" t="t"/>
                <a:pathLst>
                  <a:path extrusionOk="0" h="36858" w="27087">
                    <a:moveTo>
                      <a:pt x="13224" y="1"/>
                    </a:moveTo>
                    <a:cubicBezTo>
                      <a:pt x="10168" y="1"/>
                      <a:pt x="7245" y="126"/>
                      <a:pt x="5471" y="242"/>
                    </a:cubicBezTo>
                    <a:cubicBezTo>
                      <a:pt x="4237" y="342"/>
                      <a:pt x="3336" y="1276"/>
                      <a:pt x="3236" y="2444"/>
                    </a:cubicBezTo>
                    <a:cubicBezTo>
                      <a:pt x="2536" y="14519"/>
                      <a:pt x="1" y="35134"/>
                      <a:pt x="1" y="35200"/>
                    </a:cubicBezTo>
                    <a:cubicBezTo>
                      <a:pt x="3474" y="36484"/>
                      <a:pt x="8365" y="36857"/>
                      <a:pt x="12880" y="36857"/>
                    </a:cubicBezTo>
                    <a:cubicBezTo>
                      <a:pt x="19163" y="36857"/>
                      <a:pt x="24718" y="36134"/>
                      <a:pt x="24718" y="36134"/>
                    </a:cubicBezTo>
                    <a:cubicBezTo>
                      <a:pt x="24718" y="36134"/>
                      <a:pt x="27087" y="3378"/>
                      <a:pt x="24752" y="1510"/>
                    </a:cubicBezTo>
                    <a:cubicBezTo>
                      <a:pt x="23316" y="320"/>
                      <a:pt x="18100" y="1"/>
                      <a:pt x="132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4" name="Google Shape;1654;p55"/>
              <p:cNvSpPr/>
              <p:nvPr/>
            </p:nvSpPr>
            <p:spPr>
              <a:xfrm>
                <a:off x="4206100" y="1866775"/>
                <a:ext cx="76725" cy="329425"/>
              </a:xfrm>
              <a:custGeom>
                <a:rect b="b" l="l" r="r" t="t"/>
                <a:pathLst>
                  <a:path extrusionOk="0" h="13177" w="3069">
                    <a:moveTo>
                      <a:pt x="0" y="1"/>
                    </a:moveTo>
                    <a:lnTo>
                      <a:pt x="0" y="13177"/>
                    </a:lnTo>
                    <a:lnTo>
                      <a:pt x="1101" y="13177"/>
                    </a:lnTo>
                    <a:cubicBezTo>
                      <a:pt x="2168" y="13177"/>
                      <a:pt x="3069" y="12276"/>
                      <a:pt x="3069" y="11209"/>
                    </a:cubicBezTo>
                    <a:lnTo>
                      <a:pt x="3069" y="2602"/>
                    </a:lnTo>
                    <a:cubicBezTo>
                      <a:pt x="3069" y="1168"/>
                      <a:pt x="1868" y="1"/>
                      <a:pt x="434" y="1"/>
                    </a:cubicBez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5" name="Google Shape;1655;p55"/>
              <p:cNvSpPr/>
              <p:nvPr/>
            </p:nvSpPr>
            <p:spPr>
              <a:xfrm>
                <a:off x="4022625" y="2316225"/>
                <a:ext cx="204350" cy="117650"/>
              </a:xfrm>
              <a:custGeom>
                <a:rect b="b" l="l" r="r" t="t"/>
                <a:pathLst>
                  <a:path extrusionOk="0" h="4706" w="8174">
                    <a:moveTo>
                      <a:pt x="3546" y="1"/>
                    </a:moveTo>
                    <a:cubicBezTo>
                      <a:pt x="2335" y="1"/>
                      <a:pt x="1136" y="25"/>
                      <a:pt x="1" y="69"/>
                    </a:cubicBezTo>
                    <a:lnTo>
                      <a:pt x="1" y="603"/>
                    </a:lnTo>
                    <a:cubicBezTo>
                      <a:pt x="1" y="2871"/>
                      <a:pt x="1835" y="4706"/>
                      <a:pt x="4103" y="4706"/>
                    </a:cubicBezTo>
                    <a:cubicBezTo>
                      <a:pt x="6338" y="4706"/>
                      <a:pt x="8173" y="2871"/>
                      <a:pt x="8173" y="603"/>
                    </a:cubicBezTo>
                    <a:lnTo>
                      <a:pt x="8173" y="136"/>
                    </a:lnTo>
                    <a:cubicBezTo>
                      <a:pt x="6688" y="42"/>
                      <a:pt x="5108" y="1"/>
                      <a:pt x="35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6" name="Google Shape;1656;p55"/>
              <p:cNvSpPr/>
              <p:nvPr/>
            </p:nvSpPr>
            <p:spPr>
              <a:xfrm>
                <a:off x="4049300" y="2209525"/>
                <a:ext cx="151800" cy="187650"/>
              </a:xfrm>
              <a:custGeom>
                <a:rect b="b" l="l" r="r" t="t"/>
                <a:pathLst>
                  <a:path extrusionOk="0" h="7506" w="6072">
                    <a:moveTo>
                      <a:pt x="1" y="0"/>
                    </a:moveTo>
                    <a:lnTo>
                      <a:pt x="1" y="4470"/>
                    </a:lnTo>
                    <a:cubicBezTo>
                      <a:pt x="1" y="6138"/>
                      <a:pt x="1369" y="7506"/>
                      <a:pt x="3036" y="7506"/>
                    </a:cubicBezTo>
                    <a:cubicBezTo>
                      <a:pt x="4704" y="7506"/>
                      <a:pt x="6072" y="6138"/>
                      <a:pt x="6072" y="4470"/>
                    </a:cubicBezTo>
                    <a:lnTo>
                      <a:pt x="6072" y="0"/>
                    </a:ln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7" name="Google Shape;1657;p55"/>
              <p:cNvSpPr/>
              <p:nvPr/>
            </p:nvSpPr>
            <p:spPr>
              <a:xfrm>
                <a:off x="4049300" y="2182000"/>
                <a:ext cx="151800" cy="136575"/>
              </a:xfrm>
              <a:custGeom>
                <a:rect b="b" l="l" r="r" t="t"/>
                <a:pathLst>
                  <a:path extrusionOk="0" h="5463" w="6072">
                    <a:moveTo>
                      <a:pt x="6072" y="1"/>
                    </a:moveTo>
                    <a:lnTo>
                      <a:pt x="1" y="735"/>
                    </a:lnTo>
                    <a:lnTo>
                      <a:pt x="1" y="5438"/>
                    </a:lnTo>
                    <a:cubicBezTo>
                      <a:pt x="214" y="5455"/>
                      <a:pt x="421" y="5463"/>
                      <a:pt x="624" y="5463"/>
                    </a:cubicBezTo>
                    <a:cubicBezTo>
                      <a:pt x="2843" y="5463"/>
                      <a:pt x="4513" y="4495"/>
                      <a:pt x="6072" y="3303"/>
                    </a:cubicBezTo>
                    <a:lnTo>
                      <a:pt x="6072" y="1"/>
                    </a:lnTo>
                    <a:close/>
                  </a:path>
                </a:pathLst>
              </a:custGeom>
              <a:solidFill>
                <a:srgbClr val="FF64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8" name="Google Shape;1658;p55"/>
              <p:cNvSpPr/>
              <p:nvPr/>
            </p:nvSpPr>
            <p:spPr>
              <a:xfrm>
                <a:off x="3947575" y="1948500"/>
                <a:ext cx="276875" cy="341950"/>
              </a:xfrm>
              <a:custGeom>
                <a:rect b="b" l="l" r="r" t="t"/>
                <a:pathLst>
                  <a:path extrusionOk="0" h="13678" w="11075">
                    <a:moveTo>
                      <a:pt x="0" y="1"/>
                    </a:moveTo>
                    <a:lnTo>
                      <a:pt x="0" y="8940"/>
                    </a:lnTo>
                    <a:cubicBezTo>
                      <a:pt x="0" y="9174"/>
                      <a:pt x="67" y="9407"/>
                      <a:pt x="134" y="9608"/>
                    </a:cubicBezTo>
                    <a:cubicBezTo>
                      <a:pt x="634" y="10608"/>
                      <a:pt x="2102" y="13677"/>
                      <a:pt x="3836" y="13677"/>
                    </a:cubicBezTo>
                    <a:lnTo>
                      <a:pt x="5338" y="13677"/>
                    </a:lnTo>
                    <a:cubicBezTo>
                      <a:pt x="5838" y="13677"/>
                      <a:pt x="6338" y="13510"/>
                      <a:pt x="6772" y="13277"/>
                    </a:cubicBezTo>
                    <a:lnTo>
                      <a:pt x="8140" y="12343"/>
                    </a:lnTo>
                    <a:cubicBezTo>
                      <a:pt x="9974" y="11109"/>
                      <a:pt x="11075" y="9074"/>
                      <a:pt x="11075" y="6906"/>
                    </a:cubicBezTo>
                    <a:lnTo>
                      <a:pt x="11075" y="1"/>
                    </a:ln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59" name="Google Shape;1659;p55"/>
              <p:cNvSpPr/>
              <p:nvPr/>
            </p:nvSpPr>
            <p:spPr>
              <a:xfrm>
                <a:off x="4101850" y="2073600"/>
                <a:ext cx="28375" cy="27550"/>
              </a:xfrm>
              <a:custGeom>
                <a:rect b="b" l="l" r="r" t="t"/>
                <a:pathLst>
                  <a:path extrusionOk="0" fill="none" h="1102" w="1135">
                    <a:moveTo>
                      <a:pt x="1135" y="1068"/>
                    </a:moveTo>
                    <a:cubicBezTo>
                      <a:pt x="1135" y="467"/>
                      <a:pt x="901" y="0"/>
                      <a:pt x="534" y="0"/>
                    </a:cubicBezTo>
                    <a:cubicBezTo>
                      <a:pt x="267" y="0"/>
                      <a:pt x="0" y="501"/>
                      <a:pt x="0" y="1101"/>
                    </a:cubicBezTo>
                  </a:path>
                </a:pathLst>
              </a:custGeom>
              <a:noFill/>
              <a:ln cap="flat" cmpd="sng" w="9525">
                <a:solidFill>
                  <a:srgbClr val="0F1446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0" name="Google Shape;1660;p55"/>
              <p:cNvSpPr/>
              <p:nvPr/>
            </p:nvSpPr>
            <p:spPr>
              <a:xfrm>
                <a:off x="3984275" y="2073600"/>
                <a:ext cx="28375" cy="27550"/>
              </a:xfrm>
              <a:custGeom>
                <a:rect b="b" l="l" r="r" t="t"/>
                <a:pathLst>
                  <a:path extrusionOk="0" fill="none" h="1102" w="1135">
                    <a:moveTo>
                      <a:pt x="1134" y="1068"/>
                    </a:moveTo>
                    <a:cubicBezTo>
                      <a:pt x="1134" y="467"/>
                      <a:pt x="867" y="0"/>
                      <a:pt x="534" y="0"/>
                    </a:cubicBezTo>
                    <a:cubicBezTo>
                      <a:pt x="267" y="0"/>
                      <a:pt x="0" y="501"/>
                      <a:pt x="0" y="1101"/>
                    </a:cubicBezTo>
                  </a:path>
                </a:pathLst>
              </a:custGeom>
              <a:noFill/>
              <a:ln cap="flat" cmpd="sng" w="9525">
                <a:solidFill>
                  <a:srgbClr val="0F1446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1" name="Google Shape;1661;p55"/>
              <p:cNvSpPr/>
              <p:nvPr/>
            </p:nvSpPr>
            <p:spPr>
              <a:xfrm>
                <a:off x="4022625" y="2091950"/>
                <a:ext cx="40050" cy="77575"/>
              </a:xfrm>
              <a:custGeom>
                <a:rect b="b" l="l" r="r" t="t"/>
                <a:pathLst>
                  <a:path extrusionOk="0" h="3103" w="1602">
                    <a:moveTo>
                      <a:pt x="1001" y="0"/>
                    </a:moveTo>
                    <a:lnTo>
                      <a:pt x="1001" y="0"/>
                    </a:lnTo>
                    <a:cubicBezTo>
                      <a:pt x="1101" y="1001"/>
                      <a:pt x="301" y="1668"/>
                      <a:pt x="301" y="1668"/>
                    </a:cubicBezTo>
                    <a:cubicBezTo>
                      <a:pt x="101" y="1835"/>
                      <a:pt x="1" y="2035"/>
                      <a:pt x="1" y="2268"/>
                    </a:cubicBezTo>
                    <a:cubicBezTo>
                      <a:pt x="1" y="2735"/>
                      <a:pt x="367" y="3102"/>
                      <a:pt x="834" y="3102"/>
                    </a:cubicBezTo>
                    <a:cubicBezTo>
                      <a:pt x="1168" y="3102"/>
                      <a:pt x="1468" y="2936"/>
                      <a:pt x="1602" y="2669"/>
                    </a:cubicBezTo>
                    <a:lnTo>
                      <a:pt x="1602" y="2669"/>
                    </a:lnTo>
                    <a:cubicBezTo>
                      <a:pt x="1435" y="2769"/>
                      <a:pt x="1268" y="2835"/>
                      <a:pt x="1101" y="2835"/>
                    </a:cubicBezTo>
                    <a:cubicBezTo>
                      <a:pt x="634" y="2835"/>
                      <a:pt x="267" y="2435"/>
                      <a:pt x="267" y="2002"/>
                    </a:cubicBezTo>
                    <a:cubicBezTo>
                      <a:pt x="267" y="1901"/>
                      <a:pt x="301" y="1835"/>
                      <a:pt x="301" y="1768"/>
                    </a:cubicBezTo>
                    <a:cubicBezTo>
                      <a:pt x="1568" y="1268"/>
                      <a:pt x="1001" y="0"/>
                      <a:pt x="1001" y="0"/>
                    </a:cubicBezTo>
                    <a:close/>
                  </a:path>
                </a:pathLst>
              </a:custGeom>
              <a:solidFill>
                <a:srgbClr val="FF64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2" name="Google Shape;1662;p55"/>
              <p:cNvSpPr/>
              <p:nvPr/>
            </p:nvSpPr>
            <p:spPr>
              <a:xfrm>
                <a:off x="3961750" y="2137800"/>
                <a:ext cx="45050" cy="37550"/>
              </a:xfrm>
              <a:custGeom>
                <a:rect b="b" l="l" r="r" t="t"/>
                <a:pathLst>
                  <a:path extrusionOk="0" h="1502" w="1802">
                    <a:moveTo>
                      <a:pt x="901" y="1"/>
                    </a:moveTo>
                    <a:cubicBezTo>
                      <a:pt x="401" y="34"/>
                      <a:pt x="0" y="334"/>
                      <a:pt x="0" y="735"/>
                    </a:cubicBezTo>
                    <a:cubicBezTo>
                      <a:pt x="0" y="1168"/>
                      <a:pt x="401" y="1502"/>
                      <a:pt x="901" y="1502"/>
                    </a:cubicBezTo>
                    <a:cubicBezTo>
                      <a:pt x="1401" y="1502"/>
                      <a:pt x="1802" y="1168"/>
                      <a:pt x="1802" y="735"/>
                    </a:cubicBezTo>
                    <a:cubicBezTo>
                      <a:pt x="1802" y="334"/>
                      <a:pt x="1401" y="1"/>
                      <a:pt x="901" y="1"/>
                    </a:cubicBezTo>
                    <a:close/>
                  </a:path>
                </a:pathLst>
              </a:custGeom>
              <a:solidFill>
                <a:srgbClr val="FF64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3" name="Google Shape;1663;p55"/>
              <p:cNvSpPr/>
              <p:nvPr/>
            </p:nvSpPr>
            <p:spPr>
              <a:xfrm>
                <a:off x="4118525" y="2137800"/>
                <a:ext cx="45900" cy="37550"/>
              </a:xfrm>
              <a:custGeom>
                <a:rect b="b" l="l" r="r" t="t"/>
                <a:pathLst>
                  <a:path extrusionOk="0" h="1502" w="1836">
                    <a:moveTo>
                      <a:pt x="935" y="1"/>
                    </a:moveTo>
                    <a:cubicBezTo>
                      <a:pt x="434" y="34"/>
                      <a:pt x="1" y="334"/>
                      <a:pt x="1" y="735"/>
                    </a:cubicBezTo>
                    <a:cubicBezTo>
                      <a:pt x="1" y="1168"/>
                      <a:pt x="434" y="1502"/>
                      <a:pt x="935" y="1502"/>
                    </a:cubicBezTo>
                    <a:cubicBezTo>
                      <a:pt x="1435" y="1502"/>
                      <a:pt x="1835" y="1168"/>
                      <a:pt x="1835" y="735"/>
                    </a:cubicBezTo>
                    <a:cubicBezTo>
                      <a:pt x="1835" y="334"/>
                      <a:pt x="1435" y="1"/>
                      <a:pt x="935" y="1"/>
                    </a:cubicBezTo>
                    <a:close/>
                  </a:path>
                </a:pathLst>
              </a:custGeom>
              <a:solidFill>
                <a:srgbClr val="FF64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4" name="Google Shape;1664;p55"/>
              <p:cNvSpPr/>
              <p:nvPr/>
            </p:nvSpPr>
            <p:spPr>
              <a:xfrm>
                <a:off x="4076825" y="2043575"/>
                <a:ext cx="79250" cy="24200"/>
              </a:xfrm>
              <a:custGeom>
                <a:rect b="b" l="l" r="r" t="t"/>
                <a:pathLst>
                  <a:path extrusionOk="0" h="968" w="3170">
                    <a:moveTo>
                      <a:pt x="1" y="0"/>
                    </a:moveTo>
                    <a:cubicBezTo>
                      <a:pt x="1" y="534"/>
                      <a:pt x="468" y="968"/>
                      <a:pt x="968" y="968"/>
                    </a:cubicBezTo>
                    <a:lnTo>
                      <a:pt x="3170" y="968"/>
                    </a:lnTo>
                    <a:lnTo>
                      <a:pt x="3170" y="4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5" name="Google Shape;1665;p55"/>
              <p:cNvSpPr/>
              <p:nvPr/>
            </p:nvSpPr>
            <p:spPr>
              <a:xfrm>
                <a:off x="3938400" y="2043575"/>
                <a:ext cx="79250" cy="24200"/>
              </a:xfrm>
              <a:custGeom>
                <a:rect b="b" l="l" r="r" t="t"/>
                <a:pathLst>
                  <a:path extrusionOk="0" h="968" w="3170">
                    <a:moveTo>
                      <a:pt x="1" y="0"/>
                    </a:moveTo>
                    <a:cubicBezTo>
                      <a:pt x="1" y="534"/>
                      <a:pt x="468" y="968"/>
                      <a:pt x="968" y="968"/>
                    </a:cubicBezTo>
                    <a:lnTo>
                      <a:pt x="3169" y="968"/>
                    </a:lnTo>
                    <a:lnTo>
                      <a:pt x="3169" y="4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6" name="Google Shape;1666;p55"/>
              <p:cNvSpPr/>
              <p:nvPr/>
            </p:nvSpPr>
            <p:spPr>
              <a:xfrm>
                <a:off x="4210250" y="2055250"/>
                <a:ext cx="90100" cy="101750"/>
              </a:xfrm>
              <a:custGeom>
                <a:rect b="b" l="l" r="r" t="t"/>
                <a:pathLst>
                  <a:path extrusionOk="0" h="4070" w="3604">
                    <a:moveTo>
                      <a:pt x="1802" y="0"/>
                    </a:moveTo>
                    <a:cubicBezTo>
                      <a:pt x="801" y="0"/>
                      <a:pt x="1" y="901"/>
                      <a:pt x="1" y="2035"/>
                    </a:cubicBezTo>
                    <a:cubicBezTo>
                      <a:pt x="1" y="3169"/>
                      <a:pt x="801" y="4070"/>
                      <a:pt x="1802" y="4070"/>
                    </a:cubicBezTo>
                    <a:cubicBezTo>
                      <a:pt x="2803" y="4070"/>
                      <a:pt x="3603" y="3169"/>
                      <a:pt x="3603" y="2035"/>
                    </a:cubicBezTo>
                    <a:cubicBezTo>
                      <a:pt x="3603" y="901"/>
                      <a:pt x="2803" y="0"/>
                      <a:pt x="1802" y="0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7" name="Google Shape;1667;p55"/>
              <p:cNvSpPr/>
              <p:nvPr/>
            </p:nvSpPr>
            <p:spPr>
              <a:xfrm>
                <a:off x="4238625" y="2087775"/>
                <a:ext cx="16700" cy="37550"/>
              </a:xfrm>
              <a:custGeom>
                <a:rect b="b" l="l" r="r" t="t"/>
                <a:pathLst>
                  <a:path extrusionOk="0" h="1502" w="668">
                    <a:moveTo>
                      <a:pt x="667" y="0"/>
                    </a:moveTo>
                    <a:cubicBezTo>
                      <a:pt x="300" y="0"/>
                      <a:pt x="0" y="334"/>
                      <a:pt x="0" y="734"/>
                    </a:cubicBezTo>
                    <a:cubicBezTo>
                      <a:pt x="0" y="1168"/>
                      <a:pt x="300" y="1501"/>
                      <a:pt x="667" y="1501"/>
                    </a:cubicBezTo>
                    <a:cubicBezTo>
                      <a:pt x="434" y="934"/>
                      <a:pt x="300" y="501"/>
                      <a:pt x="667" y="0"/>
                    </a:cubicBezTo>
                    <a:close/>
                  </a:path>
                </a:pathLst>
              </a:custGeom>
              <a:solidFill>
                <a:srgbClr val="FF640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8" name="Google Shape;1668;p55"/>
              <p:cNvSpPr/>
              <p:nvPr/>
            </p:nvSpPr>
            <p:spPr>
              <a:xfrm>
                <a:off x="4112700" y="1865950"/>
                <a:ext cx="207675" cy="255200"/>
              </a:xfrm>
              <a:custGeom>
                <a:rect b="b" l="l" r="r" t="t"/>
                <a:pathLst>
                  <a:path extrusionOk="0" h="10208" w="8307">
                    <a:moveTo>
                      <a:pt x="0" y="0"/>
                    </a:moveTo>
                    <a:lnTo>
                      <a:pt x="0" y="3303"/>
                    </a:lnTo>
                    <a:lnTo>
                      <a:pt x="834" y="3303"/>
                    </a:lnTo>
                    <a:cubicBezTo>
                      <a:pt x="2502" y="3369"/>
                      <a:pt x="3903" y="4537"/>
                      <a:pt x="4303" y="6138"/>
                    </a:cubicBezTo>
                    <a:lnTo>
                      <a:pt x="4503" y="10208"/>
                    </a:lnTo>
                    <a:cubicBezTo>
                      <a:pt x="4804" y="6205"/>
                      <a:pt x="8306" y="0"/>
                      <a:pt x="3736" y="0"/>
                    </a:cubicBez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69" name="Google Shape;1669;p55"/>
              <p:cNvSpPr/>
              <p:nvPr/>
            </p:nvSpPr>
            <p:spPr>
              <a:xfrm>
                <a:off x="3948400" y="3242775"/>
                <a:ext cx="48400" cy="234350"/>
              </a:xfrm>
              <a:custGeom>
                <a:rect b="b" l="l" r="r" t="t"/>
                <a:pathLst>
                  <a:path extrusionOk="0" fill="none" h="9374" w="1936">
                    <a:moveTo>
                      <a:pt x="601" y="0"/>
                    </a:moveTo>
                    <a:cubicBezTo>
                      <a:pt x="601" y="0"/>
                      <a:pt x="1" y="9006"/>
                      <a:pt x="1935" y="9373"/>
                    </a:cubicBezTo>
                  </a:path>
                </a:pathLst>
              </a:custGeom>
              <a:noFill/>
              <a:ln cap="rnd" cmpd="sng" w="9525">
                <a:solidFill>
                  <a:srgbClr val="58CABD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0" name="Google Shape;1670;p55"/>
              <p:cNvSpPr/>
              <p:nvPr/>
            </p:nvSpPr>
            <p:spPr>
              <a:xfrm>
                <a:off x="4241125" y="4766350"/>
                <a:ext cx="23375" cy="40050"/>
              </a:xfrm>
              <a:custGeom>
                <a:rect b="b" l="l" r="r" t="t"/>
                <a:pathLst>
                  <a:path extrusionOk="0" h="1602" w="935">
                    <a:moveTo>
                      <a:pt x="667" y="1"/>
                    </a:moveTo>
                    <a:cubicBezTo>
                      <a:pt x="367" y="434"/>
                      <a:pt x="100" y="868"/>
                      <a:pt x="0" y="1302"/>
                    </a:cubicBezTo>
                    <a:lnTo>
                      <a:pt x="267" y="1602"/>
                    </a:lnTo>
                    <a:cubicBezTo>
                      <a:pt x="367" y="1135"/>
                      <a:pt x="601" y="668"/>
                      <a:pt x="934" y="201"/>
                    </a:cubicBezTo>
                    <a:lnTo>
                      <a:pt x="667" y="1"/>
                    </a:lnTo>
                    <a:close/>
                  </a:path>
                </a:pathLst>
              </a:custGeom>
              <a:solidFill>
                <a:srgbClr val="55C7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1" name="Google Shape;1671;p55"/>
              <p:cNvSpPr/>
              <p:nvPr/>
            </p:nvSpPr>
            <p:spPr>
              <a:xfrm>
                <a:off x="4231100" y="4753850"/>
                <a:ext cx="20875" cy="35875"/>
              </a:xfrm>
              <a:custGeom>
                <a:rect b="b" l="l" r="r" t="t"/>
                <a:pathLst>
                  <a:path extrusionOk="0" h="1435" w="835">
                    <a:moveTo>
                      <a:pt x="568" y="0"/>
                    </a:moveTo>
                    <a:cubicBezTo>
                      <a:pt x="301" y="301"/>
                      <a:pt x="134" y="634"/>
                      <a:pt x="1" y="968"/>
                    </a:cubicBezTo>
                    <a:cubicBezTo>
                      <a:pt x="34" y="1068"/>
                      <a:pt x="134" y="1268"/>
                      <a:pt x="201" y="1435"/>
                    </a:cubicBezTo>
                    <a:cubicBezTo>
                      <a:pt x="401" y="968"/>
                      <a:pt x="601" y="534"/>
                      <a:pt x="835" y="200"/>
                    </a:cubicBez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55C7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2" name="Google Shape;1672;p55"/>
              <p:cNvSpPr/>
              <p:nvPr/>
            </p:nvSpPr>
            <p:spPr>
              <a:xfrm>
                <a:off x="3913375" y="1865100"/>
                <a:ext cx="227700" cy="130950"/>
              </a:xfrm>
              <a:custGeom>
                <a:rect b="b" l="l" r="r" t="t"/>
                <a:pathLst>
                  <a:path extrusionOk="0" h="5238" w="9108">
                    <a:moveTo>
                      <a:pt x="1" y="1"/>
                    </a:moveTo>
                    <a:lnTo>
                      <a:pt x="1" y="3470"/>
                    </a:lnTo>
                    <a:cubicBezTo>
                      <a:pt x="1" y="4437"/>
                      <a:pt x="801" y="5238"/>
                      <a:pt x="1769" y="5238"/>
                    </a:cubicBezTo>
                    <a:lnTo>
                      <a:pt x="5104" y="5238"/>
                    </a:lnTo>
                    <a:cubicBezTo>
                      <a:pt x="7306" y="5238"/>
                      <a:pt x="9074" y="3437"/>
                      <a:pt x="9107" y="1168"/>
                    </a:cubicBezTo>
                    <a:cubicBezTo>
                      <a:pt x="9107" y="568"/>
                      <a:pt x="8540" y="1"/>
                      <a:pt x="7940" y="1"/>
                    </a:cubicBez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3" name="Google Shape;1673;p55"/>
              <p:cNvSpPr/>
              <p:nvPr/>
            </p:nvSpPr>
            <p:spPr>
              <a:xfrm>
                <a:off x="3613175" y="2430525"/>
                <a:ext cx="183475" cy="246850"/>
              </a:xfrm>
              <a:custGeom>
                <a:rect b="b" l="l" r="r" t="t"/>
                <a:pathLst>
                  <a:path extrusionOk="0" h="9874" w="7339">
                    <a:moveTo>
                      <a:pt x="3636" y="0"/>
                    </a:moveTo>
                    <a:lnTo>
                      <a:pt x="0" y="1635"/>
                    </a:lnTo>
                    <a:lnTo>
                      <a:pt x="3736" y="9874"/>
                    </a:lnTo>
                    <a:lnTo>
                      <a:pt x="7339" y="8239"/>
                    </a:lnTo>
                    <a:lnTo>
                      <a:pt x="36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4" name="Google Shape;1674;p55"/>
              <p:cNvSpPr/>
              <p:nvPr/>
            </p:nvSpPr>
            <p:spPr>
              <a:xfrm>
                <a:off x="4700600" y="1872625"/>
                <a:ext cx="162550" cy="465400"/>
              </a:xfrm>
              <a:custGeom>
                <a:rect b="b" l="l" r="r" t="t"/>
                <a:pathLst>
                  <a:path extrusionOk="0" h="18616" w="6502">
                    <a:moveTo>
                      <a:pt x="3170" y="0"/>
                    </a:moveTo>
                    <a:lnTo>
                      <a:pt x="835" y="267"/>
                    </a:lnTo>
                    <a:cubicBezTo>
                      <a:pt x="835" y="267"/>
                      <a:pt x="1" y="13510"/>
                      <a:pt x="201" y="18146"/>
                    </a:cubicBezTo>
                    <a:cubicBezTo>
                      <a:pt x="201" y="18146"/>
                      <a:pt x="1836" y="18613"/>
                      <a:pt x="2369" y="18613"/>
                    </a:cubicBezTo>
                    <a:cubicBezTo>
                      <a:pt x="2407" y="18615"/>
                      <a:pt x="2444" y="18615"/>
                      <a:pt x="2481" y="18615"/>
                    </a:cubicBezTo>
                    <a:cubicBezTo>
                      <a:pt x="4730" y="18615"/>
                      <a:pt x="6501" y="16641"/>
                      <a:pt x="6239" y="14377"/>
                    </a:cubicBezTo>
                    <a:cubicBezTo>
                      <a:pt x="5572" y="8440"/>
                      <a:pt x="3170" y="0"/>
                      <a:pt x="3170" y="0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5" name="Google Shape;1675;p55"/>
              <p:cNvSpPr/>
              <p:nvPr/>
            </p:nvSpPr>
            <p:spPr>
              <a:xfrm>
                <a:off x="4714775" y="1723650"/>
                <a:ext cx="118450" cy="177925"/>
              </a:xfrm>
              <a:custGeom>
                <a:rect b="b" l="l" r="r" t="t"/>
                <a:pathLst>
                  <a:path extrusionOk="0" h="7117" w="4738">
                    <a:moveTo>
                      <a:pt x="1956" y="0"/>
                    </a:moveTo>
                    <a:cubicBezTo>
                      <a:pt x="1599" y="0"/>
                      <a:pt x="1200" y="1607"/>
                      <a:pt x="802" y="2290"/>
                    </a:cubicBezTo>
                    <a:cubicBezTo>
                      <a:pt x="1" y="3657"/>
                      <a:pt x="301" y="6459"/>
                      <a:pt x="301" y="6459"/>
                    </a:cubicBezTo>
                    <a:lnTo>
                      <a:pt x="635" y="6693"/>
                    </a:lnTo>
                    <a:cubicBezTo>
                      <a:pt x="1105" y="7002"/>
                      <a:pt x="1570" y="7116"/>
                      <a:pt x="2005" y="7116"/>
                    </a:cubicBezTo>
                    <a:cubicBezTo>
                      <a:pt x="2651" y="7116"/>
                      <a:pt x="3232" y="6865"/>
                      <a:pt x="3670" y="6626"/>
                    </a:cubicBezTo>
                    <a:cubicBezTo>
                      <a:pt x="4404" y="6159"/>
                      <a:pt x="4738" y="5492"/>
                      <a:pt x="4738" y="5225"/>
                    </a:cubicBezTo>
                    <a:lnTo>
                      <a:pt x="3470" y="2590"/>
                    </a:lnTo>
                    <a:cubicBezTo>
                      <a:pt x="3121" y="2808"/>
                      <a:pt x="2773" y="2926"/>
                      <a:pt x="2461" y="2926"/>
                    </a:cubicBezTo>
                    <a:cubicBezTo>
                      <a:pt x="2296" y="2926"/>
                      <a:pt x="2141" y="2893"/>
                      <a:pt x="2002" y="2824"/>
                    </a:cubicBezTo>
                    <a:cubicBezTo>
                      <a:pt x="1969" y="2790"/>
                      <a:pt x="2002" y="2590"/>
                      <a:pt x="2136" y="2290"/>
                    </a:cubicBezTo>
                    <a:cubicBezTo>
                      <a:pt x="2403" y="1789"/>
                      <a:pt x="2303" y="489"/>
                      <a:pt x="2136" y="155"/>
                    </a:cubicBezTo>
                    <a:cubicBezTo>
                      <a:pt x="2077" y="47"/>
                      <a:pt x="2017" y="0"/>
                      <a:pt x="1956" y="0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6" name="Google Shape;1676;p55"/>
              <p:cNvSpPr/>
              <p:nvPr/>
            </p:nvSpPr>
            <p:spPr>
              <a:xfrm>
                <a:off x="3388000" y="2100275"/>
                <a:ext cx="109275" cy="187650"/>
              </a:xfrm>
              <a:custGeom>
                <a:rect b="b" l="l" r="r" t="t"/>
                <a:pathLst>
                  <a:path extrusionOk="0" h="7506" w="4371">
                    <a:moveTo>
                      <a:pt x="2369" y="1"/>
                    </a:moveTo>
                    <a:lnTo>
                      <a:pt x="635" y="3870"/>
                    </a:lnTo>
                    <a:cubicBezTo>
                      <a:pt x="1" y="5204"/>
                      <a:pt x="635" y="6772"/>
                      <a:pt x="1969" y="7406"/>
                    </a:cubicBezTo>
                    <a:cubicBezTo>
                      <a:pt x="2096" y="7474"/>
                      <a:pt x="2226" y="7505"/>
                      <a:pt x="2350" y="7505"/>
                    </a:cubicBezTo>
                    <a:cubicBezTo>
                      <a:pt x="2715" y="7505"/>
                      <a:pt x="3037" y="7237"/>
                      <a:pt x="3136" y="6839"/>
                    </a:cubicBezTo>
                    <a:lnTo>
                      <a:pt x="4371" y="868"/>
                    </a:lnTo>
                    <a:lnTo>
                      <a:pt x="2369" y="1"/>
                    </a:ln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7" name="Google Shape;1677;p55"/>
              <p:cNvSpPr/>
              <p:nvPr/>
            </p:nvSpPr>
            <p:spPr>
              <a:xfrm>
                <a:off x="3201200" y="1814250"/>
                <a:ext cx="415325" cy="331100"/>
              </a:xfrm>
              <a:custGeom>
                <a:rect b="b" l="l" r="r" t="t"/>
                <a:pathLst>
                  <a:path extrusionOk="0" h="13244" w="16613">
                    <a:moveTo>
                      <a:pt x="5138" y="0"/>
                    </a:moveTo>
                    <a:lnTo>
                      <a:pt x="1" y="11308"/>
                    </a:lnTo>
                    <a:cubicBezTo>
                      <a:pt x="1427" y="10798"/>
                      <a:pt x="2914" y="10544"/>
                      <a:pt x="4395" y="10544"/>
                    </a:cubicBezTo>
                    <a:cubicBezTo>
                      <a:pt x="6204" y="10544"/>
                      <a:pt x="8005" y="10923"/>
                      <a:pt x="9674" y="11675"/>
                    </a:cubicBezTo>
                    <a:lnTo>
                      <a:pt x="12610" y="13009"/>
                    </a:lnTo>
                    <a:cubicBezTo>
                      <a:pt x="12954" y="13168"/>
                      <a:pt x="13312" y="13243"/>
                      <a:pt x="13663" y="13243"/>
                    </a:cubicBezTo>
                    <a:cubicBezTo>
                      <a:pt x="14640" y="13243"/>
                      <a:pt x="15562" y="12665"/>
                      <a:pt x="15979" y="11709"/>
                    </a:cubicBezTo>
                    <a:cubicBezTo>
                      <a:pt x="16613" y="10441"/>
                      <a:pt x="16012" y="8940"/>
                      <a:pt x="14745" y="8339"/>
                    </a:cubicBezTo>
                    <a:lnTo>
                      <a:pt x="11809" y="7005"/>
                    </a:lnTo>
                    <a:cubicBezTo>
                      <a:pt x="8774" y="5638"/>
                      <a:pt x="6339" y="3136"/>
                      <a:pt x="51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8" name="Google Shape;1678;p55"/>
              <p:cNvSpPr/>
              <p:nvPr/>
            </p:nvSpPr>
            <p:spPr>
              <a:xfrm>
                <a:off x="3443050" y="1989375"/>
                <a:ext cx="173475" cy="155975"/>
              </a:xfrm>
              <a:custGeom>
                <a:rect b="b" l="l" r="r" t="t"/>
                <a:pathLst>
                  <a:path extrusionOk="0" h="6239" w="6939">
                    <a:moveTo>
                      <a:pt x="2135" y="0"/>
                    </a:moveTo>
                    <a:lnTo>
                      <a:pt x="0" y="4670"/>
                    </a:lnTo>
                    <a:lnTo>
                      <a:pt x="2936" y="6004"/>
                    </a:lnTo>
                    <a:cubicBezTo>
                      <a:pt x="3280" y="6163"/>
                      <a:pt x="3638" y="6238"/>
                      <a:pt x="3989" y="6238"/>
                    </a:cubicBezTo>
                    <a:cubicBezTo>
                      <a:pt x="4966" y="6238"/>
                      <a:pt x="5888" y="5660"/>
                      <a:pt x="6305" y="4704"/>
                    </a:cubicBezTo>
                    <a:cubicBezTo>
                      <a:pt x="6939" y="3436"/>
                      <a:pt x="6338" y="1935"/>
                      <a:pt x="5071" y="1334"/>
                    </a:cubicBezTo>
                    <a:lnTo>
                      <a:pt x="2135" y="0"/>
                    </a:lnTo>
                    <a:close/>
                  </a:path>
                </a:pathLst>
              </a:custGeom>
              <a:solidFill>
                <a:srgbClr val="F55C4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79" name="Google Shape;1679;p55"/>
              <p:cNvSpPr/>
              <p:nvPr/>
            </p:nvSpPr>
            <p:spPr>
              <a:xfrm>
                <a:off x="3202050" y="1964350"/>
                <a:ext cx="395300" cy="180700"/>
              </a:xfrm>
              <a:custGeom>
                <a:rect b="b" l="l" r="r" t="t"/>
                <a:pathLst>
                  <a:path extrusionOk="0" h="7228" w="15812">
                    <a:moveTo>
                      <a:pt x="2402" y="0"/>
                    </a:moveTo>
                    <a:lnTo>
                      <a:pt x="0" y="5304"/>
                    </a:lnTo>
                    <a:cubicBezTo>
                      <a:pt x="1426" y="4794"/>
                      <a:pt x="2913" y="4540"/>
                      <a:pt x="4397" y="4540"/>
                    </a:cubicBezTo>
                    <a:cubicBezTo>
                      <a:pt x="6210" y="4540"/>
                      <a:pt x="8019" y="4919"/>
                      <a:pt x="9707" y="5671"/>
                    </a:cubicBezTo>
                    <a:lnTo>
                      <a:pt x="12609" y="7005"/>
                    </a:lnTo>
                    <a:cubicBezTo>
                      <a:pt x="12941" y="7157"/>
                      <a:pt x="13289" y="7228"/>
                      <a:pt x="13632" y="7228"/>
                    </a:cubicBezTo>
                    <a:cubicBezTo>
                      <a:pt x="14497" y="7228"/>
                      <a:pt x="15334" y="6778"/>
                      <a:pt x="15811" y="6038"/>
                    </a:cubicBezTo>
                    <a:cubicBezTo>
                      <a:pt x="15745" y="6038"/>
                      <a:pt x="15645" y="6005"/>
                      <a:pt x="15611" y="5971"/>
                    </a:cubicBezTo>
                    <a:lnTo>
                      <a:pt x="240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0" name="Google Shape;1680;p55"/>
              <p:cNvSpPr/>
              <p:nvPr/>
            </p:nvSpPr>
            <p:spPr>
              <a:xfrm>
                <a:off x="3444725" y="2056075"/>
                <a:ext cx="152625" cy="88150"/>
              </a:xfrm>
              <a:custGeom>
                <a:rect b="b" l="l" r="r" t="t"/>
                <a:pathLst>
                  <a:path extrusionOk="0" h="3526" w="6105">
                    <a:moveTo>
                      <a:pt x="867" y="1"/>
                    </a:moveTo>
                    <a:lnTo>
                      <a:pt x="0" y="1969"/>
                    </a:lnTo>
                    <a:lnTo>
                      <a:pt x="2902" y="3303"/>
                    </a:lnTo>
                    <a:cubicBezTo>
                      <a:pt x="3234" y="3455"/>
                      <a:pt x="3582" y="3526"/>
                      <a:pt x="3925" y="3526"/>
                    </a:cubicBezTo>
                    <a:cubicBezTo>
                      <a:pt x="4790" y="3526"/>
                      <a:pt x="5627" y="3076"/>
                      <a:pt x="6104" y="2336"/>
                    </a:cubicBezTo>
                    <a:lnTo>
                      <a:pt x="6104" y="2336"/>
                    </a:lnTo>
                    <a:cubicBezTo>
                      <a:pt x="6085" y="2345"/>
                      <a:pt x="6063" y="2350"/>
                      <a:pt x="6040" y="2350"/>
                    </a:cubicBezTo>
                    <a:cubicBezTo>
                      <a:pt x="5985" y="2350"/>
                      <a:pt x="5928" y="2326"/>
                      <a:pt x="5904" y="2302"/>
                    </a:cubicBezTo>
                    <a:lnTo>
                      <a:pt x="867" y="1"/>
                    </a:lnTo>
                    <a:close/>
                  </a:path>
                </a:pathLst>
              </a:custGeom>
              <a:solidFill>
                <a:srgbClr val="E64B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1" name="Google Shape;1681;p55"/>
              <p:cNvSpPr/>
              <p:nvPr/>
            </p:nvSpPr>
            <p:spPr>
              <a:xfrm>
                <a:off x="3202050" y="1814250"/>
                <a:ext cx="127600" cy="282725"/>
              </a:xfrm>
              <a:custGeom>
                <a:rect b="b" l="l" r="r" t="t"/>
                <a:pathLst>
                  <a:path extrusionOk="0" fill="none" h="11309" w="5104">
                    <a:moveTo>
                      <a:pt x="5104" y="0"/>
                    </a:moveTo>
                    <a:lnTo>
                      <a:pt x="0" y="11308"/>
                    </a:lnTo>
                  </a:path>
                </a:pathLst>
              </a:custGeom>
              <a:noFill/>
              <a:ln cap="rnd" cmpd="sng" w="18350">
                <a:solidFill>
                  <a:srgbClr val="3A373B"/>
                </a:solidFill>
                <a:prstDash val="solid"/>
                <a:miter lim="33357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2" name="Google Shape;1682;p55"/>
              <p:cNvSpPr/>
              <p:nvPr/>
            </p:nvSpPr>
            <p:spPr>
              <a:xfrm>
                <a:off x="4007625" y="2189500"/>
                <a:ext cx="20875" cy="42575"/>
              </a:xfrm>
              <a:custGeom>
                <a:rect b="b" l="l" r="r" t="t"/>
                <a:pathLst>
                  <a:path extrusionOk="0" h="1703" w="835">
                    <a:moveTo>
                      <a:pt x="400" y="1"/>
                    </a:moveTo>
                    <a:cubicBezTo>
                      <a:pt x="167" y="1"/>
                      <a:pt x="0" y="201"/>
                      <a:pt x="0" y="435"/>
                    </a:cubicBezTo>
                    <a:lnTo>
                      <a:pt x="0" y="1302"/>
                    </a:lnTo>
                    <a:cubicBezTo>
                      <a:pt x="0" y="1535"/>
                      <a:pt x="200" y="1702"/>
                      <a:pt x="400" y="1702"/>
                    </a:cubicBezTo>
                    <a:cubicBezTo>
                      <a:pt x="601" y="1702"/>
                      <a:pt x="834" y="1502"/>
                      <a:pt x="834" y="1302"/>
                    </a:cubicBezTo>
                    <a:lnTo>
                      <a:pt x="834" y="435"/>
                    </a:lnTo>
                    <a:cubicBezTo>
                      <a:pt x="834" y="168"/>
                      <a:pt x="601" y="1"/>
                      <a:pt x="400" y="1"/>
                    </a:cubicBez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3" name="Google Shape;1683;p55"/>
              <p:cNvSpPr/>
              <p:nvPr/>
            </p:nvSpPr>
            <p:spPr>
              <a:xfrm>
                <a:off x="3373825" y="2113025"/>
                <a:ext cx="104800" cy="102625"/>
              </a:xfrm>
              <a:custGeom>
                <a:rect b="b" l="l" r="r" t="t"/>
                <a:pathLst>
                  <a:path extrusionOk="0" h="4105" w="4192">
                    <a:moveTo>
                      <a:pt x="2541" y="0"/>
                    </a:moveTo>
                    <a:cubicBezTo>
                      <a:pt x="2356" y="0"/>
                      <a:pt x="2181" y="66"/>
                      <a:pt x="2036" y="225"/>
                    </a:cubicBezTo>
                    <a:cubicBezTo>
                      <a:pt x="1" y="2359"/>
                      <a:pt x="1068" y="3660"/>
                      <a:pt x="1068" y="3660"/>
                    </a:cubicBezTo>
                    <a:cubicBezTo>
                      <a:pt x="1068" y="3660"/>
                      <a:pt x="1624" y="4105"/>
                      <a:pt x="1973" y="4105"/>
                    </a:cubicBezTo>
                    <a:cubicBezTo>
                      <a:pt x="2052" y="4105"/>
                      <a:pt x="2120" y="4082"/>
                      <a:pt x="2169" y="4027"/>
                    </a:cubicBezTo>
                    <a:cubicBezTo>
                      <a:pt x="2450" y="3700"/>
                      <a:pt x="1976" y="3192"/>
                      <a:pt x="1668" y="2918"/>
                    </a:cubicBezTo>
                    <a:lnTo>
                      <a:pt x="1668" y="2918"/>
                    </a:lnTo>
                    <a:cubicBezTo>
                      <a:pt x="1952" y="3138"/>
                      <a:pt x="2436" y="3470"/>
                      <a:pt x="2777" y="3470"/>
                    </a:cubicBezTo>
                    <a:cubicBezTo>
                      <a:pt x="2897" y="3470"/>
                      <a:pt x="3000" y="3428"/>
                      <a:pt x="3070" y="3327"/>
                    </a:cubicBezTo>
                    <a:cubicBezTo>
                      <a:pt x="3237" y="3067"/>
                      <a:pt x="3007" y="2752"/>
                      <a:pt x="2708" y="2486"/>
                    </a:cubicBezTo>
                    <a:lnTo>
                      <a:pt x="2708" y="2486"/>
                    </a:lnTo>
                    <a:cubicBezTo>
                      <a:pt x="2983" y="2647"/>
                      <a:pt x="3274" y="2780"/>
                      <a:pt x="3486" y="2780"/>
                    </a:cubicBezTo>
                    <a:cubicBezTo>
                      <a:pt x="3621" y="2780"/>
                      <a:pt x="3723" y="2726"/>
                      <a:pt x="3770" y="2593"/>
                    </a:cubicBezTo>
                    <a:cubicBezTo>
                      <a:pt x="4033" y="1935"/>
                      <a:pt x="2250" y="1081"/>
                      <a:pt x="2203" y="1059"/>
                    </a:cubicBezTo>
                    <a:lnTo>
                      <a:pt x="2203" y="1059"/>
                    </a:lnTo>
                    <a:cubicBezTo>
                      <a:pt x="2237" y="1075"/>
                      <a:pt x="3145" y="1503"/>
                      <a:pt x="3624" y="1503"/>
                    </a:cubicBezTo>
                    <a:cubicBezTo>
                      <a:pt x="3734" y="1503"/>
                      <a:pt x="3821" y="1481"/>
                      <a:pt x="3870" y="1425"/>
                    </a:cubicBezTo>
                    <a:cubicBezTo>
                      <a:pt x="4191" y="1078"/>
                      <a:pt x="3289" y="0"/>
                      <a:pt x="2541" y="0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4" name="Google Shape;1684;p55"/>
              <p:cNvSpPr/>
              <p:nvPr/>
            </p:nvSpPr>
            <p:spPr>
              <a:xfrm>
                <a:off x="4768150" y="1289700"/>
                <a:ext cx="25875" cy="1152525"/>
              </a:xfrm>
              <a:custGeom>
                <a:rect b="b" l="l" r="r" t="t"/>
                <a:pathLst>
                  <a:path extrusionOk="0" h="46101" w="1035">
                    <a:moveTo>
                      <a:pt x="1" y="0"/>
                    </a:moveTo>
                    <a:lnTo>
                      <a:pt x="1" y="46100"/>
                    </a:lnTo>
                    <a:lnTo>
                      <a:pt x="1035" y="46100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3A37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5" name="Google Shape;1685;p55"/>
              <p:cNvSpPr/>
              <p:nvPr/>
            </p:nvSpPr>
            <p:spPr>
              <a:xfrm>
                <a:off x="3628175" y="1028675"/>
                <a:ext cx="1230900" cy="575450"/>
              </a:xfrm>
              <a:custGeom>
                <a:rect b="b" l="l" r="r" t="t"/>
                <a:pathLst>
                  <a:path extrusionOk="0" h="23018" w="49236">
                    <a:moveTo>
                      <a:pt x="2369" y="1"/>
                    </a:moveTo>
                    <a:cubicBezTo>
                      <a:pt x="3870" y="3837"/>
                      <a:pt x="5338" y="7506"/>
                      <a:pt x="6839" y="11042"/>
                    </a:cubicBezTo>
                    <a:cubicBezTo>
                      <a:pt x="4537" y="13677"/>
                      <a:pt x="2269" y="16012"/>
                      <a:pt x="1" y="17913"/>
                    </a:cubicBezTo>
                    <a:cubicBezTo>
                      <a:pt x="5206" y="20789"/>
                      <a:pt x="10418" y="21557"/>
                      <a:pt x="15633" y="21557"/>
                    </a:cubicBezTo>
                    <a:cubicBezTo>
                      <a:pt x="21608" y="21557"/>
                      <a:pt x="27585" y="20549"/>
                      <a:pt x="33559" y="20549"/>
                    </a:cubicBezTo>
                    <a:cubicBezTo>
                      <a:pt x="37976" y="20549"/>
                      <a:pt x="42391" y="21100"/>
                      <a:pt x="46801" y="23017"/>
                    </a:cubicBezTo>
                    <a:cubicBezTo>
                      <a:pt x="47601" y="17013"/>
                      <a:pt x="48435" y="11009"/>
                      <a:pt x="49236" y="5071"/>
                    </a:cubicBezTo>
                    <a:cubicBezTo>
                      <a:pt x="44012" y="2209"/>
                      <a:pt x="38793" y="1444"/>
                      <a:pt x="33576" y="1444"/>
                    </a:cubicBezTo>
                    <a:cubicBezTo>
                      <a:pt x="27583" y="1444"/>
                      <a:pt x="21594" y="2453"/>
                      <a:pt x="15606" y="2453"/>
                    </a:cubicBezTo>
                    <a:cubicBezTo>
                      <a:pt x="11193" y="2453"/>
                      <a:pt x="6781" y="1905"/>
                      <a:pt x="2369" y="1"/>
                    </a:cubicBezTo>
                    <a:close/>
                  </a:path>
                </a:pathLst>
              </a:custGeom>
              <a:solidFill>
                <a:srgbClr val="ACB8C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6" name="Google Shape;1686;p55"/>
              <p:cNvSpPr/>
              <p:nvPr/>
            </p:nvSpPr>
            <p:spPr>
              <a:xfrm>
                <a:off x="3918375" y="1200475"/>
                <a:ext cx="69250" cy="121825"/>
              </a:xfrm>
              <a:custGeom>
                <a:rect b="b" l="l" r="r" t="t"/>
                <a:pathLst>
                  <a:path extrusionOk="0" h="4873" w="2770">
                    <a:moveTo>
                      <a:pt x="2136" y="0"/>
                    </a:moveTo>
                    <a:cubicBezTo>
                      <a:pt x="2002" y="1068"/>
                      <a:pt x="1902" y="2135"/>
                      <a:pt x="1735" y="3169"/>
                    </a:cubicBezTo>
                    <a:cubicBezTo>
                      <a:pt x="1609" y="4053"/>
                      <a:pt x="1274" y="4339"/>
                      <a:pt x="758" y="4339"/>
                    </a:cubicBezTo>
                    <a:cubicBezTo>
                      <a:pt x="728" y="4339"/>
                      <a:pt x="699" y="4338"/>
                      <a:pt x="668" y="4337"/>
                    </a:cubicBezTo>
                    <a:cubicBezTo>
                      <a:pt x="468" y="4337"/>
                      <a:pt x="301" y="4237"/>
                      <a:pt x="168" y="4203"/>
                    </a:cubicBezTo>
                    <a:cubicBezTo>
                      <a:pt x="134" y="4370"/>
                      <a:pt x="68" y="4537"/>
                      <a:pt x="1" y="4704"/>
                    </a:cubicBezTo>
                    <a:cubicBezTo>
                      <a:pt x="168" y="4804"/>
                      <a:pt x="468" y="4870"/>
                      <a:pt x="668" y="4870"/>
                    </a:cubicBezTo>
                    <a:cubicBezTo>
                      <a:pt x="702" y="4872"/>
                      <a:pt x="735" y="4872"/>
                      <a:pt x="769" y="4872"/>
                    </a:cubicBezTo>
                    <a:cubicBezTo>
                      <a:pt x="1555" y="4872"/>
                      <a:pt x="2176" y="4484"/>
                      <a:pt x="2336" y="3236"/>
                    </a:cubicBezTo>
                    <a:cubicBezTo>
                      <a:pt x="2469" y="2168"/>
                      <a:pt x="2636" y="1068"/>
                      <a:pt x="27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7" name="Google Shape;1687;p55"/>
              <p:cNvSpPr/>
              <p:nvPr/>
            </p:nvSpPr>
            <p:spPr>
              <a:xfrm>
                <a:off x="3993500" y="1197950"/>
                <a:ext cx="119975" cy="127650"/>
              </a:xfrm>
              <a:custGeom>
                <a:rect b="b" l="l" r="r" t="t"/>
                <a:pathLst>
                  <a:path extrusionOk="0" h="5106" w="4799">
                    <a:moveTo>
                      <a:pt x="2633" y="502"/>
                    </a:moveTo>
                    <a:cubicBezTo>
                      <a:pt x="3667" y="502"/>
                      <a:pt x="4068" y="1469"/>
                      <a:pt x="3934" y="2470"/>
                    </a:cubicBezTo>
                    <a:cubicBezTo>
                      <a:pt x="3801" y="3604"/>
                      <a:pt x="3134" y="4571"/>
                      <a:pt x="2133" y="4571"/>
                    </a:cubicBezTo>
                    <a:cubicBezTo>
                      <a:pt x="2116" y="4572"/>
                      <a:pt x="2099" y="4572"/>
                      <a:pt x="2083" y="4572"/>
                    </a:cubicBezTo>
                    <a:cubicBezTo>
                      <a:pt x="1118" y="4572"/>
                      <a:pt x="701" y="3620"/>
                      <a:pt x="832" y="2603"/>
                    </a:cubicBezTo>
                    <a:cubicBezTo>
                      <a:pt x="999" y="1569"/>
                      <a:pt x="1633" y="602"/>
                      <a:pt x="2633" y="502"/>
                    </a:cubicBezTo>
                    <a:close/>
                    <a:moveTo>
                      <a:pt x="2798" y="0"/>
                    </a:moveTo>
                    <a:cubicBezTo>
                      <a:pt x="2776" y="0"/>
                      <a:pt x="2755" y="1"/>
                      <a:pt x="2733" y="1"/>
                    </a:cubicBezTo>
                    <a:cubicBezTo>
                      <a:pt x="1466" y="68"/>
                      <a:pt x="398" y="1069"/>
                      <a:pt x="165" y="2603"/>
                    </a:cubicBezTo>
                    <a:cubicBezTo>
                      <a:pt x="1" y="4081"/>
                      <a:pt x="741" y="5106"/>
                      <a:pt x="2005" y="5106"/>
                    </a:cubicBezTo>
                    <a:cubicBezTo>
                      <a:pt x="2026" y="5106"/>
                      <a:pt x="2046" y="5105"/>
                      <a:pt x="2066" y="5105"/>
                    </a:cubicBezTo>
                    <a:cubicBezTo>
                      <a:pt x="3267" y="5105"/>
                      <a:pt x="4401" y="4137"/>
                      <a:pt x="4601" y="2436"/>
                    </a:cubicBezTo>
                    <a:cubicBezTo>
                      <a:pt x="4798" y="992"/>
                      <a:pt x="4091" y="0"/>
                      <a:pt x="27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8" name="Google Shape;1688;p55"/>
              <p:cNvSpPr/>
              <p:nvPr/>
            </p:nvSpPr>
            <p:spPr>
              <a:xfrm>
                <a:off x="4121025" y="1196300"/>
                <a:ext cx="30875" cy="124275"/>
              </a:xfrm>
              <a:custGeom>
                <a:rect b="b" l="l" r="r" t="t"/>
                <a:pathLst>
                  <a:path extrusionOk="0" h="4971" w="1235">
                    <a:moveTo>
                      <a:pt x="1235" y="0"/>
                    </a:moveTo>
                    <a:cubicBezTo>
                      <a:pt x="1035" y="0"/>
                      <a:pt x="835" y="34"/>
                      <a:pt x="634" y="34"/>
                    </a:cubicBezTo>
                    <a:cubicBezTo>
                      <a:pt x="401" y="1668"/>
                      <a:pt x="201" y="3336"/>
                      <a:pt x="1" y="4971"/>
                    </a:cubicBezTo>
                    <a:cubicBezTo>
                      <a:pt x="201" y="4971"/>
                      <a:pt x="401" y="4904"/>
                      <a:pt x="634" y="4904"/>
                    </a:cubicBezTo>
                    <a:cubicBezTo>
                      <a:pt x="835" y="3303"/>
                      <a:pt x="1035" y="1635"/>
                      <a:pt x="12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89" name="Google Shape;1689;p55"/>
              <p:cNvSpPr/>
              <p:nvPr/>
            </p:nvSpPr>
            <p:spPr>
              <a:xfrm>
                <a:off x="4163550" y="1187125"/>
                <a:ext cx="105100" cy="130950"/>
              </a:xfrm>
              <a:custGeom>
                <a:rect b="b" l="l" r="r" t="t"/>
                <a:pathLst>
                  <a:path extrusionOk="0" h="5238" w="4204">
                    <a:moveTo>
                      <a:pt x="4204" y="1"/>
                    </a:moveTo>
                    <a:cubicBezTo>
                      <a:pt x="4004" y="1"/>
                      <a:pt x="3837" y="34"/>
                      <a:pt x="3637" y="34"/>
                    </a:cubicBezTo>
                    <a:cubicBezTo>
                      <a:pt x="3537" y="734"/>
                      <a:pt x="3470" y="1402"/>
                      <a:pt x="3370" y="2102"/>
                    </a:cubicBezTo>
                    <a:cubicBezTo>
                      <a:pt x="3303" y="2903"/>
                      <a:pt x="3270" y="3503"/>
                      <a:pt x="3203" y="4170"/>
                    </a:cubicBezTo>
                    <a:cubicBezTo>
                      <a:pt x="3036" y="3670"/>
                      <a:pt x="2836" y="3169"/>
                      <a:pt x="2536" y="2602"/>
                    </a:cubicBezTo>
                    <a:lnTo>
                      <a:pt x="1302" y="234"/>
                    </a:lnTo>
                    <a:cubicBezTo>
                      <a:pt x="1102" y="234"/>
                      <a:pt x="835" y="267"/>
                      <a:pt x="635" y="267"/>
                    </a:cubicBezTo>
                    <a:cubicBezTo>
                      <a:pt x="435" y="1935"/>
                      <a:pt x="201" y="3570"/>
                      <a:pt x="1" y="5238"/>
                    </a:cubicBezTo>
                    <a:cubicBezTo>
                      <a:pt x="201" y="5204"/>
                      <a:pt x="435" y="5204"/>
                      <a:pt x="535" y="5204"/>
                    </a:cubicBezTo>
                    <a:lnTo>
                      <a:pt x="801" y="3069"/>
                    </a:lnTo>
                    <a:cubicBezTo>
                      <a:pt x="935" y="2235"/>
                      <a:pt x="968" y="1668"/>
                      <a:pt x="1002" y="1035"/>
                    </a:cubicBezTo>
                    <a:lnTo>
                      <a:pt x="1035" y="1035"/>
                    </a:lnTo>
                    <a:cubicBezTo>
                      <a:pt x="1268" y="1568"/>
                      <a:pt x="1502" y="2069"/>
                      <a:pt x="1769" y="2602"/>
                    </a:cubicBezTo>
                    <a:cubicBezTo>
                      <a:pt x="2136" y="3403"/>
                      <a:pt x="2536" y="4204"/>
                      <a:pt x="2970" y="5004"/>
                    </a:cubicBezTo>
                    <a:cubicBezTo>
                      <a:pt x="3170" y="5004"/>
                      <a:pt x="3370" y="4937"/>
                      <a:pt x="3603" y="4937"/>
                    </a:cubicBezTo>
                    <a:cubicBezTo>
                      <a:pt x="3804" y="3270"/>
                      <a:pt x="4004" y="1668"/>
                      <a:pt x="42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0" name="Google Shape;1690;p55"/>
              <p:cNvSpPr/>
              <p:nvPr/>
            </p:nvSpPr>
            <p:spPr>
              <a:xfrm>
                <a:off x="4316300" y="1176275"/>
                <a:ext cx="118250" cy="128550"/>
              </a:xfrm>
              <a:custGeom>
                <a:rect b="b" l="l" r="r" t="t"/>
                <a:pathLst>
                  <a:path extrusionOk="0" h="5142" w="4730">
                    <a:moveTo>
                      <a:pt x="2694" y="532"/>
                    </a:moveTo>
                    <a:cubicBezTo>
                      <a:pt x="3687" y="532"/>
                      <a:pt x="4027" y="1532"/>
                      <a:pt x="3898" y="2469"/>
                    </a:cubicBezTo>
                    <a:cubicBezTo>
                      <a:pt x="3765" y="3603"/>
                      <a:pt x="3097" y="4537"/>
                      <a:pt x="2097" y="4604"/>
                    </a:cubicBezTo>
                    <a:cubicBezTo>
                      <a:pt x="2079" y="4605"/>
                      <a:pt x="2062" y="4605"/>
                      <a:pt x="2045" y="4605"/>
                    </a:cubicBezTo>
                    <a:cubicBezTo>
                      <a:pt x="1082" y="4605"/>
                      <a:pt x="698" y="3686"/>
                      <a:pt x="829" y="2669"/>
                    </a:cubicBezTo>
                    <a:cubicBezTo>
                      <a:pt x="929" y="1602"/>
                      <a:pt x="1563" y="601"/>
                      <a:pt x="2597" y="535"/>
                    </a:cubicBezTo>
                    <a:cubicBezTo>
                      <a:pt x="2630" y="533"/>
                      <a:pt x="2662" y="532"/>
                      <a:pt x="2694" y="532"/>
                    </a:cubicBezTo>
                    <a:close/>
                    <a:moveTo>
                      <a:pt x="2762" y="0"/>
                    </a:moveTo>
                    <a:cubicBezTo>
                      <a:pt x="2740" y="0"/>
                      <a:pt x="2719" y="0"/>
                      <a:pt x="2697" y="1"/>
                    </a:cubicBezTo>
                    <a:cubicBezTo>
                      <a:pt x="1430" y="68"/>
                      <a:pt x="362" y="1168"/>
                      <a:pt x="162" y="2770"/>
                    </a:cubicBezTo>
                    <a:cubicBezTo>
                      <a:pt x="1" y="4220"/>
                      <a:pt x="681" y="5141"/>
                      <a:pt x="1901" y="5141"/>
                    </a:cubicBezTo>
                    <a:cubicBezTo>
                      <a:pt x="1943" y="5141"/>
                      <a:pt x="1986" y="5140"/>
                      <a:pt x="2030" y="5138"/>
                    </a:cubicBezTo>
                    <a:cubicBezTo>
                      <a:pt x="3231" y="5038"/>
                      <a:pt x="4365" y="4137"/>
                      <a:pt x="4565" y="2436"/>
                    </a:cubicBezTo>
                    <a:cubicBezTo>
                      <a:pt x="4729" y="992"/>
                      <a:pt x="4054" y="0"/>
                      <a:pt x="27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1" name="Google Shape;1691;p55"/>
              <p:cNvSpPr/>
              <p:nvPr/>
            </p:nvSpPr>
            <p:spPr>
              <a:xfrm>
                <a:off x="4442925" y="1176275"/>
                <a:ext cx="103425" cy="125950"/>
              </a:xfrm>
              <a:custGeom>
                <a:rect b="b" l="l" r="r" t="t"/>
                <a:pathLst>
                  <a:path extrusionOk="0" h="5038" w="4137">
                    <a:moveTo>
                      <a:pt x="1201" y="1"/>
                    </a:moveTo>
                    <a:cubicBezTo>
                      <a:pt x="1001" y="1"/>
                      <a:pt x="801" y="1"/>
                      <a:pt x="601" y="68"/>
                    </a:cubicBezTo>
                    <a:lnTo>
                      <a:pt x="201" y="2970"/>
                    </a:lnTo>
                    <a:cubicBezTo>
                      <a:pt x="1" y="4471"/>
                      <a:pt x="668" y="5038"/>
                      <a:pt x="1668" y="5038"/>
                    </a:cubicBezTo>
                    <a:cubicBezTo>
                      <a:pt x="2702" y="5038"/>
                      <a:pt x="3536" y="4504"/>
                      <a:pt x="3770" y="3003"/>
                    </a:cubicBezTo>
                    <a:cubicBezTo>
                      <a:pt x="3870" y="2036"/>
                      <a:pt x="4003" y="1135"/>
                      <a:pt x="4137" y="168"/>
                    </a:cubicBezTo>
                    <a:cubicBezTo>
                      <a:pt x="3937" y="168"/>
                      <a:pt x="3703" y="134"/>
                      <a:pt x="3503" y="134"/>
                    </a:cubicBezTo>
                    <a:lnTo>
                      <a:pt x="3136" y="3003"/>
                    </a:lnTo>
                    <a:cubicBezTo>
                      <a:pt x="3003" y="4037"/>
                      <a:pt x="2469" y="4504"/>
                      <a:pt x="1735" y="4504"/>
                    </a:cubicBezTo>
                    <a:cubicBezTo>
                      <a:pt x="1135" y="4471"/>
                      <a:pt x="701" y="4004"/>
                      <a:pt x="834" y="2936"/>
                    </a:cubicBezTo>
                    <a:cubicBezTo>
                      <a:pt x="968" y="1936"/>
                      <a:pt x="1101" y="968"/>
                      <a:pt x="12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2" name="Google Shape;1692;p55"/>
              <p:cNvSpPr/>
              <p:nvPr/>
            </p:nvSpPr>
            <p:spPr>
              <a:xfrm>
                <a:off x="4558850" y="1182250"/>
                <a:ext cx="85075" cy="130825"/>
              </a:xfrm>
              <a:custGeom>
                <a:rect b="b" l="l" r="r" t="t"/>
                <a:pathLst>
                  <a:path extrusionOk="0" h="5233" w="3403">
                    <a:moveTo>
                      <a:pt x="1372" y="537"/>
                    </a:moveTo>
                    <a:cubicBezTo>
                      <a:pt x="1476" y="537"/>
                      <a:pt x="1601" y="546"/>
                      <a:pt x="1735" y="562"/>
                    </a:cubicBezTo>
                    <a:cubicBezTo>
                      <a:pt x="2402" y="629"/>
                      <a:pt x="2836" y="963"/>
                      <a:pt x="2735" y="1597"/>
                    </a:cubicBezTo>
                    <a:cubicBezTo>
                      <a:pt x="2675" y="2081"/>
                      <a:pt x="2285" y="2373"/>
                      <a:pt x="1714" y="2373"/>
                    </a:cubicBezTo>
                    <a:cubicBezTo>
                      <a:pt x="1656" y="2373"/>
                      <a:pt x="1596" y="2370"/>
                      <a:pt x="1535" y="2364"/>
                    </a:cubicBezTo>
                    <a:cubicBezTo>
                      <a:pt x="1334" y="2297"/>
                      <a:pt x="1134" y="2297"/>
                      <a:pt x="901" y="2264"/>
                    </a:cubicBezTo>
                    <a:cubicBezTo>
                      <a:pt x="1001" y="1697"/>
                      <a:pt x="1068" y="1096"/>
                      <a:pt x="1134" y="562"/>
                    </a:cubicBezTo>
                    <a:cubicBezTo>
                      <a:pt x="1184" y="546"/>
                      <a:pt x="1268" y="537"/>
                      <a:pt x="1372" y="537"/>
                    </a:cubicBezTo>
                    <a:close/>
                    <a:moveTo>
                      <a:pt x="911" y="0"/>
                    </a:moveTo>
                    <a:cubicBezTo>
                      <a:pt x="787" y="0"/>
                      <a:pt x="671" y="8"/>
                      <a:pt x="567" y="29"/>
                    </a:cubicBezTo>
                    <a:cubicBezTo>
                      <a:pt x="367" y="1597"/>
                      <a:pt x="200" y="3198"/>
                      <a:pt x="0" y="4765"/>
                    </a:cubicBezTo>
                    <a:cubicBezTo>
                      <a:pt x="200" y="4765"/>
                      <a:pt x="400" y="4799"/>
                      <a:pt x="634" y="4799"/>
                    </a:cubicBezTo>
                    <a:cubicBezTo>
                      <a:pt x="701" y="4098"/>
                      <a:pt x="801" y="3431"/>
                      <a:pt x="867" y="2731"/>
                    </a:cubicBezTo>
                    <a:cubicBezTo>
                      <a:pt x="1068" y="2764"/>
                      <a:pt x="1234" y="2764"/>
                      <a:pt x="1468" y="2797"/>
                    </a:cubicBezTo>
                    <a:cubicBezTo>
                      <a:pt x="2002" y="2931"/>
                      <a:pt x="2235" y="3231"/>
                      <a:pt x="2302" y="3898"/>
                    </a:cubicBezTo>
                    <a:cubicBezTo>
                      <a:pt x="2335" y="4499"/>
                      <a:pt x="2402" y="4932"/>
                      <a:pt x="2469" y="5099"/>
                    </a:cubicBezTo>
                    <a:lnTo>
                      <a:pt x="3069" y="5232"/>
                    </a:lnTo>
                    <a:cubicBezTo>
                      <a:pt x="3002" y="4999"/>
                      <a:pt x="2936" y="4565"/>
                      <a:pt x="2869" y="3831"/>
                    </a:cubicBezTo>
                    <a:cubicBezTo>
                      <a:pt x="2836" y="3331"/>
                      <a:pt x="2669" y="2931"/>
                      <a:pt x="2302" y="2764"/>
                    </a:cubicBezTo>
                    <a:lnTo>
                      <a:pt x="2302" y="2731"/>
                    </a:lnTo>
                    <a:cubicBezTo>
                      <a:pt x="2836" y="2597"/>
                      <a:pt x="3303" y="2264"/>
                      <a:pt x="3369" y="1630"/>
                    </a:cubicBezTo>
                    <a:cubicBezTo>
                      <a:pt x="3403" y="1296"/>
                      <a:pt x="3336" y="929"/>
                      <a:pt x="3136" y="663"/>
                    </a:cubicBezTo>
                    <a:cubicBezTo>
                      <a:pt x="2869" y="362"/>
                      <a:pt x="2469" y="129"/>
                      <a:pt x="1801" y="62"/>
                    </a:cubicBezTo>
                    <a:cubicBezTo>
                      <a:pt x="1502" y="39"/>
                      <a:pt x="1187" y="0"/>
                      <a:pt x="9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3" name="Google Shape;1693;p55"/>
              <p:cNvSpPr/>
              <p:nvPr/>
            </p:nvSpPr>
            <p:spPr>
              <a:xfrm>
                <a:off x="4068500" y="1354750"/>
                <a:ext cx="91750" cy="125950"/>
              </a:xfrm>
              <a:custGeom>
                <a:rect b="b" l="l" r="r" t="t"/>
                <a:pathLst>
                  <a:path extrusionOk="0" h="5038" w="3670">
                    <a:moveTo>
                      <a:pt x="3669" y="0"/>
                    </a:moveTo>
                    <a:cubicBezTo>
                      <a:pt x="2469" y="67"/>
                      <a:pt x="1301" y="167"/>
                      <a:pt x="100" y="200"/>
                    </a:cubicBezTo>
                    <a:cubicBezTo>
                      <a:pt x="67" y="367"/>
                      <a:pt x="67" y="567"/>
                      <a:pt x="0" y="734"/>
                    </a:cubicBezTo>
                    <a:cubicBezTo>
                      <a:pt x="501" y="701"/>
                      <a:pt x="968" y="701"/>
                      <a:pt x="1468" y="667"/>
                    </a:cubicBezTo>
                    <a:lnTo>
                      <a:pt x="1468" y="667"/>
                    </a:lnTo>
                    <a:cubicBezTo>
                      <a:pt x="1301" y="2169"/>
                      <a:pt x="1134" y="3636"/>
                      <a:pt x="968" y="5037"/>
                    </a:cubicBezTo>
                    <a:cubicBezTo>
                      <a:pt x="1168" y="5037"/>
                      <a:pt x="1401" y="5004"/>
                      <a:pt x="1601" y="5004"/>
                    </a:cubicBezTo>
                    <a:cubicBezTo>
                      <a:pt x="1768" y="3536"/>
                      <a:pt x="1968" y="2068"/>
                      <a:pt x="2135" y="634"/>
                    </a:cubicBezTo>
                    <a:cubicBezTo>
                      <a:pt x="2602" y="634"/>
                      <a:pt x="3102" y="567"/>
                      <a:pt x="3603" y="534"/>
                    </a:cubicBezTo>
                    <a:cubicBezTo>
                      <a:pt x="3636" y="367"/>
                      <a:pt x="3636" y="167"/>
                      <a:pt x="3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4" name="Google Shape;1694;p55"/>
              <p:cNvSpPr/>
              <p:nvPr/>
            </p:nvSpPr>
            <p:spPr>
              <a:xfrm>
                <a:off x="4157725" y="1349750"/>
                <a:ext cx="80075" cy="129275"/>
              </a:xfrm>
              <a:custGeom>
                <a:rect b="b" l="l" r="r" t="t"/>
                <a:pathLst>
                  <a:path extrusionOk="0" h="5171" w="3203">
                    <a:moveTo>
                      <a:pt x="3203" y="0"/>
                    </a:moveTo>
                    <a:lnTo>
                      <a:pt x="3203" y="0"/>
                    </a:lnTo>
                    <a:cubicBezTo>
                      <a:pt x="2369" y="67"/>
                      <a:pt x="1501" y="100"/>
                      <a:pt x="601" y="200"/>
                    </a:cubicBezTo>
                    <a:cubicBezTo>
                      <a:pt x="401" y="1868"/>
                      <a:pt x="201" y="3503"/>
                      <a:pt x="0" y="5171"/>
                    </a:cubicBezTo>
                    <a:cubicBezTo>
                      <a:pt x="901" y="5104"/>
                      <a:pt x="1768" y="5037"/>
                      <a:pt x="2702" y="4937"/>
                    </a:cubicBezTo>
                    <a:cubicBezTo>
                      <a:pt x="2736" y="4770"/>
                      <a:pt x="2736" y="4570"/>
                      <a:pt x="2769" y="4403"/>
                    </a:cubicBezTo>
                    <a:lnTo>
                      <a:pt x="2769" y="4403"/>
                    </a:lnTo>
                    <a:cubicBezTo>
                      <a:pt x="2069" y="4437"/>
                      <a:pt x="1401" y="4537"/>
                      <a:pt x="701" y="4570"/>
                    </a:cubicBezTo>
                    <a:cubicBezTo>
                      <a:pt x="734" y="4003"/>
                      <a:pt x="834" y="3369"/>
                      <a:pt x="901" y="2769"/>
                    </a:cubicBezTo>
                    <a:cubicBezTo>
                      <a:pt x="1535" y="2702"/>
                      <a:pt x="2169" y="2669"/>
                      <a:pt x="2769" y="2602"/>
                    </a:cubicBezTo>
                    <a:cubicBezTo>
                      <a:pt x="2836" y="2402"/>
                      <a:pt x="2836" y="2235"/>
                      <a:pt x="2769" y="2068"/>
                    </a:cubicBezTo>
                    <a:cubicBezTo>
                      <a:pt x="2169" y="2168"/>
                      <a:pt x="1535" y="2202"/>
                      <a:pt x="901" y="2235"/>
                    </a:cubicBezTo>
                    <a:cubicBezTo>
                      <a:pt x="1001" y="1735"/>
                      <a:pt x="1034" y="1201"/>
                      <a:pt x="1101" y="701"/>
                    </a:cubicBezTo>
                    <a:cubicBezTo>
                      <a:pt x="1768" y="634"/>
                      <a:pt x="2435" y="567"/>
                      <a:pt x="3103" y="534"/>
                    </a:cubicBezTo>
                    <a:cubicBezTo>
                      <a:pt x="3169" y="367"/>
                      <a:pt x="3169" y="167"/>
                      <a:pt x="32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5" name="Google Shape;1695;p55"/>
              <p:cNvSpPr/>
              <p:nvPr/>
            </p:nvSpPr>
            <p:spPr>
              <a:xfrm>
                <a:off x="4236950" y="1342225"/>
                <a:ext cx="100925" cy="127625"/>
              </a:xfrm>
              <a:custGeom>
                <a:rect b="b" l="l" r="r" t="t"/>
                <a:pathLst>
                  <a:path extrusionOk="0" h="5105" w="4037">
                    <a:moveTo>
                      <a:pt x="2569" y="635"/>
                    </a:moveTo>
                    <a:cubicBezTo>
                      <a:pt x="2602" y="902"/>
                      <a:pt x="2602" y="1168"/>
                      <a:pt x="2702" y="1502"/>
                    </a:cubicBezTo>
                    <a:cubicBezTo>
                      <a:pt x="2769" y="1969"/>
                      <a:pt x="2902" y="2403"/>
                      <a:pt x="3002" y="2870"/>
                    </a:cubicBezTo>
                    <a:cubicBezTo>
                      <a:pt x="2502" y="2903"/>
                      <a:pt x="2002" y="2970"/>
                      <a:pt x="1568" y="3003"/>
                    </a:cubicBezTo>
                    <a:cubicBezTo>
                      <a:pt x="1835" y="2503"/>
                      <a:pt x="2035" y="2036"/>
                      <a:pt x="2235" y="1535"/>
                    </a:cubicBezTo>
                    <a:cubicBezTo>
                      <a:pt x="2369" y="1235"/>
                      <a:pt x="2435" y="902"/>
                      <a:pt x="2569" y="635"/>
                    </a:cubicBezTo>
                    <a:close/>
                    <a:moveTo>
                      <a:pt x="3002" y="1"/>
                    </a:moveTo>
                    <a:cubicBezTo>
                      <a:pt x="2736" y="1"/>
                      <a:pt x="2502" y="34"/>
                      <a:pt x="2235" y="34"/>
                    </a:cubicBezTo>
                    <a:cubicBezTo>
                      <a:pt x="1501" y="1736"/>
                      <a:pt x="734" y="3403"/>
                      <a:pt x="0" y="5105"/>
                    </a:cubicBezTo>
                    <a:cubicBezTo>
                      <a:pt x="200" y="5105"/>
                      <a:pt x="401" y="5071"/>
                      <a:pt x="601" y="5071"/>
                    </a:cubicBezTo>
                    <a:cubicBezTo>
                      <a:pt x="868" y="4571"/>
                      <a:pt x="1068" y="4037"/>
                      <a:pt x="1335" y="3503"/>
                    </a:cubicBezTo>
                    <a:cubicBezTo>
                      <a:pt x="1902" y="3470"/>
                      <a:pt x="2502" y="3403"/>
                      <a:pt x="3036" y="3370"/>
                    </a:cubicBezTo>
                    <a:cubicBezTo>
                      <a:pt x="3169" y="3870"/>
                      <a:pt x="3236" y="4371"/>
                      <a:pt x="3369" y="4871"/>
                    </a:cubicBezTo>
                    <a:cubicBezTo>
                      <a:pt x="3570" y="4871"/>
                      <a:pt x="3836" y="4838"/>
                      <a:pt x="4037" y="4838"/>
                    </a:cubicBezTo>
                    <a:cubicBezTo>
                      <a:pt x="3703" y="3203"/>
                      <a:pt x="3336" y="1635"/>
                      <a:pt x="30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6" name="Google Shape;1696;p55"/>
              <p:cNvSpPr/>
              <p:nvPr/>
            </p:nvSpPr>
            <p:spPr>
              <a:xfrm>
                <a:off x="4351200" y="1335575"/>
                <a:ext cx="132625" cy="127600"/>
              </a:xfrm>
              <a:custGeom>
                <a:rect b="b" l="l" r="r" t="t"/>
                <a:pathLst>
                  <a:path extrusionOk="0" h="5104" w="5305">
                    <a:moveTo>
                      <a:pt x="4503" y="0"/>
                    </a:moveTo>
                    <a:cubicBezTo>
                      <a:pt x="4103" y="801"/>
                      <a:pt x="3703" y="1601"/>
                      <a:pt x="3336" y="2402"/>
                    </a:cubicBezTo>
                    <a:cubicBezTo>
                      <a:pt x="3036" y="3002"/>
                      <a:pt x="2802" y="3569"/>
                      <a:pt x="2635" y="4070"/>
                    </a:cubicBezTo>
                    <a:lnTo>
                      <a:pt x="2602" y="4070"/>
                    </a:lnTo>
                    <a:cubicBezTo>
                      <a:pt x="2502" y="3569"/>
                      <a:pt x="2435" y="3002"/>
                      <a:pt x="2302" y="2435"/>
                    </a:cubicBezTo>
                    <a:cubicBezTo>
                      <a:pt x="2102" y="1668"/>
                      <a:pt x="1935" y="901"/>
                      <a:pt x="1768" y="100"/>
                    </a:cubicBezTo>
                    <a:cubicBezTo>
                      <a:pt x="1501" y="100"/>
                      <a:pt x="1201" y="134"/>
                      <a:pt x="968" y="134"/>
                    </a:cubicBezTo>
                    <a:cubicBezTo>
                      <a:pt x="634" y="1801"/>
                      <a:pt x="334" y="3436"/>
                      <a:pt x="0" y="5104"/>
                    </a:cubicBezTo>
                    <a:cubicBezTo>
                      <a:pt x="200" y="5104"/>
                      <a:pt x="367" y="5070"/>
                      <a:pt x="601" y="5070"/>
                    </a:cubicBezTo>
                    <a:lnTo>
                      <a:pt x="968" y="2936"/>
                    </a:lnTo>
                    <a:cubicBezTo>
                      <a:pt x="1134" y="2235"/>
                      <a:pt x="1268" y="1401"/>
                      <a:pt x="1335" y="767"/>
                    </a:cubicBezTo>
                    <a:cubicBezTo>
                      <a:pt x="1435" y="1334"/>
                      <a:pt x="1535" y="1968"/>
                      <a:pt x="1668" y="2635"/>
                    </a:cubicBezTo>
                    <a:cubicBezTo>
                      <a:pt x="1835" y="3403"/>
                      <a:pt x="2002" y="4170"/>
                      <a:pt x="2168" y="4937"/>
                    </a:cubicBezTo>
                    <a:lnTo>
                      <a:pt x="2635" y="4937"/>
                    </a:lnTo>
                    <a:cubicBezTo>
                      <a:pt x="3036" y="4103"/>
                      <a:pt x="3436" y="3302"/>
                      <a:pt x="3803" y="2502"/>
                    </a:cubicBezTo>
                    <a:cubicBezTo>
                      <a:pt x="4137" y="1801"/>
                      <a:pt x="4370" y="1234"/>
                      <a:pt x="4637" y="634"/>
                    </a:cubicBezTo>
                    <a:lnTo>
                      <a:pt x="4670" y="634"/>
                    </a:lnTo>
                    <a:cubicBezTo>
                      <a:pt x="4604" y="1268"/>
                      <a:pt x="4503" y="2102"/>
                      <a:pt x="4470" y="2769"/>
                    </a:cubicBezTo>
                    <a:cubicBezTo>
                      <a:pt x="4437" y="3469"/>
                      <a:pt x="4370" y="4170"/>
                      <a:pt x="4370" y="4904"/>
                    </a:cubicBezTo>
                    <a:lnTo>
                      <a:pt x="5004" y="4904"/>
                    </a:lnTo>
                    <a:cubicBezTo>
                      <a:pt x="5104" y="3269"/>
                      <a:pt x="5204" y="1635"/>
                      <a:pt x="53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697" name="Google Shape;1697;p55"/>
              <p:cNvSpPr/>
              <p:nvPr/>
            </p:nvSpPr>
            <p:spPr>
              <a:xfrm>
                <a:off x="4755575" y="1779100"/>
                <a:ext cx="91000" cy="114175"/>
              </a:xfrm>
              <a:custGeom>
                <a:rect b="b" l="l" r="r" t="t"/>
                <a:pathLst>
                  <a:path extrusionOk="0" h="4567" w="3640">
                    <a:moveTo>
                      <a:pt x="1425" y="0"/>
                    </a:moveTo>
                    <a:cubicBezTo>
                      <a:pt x="1228" y="0"/>
                      <a:pt x="1030" y="34"/>
                      <a:pt x="837" y="105"/>
                    </a:cubicBezTo>
                    <a:cubicBezTo>
                      <a:pt x="637" y="205"/>
                      <a:pt x="470" y="339"/>
                      <a:pt x="470" y="505"/>
                    </a:cubicBezTo>
                    <a:cubicBezTo>
                      <a:pt x="470" y="980"/>
                      <a:pt x="1155" y="1064"/>
                      <a:pt x="1638" y="1064"/>
                    </a:cubicBezTo>
                    <a:cubicBezTo>
                      <a:pt x="1638" y="1064"/>
                      <a:pt x="1638" y="1064"/>
                      <a:pt x="1638" y="1064"/>
                    </a:cubicBezTo>
                    <a:lnTo>
                      <a:pt x="1638" y="1064"/>
                    </a:lnTo>
                    <a:cubicBezTo>
                      <a:pt x="1054" y="1118"/>
                      <a:pt x="135" y="1291"/>
                      <a:pt x="204" y="1840"/>
                    </a:cubicBezTo>
                    <a:cubicBezTo>
                      <a:pt x="247" y="2173"/>
                      <a:pt x="649" y="2267"/>
                      <a:pt x="1089" y="2267"/>
                    </a:cubicBezTo>
                    <a:cubicBezTo>
                      <a:pt x="1107" y="2267"/>
                      <a:pt x="1125" y="2267"/>
                      <a:pt x="1143" y="2266"/>
                    </a:cubicBezTo>
                    <a:lnTo>
                      <a:pt x="1143" y="2266"/>
                    </a:lnTo>
                    <a:cubicBezTo>
                      <a:pt x="556" y="2399"/>
                      <a:pt x="1" y="2633"/>
                      <a:pt x="170" y="3041"/>
                    </a:cubicBezTo>
                    <a:cubicBezTo>
                      <a:pt x="285" y="3293"/>
                      <a:pt x="628" y="3376"/>
                      <a:pt x="1029" y="3376"/>
                    </a:cubicBezTo>
                    <a:cubicBezTo>
                      <a:pt x="1696" y="3376"/>
                      <a:pt x="2523" y="3147"/>
                      <a:pt x="2726" y="3088"/>
                    </a:cubicBezTo>
                    <a:lnTo>
                      <a:pt x="2726" y="3088"/>
                    </a:lnTo>
                    <a:cubicBezTo>
                      <a:pt x="2450" y="3171"/>
                      <a:pt x="1038" y="3620"/>
                      <a:pt x="1038" y="4041"/>
                    </a:cubicBezTo>
                    <a:cubicBezTo>
                      <a:pt x="1068" y="4364"/>
                      <a:pt x="1617" y="4567"/>
                      <a:pt x="2199" y="4567"/>
                    </a:cubicBezTo>
                    <a:cubicBezTo>
                      <a:pt x="2880" y="4567"/>
                      <a:pt x="3606" y="4291"/>
                      <a:pt x="3606" y="3608"/>
                    </a:cubicBezTo>
                    <a:cubicBezTo>
                      <a:pt x="3639" y="1906"/>
                      <a:pt x="3139" y="972"/>
                      <a:pt x="2672" y="505"/>
                    </a:cubicBezTo>
                    <a:cubicBezTo>
                      <a:pt x="2323" y="180"/>
                      <a:pt x="1877" y="0"/>
                      <a:pt x="1425" y="0"/>
                    </a:cubicBezTo>
                    <a:close/>
                  </a:path>
                </a:pathLst>
              </a:custGeom>
              <a:solidFill>
                <a:srgbClr val="FF9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cxnSp>
          <p:nvCxnSpPr>
            <p:cNvPr id="1698" name="Google Shape;1698;p55"/>
            <p:cNvCxnSpPr>
              <a:stCxn id="1600" idx="1"/>
              <a:endCxn id="1601" idx="3"/>
            </p:cNvCxnSpPr>
            <p:nvPr/>
          </p:nvCxnSpPr>
          <p:spPr>
            <a:xfrm>
              <a:off x="2946597" y="1710549"/>
              <a:ext cx="738600" cy="2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9" name="Google Shape;1699;p55"/>
            <p:cNvCxnSpPr>
              <a:stCxn id="1604" idx="1"/>
              <a:endCxn id="1605" idx="3"/>
            </p:cNvCxnSpPr>
            <p:nvPr/>
          </p:nvCxnSpPr>
          <p:spPr>
            <a:xfrm>
              <a:off x="2946600" y="2866173"/>
              <a:ext cx="231900" cy="2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0" name="Google Shape;1700;p55"/>
            <p:cNvCxnSpPr>
              <a:stCxn id="1602" idx="1"/>
              <a:endCxn id="1603" idx="3"/>
            </p:cNvCxnSpPr>
            <p:nvPr/>
          </p:nvCxnSpPr>
          <p:spPr>
            <a:xfrm>
              <a:off x="2946597" y="4021799"/>
              <a:ext cx="738600" cy="282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5" name="Google Shape;1705;p56"/>
          <p:cNvGrpSpPr/>
          <p:nvPr/>
        </p:nvGrpSpPr>
        <p:grpSpPr>
          <a:xfrm>
            <a:off x="2030386" y="1489043"/>
            <a:ext cx="8130631" cy="4821623"/>
            <a:chOff x="3634275" y="2763999"/>
            <a:chExt cx="17109913" cy="10146512"/>
          </a:xfrm>
        </p:grpSpPr>
        <p:sp>
          <p:nvSpPr>
            <p:cNvPr id="1706" name="Google Shape;1706;p56"/>
            <p:cNvSpPr/>
            <p:nvPr/>
          </p:nvSpPr>
          <p:spPr>
            <a:xfrm>
              <a:off x="3823118" y="2869412"/>
              <a:ext cx="11321100" cy="1627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381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07" name="Google Shape;1707;p56"/>
            <p:cNvSpPr/>
            <p:nvPr/>
          </p:nvSpPr>
          <p:spPr>
            <a:xfrm>
              <a:off x="3634275" y="2763999"/>
              <a:ext cx="2971800" cy="1838741"/>
            </a:xfrm>
            <a:custGeom>
              <a:rect b="b" l="l" r="r" t="t"/>
              <a:pathLst>
                <a:path extrusionOk="0" h="1838741" w="2971800">
                  <a:moveTo>
                    <a:pt x="2117035" y="1"/>
                  </a:moveTo>
                  <a:lnTo>
                    <a:pt x="2971800" y="1838741"/>
                  </a:lnTo>
                  <a:lnTo>
                    <a:pt x="2117035" y="1838741"/>
                  </a:lnTo>
                  <a:close/>
                  <a:moveTo>
                    <a:pt x="919370" y="0"/>
                  </a:moveTo>
                  <a:cubicBezTo>
                    <a:pt x="1318591" y="0"/>
                    <a:pt x="1717813" y="2"/>
                    <a:pt x="2117034" y="2"/>
                  </a:cubicBezTo>
                  <a:lnTo>
                    <a:pt x="2117034" y="1838741"/>
                  </a:lnTo>
                  <a:lnTo>
                    <a:pt x="919370" y="1838741"/>
                  </a:lnTo>
                  <a:cubicBezTo>
                    <a:pt x="411616" y="1838741"/>
                    <a:pt x="0" y="1427125"/>
                    <a:pt x="0" y="919371"/>
                  </a:cubicBezTo>
                  <a:cubicBezTo>
                    <a:pt x="0" y="411617"/>
                    <a:pt x="411616" y="0"/>
                    <a:pt x="91937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08" name="Google Shape;1708;p56"/>
            <p:cNvSpPr/>
            <p:nvPr/>
          </p:nvSpPr>
          <p:spPr>
            <a:xfrm>
              <a:off x="13636460" y="3006979"/>
              <a:ext cx="1352700" cy="1352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09" name="Google Shape;1709;p56"/>
            <p:cNvSpPr/>
            <p:nvPr/>
          </p:nvSpPr>
          <p:spPr>
            <a:xfrm>
              <a:off x="13943907" y="3296925"/>
              <a:ext cx="737947" cy="780213"/>
            </a:xfrm>
            <a:custGeom>
              <a:rect b="b" l="l" r="r" t="t"/>
              <a:pathLst>
                <a:path extrusionOk="0" h="879113" w="831490">
                  <a:moveTo>
                    <a:pt x="6122" y="782638"/>
                  </a:moveTo>
                  <a:cubicBezTo>
                    <a:pt x="19445" y="794952"/>
                    <a:pt x="37809" y="803644"/>
                    <a:pt x="53653" y="809439"/>
                  </a:cubicBezTo>
                  <a:cubicBezTo>
                    <a:pt x="93262" y="823925"/>
                    <a:pt x="140433" y="828996"/>
                    <a:pt x="182563" y="828996"/>
                  </a:cubicBezTo>
                  <a:cubicBezTo>
                    <a:pt x="224332" y="828996"/>
                    <a:pt x="271143" y="823925"/>
                    <a:pt x="311113" y="809439"/>
                  </a:cubicBezTo>
                  <a:cubicBezTo>
                    <a:pt x="326956" y="803644"/>
                    <a:pt x="344961" y="794952"/>
                    <a:pt x="358644" y="782638"/>
                  </a:cubicBezTo>
                  <a:cubicBezTo>
                    <a:pt x="362605" y="789157"/>
                    <a:pt x="364765" y="796038"/>
                    <a:pt x="364765" y="803282"/>
                  </a:cubicBezTo>
                  <a:cubicBezTo>
                    <a:pt x="364765" y="826460"/>
                    <a:pt x="342440" y="846380"/>
                    <a:pt x="306071" y="859418"/>
                  </a:cubicBezTo>
                  <a:cubicBezTo>
                    <a:pt x="274024" y="870645"/>
                    <a:pt x="230454" y="877526"/>
                    <a:pt x="182563" y="877526"/>
                  </a:cubicBezTo>
                  <a:cubicBezTo>
                    <a:pt x="134312" y="877526"/>
                    <a:pt x="90741" y="870645"/>
                    <a:pt x="58694" y="859418"/>
                  </a:cubicBezTo>
                  <a:cubicBezTo>
                    <a:pt x="22325" y="846380"/>
                    <a:pt x="0" y="826460"/>
                    <a:pt x="0" y="803282"/>
                  </a:cubicBezTo>
                  <a:cubicBezTo>
                    <a:pt x="0" y="796038"/>
                    <a:pt x="2161" y="789157"/>
                    <a:pt x="6122" y="782638"/>
                  </a:cubicBezTo>
                  <a:close/>
                  <a:moveTo>
                    <a:pt x="396133" y="763588"/>
                  </a:moveTo>
                  <a:cubicBezTo>
                    <a:pt x="412684" y="778798"/>
                    <a:pt x="434272" y="789301"/>
                    <a:pt x="453701" y="796543"/>
                  </a:cubicBezTo>
                  <a:cubicBezTo>
                    <a:pt x="501914" y="813927"/>
                    <a:pt x="559122" y="819721"/>
                    <a:pt x="609854" y="819721"/>
                  </a:cubicBezTo>
                  <a:cubicBezTo>
                    <a:pt x="660946" y="819721"/>
                    <a:pt x="717794" y="813927"/>
                    <a:pt x="766007" y="796543"/>
                  </a:cubicBezTo>
                  <a:cubicBezTo>
                    <a:pt x="785436" y="789301"/>
                    <a:pt x="807384" y="778798"/>
                    <a:pt x="823935" y="763588"/>
                  </a:cubicBezTo>
                  <a:cubicBezTo>
                    <a:pt x="828972" y="771555"/>
                    <a:pt x="831490" y="779884"/>
                    <a:pt x="831490" y="788576"/>
                  </a:cubicBezTo>
                  <a:cubicBezTo>
                    <a:pt x="831490" y="817186"/>
                    <a:pt x="804146" y="841088"/>
                    <a:pt x="759890" y="857022"/>
                  </a:cubicBezTo>
                  <a:cubicBezTo>
                    <a:pt x="721392" y="870784"/>
                    <a:pt x="668142" y="879113"/>
                    <a:pt x="609854" y="879113"/>
                  </a:cubicBezTo>
                  <a:cubicBezTo>
                    <a:pt x="551567" y="879113"/>
                    <a:pt x="498676" y="870784"/>
                    <a:pt x="459818" y="857022"/>
                  </a:cubicBezTo>
                  <a:cubicBezTo>
                    <a:pt x="416282" y="841088"/>
                    <a:pt x="388937" y="817186"/>
                    <a:pt x="388937" y="788576"/>
                  </a:cubicBezTo>
                  <a:cubicBezTo>
                    <a:pt x="388937" y="779884"/>
                    <a:pt x="391456" y="771555"/>
                    <a:pt x="396133" y="763588"/>
                  </a:cubicBezTo>
                  <a:close/>
                  <a:moveTo>
                    <a:pt x="6122" y="719138"/>
                  </a:moveTo>
                  <a:cubicBezTo>
                    <a:pt x="19445" y="731814"/>
                    <a:pt x="37809" y="740506"/>
                    <a:pt x="53653" y="746300"/>
                  </a:cubicBezTo>
                  <a:cubicBezTo>
                    <a:pt x="93262" y="760425"/>
                    <a:pt x="140433" y="765495"/>
                    <a:pt x="182563" y="765495"/>
                  </a:cubicBezTo>
                  <a:cubicBezTo>
                    <a:pt x="224332" y="765495"/>
                    <a:pt x="271143" y="760425"/>
                    <a:pt x="311113" y="746300"/>
                  </a:cubicBezTo>
                  <a:cubicBezTo>
                    <a:pt x="326956" y="740506"/>
                    <a:pt x="344961" y="731814"/>
                    <a:pt x="358644" y="719138"/>
                  </a:cubicBezTo>
                  <a:cubicBezTo>
                    <a:pt x="362605" y="725657"/>
                    <a:pt x="364765" y="732538"/>
                    <a:pt x="364765" y="739781"/>
                  </a:cubicBezTo>
                  <a:cubicBezTo>
                    <a:pt x="364765" y="762960"/>
                    <a:pt x="342440" y="782880"/>
                    <a:pt x="306071" y="795918"/>
                  </a:cubicBezTo>
                  <a:cubicBezTo>
                    <a:pt x="274024" y="807145"/>
                    <a:pt x="230454" y="814026"/>
                    <a:pt x="182563" y="814026"/>
                  </a:cubicBezTo>
                  <a:cubicBezTo>
                    <a:pt x="134312" y="814026"/>
                    <a:pt x="90741" y="807145"/>
                    <a:pt x="58694" y="795918"/>
                  </a:cubicBezTo>
                  <a:cubicBezTo>
                    <a:pt x="22325" y="782880"/>
                    <a:pt x="0" y="762960"/>
                    <a:pt x="0" y="739781"/>
                  </a:cubicBezTo>
                  <a:cubicBezTo>
                    <a:pt x="0" y="732538"/>
                    <a:pt x="2161" y="725657"/>
                    <a:pt x="6122" y="719138"/>
                  </a:cubicBezTo>
                  <a:close/>
                  <a:moveTo>
                    <a:pt x="396133" y="685800"/>
                  </a:moveTo>
                  <a:cubicBezTo>
                    <a:pt x="412684" y="701010"/>
                    <a:pt x="434272" y="711513"/>
                    <a:pt x="453701" y="718393"/>
                  </a:cubicBezTo>
                  <a:cubicBezTo>
                    <a:pt x="501914" y="735414"/>
                    <a:pt x="559122" y="741933"/>
                    <a:pt x="609854" y="741933"/>
                  </a:cubicBezTo>
                  <a:cubicBezTo>
                    <a:pt x="660946" y="741933"/>
                    <a:pt x="717794" y="735414"/>
                    <a:pt x="766007" y="718393"/>
                  </a:cubicBezTo>
                  <a:cubicBezTo>
                    <a:pt x="785436" y="711513"/>
                    <a:pt x="807384" y="701010"/>
                    <a:pt x="823935" y="685800"/>
                  </a:cubicBezTo>
                  <a:cubicBezTo>
                    <a:pt x="828972" y="693405"/>
                    <a:pt x="831490" y="702097"/>
                    <a:pt x="831490" y="710788"/>
                  </a:cubicBezTo>
                  <a:cubicBezTo>
                    <a:pt x="831490" y="739036"/>
                    <a:pt x="804146" y="762938"/>
                    <a:pt x="759890" y="778872"/>
                  </a:cubicBezTo>
                  <a:cubicBezTo>
                    <a:pt x="721392" y="792634"/>
                    <a:pt x="668142" y="801326"/>
                    <a:pt x="609854" y="801326"/>
                  </a:cubicBezTo>
                  <a:cubicBezTo>
                    <a:pt x="551567" y="801326"/>
                    <a:pt x="498676" y="792634"/>
                    <a:pt x="459818" y="778872"/>
                  </a:cubicBezTo>
                  <a:cubicBezTo>
                    <a:pt x="416282" y="762938"/>
                    <a:pt x="388937" y="739036"/>
                    <a:pt x="388937" y="710788"/>
                  </a:cubicBezTo>
                  <a:cubicBezTo>
                    <a:pt x="388937" y="702097"/>
                    <a:pt x="391456" y="693405"/>
                    <a:pt x="396133" y="685800"/>
                  </a:cubicBezTo>
                  <a:close/>
                  <a:moveTo>
                    <a:pt x="6122" y="655638"/>
                  </a:moveTo>
                  <a:cubicBezTo>
                    <a:pt x="19445" y="668266"/>
                    <a:pt x="37809" y="676925"/>
                    <a:pt x="53653" y="682698"/>
                  </a:cubicBezTo>
                  <a:cubicBezTo>
                    <a:pt x="93262" y="696769"/>
                    <a:pt x="140433" y="701820"/>
                    <a:pt x="182563" y="701820"/>
                  </a:cubicBezTo>
                  <a:cubicBezTo>
                    <a:pt x="224332" y="701820"/>
                    <a:pt x="271143" y="696769"/>
                    <a:pt x="311113" y="682698"/>
                  </a:cubicBezTo>
                  <a:cubicBezTo>
                    <a:pt x="326956" y="676925"/>
                    <a:pt x="344961" y="668266"/>
                    <a:pt x="358644" y="655638"/>
                  </a:cubicBezTo>
                  <a:cubicBezTo>
                    <a:pt x="362605" y="662132"/>
                    <a:pt x="364765" y="668987"/>
                    <a:pt x="364765" y="676203"/>
                  </a:cubicBezTo>
                  <a:cubicBezTo>
                    <a:pt x="364765" y="699655"/>
                    <a:pt x="342440" y="719138"/>
                    <a:pt x="306071" y="732127"/>
                  </a:cubicBezTo>
                  <a:cubicBezTo>
                    <a:pt x="274024" y="743311"/>
                    <a:pt x="230454" y="750527"/>
                    <a:pt x="182563" y="750527"/>
                  </a:cubicBezTo>
                  <a:cubicBezTo>
                    <a:pt x="134312" y="750527"/>
                    <a:pt x="90741" y="743311"/>
                    <a:pt x="58694" y="732127"/>
                  </a:cubicBezTo>
                  <a:cubicBezTo>
                    <a:pt x="22325" y="719138"/>
                    <a:pt x="0" y="699655"/>
                    <a:pt x="0" y="676203"/>
                  </a:cubicBezTo>
                  <a:cubicBezTo>
                    <a:pt x="0" y="668987"/>
                    <a:pt x="2161" y="662132"/>
                    <a:pt x="6122" y="655638"/>
                  </a:cubicBezTo>
                  <a:close/>
                  <a:moveTo>
                    <a:pt x="396133" y="608013"/>
                  </a:moveTo>
                  <a:cubicBezTo>
                    <a:pt x="412684" y="623223"/>
                    <a:pt x="434272" y="633725"/>
                    <a:pt x="453701" y="640968"/>
                  </a:cubicBezTo>
                  <a:cubicBezTo>
                    <a:pt x="501914" y="657989"/>
                    <a:pt x="559122" y="664146"/>
                    <a:pt x="609854" y="664146"/>
                  </a:cubicBezTo>
                  <a:cubicBezTo>
                    <a:pt x="660946" y="664146"/>
                    <a:pt x="717794" y="657989"/>
                    <a:pt x="766007" y="640968"/>
                  </a:cubicBezTo>
                  <a:cubicBezTo>
                    <a:pt x="785436" y="633725"/>
                    <a:pt x="807384" y="623223"/>
                    <a:pt x="823935" y="608013"/>
                  </a:cubicBezTo>
                  <a:cubicBezTo>
                    <a:pt x="828972" y="615980"/>
                    <a:pt x="831490" y="624309"/>
                    <a:pt x="831490" y="633001"/>
                  </a:cubicBezTo>
                  <a:cubicBezTo>
                    <a:pt x="831490" y="661248"/>
                    <a:pt x="804146" y="685512"/>
                    <a:pt x="759890" y="701085"/>
                  </a:cubicBezTo>
                  <a:cubicBezTo>
                    <a:pt x="721392" y="715208"/>
                    <a:pt x="668142" y="723538"/>
                    <a:pt x="609854" y="723538"/>
                  </a:cubicBezTo>
                  <a:cubicBezTo>
                    <a:pt x="551567" y="723538"/>
                    <a:pt x="498676" y="715208"/>
                    <a:pt x="459818" y="701085"/>
                  </a:cubicBezTo>
                  <a:cubicBezTo>
                    <a:pt x="416282" y="685512"/>
                    <a:pt x="388937" y="661248"/>
                    <a:pt x="388937" y="633001"/>
                  </a:cubicBezTo>
                  <a:cubicBezTo>
                    <a:pt x="388937" y="624309"/>
                    <a:pt x="391456" y="615980"/>
                    <a:pt x="396133" y="608013"/>
                  </a:cubicBezTo>
                  <a:close/>
                  <a:moveTo>
                    <a:pt x="6122" y="592138"/>
                  </a:moveTo>
                  <a:cubicBezTo>
                    <a:pt x="19445" y="604766"/>
                    <a:pt x="37809" y="613425"/>
                    <a:pt x="53653" y="619198"/>
                  </a:cubicBezTo>
                  <a:cubicBezTo>
                    <a:pt x="93262" y="633269"/>
                    <a:pt x="140433" y="638320"/>
                    <a:pt x="182563" y="638320"/>
                  </a:cubicBezTo>
                  <a:cubicBezTo>
                    <a:pt x="224332" y="638320"/>
                    <a:pt x="271143" y="633269"/>
                    <a:pt x="311113" y="619198"/>
                  </a:cubicBezTo>
                  <a:cubicBezTo>
                    <a:pt x="326956" y="613425"/>
                    <a:pt x="344961" y="604766"/>
                    <a:pt x="358644" y="592138"/>
                  </a:cubicBezTo>
                  <a:cubicBezTo>
                    <a:pt x="362605" y="598993"/>
                    <a:pt x="364765" y="605487"/>
                    <a:pt x="364765" y="612703"/>
                  </a:cubicBezTo>
                  <a:cubicBezTo>
                    <a:pt x="364765" y="636155"/>
                    <a:pt x="342440" y="655999"/>
                    <a:pt x="306071" y="668627"/>
                  </a:cubicBezTo>
                  <a:cubicBezTo>
                    <a:pt x="274024" y="679811"/>
                    <a:pt x="230454" y="687027"/>
                    <a:pt x="182563" y="687027"/>
                  </a:cubicBezTo>
                  <a:cubicBezTo>
                    <a:pt x="134312" y="687027"/>
                    <a:pt x="90741" y="679811"/>
                    <a:pt x="58694" y="668627"/>
                  </a:cubicBezTo>
                  <a:cubicBezTo>
                    <a:pt x="22325" y="655999"/>
                    <a:pt x="0" y="636155"/>
                    <a:pt x="0" y="612703"/>
                  </a:cubicBezTo>
                  <a:cubicBezTo>
                    <a:pt x="0" y="605487"/>
                    <a:pt x="2161" y="598993"/>
                    <a:pt x="6122" y="592138"/>
                  </a:cubicBezTo>
                  <a:close/>
                  <a:moveTo>
                    <a:pt x="396133" y="530225"/>
                  </a:moveTo>
                  <a:cubicBezTo>
                    <a:pt x="412684" y="545388"/>
                    <a:pt x="434272" y="555857"/>
                    <a:pt x="453701" y="562717"/>
                  </a:cubicBezTo>
                  <a:cubicBezTo>
                    <a:pt x="501914" y="580046"/>
                    <a:pt x="559122" y="586183"/>
                    <a:pt x="609854" y="586183"/>
                  </a:cubicBezTo>
                  <a:cubicBezTo>
                    <a:pt x="660946" y="586183"/>
                    <a:pt x="717794" y="580046"/>
                    <a:pt x="766007" y="562717"/>
                  </a:cubicBezTo>
                  <a:cubicBezTo>
                    <a:pt x="785436" y="555857"/>
                    <a:pt x="807384" y="545388"/>
                    <a:pt x="823935" y="530225"/>
                  </a:cubicBezTo>
                  <a:cubicBezTo>
                    <a:pt x="828972" y="538167"/>
                    <a:pt x="831490" y="546471"/>
                    <a:pt x="831490" y="555135"/>
                  </a:cubicBezTo>
                  <a:cubicBezTo>
                    <a:pt x="831490" y="583295"/>
                    <a:pt x="804146" y="607484"/>
                    <a:pt x="759890" y="623007"/>
                  </a:cubicBezTo>
                  <a:cubicBezTo>
                    <a:pt x="721392" y="637087"/>
                    <a:pt x="668142" y="645752"/>
                    <a:pt x="609854" y="645752"/>
                  </a:cubicBezTo>
                  <a:cubicBezTo>
                    <a:pt x="551567" y="645752"/>
                    <a:pt x="498676" y="637087"/>
                    <a:pt x="459818" y="623007"/>
                  </a:cubicBezTo>
                  <a:cubicBezTo>
                    <a:pt x="416282" y="607484"/>
                    <a:pt x="388937" y="583295"/>
                    <a:pt x="388937" y="555135"/>
                  </a:cubicBezTo>
                  <a:cubicBezTo>
                    <a:pt x="388937" y="546471"/>
                    <a:pt x="391456" y="538167"/>
                    <a:pt x="396133" y="530225"/>
                  </a:cubicBezTo>
                  <a:close/>
                  <a:moveTo>
                    <a:pt x="6122" y="528638"/>
                  </a:moveTo>
                  <a:cubicBezTo>
                    <a:pt x="19445" y="540952"/>
                    <a:pt x="37809" y="549644"/>
                    <a:pt x="53653" y="555438"/>
                  </a:cubicBezTo>
                  <a:cubicBezTo>
                    <a:pt x="93262" y="569925"/>
                    <a:pt x="140433" y="574995"/>
                    <a:pt x="182563" y="574995"/>
                  </a:cubicBezTo>
                  <a:cubicBezTo>
                    <a:pt x="224332" y="574995"/>
                    <a:pt x="271143" y="569925"/>
                    <a:pt x="311113" y="555438"/>
                  </a:cubicBezTo>
                  <a:cubicBezTo>
                    <a:pt x="326956" y="549644"/>
                    <a:pt x="344961" y="540952"/>
                    <a:pt x="358644" y="528638"/>
                  </a:cubicBezTo>
                  <a:cubicBezTo>
                    <a:pt x="362605" y="535157"/>
                    <a:pt x="364765" y="542038"/>
                    <a:pt x="364765" y="549281"/>
                  </a:cubicBezTo>
                  <a:cubicBezTo>
                    <a:pt x="364765" y="572460"/>
                    <a:pt x="342440" y="592379"/>
                    <a:pt x="306071" y="605417"/>
                  </a:cubicBezTo>
                  <a:cubicBezTo>
                    <a:pt x="274024" y="616645"/>
                    <a:pt x="230454" y="623526"/>
                    <a:pt x="182563" y="623526"/>
                  </a:cubicBezTo>
                  <a:cubicBezTo>
                    <a:pt x="134312" y="623526"/>
                    <a:pt x="90741" y="616645"/>
                    <a:pt x="58694" y="605417"/>
                  </a:cubicBezTo>
                  <a:cubicBezTo>
                    <a:pt x="22325" y="592379"/>
                    <a:pt x="0" y="572460"/>
                    <a:pt x="0" y="549281"/>
                  </a:cubicBezTo>
                  <a:cubicBezTo>
                    <a:pt x="0" y="542038"/>
                    <a:pt x="2161" y="535157"/>
                    <a:pt x="6122" y="528638"/>
                  </a:cubicBezTo>
                  <a:close/>
                  <a:moveTo>
                    <a:pt x="6122" y="465138"/>
                  </a:moveTo>
                  <a:cubicBezTo>
                    <a:pt x="19445" y="477814"/>
                    <a:pt x="37809" y="486144"/>
                    <a:pt x="53653" y="492300"/>
                  </a:cubicBezTo>
                  <a:cubicBezTo>
                    <a:pt x="93262" y="506425"/>
                    <a:pt x="140433" y="511495"/>
                    <a:pt x="182563" y="511495"/>
                  </a:cubicBezTo>
                  <a:cubicBezTo>
                    <a:pt x="224332" y="511495"/>
                    <a:pt x="271143" y="506425"/>
                    <a:pt x="311113" y="492300"/>
                  </a:cubicBezTo>
                  <a:cubicBezTo>
                    <a:pt x="326956" y="486144"/>
                    <a:pt x="344961" y="477814"/>
                    <a:pt x="358644" y="465138"/>
                  </a:cubicBezTo>
                  <a:cubicBezTo>
                    <a:pt x="362605" y="471657"/>
                    <a:pt x="364765" y="478538"/>
                    <a:pt x="364765" y="485781"/>
                  </a:cubicBezTo>
                  <a:cubicBezTo>
                    <a:pt x="364765" y="508960"/>
                    <a:pt x="342440" y="528879"/>
                    <a:pt x="306071" y="541917"/>
                  </a:cubicBezTo>
                  <a:cubicBezTo>
                    <a:pt x="274024" y="553145"/>
                    <a:pt x="230454" y="560026"/>
                    <a:pt x="182563" y="560026"/>
                  </a:cubicBezTo>
                  <a:cubicBezTo>
                    <a:pt x="134312" y="560026"/>
                    <a:pt x="90741" y="553145"/>
                    <a:pt x="58694" y="541917"/>
                  </a:cubicBezTo>
                  <a:cubicBezTo>
                    <a:pt x="22325" y="528879"/>
                    <a:pt x="0" y="508960"/>
                    <a:pt x="0" y="485781"/>
                  </a:cubicBezTo>
                  <a:cubicBezTo>
                    <a:pt x="0" y="478538"/>
                    <a:pt x="2161" y="471657"/>
                    <a:pt x="6122" y="465138"/>
                  </a:cubicBezTo>
                  <a:close/>
                  <a:moveTo>
                    <a:pt x="396133" y="454025"/>
                  </a:moveTo>
                  <a:cubicBezTo>
                    <a:pt x="412684" y="468873"/>
                    <a:pt x="434272" y="479738"/>
                    <a:pt x="453701" y="486256"/>
                  </a:cubicBezTo>
                  <a:cubicBezTo>
                    <a:pt x="501914" y="504002"/>
                    <a:pt x="559122" y="510158"/>
                    <a:pt x="609854" y="510158"/>
                  </a:cubicBezTo>
                  <a:cubicBezTo>
                    <a:pt x="660946" y="510158"/>
                    <a:pt x="717794" y="504002"/>
                    <a:pt x="766007" y="486256"/>
                  </a:cubicBezTo>
                  <a:cubicBezTo>
                    <a:pt x="785436" y="479738"/>
                    <a:pt x="807384" y="468873"/>
                    <a:pt x="823935" y="454025"/>
                  </a:cubicBezTo>
                  <a:cubicBezTo>
                    <a:pt x="828972" y="461630"/>
                    <a:pt x="831490" y="469959"/>
                    <a:pt x="831490" y="478651"/>
                  </a:cubicBezTo>
                  <a:cubicBezTo>
                    <a:pt x="831490" y="507261"/>
                    <a:pt x="804146" y="531163"/>
                    <a:pt x="759890" y="547097"/>
                  </a:cubicBezTo>
                  <a:cubicBezTo>
                    <a:pt x="721392" y="560859"/>
                    <a:pt x="668142" y="569551"/>
                    <a:pt x="609854" y="569551"/>
                  </a:cubicBezTo>
                  <a:cubicBezTo>
                    <a:pt x="551567" y="569551"/>
                    <a:pt x="498676" y="560859"/>
                    <a:pt x="459818" y="547097"/>
                  </a:cubicBezTo>
                  <a:cubicBezTo>
                    <a:pt x="416282" y="531163"/>
                    <a:pt x="388937" y="507261"/>
                    <a:pt x="388937" y="478651"/>
                  </a:cubicBezTo>
                  <a:cubicBezTo>
                    <a:pt x="388937" y="469959"/>
                    <a:pt x="391456" y="461630"/>
                    <a:pt x="396133" y="454025"/>
                  </a:cubicBezTo>
                  <a:close/>
                  <a:moveTo>
                    <a:pt x="396133" y="376238"/>
                  </a:moveTo>
                  <a:cubicBezTo>
                    <a:pt x="412684" y="390928"/>
                    <a:pt x="434272" y="401678"/>
                    <a:pt x="453701" y="408486"/>
                  </a:cubicBezTo>
                  <a:cubicBezTo>
                    <a:pt x="501914" y="425684"/>
                    <a:pt x="559122" y="431775"/>
                    <a:pt x="609854" y="431775"/>
                  </a:cubicBezTo>
                  <a:cubicBezTo>
                    <a:pt x="660946" y="431775"/>
                    <a:pt x="717794" y="425684"/>
                    <a:pt x="766007" y="408486"/>
                  </a:cubicBezTo>
                  <a:cubicBezTo>
                    <a:pt x="785436" y="401678"/>
                    <a:pt x="807384" y="390928"/>
                    <a:pt x="823935" y="376238"/>
                  </a:cubicBezTo>
                  <a:cubicBezTo>
                    <a:pt x="828972" y="383762"/>
                    <a:pt x="831490" y="392003"/>
                    <a:pt x="831490" y="400961"/>
                  </a:cubicBezTo>
                  <a:cubicBezTo>
                    <a:pt x="831490" y="428909"/>
                    <a:pt x="804146" y="452199"/>
                    <a:pt x="759890" y="467965"/>
                  </a:cubicBezTo>
                  <a:cubicBezTo>
                    <a:pt x="721392" y="481580"/>
                    <a:pt x="668142" y="490180"/>
                    <a:pt x="609854" y="490180"/>
                  </a:cubicBezTo>
                  <a:cubicBezTo>
                    <a:pt x="551567" y="490180"/>
                    <a:pt x="498676" y="481580"/>
                    <a:pt x="459818" y="467965"/>
                  </a:cubicBezTo>
                  <a:cubicBezTo>
                    <a:pt x="416282" y="452199"/>
                    <a:pt x="388937" y="428909"/>
                    <a:pt x="388937" y="400961"/>
                  </a:cubicBezTo>
                  <a:cubicBezTo>
                    <a:pt x="388937" y="392003"/>
                    <a:pt x="391456" y="383762"/>
                    <a:pt x="396133" y="376238"/>
                  </a:cubicBezTo>
                  <a:close/>
                  <a:moveTo>
                    <a:pt x="182563" y="347663"/>
                  </a:moveTo>
                  <a:cubicBezTo>
                    <a:pt x="230454" y="347663"/>
                    <a:pt x="274024" y="354471"/>
                    <a:pt x="306071" y="365938"/>
                  </a:cubicBezTo>
                  <a:cubicBezTo>
                    <a:pt x="342440" y="378839"/>
                    <a:pt x="364765" y="398189"/>
                    <a:pt x="364765" y="421481"/>
                  </a:cubicBezTo>
                  <a:cubicBezTo>
                    <a:pt x="364765" y="444415"/>
                    <a:pt x="342440" y="463766"/>
                    <a:pt x="306071" y="476666"/>
                  </a:cubicBezTo>
                  <a:cubicBezTo>
                    <a:pt x="274024" y="487775"/>
                    <a:pt x="230454" y="494942"/>
                    <a:pt x="182563" y="494942"/>
                  </a:cubicBezTo>
                  <a:cubicBezTo>
                    <a:pt x="134312" y="494942"/>
                    <a:pt x="90741" y="487775"/>
                    <a:pt x="58694" y="476666"/>
                  </a:cubicBezTo>
                  <a:cubicBezTo>
                    <a:pt x="22325" y="463766"/>
                    <a:pt x="0" y="444415"/>
                    <a:pt x="0" y="421481"/>
                  </a:cubicBezTo>
                  <a:cubicBezTo>
                    <a:pt x="0" y="398189"/>
                    <a:pt x="22325" y="378839"/>
                    <a:pt x="58694" y="365938"/>
                  </a:cubicBezTo>
                  <a:cubicBezTo>
                    <a:pt x="90741" y="354471"/>
                    <a:pt x="134312" y="347663"/>
                    <a:pt x="182563" y="347663"/>
                  </a:cubicBezTo>
                  <a:close/>
                  <a:moveTo>
                    <a:pt x="609854" y="234950"/>
                  </a:moveTo>
                  <a:cubicBezTo>
                    <a:pt x="668142" y="234950"/>
                    <a:pt x="721392" y="243258"/>
                    <a:pt x="759890" y="256985"/>
                  </a:cubicBezTo>
                  <a:cubicBezTo>
                    <a:pt x="804146" y="272879"/>
                    <a:pt x="831490" y="296720"/>
                    <a:pt x="831490" y="325257"/>
                  </a:cubicBezTo>
                  <a:cubicBezTo>
                    <a:pt x="831490" y="353433"/>
                    <a:pt x="804146" y="377635"/>
                    <a:pt x="759890" y="393168"/>
                  </a:cubicBezTo>
                  <a:cubicBezTo>
                    <a:pt x="721392" y="406894"/>
                    <a:pt x="668142" y="415564"/>
                    <a:pt x="609854" y="415564"/>
                  </a:cubicBezTo>
                  <a:cubicBezTo>
                    <a:pt x="551567" y="415564"/>
                    <a:pt x="498676" y="406894"/>
                    <a:pt x="459818" y="393168"/>
                  </a:cubicBezTo>
                  <a:cubicBezTo>
                    <a:pt x="416282" y="377635"/>
                    <a:pt x="388937" y="353433"/>
                    <a:pt x="388937" y="325257"/>
                  </a:cubicBezTo>
                  <a:cubicBezTo>
                    <a:pt x="388937" y="296720"/>
                    <a:pt x="416282" y="272879"/>
                    <a:pt x="459818" y="256985"/>
                  </a:cubicBezTo>
                  <a:cubicBezTo>
                    <a:pt x="498676" y="243258"/>
                    <a:pt x="551567" y="234950"/>
                    <a:pt x="609854" y="234950"/>
                  </a:cubicBezTo>
                  <a:close/>
                  <a:moveTo>
                    <a:pt x="337727" y="161091"/>
                  </a:moveTo>
                  <a:cubicBezTo>
                    <a:pt x="343128" y="162529"/>
                    <a:pt x="347088" y="164687"/>
                    <a:pt x="349608" y="167923"/>
                  </a:cubicBezTo>
                  <a:cubicBezTo>
                    <a:pt x="352128" y="170800"/>
                    <a:pt x="353208" y="174395"/>
                    <a:pt x="353208" y="178351"/>
                  </a:cubicBezTo>
                  <a:cubicBezTo>
                    <a:pt x="353208" y="183025"/>
                    <a:pt x="351768" y="186981"/>
                    <a:pt x="348888" y="190576"/>
                  </a:cubicBezTo>
                  <a:cubicBezTo>
                    <a:pt x="346008" y="193813"/>
                    <a:pt x="342408" y="195970"/>
                    <a:pt x="337727" y="196689"/>
                  </a:cubicBezTo>
                  <a:close/>
                  <a:moveTo>
                    <a:pt x="324407" y="99243"/>
                  </a:moveTo>
                  <a:lnTo>
                    <a:pt x="324407" y="130886"/>
                  </a:lnTo>
                  <a:cubicBezTo>
                    <a:pt x="320447" y="129088"/>
                    <a:pt x="317567" y="126931"/>
                    <a:pt x="315407" y="124054"/>
                  </a:cubicBezTo>
                  <a:cubicBezTo>
                    <a:pt x="313607" y="121178"/>
                    <a:pt x="312527" y="118301"/>
                    <a:pt x="312527" y="115425"/>
                  </a:cubicBezTo>
                  <a:cubicBezTo>
                    <a:pt x="312527" y="111829"/>
                    <a:pt x="313607" y="108233"/>
                    <a:pt x="315767" y="105356"/>
                  </a:cubicBezTo>
                  <a:cubicBezTo>
                    <a:pt x="317927" y="102480"/>
                    <a:pt x="320807" y="100322"/>
                    <a:pt x="324407" y="99243"/>
                  </a:cubicBezTo>
                  <a:close/>
                  <a:moveTo>
                    <a:pt x="324407" y="70118"/>
                  </a:moveTo>
                  <a:lnTo>
                    <a:pt x="324407" y="79107"/>
                  </a:lnTo>
                  <a:cubicBezTo>
                    <a:pt x="313967" y="80186"/>
                    <a:pt x="305326" y="84141"/>
                    <a:pt x="299206" y="90973"/>
                  </a:cubicBezTo>
                  <a:cubicBezTo>
                    <a:pt x="292726" y="97805"/>
                    <a:pt x="289486" y="106075"/>
                    <a:pt x="289486" y="116503"/>
                  </a:cubicBezTo>
                  <a:cubicBezTo>
                    <a:pt x="289486" y="126212"/>
                    <a:pt x="292366" y="134842"/>
                    <a:pt x="298126" y="141314"/>
                  </a:cubicBezTo>
                  <a:cubicBezTo>
                    <a:pt x="303526" y="148506"/>
                    <a:pt x="312527" y="153540"/>
                    <a:pt x="324407" y="157136"/>
                  </a:cubicBezTo>
                  <a:lnTo>
                    <a:pt x="324407" y="195610"/>
                  </a:lnTo>
                  <a:cubicBezTo>
                    <a:pt x="321167" y="193813"/>
                    <a:pt x="317927" y="191296"/>
                    <a:pt x="315407" y="188059"/>
                  </a:cubicBezTo>
                  <a:cubicBezTo>
                    <a:pt x="312887" y="184464"/>
                    <a:pt x="310727" y="180149"/>
                    <a:pt x="310007" y="175115"/>
                  </a:cubicBezTo>
                  <a:lnTo>
                    <a:pt x="285886" y="177991"/>
                  </a:lnTo>
                  <a:cubicBezTo>
                    <a:pt x="288046" y="189857"/>
                    <a:pt x="292006" y="199206"/>
                    <a:pt x="298846" y="205679"/>
                  </a:cubicBezTo>
                  <a:cubicBezTo>
                    <a:pt x="305326" y="212151"/>
                    <a:pt x="313967" y="216106"/>
                    <a:pt x="324407" y="217545"/>
                  </a:cubicBezTo>
                  <a:lnTo>
                    <a:pt x="324407" y="234085"/>
                  </a:lnTo>
                  <a:lnTo>
                    <a:pt x="337727" y="234085"/>
                  </a:lnTo>
                  <a:lnTo>
                    <a:pt x="337727" y="217185"/>
                  </a:lnTo>
                  <a:cubicBezTo>
                    <a:pt x="349608" y="215387"/>
                    <a:pt x="358968" y="210713"/>
                    <a:pt x="365808" y="203162"/>
                  </a:cubicBezTo>
                  <a:cubicBezTo>
                    <a:pt x="372289" y="195610"/>
                    <a:pt x="375889" y="186261"/>
                    <a:pt x="375889" y="175115"/>
                  </a:cubicBezTo>
                  <a:cubicBezTo>
                    <a:pt x="375889" y="165406"/>
                    <a:pt x="373009" y="157136"/>
                    <a:pt x="367968" y="150663"/>
                  </a:cubicBezTo>
                  <a:cubicBezTo>
                    <a:pt x="362568" y="144550"/>
                    <a:pt x="352488" y="139157"/>
                    <a:pt x="337727" y="135201"/>
                  </a:cubicBezTo>
                  <a:lnTo>
                    <a:pt x="337727" y="99243"/>
                  </a:lnTo>
                  <a:cubicBezTo>
                    <a:pt x="343488" y="102120"/>
                    <a:pt x="347088" y="107154"/>
                    <a:pt x="348888" y="114346"/>
                  </a:cubicBezTo>
                  <a:lnTo>
                    <a:pt x="371929" y="111110"/>
                  </a:lnTo>
                  <a:cubicBezTo>
                    <a:pt x="370129" y="102120"/>
                    <a:pt x="366528" y="94569"/>
                    <a:pt x="361128" y="89175"/>
                  </a:cubicBezTo>
                  <a:cubicBezTo>
                    <a:pt x="355368" y="83782"/>
                    <a:pt x="347448" y="80545"/>
                    <a:pt x="337727" y="79107"/>
                  </a:cubicBezTo>
                  <a:lnTo>
                    <a:pt x="337727" y="70118"/>
                  </a:lnTo>
                  <a:close/>
                  <a:moveTo>
                    <a:pt x="331967" y="0"/>
                  </a:moveTo>
                  <a:cubicBezTo>
                    <a:pt x="373009" y="0"/>
                    <a:pt x="410090" y="16540"/>
                    <a:pt x="437091" y="43509"/>
                  </a:cubicBezTo>
                  <a:cubicBezTo>
                    <a:pt x="463732" y="70477"/>
                    <a:pt x="480652" y="107873"/>
                    <a:pt x="480652" y="149225"/>
                  </a:cubicBezTo>
                  <a:cubicBezTo>
                    <a:pt x="480652" y="190217"/>
                    <a:pt x="463732" y="227253"/>
                    <a:pt x="437091" y="254581"/>
                  </a:cubicBezTo>
                  <a:cubicBezTo>
                    <a:pt x="410090" y="281190"/>
                    <a:pt x="373009" y="298090"/>
                    <a:pt x="331967" y="298090"/>
                  </a:cubicBezTo>
                  <a:cubicBezTo>
                    <a:pt x="290566" y="298090"/>
                    <a:pt x="253485" y="281190"/>
                    <a:pt x="226484" y="254581"/>
                  </a:cubicBezTo>
                  <a:cubicBezTo>
                    <a:pt x="199123" y="227253"/>
                    <a:pt x="182562" y="190217"/>
                    <a:pt x="182562" y="149225"/>
                  </a:cubicBezTo>
                  <a:cubicBezTo>
                    <a:pt x="182562" y="107873"/>
                    <a:pt x="199123" y="70477"/>
                    <a:pt x="226484" y="43509"/>
                  </a:cubicBezTo>
                  <a:cubicBezTo>
                    <a:pt x="253485" y="16540"/>
                    <a:pt x="290566" y="0"/>
                    <a:pt x="33196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10" name="Google Shape;1710;p56"/>
            <p:cNvSpPr txBox="1"/>
            <p:nvPr/>
          </p:nvSpPr>
          <p:spPr>
            <a:xfrm>
              <a:off x="6684186" y="3211702"/>
              <a:ext cx="6768300" cy="9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50"/>
                <a:buFont typeface="Arial"/>
                <a:buNone/>
              </a:pPr>
              <a:r>
                <a:rPr lang="en-IN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11" name="Google Shape;1711;p56"/>
            <p:cNvSpPr txBox="1"/>
            <p:nvPr/>
          </p:nvSpPr>
          <p:spPr>
            <a:xfrm>
              <a:off x="4226722" y="3197626"/>
              <a:ext cx="1053000" cy="17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01</a:t>
              </a:r>
              <a:endParaRPr/>
            </a:p>
          </p:txBody>
        </p:sp>
        <p:sp>
          <p:nvSpPr>
            <p:cNvPr id="1712" name="Google Shape;1712;p56"/>
            <p:cNvSpPr/>
            <p:nvPr/>
          </p:nvSpPr>
          <p:spPr>
            <a:xfrm>
              <a:off x="3823118" y="7025953"/>
              <a:ext cx="11321100" cy="1627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13" name="Google Shape;1713;p56"/>
            <p:cNvSpPr/>
            <p:nvPr/>
          </p:nvSpPr>
          <p:spPr>
            <a:xfrm>
              <a:off x="3634275" y="6920540"/>
              <a:ext cx="2971800" cy="1838741"/>
            </a:xfrm>
            <a:custGeom>
              <a:rect b="b" l="l" r="r" t="t"/>
              <a:pathLst>
                <a:path extrusionOk="0" h="1838741" w="2971800">
                  <a:moveTo>
                    <a:pt x="2117035" y="1"/>
                  </a:moveTo>
                  <a:lnTo>
                    <a:pt x="2971800" y="1838741"/>
                  </a:lnTo>
                  <a:lnTo>
                    <a:pt x="2117035" y="1838741"/>
                  </a:lnTo>
                  <a:close/>
                  <a:moveTo>
                    <a:pt x="919370" y="0"/>
                  </a:moveTo>
                  <a:cubicBezTo>
                    <a:pt x="1318591" y="0"/>
                    <a:pt x="1717813" y="2"/>
                    <a:pt x="2117034" y="2"/>
                  </a:cubicBezTo>
                  <a:lnTo>
                    <a:pt x="2117034" y="1838741"/>
                  </a:lnTo>
                  <a:lnTo>
                    <a:pt x="919370" y="1838741"/>
                  </a:lnTo>
                  <a:cubicBezTo>
                    <a:pt x="411616" y="1838741"/>
                    <a:pt x="0" y="1427125"/>
                    <a:pt x="0" y="919371"/>
                  </a:cubicBezTo>
                  <a:cubicBezTo>
                    <a:pt x="0" y="411617"/>
                    <a:pt x="411616" y="0"/>
                    <a:pt x="9193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14" name="Google Shape;1714;p56"/>
            <p:cNvSpPr/>
            <p:nvPr/>
          </p:nvSpPr>
          <p:spPr>
            <a:xfrm>
              <a:off x="13636460" y="7163520"/>
              <a:ext cx="1352700" cy="1352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15" name="Google Shape;1715;p56"/>
            <p:cNvSpPr txBox="1"/>
            <p:nvPr/>
          </p:nvSpPr>
          <p:spPr>
            <a:xfrm>
              <a:off x="6684186" y="7368242"/>
              <a:ext cx="6768300" cy="9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50"/>
                <a:buFont typeface="Arial"/>
                <a:buNone/>
              </a:pPr>
              <a:r>
                <a:rPr lang="en-IN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16" name="Google Shape;1716;p56"/>
            <p:cNvSpPr txBox="1"/>
            <p:nvPr/>
          </p:nvSpPr>
          <p:spPr>
            <a:xfrm>
              <a:off x="4226722" y="7354165"/>
              <a:ext cx="1201500" cy="9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03</a:t>
              </a:r>
              <a:endParaRPr/>
            </a:p>
          </p:txBody>
        </p:sp>
        <p:sp>
          <p:nvSpPr>
            <p:cNvPr id="1717" name="Google Shape;1717;p56"/>
            <p:cNvSpPr/>
            <p:nvPr/>
          </p:nvSpPr>
          <p:spPr>
            <a:xfrm>
              <a:off x="13943907" y="7451403"/>
              <a:ext cx="737559" cy="836412"/>
            </a:xfrm>
            <a:custGeom>
              <a:rect b="b" l="l" r="r" t="t"/>
              <a:pathLst>
                <a:path extrusionOk="0" h="878123" w="774340">
                  <a:moveTo>
                    <a:pt x="423863" y="587375"/>
                  </a:moveTo>
                  <a:lnTo>
                    <a:pt x="465923" y="587375"/>
                  </a:lnTo>
                  <a:lnTo>
                    <a:pt x="617267" y="850395"/>
                  </a:lnTo>
                  <a:cubicBezTo>
                    <a:pt x="621941" y="859415"/>
                    <a:pt x="619065" y="870600"/>
                    <a:pt x="610437" y="875651"/>
                  </a:cubicBezTo>
                  <a:cubicBezTo>
                    <a:pt x="601809" y="880702"/>
                    <a:pt x="590665" y="877455"/>
                    <a:pt x="585633" y="868796"/>
                  </a:cubicBezTo>
                  <a:close/>
                  <a:moveTo>
                    <a:pt x="307190" y="587375"/>
                  </a:moveTo>
                  <a:lnTo>
                    <a:pt x="348891" y="587375"/>
                  </a:lnTo>
                  <a:lnTo>
                    <a:pt x="187121" y="868796"/>
                  </a:lnTo>
                  <a:cubicBezTo>
                    <a:pt x="182089" y="877816"/>
                    <a:pt x="170944" y="880702"/>
                    <a:pt x="162317" y="875651"/>
                  </a:cubicBezTo>
                  <a:cubicBezTo>
                    <a:pt x="153689" y="870600"/>
                    <a:pt x="150813" y="859415"/>
                    <a:pt x="155846" y="850395"/>
                  </a:cubicBezTo>
                  <a:close/>
                  <a:moveTo>
                    <a:pt x="533506" y="127168"/>
                  </a:moveTo>
                  <a:lnTo>
                    <a:pt x="591825" y="185528"/>
                  </a:lnTo>
                  <a:lnTo>
                    <a:pt x="410390" y="366733"/>
                  </a:lnTo>
                  <a:lnTo>
                    <a:pt x="310312" y="193454"/>
                  </a:lnTo>
                  <a:lnTo>
                    <a:pt x="296632" y="170398"/>
                  </a:lnTo>
                  <a:lnTo>
                    <a:pt x="277913" y="189131"/>
                  </a:lnTo>
                  <a:lnTo>
                    <a:pt x="95758" y="371416"/>
                  </a:lnTo>
                  <a:lnTo>
                    <a:pt x="124917" y="400236"/>
                  </a:lnTo>
                  <a:lnTo>
                    <a:pt x="288353" y="237044"/>
                  </a:lnTo>
                  <a:lnTo>
                    <a:pt x="388430" y="410323"/>
                  </a:lnTo>
                  <a:lnTo>
                    <a:pt x="401390" y="433019"/>
                  </a:lnTo>
                  <a:lnTo>
                    <a:pt x="420469" y="414646"/>
                  </a:lnTo>
                  <a:lnTo>
                    <a:pt x="620624" y="214348"/>
                  </a:lnTo>
                  <a:lnTo>
                    <a:pt x="680383" y="274149"/>
                  </a:lnTo>
                  <a:lnTo>
                    <a:pt x="680383" y="148062"/>
                  </a:lnTo>
                  <a:lnTo>
                    <a:pt x="680383" y="127168"/>
                  </a:lnTo>
                  <a:lnTo>
                    <a:pt x="659143" y="127168"/>
                  </a:lnTo>
                  <a:close/>
                  <a:moveTo>
                    <a:pt x="33479" y="0"/>
                  </a:moveTo>
                  <a:lnTo>
                    <a:pt x="741221" y="0"/>
                  </a:lnTo>
                  <a:cubicBezTo>
                    <a:pt x="750221" y="0"/>
                    <a:pt x="758861" y="3963"/>
                    <a:pt x="764980" y="10447"/>
                  </a:cubicBezTo>
                  <a:cubicBezTo>
                    <a:pt x="770740" y="16572"/>
                    <a:pt x="774340" y="25218"/>
                    <a:pt x="774340" y="34224"/>
                  </a:cubicBezTo>
                  <a:lnTo>
                    <a:pt x="774340" y="535329"/>
                  </a:lnTo>
                  <a:cubicBezTo>
                    <a:pt x="774340" y="544336"/>
                    <a:pt x="770740" y="552621"/>
                    <a:pt x="764980" y="558745"/>
                  </a:cubicBezTo>
                  <a:cubicBezTo>
                    <a:pt x="758861" y="565230"/>
                    <a:pt x="750221" y="569553"/>
                    <a:pt x="741221" y="569553"/>
                  </a:cubicBezTo>
                  <a:lnTo>
                    <a:pt x="33479" y="569553"/>
                  </a:lnTo>
                  <a:cubicBezTo>
                    <a:pt x="24120" y="569553"/>
                    <a:pt x="15480" y="565230"/>
                    <a:pt x="9360" y="558745"/>
                  </a:cubicBezTo>
                  <a:lnTo>
                    <a:pt x="9720" y="558745"/>
                  </a:lnTo>
                  <a:cubicBezTo>
                    <a:pt x="3600" y="552621"/>
                    <a:pt x="0" y="544336"/>
                    <a:pt x="0" y="535329"/>
                  </a:cubicBezTo>
                  <a:lnTo>
                    <a:pt x="0" y="34224"/>
                  </a:lnTo>
                  <a:cubicBezTo>
                    <a:pt x="0" y="25218"/>
                    <a:pt x="3600" y="16572"/>
                    <a:pt x="9720" y="10447"/>
                  </a:cubicBezTo>
                  <a:lnTo>
                    <a:pt x="9360" y="10447"/>
                  </a:lnTo>
                  <a:cubicBezTo>
                    <a:pt x="15480" y="3963"/>
                    <a:pt x="24120" y="0"/>
                    <a:pt x="334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18" name="Google Shape;1718;p56"/>
            <p:cNvSpPr/>
            <p:nvPr/>
          </p:nvSpPr>
          <p:spPr>
            <a:xfrm>
              <a:off x="9423088" y="9101568"/>
              <a:ext cx="11321100" cy="1627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19" name="Google Shape;1719;p56"/>
            <p:cNvSpPr/>
            <p:nvPr/>
          </p:nvSpPr>
          <p:spPr>
            <a:xfrm>
              <a:off x="9234245" y="8996155"/>
              <a:ext cx="2971800" cy="1838741"/>
            </a:xfrm>
            <a:custGeom>
              <a:rect b="b" l="l" r="r" t="t"/>
              <a:pathLst>
                <a:path extrusionOk="0" h="1838741" w="2971800">
                  <a:moveTo>
                    <a:pt x="2117035" y="1"/>
                  </a:moveTo>
                  <a:lnTo>
                    <a:pt x="2971800" y="1838741"/>
                  </a:lnTo>
                  <a:lnTo>
                    <a:pt x="2117035" y="1838741"/>
                  </a:lnTo>
                  <a:close/>
                  <a:moveTo>
                    <a:pt x="919370" y="0"/>
                  </a:moveTo>
                  <a:cubicBezTo>
                    <a:pt x="1318591" y="0"/>
                    <a:pt x="1717813" y="2"/>
                    <a:pt x="2117034" y="2"/>
                  </a:cubicBezTo>
                  <a:lnTo>
                    <a:pt x="2117034" y="1838741"/>
                  </a:lnTo>
                  <a:lnTo>
                    <a:pt x="919370" y="1838741"/>
                  </a:lnTo>
                  <a:cubicBezTo>
                    <a:pt x="411616" y="1838741"/>
                    <a:pt x="0" y="1427125"/>
                    <a:pt x="0" y="919371"/>
                  </a:cubicBezTo>
                  <a:cubicBezTo>
                    <a:pt x="0" y="411617"/>
                    <a:pt x="411616" y="0"/>
                    <a:pt x="9193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20" name="Google Shape;1720;p56"/>
            <p:cNvSpPr/>
            <p:nvPr/>
          </p:nvSpPr>
          <p:spPr>
            <a:xfrm>
              <a:off x="19236430" y="9239135"/>
              <a:ext cx="1352700" cy="1352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21" name="Google Shape;1721;p56"/>
            <p:cNvSpPr txBox="1"/>
            <p:nvPr/>
          </p:nvSpPr>
          <p:spPr>
            <a:xfrm>
              <a:off x="12284156" y="9443856"/>
              <a:ext cx="6768300" cy="9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50"/>
                <a:buFont typeface="Arial"/>
                <a:buNone/>
              </a:pPr>
              <a:r>
                <a:rPr lang="en-IN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22" name="Google Shape;1722;p56"/>
            <p:cNvSpPr txBox="1"/>
            <p:nvPr/>
          </p:nvSpPr>
          <p:spPr>
            <a:xfrm>
              <a:off x="9826694" y="9429780"/>
              <a:ext cx="1154400" cy="9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04</a:t>
              </a:r>
              <a:endParaRPr/>
            </a:p>
          </p:txBody>
        </p:sp>
        <p:sp>
          <p:nvSpPr>
            <p:cNvPr id="1723" name="Google Shape;1723;p56"/>
            <p:cNvSpPr/>
            <p:nvPr/>
          </p:nvSpPr>
          <p:spPr>
            <a:xfrm>
              <a:off x="19543877" y="9571278"/>
              <a:ext cx="737124" cy="687779"/>
            </a:xfrm>
            <a:custGeom>
              <a:rect b="b" l="l" r="r" t="t"/>
              <a:pathLst>
                <a:path extrusionOk="0" h="818784" w="877528">
                  <a:moveTo>
                    <a:pt x="261607" y="781050"/>
                  </a:moveTo>
                  <a:lnTo>
                    <a:pt x="858809" y="781050"/>
                  </a:lnTo>
                  <a:cubicBezTo>
                    <a:pt x="868889" y="781050"/>
                    <a:pt x="877528" y="789476"/>
                    <a:pt x="877528" y="799734"/>
                  </a:cubicBezTo>
                  <a:cubicBezTo>
                    <a:pt x="877528" y="810358"/>
                    <a:pt x="868889" y="818784"/>
                    <a:pt x="858809" y="818784"/>
                  </a:cubicBezTo>
                  <a:lnTo>
                    <a:pt x="261607" y="818784"/>
                  </a:lnTo>
                  <a:cubicBezTo>
                    <a:pt x="251167" y="818784"/>
                    <a:pt x="242888" y="810358"/>
                    <a:pt x="242888" y="799734"/>
                  </a:cubicBezTo>
                  <a:cubicBezTo>
                    <a:pt x="242888" y="789476"/>
                    <a:pt x="251167" y="781050"/>
                    <a:pt x="261607" y="781050"/>
                  </a:cubicBezTo>
                  <a:close/>
                  <a:moveTo>
                    <a:pt x="314639" y="371475"/>
                  </a:moveTo>
                  <a:lnTo>
                    <a:pt x="807364" y="371475"/>
                  </a:lnTo>
                  <a:cubicBezTo>
                    <a:pt x="821060" y="371475"/>
                    <a:pt x="833316" y="377231"/>
                    <a:pt x="841966" y="387304"/>
                  </a:cubicBezTo>
                  <a:cubicBezTo>
                    <a:pt x="850256" y="396297"/>
                    <a:pt x="855303" y="408888"/>
                    <a:pt x="855303" y="422558"/>
                  </a:cubicBezTo>
                  <a:lnTo>
                    <a:pt x="855303" y="711785"/>
                  </a:lnTo>
                  <a:cubicBezTo>
                    <a:pt x="855303" y="725455"/>
                    <a:pt x="850256" y="738046"/>
                    <a:pt x="841966" y="747399"/>
                  </a:cubicBezTo>
                  <a:cubicBezTo>
                    <a:pt x="833316" y="757112"/>
                    <a:pt x="821060" y="763227"/>
                    <a:pt x="807364" y="763227"/>
                  </a:cubicBezTo>
                  <a:lnTo>
                    <a:pt x="314639" y="763227"/>
                  </a:lnTo>
                  <a:cubicBezTo>
                    <a:pt x="300942" y="763227"/>
                    <a:pt x="288687" y="757112"/>
                    <a:pt x="280036" y="747399"/>
                  </a:cubicBezTo>
                  <a:cubicBezTo>
                    <a:pt x="271746" y="738046"/>
                    <a:pt x="266700" y="725455"/>
                    <a:pt x="266700" y="711785"/>
                  </a:cubicBezTo>
                  <a:lnTo>
                    <a:pt x="266700" y="422558"/>
                  </a:lnTo>
                  <a:cubicBezTo>
                    <a:pt x="266700" y="408888"/>
                    <a:pt x="271746" y="396297"/>
                    <a:pt x="280036" y="387304"/>
                  </a:cubicBezTo>
                  <a:cubicBezTo>
                    <a:pt x="288687" y="377231"/>
                    <a:pt x="300942" y="371475"/>
                    <a:pt x="314639" y="371475"/>
                  </a:cubicBezTo>
                  <a:close/>
                  <a:moveTo>
                    <a:pt x="95948" y="349250"/>
                  </a:moveTo>
                  <a:lnTo>
                    <a:pt x="167915" y="442555"/>
                  </a:lnTo>
                  <a:lnTo>
                    <a:pt x="108732" y="435352"/>
                  </a:lnTo>
                  <a:lnTo>
                    <a:pt x="100000" y="473853"/>
                  </a:lnTo>
                  <a:cubicBezTo>
                    <a:pt x="98464" y="501557"/>
                    <a:pt x="101897" y="531510"/>
                    <a:pt x="112739" y="562632"/>
                  </a:cubicBezTo>
                  <a:cubicBezTo>
                    <a:pt x="130085" y="612283"/>
                    <a:pt x="165500" y="664812"/>
                    <a:pt x="229826" y="716982"/>
                  </a:cubicBezTo>
                  <a:lnTo>
                    <a:pt x="205975" y="745765"/>
                  </a:lnTo>
                  <a:cubicBezTo>
                    <a:pt x="136228" y="688559"/>
                    <a:pt x="96838" y="630272"/>
                    <a:pt x="77684" y="574865"/>
                  </a:cubicBezTo>
                  <a:cubicBezTo>
                    <a:pt x="65036" y="538706"/>
                    <a:pt x="60971" y="503986"/>
                    <a:pt x="62687" y="471830"/>
                  </a:cubicBezTo>
                  <a:lnTo>
                    <a:pt x="68565" y="430464"/>
                  </a:lnTo>
                  <a:lnTo>
                    <a:pt x="6350" y="422893"/>
                  </a:lnTo>
                  <a:close/>
                  <a:moveTo>
                    <a:pt x="435190" y="34925"/>
                  </a:moveTo>
                  <a:cubicBezTo>
                    <a:pt x="524926" y="38880"/>
                    <a:pt x="591597" y="61889"/>
                    <a:pt x="640249" y="94966"/>
                  </a:cubicBezTo>
                  <a:cubicBezTo>
                    <a:pt x="687821" y="127054"/>
                    <a:pt x="717958" y="168243"/>
                    <a:pt x="736135" y="209584"/>
                  </a:cubicBezTo>
                  <a:lnTo>
                    <a:pt x="736984" y="212005"/>
                  </a:lnTo>
                  <a:lnTo>
                    <a:pt x="783867" y="184150"/>
                  </a:lnTo>
                  <a:lnTo>
                    <a:pt x="753778" y="293326"/>
                  </a:lnTo>
                  <a:lnTo>
                    <a:pt x="736226" y="288988"/>
                  </a:lnTo>
                  <a:lnTo>
                    <a:pt x="644525" y="266936"/>
                  </a:lnTo>
                  <a:lnTo>
                    <a:pt x="702235" y="232649"/>
                  </a:lnTo>
                  <a:lnTo>
                    <a:pt x="682866" y="189433"/>
                  </a:lnTo>
                  <a:cubicBezTo>
                    <a:pt x="667459" y="166333"/>
                    <a:pt x="646737" y="144402"/>
                    <a:pt x="619347" y="125886"/>
                  </a:cubicBezTo>
                  <a:cubicBezTo>
                    <a:pt x="576101" y="96404"/>
                    <a:pt x="515556" y="75552"/>
                    <a:pt x="433388" y="71956"/>
                  </a:cubicBezTo>
                  <a:close/>
                  <a:moveTo>
                    <a:pt x="215778" y="0"/>
                  </a:moveTo>
                  <a:cubicBezTo>
                    <a:pt x="245677" y="0"/>
                    <a:pt x="273415" y="11511"/>
                    <a:pt x="293948" y="30575"/>
                  </a:cubicBezTo>
                  <a:cubicBezTo>
                    <a:pt x="310519" y="45323"/>
                    <a:pt x="322406" y="64748"/>
                    <a:pt x="328170" y="86690"/>
                  </a:cubicBezTo>
                  <a:cubicBezTo>
                    <a:pt x="334654" y="85971"/>
                    <a:pt x="340778" y="85251"/>
                    <a:pt x="346902" y="85251"/>
                  </a:cubicBezTo>
                  <a:cubicBezTo>
                    <a:pt x="370677" y="85251"/>
                    <a:pt x="393372" y="92805"/>
                    <a:pt x="412104" y="105755"/>
                  </a:cubicBezTo>
                  <a:cubicBezTo>
                    <a:pt x="430836" y="119064"/>
                    <a:pt x="445605" y="137769"/>
                    <a:pt x="453530" y="160431"/>
                  </a:cubicBezTo>
                  <a:cubicBezTo>
                    <a:pt x="457493" y="171942"/>
                    <a:pt x="460015" y="184532"/>
                    <a:pt x="460015" y="198201"/>
                  </a:cubicBezTo>
                  <a:cubicBezTo>
                    <a:pt x="460015" y="229136"/>
                    <a:pt x="447406" y="257194"/>
                    <a:pt x="426873" y="277697"/>
                  </a:cubicBezTo>
                  <a:cubicBezTo>
                    <a:pt x="406340" y="297841"/>
                    <a:pt x="378242" y="310791"/>
                    <a:pt x="347262" y="310791"/>
                  </a:cubicBezTo>
                  <a:lnTo>
                    <a:pt x="112752" y="310791"/>
                  </a:lnTo>
                  <a:cubicBezTo>
                    <a:pt x="81772" y="310791"/>
                    <a:pt x="53674" y="297841"/>
                    <a:pt x="33141" y="277697"/>
                  </a:cubicBezTo>
                  <a:cubicBezTo>
                    <a:pt x="12608" y="257194"/>
                    <a:pt x="0" y="229136"/>
                    <a:pt x="0" y="198201"/>
                  </a:cubicBezTo>
                  <a:cubicBezTo>
                    <a:pt x="0" y="197122"/>
                    <a:pt x="0" y="195323"/>
                    <a:pt x="360" y="192805"/>
                  </a:cubicBezTo>
                  <a:cubicBezTo>
                    <a:pt x="1441" y="162949"/>
                    <a:pt x="14769" y="135971"/>
                    <a:pt x="34942" y="116546"/>
                  </a:cubicBezTo>
                  <a:cubicBezTo>
                    <a:pt x="52954" y="99280"/>
                    <a:pt x="77089" y="87769"/>
                    <a:pt x="103746" y="85611"/>
                  </a:cubicBezTo>
                  <a:cubicBezTo>
                    <a:pt x="109870" y="62949"/>
                    <a:pt x="122838" y="43165"/>
                    <a:pt x="139769" y="28417"/>
                  </a:cubicBezTo>
                  <a:cubicBezTo>
                    <a:pt x="160302" y="10431"/>
                    <a:pt x="186960" y="0"/>
                    <a:pt x="2157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24" name="Google Shape;1724;p56"/>
            <p:cNvSpPr/>
            <p:nvPr/>
          </p:nvSpPr>
          <p:spPr>
            <a:xfrm>
              <a:off x="9423088" y="4945790"/>
              <a:ext cx="11321100" cy="1627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25" name="Google Shape;1725;p56"/>
            <p:cNvSpPr/>
            <p:nvPr/>
          </p:nvSpPr>
          <p:spPr>
            <a:xfrm>
              <a:off x="9234245" y="4840377"/>
              <a:ext cx="2971800" cy="1838741"/>
            </a:xfrm>
            <a:custGeom>
              <a:rect b="b" l="l" r="r" t="t"/>
              <a:pathLst>
                <a:path extrusionOk="0" h="1838741" w="2971800">
                  <a:moveTo>
                    <a:pt x="2117035" y="1"/>
                  </a:moveTo>
                  <a:lnTo>
                    <a:pt x="2971800" y="1838741"/>
                  </a:lnTo>
                  <a:lnTo>
                    <a:pt x="2117035" y="1838741"/>
                  </a:lnTo>
                  <a:close/>
                  <a:moveTo>
                    <a:pt x="919370" y="0"/>
                  </a:moveTo>
                  <a:cubicBezTo>
                    <a:pt x="1318591" y="0"/>
                    <a:pt x="1717813" y="2"/>
                    <a:pt x="2117034" y="2"/>
                  </a:cubicBezTo>
                  <a:lnTo>
                    <a:pt x="2117034" y="1838741"/>
                  </a:lnTo>
                  <a:lnTo>
                    <a:pt x="919370" y="1838741"/>
                  </a:lnTo>
                  <a:cubicBezTo>
                    <a:pt x="411616" y="1838741"/>
                    <a:pt x="0" y="1427125"/>
                    <a:pt x="0" y="919371"/>
                  </a:cubicBezTo>
                  <a:cubicBezTo>
                    <a:pt x="0" y="411617"/>
                    <a:pt x="411616" y="0"/>
                    <a:pt x="919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26" name="Google Shape;1726;p56"/>
            <p:cNvSpPr/>
            <p:nvPr/>
          </p:nvSpPr>
          <p:spPr>
            <a:xfrm>
              <a:off x="19236430" y="5083357"/>
              <a:ext cx="1352700" cy="1352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27" name="Google Shape;1727;p56"/>
            <p:cNvSpPr txBox="1"/>
            <p:nvPr/>
          </p:nvSpPr>
          <p:spPr>
            <a:xfrm>
              <a:off x="12284156" y="5288077"/>
              <a:ext cx="6768300" cy="9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50"/>
                <a:buFont typeface="Arial"/>
                <a:buNone/>
              </a:pPr>
              <a:r>
                <a:rPr lang="en-IN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28" name="Google Shape;1728;p56"/>
            <p:cNvSpPr txBox="1"/>
            <p:nvPr/>
          </p:nvSpPr>
          <p:spPr>
            <a:xfrm>
              <a:off x="9826694" y="5274004"/>
              <a:ext cx="1181400" cy="9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02</a:t>
              </a:r>
              <a:endParaRPr/>
            </a:p>
          </p:txBody>
        </p:sp>
        <p:sp>
          <p:nvSpPr>
            <p:cNvPr id="1729" name="Google Shape;1729;p56"/>
            <p:cNvSpPr/>
            <p:nvPr/>
          </p:nvSpPr>
          <p:spPr>
            <a:xfrm>
              <a:off x="19543877" y="5383452"/>
              <a:ext cx="741325" cy="748092"/>
            </a:xfrm>
            <a:custGeom>
              <a:rect b="b" l="l" r="r" t="t"/>
              <a:pathLst>
                <a:path extrusionOk="0" h="877527" w="869590">
                  <a:moveTo>
                    <a:pt x="73456" y="117475"/>
                  </a:moveTo>
                  <a:lnTo>
                    <a:pt x="96861" y="127192"/>
                  </a:lnTo>
                  <a:cubicBezTo>
                    <a:pt x="155554" y="150224"/>
                    <a:pt x="216407" y="167138"/>
                    <a:pt x="277980" y="176854"/>
                  </a:cubicBezTo>
                  <a:lnTo>
                    <a:pt x="277980" y="327281"/>
                  </a:lnTo>
                  <a:lnTo>
                    <a:pt x="352877" y="327281"/>
                  </a:lnTo>
                  <a:lnTo>
                    <a:pt x="352877" y="185491"/>
                  </a:lnTo>
                  <a:cubicBezTo>
                    <a:pt x="375202" y="187291"/>
                    <a:pt x="397887" y="188010"/>
                    <a:pt x="420212" y="188010"/>
                  </a:cubicBezTo>
                  <a:cubicBezTo>
                    <a:pt x="451899" y="188010"/>
                    <a:pt x="483946" y="186211"/>
                    <a:pt x="515993" y="182972"/>
                  </a:cubicBezTo>
                  <a:lnTo>
                    <a:pt x="515993" y="327281"/>
                  </a:lnTo>
                  <a:lnTo>
                    <a:pt x="591609" y="327281"/>
                  </a:lnTo>
                  <a:lnTo>
                    <a:pt x="591609" y="172536"/>
                  </a:lnTo>
                  <a:cubicBezTo>
                    <a:pt x="650662" y="162459"/>
                    <a:pt x="711516" y="146985"/>
                    <a:pt x="773449" y="126472"/>
                  </a:cubicBezTo>
                  <a:lnTo>
                    <a:pt x="796134" y="118915"/>
                  </a:lnTo>
                  <a:lnTo>
                    <a:pt x="798655" y="143026"/>
                  </a:lnTo>
                  <a:lnTo>
                    <a:pt x="867790" y="856295"/>
                  </a:lnTo>
                  <a:lnTo>
                    <a:pt x="869590" y="877527"/>
                  </a:lnTo>
                  <a:lnTo>
                    <a:pt x="848346" y="877527"/>
                  </a:lnTo>
                  <a:lnTo>
                    <a:pt x="20884" y="877527"/>
                  </a:lnTo>
                  <a:lnTo>
                    <a:pt x="0" y="877527"/>
                  </a:lnTo>
                  <a:lnTo>
                    <a:pt x="1800" y="856295"/>
                  </a:lnTo>
                  <a:lnTo>
                    <a:pt x="70575" y="143026"/>
                  </a:lnTo>
                  <a:close/>
                  <a:moveTo>
                    <a:pt x="357837" y="0"/>
                  </a:moveTo>
                  <a:lnTo>
                    <a:pt x="513340" y="0"/>
                  </a:lnTo>
                  <a:cubicBezTo>
                    <a:pt x="529937" y="0"/>
                    <a:pt x="545451" y="6839"/>
                    <a:pt x="556275" y="17998"/>
                  </a:cubicBezTo>
                  <a:cubicBezTo>
                    <a:pt x="567459" y="29157"/>
                    <a:pt x="574314" y="43915"/>
                    <a:pt x="574314" y="60833"/>
                  </a:cubicBezTo>
                  <a:lnTo>
                    <a:pt x="574314" y="309202"/>
                  </a:lnTo>
                  <a:lnTo>
                    <a:pt x="535348" y="309202"/>
                  </a:lnTo>
                  <a:lnTo>
                    <a:pt x="535348" y="60833"/>
                  </a:lnTo>
                  <a:cubicBezTo>
                    <a:pt x="535348" y="54714"/>
                    <a:pt x="533184" y="49314"/>
                    <a:pt x="528854" y="45355"/>
                  </a:cubicBezTo>
                  <a:cubicBezTo>
                    <a:pt x="524885" y="41395"/>
                    <a:pt x="519473" y="38875"/>
                    <a:pt x="513340" y="38875"/>
                  </a:cubicBezTo>
                  <a:lnTo>
                    <a:pt x="357837" y="38875"/>
                  </a:lnTo>
                  <a:cubicBezTo>
                    <a:pt x="351703" y="38875"/>
                    <a:pt x="345931" y="41395"/>
                    <a:pt x="341962" y="45355"/>
                  </a:cubicBezTo>
                  <a:cubicBezTo>
                    <a:pt x="337993" y="49314"/>
                    <a:pt x="335467" y="54714"/>
                    <a:pt x="335467" y="60833"/>
                  </a:cubicBezTo>
                  <a:lnTo>
                    <a:pt x="335467" y="309202"/>
                  </a:lnTo>
                  <a:lnTo>
                    <a:pt x="296862" y="309202"/>
                  </a:lnTo>
                  <a:lnTo>
                    <a:pt x="296862" y="60833"/>
                  </a:lnTo>
                  <a:cubicBezTo>
                    <a:pt x="296862" y="43915"/>
                    <a:pt x="303717" y="29157"/>
                    <a:pt x="314902" y="17998"/>
                  </a:cubicBezTo>
                  <a:cubicBezTo>
                    <a:pt x="325726" y="6839"/>
                    <a:pt x="340879" y="0"/>
                    <a:pt x="3578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30" name="Google Shape;1730;p56"/>
            <p:cNvSpPr/>
            <p:nvPr/>
          </p:nvSpPr>
          <p:spPr>
            <a:xfrm>
              <a:off x="3823118" y="11177183"/>
              <a:ext cx="11321100" cy="16278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31" name="Google Shape;1731;p56"/>
            <p:cNvSpPr/>
            <p:nvPr/>
          </p:nvSpPr>
          <p:spPr>
            <a:xfrm>
              <a:off x="3634275" y="11071770"/>
              <a:ext cx="2971800" cy="1838741"/>
            </a:xfrm>
            <a:custGeom>
              <a:rect b="b" l="l" r="r" t="t"/>
              <a:pathLst>
                <a:path extrusionOk="0" h="1838741" w="2971800">
                  <a:moveTo>
                    <a:pt x="2117035" y="1"/>
                  </a:moveTo>
                  <a:lnTo>
                    <a:pt x="2971800" y="1838741"/>
                  </a:lnTo>
                  <a:lnTo>
                    <a:pt x="2117035" y="1838741"/>
                  </a:lnTo>
                  <a:close/>
                  <a:moveTo>
                    <a:pt x="919370" y="0"/>
                  </a:moveTo>
                  <a:cubicBezTo>
                    <a:pt x="1318591" y="0"/>
                    <a:pt x="1717813" y="2"/>
                    <a:pt x="2117034" y="2"/>
                  </a:cubicBezTo>
                  <a:lnTo>
                    <a:pt x="2117034" y="1838741"/>
                  </a:lnTo>
                  <a:lnTo>
                    <a:pt x="919370" y="1838741"/>
                  </a:lnTo>
                  <a:cubicBezTo>
                    <a:pt x="411616" y="1838741"/>
                    <a:pt x="0" y="1427125"/>
                    <a:pt x="0" y="919371"/>
                  </a:cubicBezTo>
                  <a:cubicBezTo>
                    <a:pt x="0" y="411617"/>
                    <a:pt x="411616" y="0"/>
                    <a:pt x="9193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32" name="Google Shape;1732;p56"/>
            <p:cNvSpPr/>
            <p:nvPr/>
          </p:nvSpPr>
          <p:spPr>
            <a:xfrm>
              <a:off x="13636460" y="11314750"/>
              <a:ext cx="1352700" cy="1352700"/>
            </a:xfrm>
            <a:prstGeom prst="ellipse">
              <a:avLst/>
            </a:prstGeom>
            <a:solidFill>
              <a:schemeClr val="lt1"/>
            </a:solidFill>
            <a:ln cap="flat" cmpd="sng" w="3810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33" name="Google Shape;1733;p56"/>
            <p:cNvSpPr txBox="1"/>
            <p:nvPr/>
          </p:nvSpPr>
          <p:spPr>
            <a:xfrm>
              <a:off x="6684186" y="11519472"/>
              <a:ext cx="6768300" cy="94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50"/>
                <a:buFont typeface="Arial"/>
                <a:buNone/>
              </a:pPr>
              <a:r>
                <a:rPr lang="en-IN" sz="105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34" name="Google Shape;1734;p56"/>
            <p:cNvSpPr txBox="1"/>
            <p:nvPr/>
          </p:nvSpPr>
          <p:spPr>
            <a:xfrm>
              <a:off x="4226722" y="11505394"/>
              <a:ext cx="1150800" cy="9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rPr>
                <a:t>05</a:t>
              </a:r>
              <a:endParaRPr/>
            </a:p>
          </p:txBody>
        </p:sp>
        <p:sp>
          <p:nvSpPr>
            <p:cNvPr id="1735" name="Google Shape;1735;p56"/>
            <p:cNvSpPr/>
            <p:nvPr/>
          </p:nvSpPr>
          <p:spPr>
            <a:xfrm>
              <a:off x="13959417" y="11602633"/>
              <a:ext cx="707660" cy="837723"/>
            </a:xfrm>
            <a:custGeom>
              <a:rect b="b" l="l" r="r" t="t"/>
              <a:pathLst>
                <a:path extrusionOk="0" h="877197" w="741005">
                  <a:moveTo>
                    <a:pt x="195872" y="99605"/>
                  </a:moveTo>
                  <a:lnTo>
                    <a:pt x="232618" y="105365"/>
                  </a:lnTo>
                  <a:cubicBezTo>
                    <a:pt x="235500" y="128765"/>
                    <a:pt x="235500" y="153245"/>
                    <a:pt x="234059" y="177365"/>
                  </a:cubicBezTo>
                  <a:cubicBezTo>
                    <a:pt x="231537" y="178445"/>
                    <a:pt x="229376" y="179525"/>
                    <a:pt x="227214" y="180605"/>
                  </a:cubicBezTo>
                  <a:cubicBezTo>
                    <a:pt x="216407" y="186725"/>
                    <a:pt x="209202" y="196445"/>
                    <a:pt x="205959" y="207245"/>
                  </a:cubicBezTo>
                  <a:cubicBezTo>
                    <a:pt x="202717" y="218045"/>
                    <a:pt x="203798" y="230285"/>
                    <a:pt x="209562" y="241084"/>
                  </a:cubicBezTo>
                  <a:cubicBezTo>
                    <a:pt x="215326" y="251524"/>
                    <a:pt x="225053" y="259084"/>
                    <a:pt x="236221" y="261964"/>
                  </a:cubicBezTo>
                  <a:cubicBezTo>
                    <a:pt x="247028" y="265204"/>
                    <a:pt x="258917" y="264124"/>
                    <a:pt x="269724" y="258364"/>
                  </a:cubicBezTo>
                  <a:cubicBezTo>
                    <a:pt x="280532" y="252604"/>
                    <a:pt x="287737" y="242524"/>
                    <a:pt x="290979" y="231725"/>
                  </a:cubicBezTo>
                  <a:cubicBezTo>
                    <a:pt x="294221" y="220925"/>
                    <a:pt x="293141" y="209045"/>
                    <a:pt x="287016" y="198245"/>
                  </a:cubicBezTo>
                  <a:cubicBezTo>
                    <a:pt x="284134" y="192125"/>
                    <a:pt x="279451" y="187085"/>
                    <a:pt x="274047" y="183125"/>
                  </a:cubicBezTo>
                  <a:cubicBezTo>
                    <a:pt x="275849" y="159365"/>
                    <a:pt x="275849" y="134885"/>
                    <a:pt x="274047" y="111485"/>
                  </a:cubicBezTo>
                  <a:lnTo>
                    <a:pt x="444087" y="137405"/>
                  </a:lnTo>
                  <a:cubicBezTo>
                    <a:pt x="449491" y="138485"/>
                    <a:pt x="454174" y="141725"/>
                    <a:pt x="456696" y="146405"/>
                  </a:cubicBezTo>
                  <a:lnTo>
                    <a:pt x="738775" y="658323"/>
                  </a:lnTo>
                  <a:cubicBezTo>
                    <a:pt x="743458" y="666963"/>
                    <a:pt x="740576" y="677403"/>
                    <a:pt x="731930" y="682443"/>
                  </a:cubicBezTo>
                  <a:lnTo>
                    <a:pt x="381403" y="875042"/>
                  </a:lnTo>
                  <a:cubicBezTo>
                    <a:pt x="372757" y="879722"/>
                    <a:pt x="361949" y="876482"/>
                    <a:pt x="357626" y="868202"/>
                  </a:cubicBezTo>
                  <a:lnTo>
                    <a:pt x="75187" y="356284"/>
                  </a:lnTo>
                  <a:cubicBezTo>
                    <a:pt x="72305" y="350884"/>
                    <a:pt x="72305" y="344404"/>
                    <a:pt x="75187" y="339364"/>
                  </a:cubicBezTo>
                  <a:lnTo>
                    <a:pt x="175698" y="109685"/>
                  </a:lnTo>
                  <a:cubicBezTo>
                    <a:pt x="173176" y="106445"/>
                    <a:pt x="187226" y="97445"/>
                    <a:pt x="195872" y="99605"/>
                  </a:cubicBezTo>
                  <a:close/>
                  <a:moveTo>
                    <a:pt x="118527" y="17435"/>
                  </a:moveTo>
                  <a:cubicBezTo>
                    <a:pt x="109561" y="17796"/>
                    <a:pt x="100237" y="24295"/>
                    <a:pt x="93064" y="35489"/>
                  </a:cubicBezTo>
                  <a:cubicBezTo>
                    <a:pt x="81229" y="54175"/>
                    <a:pt x="75244" y="85250"/>
                    <a:pt x="81918" y="126125"/>
                  </a:cubicBezTo>
                  <a:lnTo>
                    <a:pt x="86845" y="145595"/>
                  </a:lnTo>
                  <a:lnTo>
                    <a:pt x="102539" y="109685"/>
                  </a:lnTo>
                  <a:lnTo>
                    <a:pt x="118370" y="116525"/>
                  </a:lnTo>
                  <a:lnTo>
                    <a:pt x="102539" y="109325"/>
                  </a:lnTo>
                  <a:cubicBezTo>
                    <a:pt x="105777" y="101765"/>
                    <a:pt x="114412" y="97445"/>
                    <a:pt x="122328" y="99605"/>
                  </a:cubicBezTo>
                  <a:lnTo>
                    <a:pt x="135677" y="101533"/>
                  </a:lnTo>
                  <a:lnTo>
                    <a:pt x="139232" y="58059"/>
                  </a:lnTo>
                  <a:lnTo>
                    <a:pt x="149972" y="31714"/>
                  </a:lnTo>
                  <a:lnTo>
                    <a:pt x="146860" y="34045"/>
                  </a:lnTo>
                  <a:cubicBezTo>
                    <a:pt x="138252" y="22129"/>
                    <a:pt x="127852" y="17074"/>
                    <a:pt x="118527" y="17435"/>
                  </a:cubicBezTo>
                  <a:close/>
                  <a:moveTo>
                    <a:pt x="192034" y="101"/>
                  </a:moveTo>
                  <a:cubicBezTo>
                    <a:pt x="207210" y="-980"/>
                    <a:pt x="222748" y="6586"/>
                    <a:pt x="235396" y="23518"/>
                  </a:cubicBezTo>
                  <a:cubicBezTo>
                    <a:pt x="253553" y="47566"/>
                    <a:pt x="266833" y="91676"/>
                    <a:pt x="264868" y="159952"/>
                  </a:cubicBezTo>
                  <a:lnTo>
                    <a:pt x="260580" y="204088"/>
                  </a:lnTo>
                  <a:lnTo>
                    <a:pt x="268426" y="207293"/>
                  </a:lnTo>
                  <a:cubicBezTo>
                    <a:pt x="272582" y="211417"/>
                    <a:pt x="275140" y="217126"/>
                    <a:pt x="275140" y="223470"/>
                  </a:cubicBezTo>
                  <a:cubicBezTo>
                    <a:pt x="275140" y="236157"/>
                    <a:pt x="264909" y="246308"/>
                    <a:pt x="252121" y="246308"/>
                  </a:cubicBezTo>
                  <a:cubicBezTo>
                    <a:pt x="239699" y="246308"/>
                    <a:pt x="229468" y="236157"/>
                    <a:pt x="229468" y="223470"/>
                  </a:cubicBezTo>
                  <a:cubicBezTo>
                    <a:pt x="229468" y="217126"/>
                    <a:pt x="232026" y="211417"/>
                    <a:pt x="236136" y="207293"/>
                  </a:cubicBezTo>
                  <a:lnTo>
                    <a:pt x="242985" y="204439"/>
                  </a:lnTo>
                  <a:lnTo>
                    <a:pt x="247218" y="161281"/>
                  </a:lnTo>
                  <a:cubicBezTo>
                    <a:pt x="249353" y="96652"/>
                    <a:pt x="237564" y="55582"/>
                    <a:pt x="221303" y="33966"/>
                  </a:cubicBezTo>
                  <a:cubicBezTo>
                    <a:pt x="212269" y="22077"/>
                    <a:pt x="202513" y="17033"/>
                    <a:pt x="193118" y="17394"/>
                  </a:cubicBezTo>
                  <a:cubicBezTo>
                    <a:pt x="183361" y="17754"/>
                    <a:pt x="174328" y="24239"/>
                    <a:pt x="167101" y="35407"/>
                  </a:cubicBezTo>
                  <a:cubicBezTo>
                    <a:pt x="162223" y="42972"/>
                    <a:pt x="158338" y="52700"/>
                    <a:pt x="155899" y="64318"/>
                  </a:cubicBezTo>
                  <a:lnTo>
                    <a:pt x="153400" y="104092"/>
                  </a:lnTo>
                  <a:lnTo>
                    <a:pt x="157227" y="104645"/>
                  </a:lnTo>
                  <a:cubicBezTo>
                    <a:pt x="157227" y="105365"/>
                    <a:pt x="157227" y="105725"/>
                    <a:pt x="157227" y="105725"/>
                  </a:cubicBezTo>
                  <a:lnTo>
                    <a:pt x="58645" y="332164"/>
                  </a:lnTo>
                  <a:cubicBezTo>
                    <a:pt x="53968" y="342604"/>
                    <a:pt x="53608" y="354844"/>
                    <a:pt x="59365" y="365284"/>
                  </a:cubicBezTo>
                  <a:lnTo>
                    <a:pt x="333883" y="864242"/>
                  </a:lnTo>
                  <a:cubicBezTo>
                    <a:pt x="331725" y="869642"/>
                    <a:pt x="315174" y="871082"/>
                    <a:pt x="307619" y="875042"/>
                  </a:cubicBezTo>
                  <a:cubicBezTo>
                    <a:pt x="299344" y="879722"/>
                    <a:pt x="288550" y="876482"/>
                    <a:pt x="283873" y="868202"/>
                  </a:cubicBezTo>
                  <a:lnTo>
                    <a:pt x="2158" y="356284"/>
                  </a:lnTo>
                  <a:cubicBezTo>
                    <a:pt x="-720" y="350884"/>
                    <a:pt x="-720" y="344404"/>
                    <a:pt x="2158" y="339364"/>
                  </a:cubicBezTo>
                  <a:lnTo>
                    <a:pt x="75531" y="171482"/>
                  </a:lnTo>
                  <a:lnTo>
                    <a:pt x="64440" y="127502"/>
                  </a:lnTo>
                  <a:cubicBezTo>
                    <a:pt x="57379" y="82632"/>
                    <a:pt x="64642" y="47766"/>
                    <a:pt x="78360" y="26101"/>
                  </a:cubicBezTo>
                  <a:cubicBezTo>
                    <a:pt x="88760" y="9852"/>
                    <a:pt x="102747" y="825"/>
                    <a:pt x="117810" y="103"/>
                  </a:cubicBezTo>
                  <a:cubicBezTo>
                    <a:pt x="125341" y="-438"/>
                    <a:pt x="132962" y="1186"/>
                    <a:pt x="140270" y="5068"/>
                  </a:cubicBezTo>
                  <a:lnTo>
                    <a:pt x="157536" y="20596"/>
                  </a:lnTo>
                  <a:lnTo>
                    <a:pt x="170398" y="7261"/>
                  </a:lnTo>
                  <a:cubicBezTo>
                    <a:pt x="177128" y="2893"/>
                    <a:pt x="184446" y="461"/>
                    <a:pt x="192034" y="1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" name="Google Shape;1740;p57"/>
          <p:cNvGrpSpPr/>
          <p:nvPr/>
        </p:nvGrpSpPr>
        <p:grpSpPr>
          <a:xfrm>
            <a:off x="624819" y="1915290"/>
            <a:ext cx="10931469" cy="2866170"/>
            <a:chOff x="638869" y="1341478"/>
            <a:chExt cx="7868329" cy="2063032"/>
          </a:xfrm>
        </p:grpSpPr>
        <p:sp>
          <p:nvSpPr>
            <p:cNvPr id="1741" name="Google Shape;1741;p57"/>
            <p:cNvSpPr/>
            <p:nvPr/>
          </p:nvSpPr>
          <p:spPr>
            <a:xfrm>
              <a:off x="638869" y="1341478"/>
              <a:ext cx="3868351" cy="2063032"/>
            </a:xfrm>
            <a:custGeom>
              <a:rect b="b" l="l" r="r" t="t"/>
              <a:pathLst>
                <a:path extrusionOk="0" h="4080" w="7645">
                  <a:moveTo>
                    <a:pt x="7607" y="977"/>
                  </a:moveTo>
                  <a:lnTo>
                    <a:pt x="7607" y="977"/>
                  </a:lnTo>
                  <a:cubicBezTo>
                    <a:pt x="7428" y="685"/>
                    <a:pt x="7176" y="440"/>
                    <a:pt x="6878" y="269"/>
                  </a:cubicBezTo>
                  <a:lnTo>
                    <a:pt x="6878" y="269"/>
                  </a:lnTo>
                  <a:cubicBezTo>
                    <a:pt x="6572" y="93"/>
                    <a:pt x="6221" y="0"/>
                    <a:pt x="5865" y="0"/>
                  </a:cubicBezTo>
                  <a:lnTo>
                    <a:pt x="5865" y="0"/>
                  </a:lnTo>
                  <a:cubicBezTo>
                    <a:pt x="4741" y="0"/>
                    <a:pt x="3825" y="915"/>
                    <a:pt x="3825" y="2039"/>
                  </a:cubicBezTo>
                  <a:lnTo>
                    <a:pt x="3825" y="2039"/>
                  </a:lnTo>
                  <a:cubicBezTo>
                    <a:pt x="3825" y="3024"/>
                    <a:pt x="3025" y="3825"/>
                    <a:pt x="2040" y="3825"/>
                  </a:cubicBezTo>
                  <a:lnTo>
                    <a:pt x="2040" y="3825"/>
                  </a:lnTo>
                  <a:cubicBezTo>
                    <a:pt x="1056" y="3825"/>
                    <a:pt x="255" y="3024"/>
                    <a:pt x="255" y="2039"/>
                  </a:cubicBezTo>
                  <a:lnTo>
                    <a:pt x="255" y="2039"/>
                  </a:lnTo>
                  <a:cubicBezTo>
                    <a:pt x="255" y="1055"/>
                    <a:pt x="1056" y="255"/>
                    <a:pt x="2040" y="255"/>
                  </a:cubicBezTo>
                  <a:lnTo>
                    <a:pt x="2040" y="255"/>
                  </a:lnTo>
                  <a:cubicBezTo>
                    <a:pt x="2352" y="255"/>
                    <a:pt x="2658" y="336"/>
                    <a:pt x="2927" y="490"/>
                  </a:cubicBezTo>
                  <a:lnTo>
                    <a:pt x="2927" y="490"/>
                  </a:lnTo>
                  <a:cubicBezTo>
                    <a:pt x="3187" y="639"/>
                    <a:pt x="3407" y="854"/>
                    <a:pt x="3564" y="1109"/>
                  </a:cubicBezTo>
                  <a:lnTo>
                    <a:pt x="3564" y="1109"/>
                  </a:lnTo>
                  <a:cubicBezTo>
                    <a:pt x="3601" y="1169"/>
                    <a:pt x="3679" y="1188"/>
                    <a:pt x="3739" y="1152"/>
                  </a:cubicBezTo>
                  <a:lnTo>
                    <a:pt x="3739" y="1152"/>
                  </a:lnTo>
                  <a:cubicBezTo>
                    <a:pt x="3799" y="1115"/>
                    <a:pt x="3818" y="1037"/>
                    <a:pt x="3782" y="977"/>
                  </a:cubicBezTo>
                  <a:lnTo>
                    <a:pt x="3782" y="977"/>
                  </a:lnTo>
                  <a:cubicBezTo>
                    <a:pt x="3603" y="685"/>
                    <a:pt x="3351" y="440"/>
                    <a:pt x="3053" y="269"/>
                  </a:cubicBezTo>
                  <a:lnTo>
                    <a:pt x="3053" y="269"/>
                  </a:lnTo>
                  <a:cubicBezTo>
                    <a:pt x="2746" y="93"/>
                    <a:pt x="2396" y="0"/>
                    <a:pt x="2040" y="0"/>
                  </a:cubicBezTo>
                  <a:lnTo>
                    <a:pt x="2040" y="0"/>
                  </a:lnTo>
                  <a:cubicBezTo>
                    <a:pt x="915" y="0"/>
                    <a:pt x="0" y="915"/>
                    <a:pt x="0" y="2039"/>
                  </a:cubicBezTo>
                  <a:lnTo>
                    <a:pt x="0" y="2039"/>
                  </a:lnTo>
                  <a:cubicBezTo>
                    <a:pt x="0" y="3164"/>
                    <a:pt x="915" y="4079"/>
                    <a:pt x="2040" y="4079"/>
                  </a:cubicBezTo>
                  <a:lnTo>
                    <a:pt x="2040" y="4079"/>
                  </a:lnTo>
                  <a:cubicBezTo>
                    <a:pt x="3165" y="4079"/>
                    <a:pt x="4080" y="3164"/>
                    <a:pt x="4080" y="2039"/>
                  </a:cubicBezTo>
                  <a:lnTo>
                    <a:pt x="4080" y="2039"/>
                  </a:lnTo>
                  <a:cubicBezTo>
                    <a:pt x="4080" y="1055"/>
                    <a:pt x="4881" y="255"/>
                    <a:pt x="5865" y="255"/>
                  </a:cubicBezTo>
                  <a:lnTo>
                    <a:pt x="5865" y="255"/>
                  </a:lnTo>
                  <a:cubicBezTo>
                    <a:pt x="6177" y="255"/>
                    <a:pt x="6483" y="336"/>
                    <a:pt x="6751" y="490"/>
                  </a:cubicBezTo>
                  <a:lnTo>
                    <a:pt x="6751" y="490"/>
                  </a:lnTo>
                  <a:cubicBezTo>
                    <a:pt x="7012" y="639"/>
                    <a:pt x="7233" y="854"/>
                    <a:pt x="7389" y="1109"/>
                  </a:cubicBezTo>
                  <a:lnTo>
                    <a:pt x="7389" y="1109"/>
                  </a:lnTo>
                  <a:cubicBezTo>
                    <a:pt x="7426" y="1169"/>
                    <a:pt x="7505" y="1188"/>
                    <a:pt x="7565" y="1152"/>
                  </a:cubicBezTo>
                  <a:lnTo>
                    <a:pt x="7565" y="1152"/>
                  </a:lnTo>
                  <a:cubicBezTo>
                    <a:pt x="7625" y="1115"/>
                    <a:pt x="7644" y="1037"/>
                    <a:pt x="7607" y="977"/>
                  </a:cubicBezTo>
                </a:path>
              </a:pathLst>
            </a:custGeom>
            <a:gradFill>
              <a:gsLst>
                <a:gs pos="0">
                  <a:schemeClr val="accent2"/>
                </a:gs>
                <a:gs pos="23000">
                  <a:schemeClr val="accent2"/>
                </a:gs>
                <a:gs pos="84000">
                  <a:schemeClr val="l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42" name="Google Shape;1742;p57"/>
            <p:cNvSpPr/>
            <p:nvPr/>
          </p:nvSpPr>
          <p:spPr>
            <a:xfrm>
              <a:off x="2706898" y="1341478"/>
              <a:ext cx="3736736" cy="2063032"/>
            </a:xfrm>
            <a:custGeom>
              <a:rect b="b" l="l" r="r" t="t"/>
              <a:pathLst>
                <a:path extrusionOk="0" h="4080" w="7385">
                  <a:moveTo>
                    <a:pt x="1781" y="4079"/>
                  </a:moveTo>
                  <a:lnTo>
                    <a:pt x="1781" y="4079"/>
                  </a:lnTo>
                  <a:cubicBezTo>
                    <a:pt x="1425" y="4079"/>
                    <a:pt x="1074" y="3985"/>
                    <a:pt x="766" y="3809"/>
                  </a:cubicBezTo>
                  <a:lnTo>
                    <a:pt x="766" y="3809"/>
                  </a:lnTo>
                  <a:cubicBezTo>
                    <a:pt x="468" y="3637"/>
                    <a:pt x="216" y="3391"/>
                    <a:pt x="36" y="3097"/>
                  </a:cubicBezTo>
                  <a:lnTo>
                    <a:pt x="36" y="3097"/>
                  </a:lnTo>
                  <a:cubicBezTo>
                    <a:pt x="0" y="3037"/>
                    <a:pt x="19" y="2959"/>
                    <a:pt x="79" y="2922"/>
                  </a:cubicBezTo>
                  <a:lnTo>
                    <a:pt x="79" y="2922"/>
                  </a:lnTo>
                  <a:cubicBezTo>
                    <a:pt x="140" y="2885"/>
                    <a:pt x="218" y="2905"/>
                    <a:pt x="255" y="2965"/>
                  </a:cubicBezTo>
                  <a:lnTo>
                    <a:pt x="255" y="2965"/>
                  </a:lnTo>
                  <a:cubicBezTo>
                    <a:pt x="411" y="3222"/>
                    <a:pt x="632" y="3438"/>
                    <a:pt x="893" y="3588"/>
                  </a:cubicBezTo>
                  <a:lnTo>
                    <a:pt x="893" y="3588"/>
                  </a:lnTo>
                  <a:cubicBezTo>
                    <a:pt x="1162" y="3743"/>
                    <a:pt x="1469" y="3825"/>
                    <a:pt x="1781" y="3825"/>
                  </a:cubicBezTo>
                  <a:lnTo>
                    <a:pt x="1781" y="3825"/>
                  </a:lnTo>
                  <a:cubicBezTo>
                    <a:pt x="2766" y="3825"/>
                    <a:pt x="3567" y="3024"/>
                    <a:pt x="3567" y="2039"/>
                  </a:cubicBezTo>
                  <a:lnTo>
                    <a:pt x="3567" y="2039"/>
                  </a:lnTo>
                  <a:cubicBezTo>
                    <a:pt x="3567" y="915"/>
                    <a:pt x="4480" y="0"/>
                    <a:pt x="5606" y="0"/>
                  </a:cubicBezTo>
                  <a:lnTo>
                    <a:pt x="5606" y="0"/>
                  </a:lnTo>
                  <a:cubicBezTo>
                    <a:pt x="5961" y="0"/>
                    <a:pt x="6311" y="93"/>
                    <a:pt x="6618" y="269"/>
                  </a:cubicBezTo>
                  <a:lnTo>
                    <a:pt x="6618" y="269"/>
                  </a:lnTo>
                  <a:cubicBezTo>
                    <a:pt x="6916" y="440"/>
                    <a:pt x="7168" y="685"/>
                    <a:pt x="7347" y="977"/>
                  </a:cubicBezTo>
                  <a:lnTo>
                    <a:pt x="7347" y="977"/>
                  </a:lnTo>
                  <a:cubicBezTo>
                    <a:pt x="7384" y="1037"/>
                    <a:pt x="7365" y="1115"/>
                    <a:pt x="7305" y="1152"/>
                  </a:cubicBezTo>
                  <a:lnTo>
                    <a:pt x="7305" y="1152"/>
                  </a:lnTo>
                  <a:cubicBezTo>
                    <a:pt x="7245" y="1188"/>
                    <a:pt x="7166" y="1169"/>
                    <a:pt x="7130" y="1109"/>
                  </a:cubicBezTo>
                  <a:lnTo>
                    <a:pt x="7130" y="1109"/>
                  </a:lnTo>
                  <a:cubicBezTo>
                    <a:pt x="6973" y="854"/>
                    <a:pt x="6752" y="639"/>
                    <a:pt x="6492" y="490"/>
                  </a:cubicBezTo>
                  <a:lnTo>
                    <a:pt x="6492" y="490"/>
                  </a:lnTo>
                  <a:cubicBezTo>
                    <a:pt x="6223" y="336"/>
                    <a:pt x="5917" y="255"/>
                    <a:pt x="5606" y="255"/>
                  </a:cubicBezTo>
                  <a:lnTo>
                    <a:pt x="5606" y="255"/>
                  </a:lnTo>
                  <a:cubicBezTo>
                    <a:pt x="4621" y="255"/>
                    <a:pt x="3820" y="1055"/>
                    <a:pt x="3820" y="2039"/>
                  </a:cubicBezTo>
                  <a:lnTo>
                    <a:pt x="3820" y="2039"/>
                  </a:lnTo>
                  <a:cubicBezTo>
                    <a:pt x="3820" y="3164"/>
                    <a:pt x="2906" y="4079"/>
                    <a:pt x="1781" y="4079"/>
                  </a:cubicBezTo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43" name="Google Shape;1743;p57"/>
            <p:cNvSpPr/>
            <p:nvPr/>
          </p:nvSpPr>
          <p:spPr>
            <a:xfrm>
              <a:off x="4641073" y="1341478"/>
              <a:ext cx="3866125" cy="2063032"/>
            </a:xfrm>
            <a:custGeom>
              <a:rect b="b" l="l" r="r" t="t"/>
              <a:pathLst>
                <a:path extrusionOk="0" h="4080" w="7644">
                  <a:moveTo>
                    <a:pt x="5603" y="4079"/>
                  </a:moveTo>
                  <a:lnTo>
                    <a:pt x="5603" y="4079"/>
                  </a:lnTo>
                  <a:cubicBezTo>
                    <a:pt x="5248" y="4079"/>
                    <a:pt x="4897" y="3986"/>
                    <a:pt x="4590" y="3810"/>
                  </a:cubicBezTo>
                  <a:lnTo>
                    <a:pt x="4590" y="3810"/>
                  </a:lnTo>
                  <a:cubicBezTo>
                    <a:pt x="4293" y="3639"/>
                    <a:pt x="4041" y="3395"/>
                    <a:pt x="3861" y="3102"/>
                  </a:cubicBezTo>
                  <a:lnTo>
                    <a:pt x="3861" y="3102"/>
                  </a:lnTo>
                  <a:cubicBezTo>
                    <a:pt x="3825" y="3042"/>
                    <a:pt x="3844" y="2963"/>
                    <a:pt x="3904" y="2927"/>
                  </a:cubicBezTo>
                  <a:lnTo>
                    <a:pt x="3904" y="2927"/>
                  </a:lnTo>
                  <a:cubicBezTo>
                    <a:pt x="3964" y="2890"/>
                    <a:pt x="4042" y="2909"/>
                    <a:pt x="4079" y="2969"/>
                  </a:cubicBezTo>
                  <a:lnTo>
                    <a:pt x="4079" y="2969"/>
                  </a:lnTo>
                  <a:cubicBezTo>
                    <a:pt x="4236" y="3225"/>
                    <a:pt x="4456" y="3440"/>
                    <a:pt x="4717" y="3589"/>
                  </a:cubicBezTo>
                  <a:lnTo>
                    <a:pt x="4717" y="3589"/>
                  </a:lnTo>
                  <a:cubicBezTo>
                    <a:pt x="4985" y="3743"/>
                    <a:pt x="5292" y="3825"/>
                    <a:pt x="5603" y="3825"/>
                  </a:cubicBezTo>
                  <a:lnTo>
                    <a:pt x="5603" y="3825"/>
                  </a:lnTo>
                  <a:cubicBezTo>
                    <a:pt x="6588" y="3825"/>
                    <a:pt x="7388" y="3024"/>
                    <a:pt x="7388" y="2039"/>
                  </a:cubicBezTo>
                  <a:lnTo>
                    <a:pt x="7388" y="2039"/>
                  </a:lnTo>
                  <a:cubicBezTo>
                    <a:pt x="7388" y="1055"/>
                    <a:pt x="6588" y="255"/>
                    <a:pt x="5603" y="255"/>
                  </a:cubicBezTo>
                  <a:lnTo>
                    <a:pt x="5603" y="255"/>
                  </a:lnTo>
                  <a:cubicBezTo>
                    <a:pt x="4619" y="255"/>
                    <a:pt x="3818" y="1055"/>
                    <a:pt x="3818" y="2039"/>
                  </a:cubicBezTo>
                  <a:lnTo>
                    <a:pt x="3818" y="2039"/>
                  </a:lnTo>
                  <a:cubicBezTo>
                    <a:pt x="3818" y="3164"/>
                    <a:pt x="2903" y="4079"/>
                    <a:pt x="1778" y="4079"/>
                  </a:cubicBezTo>
                  <a:lnTo>
                    <a:pt x="1778" y="4079"/>
                  </a:lnTo>
                  <a:cubicBezTo>
                    <a:pt x="1422" y="4079"/>
                    <a:pt x="1072" y="3986"/>
                    <a:pt x="765" y="3810"/>
                  </a:cubicBezTo>
                  <a:lnTo>
                    <a:pt x="765" y="3810"/>
                  </a:lnTo>
                  <a:cubicBezTo>
                    <a:pt x="467" y="3639"/>
                    <a:pt x="215" y="3395"/>
                    <a:pt x="37" y="3102"/>
                  </a:cubicBezTo>
                  <a:lnTo>
                    <a:pt x="37" y="3102"/>
                  </a:lnTo>
                  <a:cubicBezTo>
                    <a:pt x="0" y="3042"/>
                    <a:pt x="19" y="2963"/>
                    <a:pt x="79" y="2927"/>
                  </a:cubicBezTo>
                  <a:lnTo>
                    <a:pt x="79" y="2927"/>
                  </a:lnTo>
                  <a:cubicBezTo>
                    <a:pt x="139" y="2890"/>
                    <a:pt x="217" y="2909"/>
                    <a:pt x="254" y="2969"/>
                  </a:cubicBezTo>
                  <a:lnTo>
                    <a:pt x="254" y="2969"/>
                  </a:lnTo>
                  <a:cubicBezTo>
                    <a:pt x="410" y="3225"/>
                    <a:pt x="631" y="3440"/>
                    <a:pt x="892" y="3589"/>
                  </a:cubicBezTo>
                  <a:lnTo>
                    <a:pt x="892" y="3589"/>
                  </a:lnTo>
                  <a:cubicBezTo>
                    <a:pt x="1160" y="3743"/>
                    <a:pt x="1467" y="3825"/>
                    <a:pt x="1778" y="3825"/>
                  </a:cubicBezTo>
                  <a:lnTo>
                    <a:pt x="1778" y="3825"/>
                  </a:lnTo>
                  <a:cubicBezTo>
                    <a:pt x="2762" y="3825"/>
                    <a:pt x="3564" y="3024"/>
                    <a:pt x="3564" y="2039"/>
                  </a:cubicBezTo>
                  <a:lnTo>
                    <a:pt x="3564" y="2039"/>
                  </a:lnTo>
                  <a:cubicBezTo>
                    <a:pt x="3564" y="915"/>
                    <a:pt x="4478" y="0"/>
                    <a:pt x="5603" y="0"/>
                  </a:cubicBezTo>
                  <a:lnTo>
                    <a:pt x="5603" y="0"/>
                  </a:lnTo>
                  <a:cubicBezTo>
                    <a:pt x="6728" y="0"/>
                    <a:pt x="7643" y="915"/>
                    <a:pt x="7643" y="2039"/>
                  </a:cubicBezTo>
                  <a:lnTo>
                    <a:pt x="7643" y="2039"/>
                  </a:lnTo>
                  <a:cubicBezTo>
                    <a:pt x="7643" y="3164"/>
                    <a:pt x="6728" y="4079"/>
                    <a:pt x="5603" y="4079"/>
                  </a:cubicBezTo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17150" lIns="34300" spcFirstLastPara="1" rIns="34300" wrap="square" tIns="17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744" name="Google Shape;1744;p57"/>
          <p:cNvGrpSpPr/>
          <p:nvPr/>
        </p:nvGrpSpPr>
        <p:grpSpPr>
          <a:xfrm>
            <a:off x="3282489" y="5176266"/>
            <a:ext cx="2929617" cy="875676"/>
            <a:chOff x="2460800" y="6774800"/>
            <a:chExt cx="2108700" cy="630300"/>
          </a:xfrm>
        </p:grpSpPr>
        <p:sp>
          <p:nvSpPr>
            <p:cNvPr id="1745" name="Google Shape;1745;p57"/>
            <p:cNvSpPr txBox="1"/>
            <p:nvPr/>
          </p:nvSpPr>
          <p:spPr>
            <a:xfrm>
              <a:off x="2600695" y="7006400"/>
              <a:ext cx="18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46" name="Google Shape;1746;p57"/>
            <p:cNvSpPr txBox="1"/>
            <p:nvPr/>
          </p:nvSpPr>
          <p:spPr>
            <a:xfrm>
              <a:off x="2460800" y="6774800"/>
              <a:ext cx="21087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Interview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747" name="Google Shape;1747;p57"/>
          <p:cNvGrpSpPr/>
          <p:nvPr/>
        </p:nvGrpSpPr>
        <p:grpSpPr>
          <a:xfrm>
            <a:off x="585130" y="5176281"/>
            <a:ext cx="2929617" cy="875676"/>
            <a:chOff x="305500" y="4062600"/>
            <a:chExt cx="2108700" cy="630300"/>
          </a:xfrm>
        </p:grpSpPr>
        <p:sp>
          <p:nvSpPr>
            <p:cNvPr id="1748" name="Google Shape;1748;p57"/>
            <p:cNvSpPr txBox="1"/>
            <p:nvPr/>
          </p:nvSpPr>
          <p:spPr>
            <a:xfrm>
              <a:off x="445395" y="4294200"/>
              <a:ext cx="18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49" name="Google Shape;1749;p57"/>
            <p:cNvSpPr txBox="1"/>
            <p:nvPr/>
          </p:nvSpPr>
          <p:spPr>
            <a:xfrm>
              <a:off x="305500" y="4062600"/>
              <a:ext cx="21087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Sign offer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750" name="Google Shape;1750;p57"/>
          <p:cNvGrpSpPr/>
          <p:nvPr/>
        </p:nvGrpSpPr>
        <p:grpSpPr>
          <a:xfrm>
            <a:off x="8677210" y="5176266"/>
            <a:ext cx="2929617" cy="875676"/>
            <a:chOff x="6730150" y="6774800"/>
            <a:chExt cx="2108700" cy="630300"/>
          </a:xfrm>
        </p:grpSpPr>
        <p:sp>
          <p:nvSpPr>
            <p:cNvPr id="1751" name="Google Shape;1751;p57"/>
            <p:cNvSpPr txBox="1"/>
            <p:nvPr/>
          </p:nvSpPr>
          <p:spPr>
            <a:xfrm>
              <a:off x="6870045" y="7006400"/>
              <a:ext cx="18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52" name="Google Shape;1752;p57"/>
            <p:cNvSpPr txBox="1"/>
            <p:nvPr/>
          </p:nvSpPr>
          <p:spPr>
            <a:xfrm>
              <a:off x="6730150" y="6774800"/>
              <a:ext cx="21087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Submit application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753" name="Google Shape;1753;p57"/>
          <p:cNvGrpSpPr/>
          <p:nvPr/>
        </p:nvGrpSpPr>
        <p:grpSpPr>
          <a:xfrm>
            <a:off x="5979849" y="5176281"/>
            <a:ext cx="2929617" cy="875676"/>
            <a:chOff x="4615600" y="4062600"/>
            <a:chExt cx="2108700" cy="630300"/>
          </a:xfrm>
        </p:grpSpPr>
        <p:sp>
          <p:nvSpPr>
            <p:cNvPr id="1754" name="Google Shape;1754;p57"/>
            <p:cNvSpPr txBox="1"/>
            <p:nvPr/>
          </p:nvSpPr>
          <p:spPr>
            <a:xfrm>
              <a:off x="4755495" y="4294200"/>
              <a:ext cx="1828800" cy="39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2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1755" name="Google Shape;1755;p57"/>
            <p:cNvSpPr txBox="1"/>
            <p:nvPr/>
          </p:nvSpPr>
          <p:spPr>
            <a:xfrm>
              <a:off x="4615600" y="4062600"/>
              <a:ext cx="21087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Written test</a:t>
              </a:r>
              <a:endParaRPr b="1" sz="20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1756" name="Google Shape;1756;p57"/>
          <p:cNvSpPr/>
          <p:nvPr/>
        </p:nvSpPr>
        <p:spPr>
          <a:xfrm>
            <a:off x="1448515" y="2752480"/>
            <a:ext cx="1203000" cy="12030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57" name="Google Shape;1757;p57"/>
          <p:cNvSpPr/>
          <p:nvPr/>
        </p:nvSpPr>
        <p:spPr>
          <a:xfrm>
            <a:off x="4144843" y="2745897"/>
            <a:ext cx="1204800" cy="12048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58" name="Google Shape;1758;p57"/>
          <p:cNvSpPr/>
          <p:nvPr/>
        </p:nvSpPr>
        <p:spPr>
          <a:xfrm>
            <a:off x="6843255" y="2752480"/>
            <a:ext cx="1203000" cy="12030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59" name="Google Shape;1759;p57"/>
          <p:cNvSpPr/>
          <p:nvPr/>
        </p:nvSpPr>
        <p:spPr>
          <a:xfrm>
            <a:off x="9540625" y="2752480"/>
            <a:ext cx="1203000" cy="12030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pSp>
        <p:nvGrpSpPr>
          <p:cNvPr id="1760" name="Google Shape;1760;p57"/>
          <p:cNvGrpSpPr/>
          <p:nvPr/>
        </p:nvGrpSpPr>
        <p:grpSpPr>
          <a:xfrm>
            <a:off x="4503244" y="3104827"/>
            <a:ext cx="488072" cy="485531"/>
            <a:chOff x="685475" y="2318350"/>
            <a:chExt cx="297750" cy="296200"/>
          </a:xfrm>
        </p:grpSpPr>
        <p:sp>
          <p:nvSpPr>
            <p:cNvPr id="1761" name="Google Shape;1761;p57"/>
            <p:cNvSpPr/>
            <p:nvPr/>
          </p:nvSpPr>
          <p:spPr>
            <a:xfrm>
              <a:off x="685475" y="2371925"/>
              <a:ext cx="142600" cy="241975"/>
            </a:xfrm>
            <a:custGeom>
              <a:rect b="b" l="l" r="r" t="t"/>
              <a:pathLst>
                <a:path extrusionOk="0" h="9679" w="5704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62" name="Google Shape;1762;p57"/>
            <p:cNvSpPr/>
            <p:nvPr/>
          </p:nvSpPr>
          <p:spPr>
            <a:xfrm>
              <a:off x="839850" y="2371925"/>
              <a:ext cx="143375" cy="242625"/>
            </a:xfrm>
            <a:custGeom>
              <a:rect b="b" l="l" r="r" t="t"/>
              <a:pathLst>
                <a:path extrusionOk="0" h="9705" w="5735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63" name="Google Shape;1763;p57"/>
            <p:cNvSpPr/>
            <p:nvPr/>
          </p:nvSpPr>
          <p:spPr>
            <a:xfrm>
              <a:off x="772900" y="2318350"/>
              <a:ext cx="122125" cy="105075"/>
            </a:xfrm>
            <a:custGeom>
              <a:rect b="b" l="l" r="r" t="t"/>
              <a:pathLst>
                <a:path extrusionOk="0" h="4203" w="4885">
                  <a:moveTo>
                    <a:pt x="3844" y="631"/>
                  </a:moveTo>
                  <a:cubicBezTo>
                    <a:pt x="4034" y="631"/>
                    <a:pt x="4223" y="789"/>
                    <a:pt x="4223" y="978"/>
                  </a:cubicBezTo>
                  <a:lnTo>
                    <a:pt x="4223" y="1734"/>
                  </a:lnTo>
                  <a:cubicBezTo>
                    <a:pt x="4223" y="1923"/>
                    <a:pt x="4034" y="2112"/>
                    <a:pt x="3844" y="2112"/>
                  </a:cubicBezTo>
                  <a:cubicBezTo>
                    <a:pt x="3655" y="2143"/>
                    <a:pt x="3498" y="2301"/>
                    <a:pt x="3498" y="2458"/>
                  </a:cubicBezTo>
                  <a:lnTo>
                    <a:pt x="3498" y="2994"/>
                  </a:lnTo>
                  <a:lnTo>
                    <a:pt x="2679" y="2206"/>
                  </a:lnTo>
                  <a:cubicBezTo>
                    <a:pt x="2584" y="2143"/>
                    <a:pt x="2521" y="2112"/>
                    <a:pt x="2427" y="2112"/>
                  </a:cubicBezTo>
                  <a:lnTo>
                    <a:pt x="1009" y="2112"/>
                  </a:lnTo>
                  <a:cubicBezTo>
                    <a:pt x="820" y="2112"/>
                    <a:pt x="662" y="1923"/>
                    <a:pt x="662" y="1734"/>
                  </a:cubicBezTo>
                  <a:lnTo>
                    <a:pt x="662" y="978"/>
                  </a:lnTo>
                  <a:cubicBezTo>
                    <a:pt x="662" y="789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4"/>
                    <a:pt x="1" y="1041"/>
                  </a:cubicBezTo>
                  <a:lnTo>
                    <a:pt x="1" y="1765"/>
                  </a:lnTo>
                  <a:cubicBezTo>
                    <a:pt x="1" y="2364"/>
                    <a:pt x="473" y="2805"/>
                    <a:pt x="1009" y="2805"/>
                  </a:cubicBezTo>
                  <a:lnTo>
                    <a:pt x="2269" y="2805"/>
                  </a:lnTo>
                  <a:lnTo>
                    <a:pt x="3592" y="4097"/>
                  </a:lnTo>
                  <a:cubicBezTo>
                    <a:pt x="3663" y="4167"/>
                    <a:pt x="3770" y="4203"/>
                    <a:pt x="3872" y="4203"/>
                  </a:cubicBezTo>
                  <a:cubicBezTo>
                    <a:pt x="3906" y="4203"/>
                    <a:pt x="3939" y="4199"/>
                    <a:pt x="3970" y="4191"/>
                  </a:cubicBezTo>
                  <a:cubicBezTo>
                    <a:pt x="4097" y="4160"/>
                    <a:pt x="4160" y="4002"/>
                    <a:pt x="4160" y="3876"/>
                  </a:cubicBezTo>
                  <a:lnTo>
                    <a:pt x="4160" y="2773"/>
                  </a:lnTo>
                  <a:cubicBezTo>
                    <a:pt x="4569" y="2616"/>
                    <a:pt x="4884" y="2238"/>
                    <a:pt x="4884" y="1765"/>
                  </a:cubicBezTo>
                  <a:lnTo>
                    <a:pt x="4884" y="1041"/>
                  </a:lnTo>
                  <a:cubicBezTo>
                    <a:pt x="4884" y="442"/>
                    <a:pt x="4412" y="1"/>
                    <a:pt x="38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grpSp>
        <p:nvGrpSpPr>
          <p:cNvPr id="1764" name="Google Shape;1764;p57"/>
          <p:cNvGrpSpPr/>
          <p:nvPr/>
        </p:nvGrpSpPr>
        <p:grpSpPr>
          <a:xfrm>
            <a:off x="1800142" y="3111773"/>
            <a:ext cx="495146" cy="482718"/>
            <a:chOff x="-60988625" y="2310475"/>
            <a:chExt cx="316650" cy="311150"/>
          </a:xfrm>
        </p:grpSpPr>
        <p:sp>
          <p:nvSpPr>
            <p:cNvPr id="1765" name="Google Shape;1765;p57"/>
            <p:cNvSpPr/>
            <p:nvPr/>
          </p:nvSpPr>
          <p:spPr>
            <a:xfrm>
              <a:off x="-60988625" y="2310475"/>
              <a:ext cx="311125" cy="311150"/>
            </a:xfrm>
            <a:custGeom>
              <a:rect b="b" l="l" r="r" t="t"/>
              <a:pathLst>
                <a:path extrusionOk="0" h="12446" w="12445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66" name="Google Shape;1766;p57"/>
            <p:cNvSpPr/>
            <p:nvPr/>
          </p:nvSpPr>
          <p:spPr>
            <a:xfrm>
              <a:off x="-60947675" y="2353025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67" name="Google Shape;1767;p57"/>
            <p:cNvSpPr/>
            <p:nvPr/>
          </p:nvSpPr>
          <p:spPr>
            <a:xfrm>
              <a:off x="-60947675" y="2415250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68" name="Google Shape;1768;p57"/>
            <p:cNvSpPr/>
            <p:nvPr/>
          </p:nvSpPr>
          <p:spPr>
            <a:xfrm>
              <a:off x="-60947675" y="2475875"/>
              <a:ext cx="145725" cy="22100"/>
            </a:xfrm>
            <a:custGeom>
              <a:rect b="b" l="l" r="r" t="t"/>
              <a:pathLst>
                <a:path extrusionOk="0" h="884" w="5829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69" name="Google Shape;1769;p57"/>
            <p:cNvSpPr/>
            <p:nvPr/>
          </p:nvSpPr>
          <p:spPr>
            <a:xfrm>
              <a:off x="-60947675" y="2538100"/>
              <a:ext cx="145725" cy="22075"/>
            </a:xfrm>
            <a:custGeom>
              <a:rect b="b" l="l" r="r" t="t"/>
              <a:pathLst>
                <a:path extrusionOk="0" h="883" w="5829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1770" name="Google Shape;1770;p57"/>
            <p:cNvSpPr/>
            <p:nvPr/>
          </p:nvSpPr>
          <p:spPr>
            <a:xfrm>
              <a:off x="-60740525" y="2312050"/>
              <a:ext cx="68550" cy="233950"/>
            </a:xfrm>
            <a:custGeom>
              <a:rect b="b" l="l" r="r" t="t"/>
              <a:pathLst>
                <a:path extrusionOk="0" h="9358" w="2742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  <p:sp>
        <p:nvSpPr>
          <p:cNvPr id="1771" name="Google Shape;1771;p57"/>
          <p:cNvSpPr/>
          <p:nvPr/>
        </p:nvSpPr>
        <p:spPr>
          <a:xfrm>
            <a:off x="7196793" y="3111855"/>
            <a:ext cx="495763" cy="482766"/>
          </a:xfrm>
          <a:custGeom>
            <a:rect b="b" l="l" r="r" t="t"/>
            <a:pathLst>
              <a:path extrusionOk="0" h="19396" w="19787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435D74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72" name="Google Shape;1772;p57"/>
          <p:cNvSpPr/>
          <p:nvPr/>
        </p:nvSpPr>
        <p:spPr>
          <a:xfrm>
            <a:off x="9939814" y="3111850"/>
            <a:ext cx="404489" cy="482763"/>
          </a:xfrm>
          <a:custGeom>
            <a:rect b="b" l="l" r="r" t="t"/>
            <a:pathLst>
              <a:path extrusionOk="0" h="19326" w="15853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435D74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7" name="Google Shape;1777;p58"/>
          <p:cNvGrpSpPr/>
          <p:nvPr/>
        </p:nvGrpSpPr>
        <p:grpSpPr>
          <a:xfrm>
            <a:off x="939935" y="1601428"/>
            <a:ext cx="10312031" cy="4438594"/>
            <a:chOff x="939935" y="1589071"/>
            <a:chExt cx="10312031" cy="4438594"/>
          </a:xfrm>
        </p:grpSpPr>
        <p:grpSp>
          <p:nvGrpSpPr>
            <p:cNvPr id="1778" name="Google Shape;1778;p58"/>
            <p:cNvGrpSpPr/>
            <p:nvPr/>
          </p:nvGrpSpPr>
          <p:grpSpPr>
            <a:xfrm>
              <a:off x="6634700" y="1589079"/>
              <a:ext cx="913200" cy="4438586"/>
              <a:chOff x="6634700" y="1589079"/>
              <a:chExt cx="913200" cy="4438586"/>
            </a:xfrm>
          </p:grpSpPr>
          <p:sp>
            <p:nvSpPr>
              <p:cNvPr id="1779" name="Google Shape;1779;p58"/>
              <p:cNvSpPr/>
              <p:nvPr/>
            </p:nvSpPr>
            <p:spPr>
              <a:xfrm>
                <a:off x="6634700" y="1589079"/>
                <a:ext cx="913200" cy="9132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780" name="Google Shape;1780;p58"/>
              <p:cNvSpPr/>
              <p:nvPr/>
            </p:nvSpPr>
            <p:spPr>
              <a:xfrm>
                <a:off x="6634700" y="3351772"/>
                <a:ext cx="913200" cy="9132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1781" name="Google Shape;1781;p58"/>
              <p:cNvSpPr/>
              <p:nvPr/>
            </p:nvSpPr>
            <p:spPr>
              <a:xfrm>
                <a:off x="6634700" y="5114465"/>
                <a:ext cx="913200" cy="9132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1782" name="Google Shape;1782;p58"/>
            <p:cNvGrpSpPr/>
            <p:nvPr/>
          </p:nvGrpSpPr>
          <p:grpSpPr>
            <a:xfrm>
              <a:off x="939935" y="1589071"/>
              <a:ext cx="10312031" cy="4428450"/>
              <a:chOff x="1506151" y="1589071"/>
              <a:chExt cx="10312031" cy="4428450"/>
            </a:xfrm>
          </p:grpSpPr>
          <p:grpSp>
            <p:nvGrpSpPr>
              <p:cNvPr id="1783" name="Google Shape;1783;p58"/>
              <p:cNvGrpSpPr/>
              <p:nvPr/>
            </p:nvGrpSpPr>
            <p:grpSpPr>
              <a:xfrm>
                <a:off x="1506151" y="1611084"/>
                <a:ext cx="4105299" cy="4406437"/>
                <a:chOff x="293679" y="2360890"/>
                <a:chExt cx="2949845" cy="3166226"/>
              </a:xfrm>
            </p:grpSpPr>
            <p:grpSp>
              <p:nvGrpSpPr>
                <p:cNvPr id="1784" name="Google Shape;1784;p58"/>
                <p:cNvGrpSpPr/>
                <p:nvPr/>
              </p:nvGrpSpPr>
              <p:grpSpPr>
                <a:xfrm>
                  <a:off x="293679" y="2360890"/>
                  <a:ext cx="2949845" cy="3166226"/>
                  <a:chOff x="2822423" y="5790044"/>
                  <a:chExt cx="4361740" cy="4681689"/>
                </a:xfrm>
              </p:grpSpPr>
              <p:sp>
                <p:nvSpPr>
                  <p:cNvPr id="1785" name="Google Shape;1785;p58"/>
                  <p:cNvSpPr/>
                  <p:nvPr/>
                </p:nvSpPr>
                <p:spPr>
                  <a:xfrm>
                    <a:off x="2822423" y="9033111"/>
                    <a:ext cx="4361740" cy="1438622"/>
                  </a:xfrm>
                  <a:custGeom>
                    <a:rect b="b" l="l" r="r" t="t"/>
                    <a:pathLst>
                      <a:path extrusionOk="0" h="475" w="1446">
                        <a:moveTo>
                          <a:pt x="1446" y="0"/>
                        </a:moveTo>
                        <a:cubicBezTo>
                          <a:pt x="1446" y="273"/>
                          <a:pt x="1446" y="273"/>
                          <a:pt x="1446" y="273"/>
                        </a:cubicBezTo>
                        <a:cubicBezTo>
                          <a:pt x="1446" y="384"/>
                          <a:pt x="1122" y="475"/>
                          <a:pt x="723" y="475"/>
                        </a:cubicBezTo>
                        <a:cubicBezTo>
                          <a:pt x="324" y="475"/>
                          <a:pt x="0" y="384"/>
                          <a:pt x="0" y="27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40" y="84"/>
                          <a:pt x="723" y="84"/>
                        </a:cubicBezTo>
                        <a:cubicBezTo>
                          <a:pt x="967" y="84"/>
                          <a:pt x="1446" y="0"/>
                          <a:pt x="1446" y="0"/>
                        </a:cubicBezTo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t" bIns="91400" lIns="182825" spcFirstLastPara="1" rIns="182825" wrap="square" tIns="914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44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786" name="Google Shape;1786;p58"/>
                  <p:cNvSpPr/>
                  <p:nvPr/>
                </p:nvSpPr>
                <p:spPr>
                  <a:xfrm>
                    <a:off x="2822423" y="8420199"/>
                    <a:ext cx="4361700" cy="1225800"/>
                  </a:xfrm>
                  <a:prstGeom prst="ellipse">
                    <a:avLst/>
                  </a:prstGeom>
                  <a:solidFill>
                    <a:srgbClr val="15565C"/>
                  </a:solidFill>
                  <a:ln>
                    <a:noFill/>
                  </a:ln>
                </p:spPr>
                <p:txBody>
                  <a:bodyPr anchorCtr="0" anchor="t" bIns="91400" lIns="182825" spcFirstLastPara="1" rIns="182825" wrap="square" tIns="914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44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787" name="Google Shape;1787;p58"/>
                  <p:cNvSpPr/>
                  <p:nvPr/>
                </p:nvSpPr>
                <p:spPr>
                  <a:xfrm>
                    <a:off x="2822423" y="7724818"/>
                    <a:ext cx="4361740" cy="1438622"/>
                  </a:xfrm>
                  <a:custGeom>
                    <a:rect b="b" l="l" r="r" t="t"/>
                    <a:pathLst>
                      <a:path extrusionOk="0" h="475" w="1446">
                        <a:moveTo>
                          <a:pt x="1446" y="0"/>
                        </a:moveTo>
                        <a:cubicBezTo>
                          <a:pt x="1446" y="273"/>
                          <a:pt x="1446" y="273"/>
                          <a:pt x="1446" y="273"/>
                        </a:cubicBezTo>
                        <a:cubicBezTo>
                          <a:pt x="1446" y="384"/>
                          <a:pt x="1122" y="475"/>
                          <a:pt x="723" y="475"/>
                        </a:cubicBezTo>
                        <a:cubicBezTo>
                          <a:pt x="324" y="475"/>
                          <a:pt x="0" y="384"/>
                          <a:pt x="0" y="27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40" y="84"/>
                          <a:pt x="723" y="84"/>
                        </a:cubicBezTo>
                        <a:cubicBezTo>
                          <a:pt x="967" y="84"/>
                          <a:pt x="1446" y="0"/>
                          <a:pt x="1446" y="0"/>
                        </a:cubicBezTo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t" bIns="91400" lIns="182825" spcFirstLastPara="1" rIns="182825" wrap="square" tIns="914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44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788" name="Google Shape;1788;p58"/>
                  <p:cNvSpPr/>
                  <p:nvPr/>
                </p:nvSpPr>
                <p:spPr>
                  <a:xfrm>
                    <a:off x="2822423" y="7111906"/>
                    <a:ext cx="4361700" cy="1225800"/>
                  </a:xfrm>
                  <a:prstGeom prst="ellipse">
                    <a:avLst/>
                  </a:prstGeom>
                  <a:solidFill>
                    <a:srgbClr val="4A092B"/>
                  </a:solidFill>
                  <a:ln>
                    <a:noFill/>
                  </a:ln>
                </p:spPr>
                <p:txBody>
                  <a:bodyPr anchorCtr="0" anchor="t" bIns="91400" lIns="182825" spcFirstLastPara="1" rIns="182825" wrap="square" tIns="914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44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789" name="Google Shape;1789;p58"/>
                  <p:cNvSpPr/>
                  <p:nvPr/>
                </p:nvSpPr>
                <p:spPr>
                  <a:xfrm>
                    <a:off x="2822423" y="6402956"/>
                    <a:ext cx="4361740" cy="1438622"/>
                  </a:xfrm>
                  <a:custGeom>
                    <a:rect b="b" l="l" r="r" t="t"/>
                    <a:pathLst>
                      <a:path extrusionOk="0" h="475" w="1446">
                        <a:moveTo>
                          <a:pt x="1446" y="0"/>
                        </a:moveTo>
                        <a:cubicBezTo>
                          <a:pt x="1446" y="273"/>
                          <a:pt x="1446" y="273"/>
                          <a:pt x="1446" y="273"/>
                        </a:cubicBezTo>
                        <a:cubicBezTo>
                          <a:pt x="1446" y="384"/>
                          <a:pt x="1122" y="475"/>
                          <a:pt x="723" y="475"/>
                        </a:cubicBezTo>
                        <a:cubicBezTo>
                          <a:pt x="324" y="475"/>
                          <a:pt x="0" y="384"/>
                          <a:pt x="0" y="27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440" y="84"/>
                          <a:pt x="723" y="84"/>
                        </a:cubicBezTo>
                        <a:cubicBezTo>
                          <a:pt x="967" y="84"/>
                          <a:pt x="1446" y="0"/>
                          <a:pt x="1446" y="0"/>
                        </a:cubicBezTo>
                      </a:path>
                    </a:pathLst>
                  </a:custGeom>
                  <a:solidFill>
                    <a:srgbClr val="F97001"/>
                  </a:solidFill>
                  <a:ln>
                    <a:noFill/>
                  </a:ln>
                </p:spPr>
                <p:txBody>
                  <a:bodyPr anchorCtr="0" anchor="t" bIns="91400" lIns="182825" spcFirstLastPara="1" rIns="182825" wrap="square" tIns="914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44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1790" name="Google Shape;1790;p58"/>
                  <p:cNvSpPr/>
                  <p:nvPr/>
                </p:nvSpPr>
                <p:spPr>
                  <a:xfrm>
                    <a:off x="2822423" y="5790044"/>
                    <a:ext cx="4361700" cy="1225800"/>
                  </a:xfrm>
                  <a:prstGeom prst="ellipse">
                    <a:avLst/>
                  </a:prstGeom>
                  <a:solidFill>
                    <a:srgbClr val="FEC495"/>
                  </a:solidFill>
                  <a:ln>
                    <a:noFill/>
                  </a:ln>
                </p:spPr>
                <p:txBody>
                  <a:bodyPr anchorCtr="0" anchor="t" bIns="91400" lIns="182825" spcFirstLastPara="1" rIns="182825" wrap="square" tIns="914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b="1" sz="44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grpSp>
              <p:nvGrpSpPr>
                <p:cNvPr id="1791" name="Google Shape;1791;p58"/>
                <p:cNvGrpSpPr/>
                <p:nvPr/>
              </p:nvGrpSpPr>
              <p:grpSpPr>
                <a:xfrm>
                  <a:off x="1357031" y="3303281"/>
                  <a:ext cx="704100" cy="2111898"/>
                  <a:chOff x="1357031" y="3303281"/>
                  <a:chExt cx="704100" cy="2111898"/>
                </a:xfrm>
              </p:grpSpPr>
              <p:sp>
                <p:nvSpPr>
                  <p:cNvPr id="1792" name="Google Shape;1792;p58"/>
                  <p:cNvSpPr txBox="1"/>
                  <p:nvPr/>
                </p:nvSpPr>
                <p:spPr>
                  <a:xfrm>
                    <a:off x="1357031" y="3303281"/>
                    <a:ext cx="704100" cy="331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4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100%</a:t>
                    </a:r>
                    <a:endParaRPr/>
                  </a:p>
                </p:txBody>
              </p:sp>
              <p:sp>
                <p:nvSpPr>
                  <p:cNvPr id="1793" name="Google Shape;1793;p58"/>
                  <p:cNvSpPr txBox="1"/>
                  <p:nvPr/>
                </p:nvSpPr>
                <p:spPr>
                  <a:xfrm>
                    <a:off x="1430748" y="4188760"/>
                    <a:ext cx="556500" cy="331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4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75%</a:t>
                    </a:r>
                    <a:endParaRPr/>
                  </a:p>
                </p:txBody>
              </p:sp>
              <p:sp>
                <p:nvSpPr>
                  <p:cNvPr id="1794" name="Google Shape;1794;p58"/>
                  <p:cNvSpPr txBox="1"/>
                  <p:nvPr/>
                </p:nvSpPr>
                <p:spPr>
                  <a:xfrm>
                    <a:off x="1412320" y="5083379"/>
                    <a:ext cx="593400" cy="331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-IN" sz="2400">
                        <a:solidFill>
                          <a:schemeClr val="lt1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50%</a:t>
                    </a:r>
                    <a:endParaRPr/>
                  </a:p>
                </p:txBody>
              </p:sp>
            </p:grpSp>
          </p:grpSp>
          <p:grpSp>
            <p:nvGrpSpPr>
              <p:cNvPr id="1795" name="Google Shape;1795;p58"/>
              <p:cNvGrpSpPr/>
              <p:nvPr/>
            </p:nvGrpSpPr>
            <p:grpSpPr>
              <a:xfrm>
                <a:off x="7437747" y="1589071"/>
                <a:ext cx="4380435" cy="4373498"/>
                <a:chOff x="7437747" y="1589071"/>
                <a:chExt cx="4380435" cy="4373498"/>
              </a:xfrm>
            </p:grpSpPr>
            <p:grpSp>
              <p:nvGrpSpPr>
                <p:cNvPr id="1796" name="Google Shape;1796;p58"/>
                <p:cNvGrpSpPr/>
                <p:nvPr/>
              </p:nvGrpSpPr>
              <p:grpSpPr>
                <a:xfrm>
                  <a:off x="7445381" y="1589071"/>
                  <a:ext cx="4372801" cy="759378"/>
                  <a:chOff x="7445381" y="1589071"/>
                  <a:chExt cx="4372801" cy="759378"/>
                </a:xfrm>
              </p:grpSpPr>
              <p:grpSp>
                <p:nvGrpSpPr>
                  <p:cNvPr id="1797" name="Google Shape;1797;p58"/>
                  <p:cNvGrpSpPr/>
                  <p:nvPr/>
                </p:nvGrpSpPr>
                <p:grpSpPr>
                  <a:xfrm>
                    <a:off x="8201476" y="1589071"/>
                    <a:ext cx="3616707" cy="759378"/>
                    <a:chOff x="4839805" y="1198758"/>
                    <a:chExt cx="3427833" cy="562669"/>
                  </a:xfrm>
                </p:grpSpPr>
                <p:sp>
                  <p:nvSpPr>
                    <p:cNvPr id="1798" name="Google Shape;1798;p58"/>
                    <p:cNvSpPr txBox="1"/>
                    <p:nvPr/>
                  </p:nvSpPr>
                  <p:spPr>
                    <a:xfrm flipH="1">
                      <a:off x="4839838" y="1198758"/>
                      <a:ext cx="3427800" cy="413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Lora"/>
                        <a:buNone/>
                      </a:pPr>
                      <a:r>
                        <a:rPr b="1" lang="en-IN" sz="1400">
                          <a:solidFill>
                            <a:srgbClr val="3F3F3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Performance management system</a:t>
                      </a:r>
                      <a:endParaRPr b="1" sz="14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799" name="Google Shape;1799;p58"/>
                    <p:cNvSpPr txBox="1"/>
                    <p:nvPr/>
                  </p:nvSpPr>
                  <p:spPr>
                    <a:xfrm flipH="1">
                      <a:off x="4839805" y="1504927"/>
                      <a:ext cx="3427800" cy="2565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3F3F3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/>
                    </a:p>
                  </p:txBody>
                </p:sp>
              </p:grpSp>
              <p:grpSp>
                <p:nvGrpSpPr>
                  <p:cNvPr id="1800" name="Google Shape;1800;p58"/>
                  <p:cNvGrpSpPr/>
                  <p:nvPr/>
                </p:nvGrpSpPr>
                <p:grpSpPr>
                  <a:xfrm>
                    <a:off x="7445381" y="1771721"/>
                    <a:ext cx="470927" cy="470926"/>
                    <a:chOff x="3282325" y="2035675"/>
                    <a:chExt cx="459575" cy="454825"/>
                  </a:xfrm>
                </p:grpSpPr>
                <p:sp>
                  <p:nvSpPr>
                    <p:cNvPr id="1801" name="Google Shape;1801;p58"/>
                    <p:cNvSpPr/>
                    <p:nvPr/>
                  </p:nvSpPr>
                  <p:spPr>
                    <a:xfrm>
                      <a:off x="3337050" y="2234125"/>
                      <a:ext cx="85925" cy="206325"/>
                    </a:xfrm>
                    <a:custGeom>
                      <a:rect b="b" l="l" r="r" t="t"/>
                      <a:pathLst>
                        <a:path extrusionOk="0" h="8253" w="3437">
                          <a:moveTo>
                            <a:pt x="2305" y="1133"/>
                          </a:moveTo>
                          <a:lnTo>
                            <a:pt x="2305" y="7120"/>
                          </a:lnTo>
                          <a:lnTo>
                            <a:pt x="1133" y="7120"/>
                          </a:lnTo>
                          <a:lnTo>
                            <a:pt x="1133" y="1133"/>
                          </a:lnTo>
                          <a:close/>
                          <a:moveTo>
                            <a:pt x="568" y="0"/>
                          </a:moveTo>
                          <a:cubicBezTo>
                            <a:pt x="254" y="0"/>
                            <a:pt x="1" y="254"/>
                            <a:pt x="1" y="568"/>
                          </a:cubicBezTo>
                          <a:lnTo>
                            <a:pt x="1" y="7688"/>
                          </a:lnTo>
                          <a:cubicBezTo>
                            <a:pt x="1" y="7999"/>
                            <a:pt x="254" y="8253"/>
                            <a:pt x="568" y="8253"/>
                          </a:cubicBezTo>
                          <a:lnTo>
                            <a:pt x="2869" y="8253"/>
                          </a:lnTo>
                          <a:cubicBezTo>
                            <a:pt x="3183" y="8253"/>
                            <a:pt x="3437" y="7999"/>
                            <a:pt x="3437" y="7688"/>
                          </a:cubicBezTo>
                          <a:lnTo>
                            <a:pt x="3437" y="568"/>
                          </a:lnTo>
                          <a:cubicBezTo>
                            <a:pt x="3437" y="254"/>
                            <a:pt x="3183" y="0"/>
                            <a:pt x="2869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02" name="Google Shape;1802;p58"/>
                    <p:cNvSpPr/>
                    <p:nvPr/>
                  </p:nvSpPr>
                  <p:spPr>
                    <a:xfrm>
                      <a:off x="3451275" y="2175475"/>
                      <a:ext cx="84925" cy="264975"/>
                    </a:xfrm>
                    <a:custGeom>
                      <a:rect b="b" l="l" r="r" t="t"/>
                      <a:pathLst>
                        <a:path extrusionOk="0" h="10599" w="3397">
                          <a:moveTo>
                            <a:pt x="2265" y="1133"/>
                          </a:moveTo>
                          <a:lnTo>
                            <a:pt x="2265" y="9466"/>
                          </a:lnTo>
                          <a:lnTo>
                            <a:pt x="1132" y="9466"/>
                          </a:lnTo>
                          <a:lnTo>
                            <a:pt x="1132" y="1133"/>
                          </a:lnTo>
                          <a:close/>
                          <a:moveTo>
                            <a:pt x="565" y="0"/>
                          </a:moveTo>
                          <a:cubicBezTo>
                            <a:pt x="254" y="0"/>
                            <a:pt x="0" y="254"/>
                            <a:pt x="0" y="565"/>
                          </a:cubicBezTo>
                          <a:lnTo>
                            <a:pt x="0" y="10034"/>
                          </a:lnTo>
                          <a:cubicBezTo>
                            <a:pt x="0" y="10345"/>
                            <a:pt x="254" y="10599"/>
                            <a:pt x="565" y="10599"/>
                          </a:cubicBezTo>
                          <a:lnTo>
                            <a:pt x="2829" y="10599"/>
                          </a:lnTo>
                          <a:cubicBezTo>
                            <a:pt x="3143" y="10599"/>
                            <a:pt x="3397" y="10345"/>
                            <a:pt x="3397" y="10034"/>
                          </a:cubicBezTo>
                          <a:lnTo>
                            <a:pt x="3397" y="565"/>
                          </a:lnTo>
                          <a:cubicBezTo>
                            <a:pt x="3397" y="254"/>
                            <a:pt x="3143" y="0"/>
                            <a:pt x="2829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03" name="Google Shape;1803;p58"/>
                    <p:cNvSpPr/>
                    <p:nvPr/>
                  </p:nvSpPr>
                  <p:spPr>
                    <a:xfrm>
                      <a:off x="3564500" y="2116825"/>
                      <a:ext cx="84950" cy="323625"/>
                    </a:xfrm>
                    <a:custGeom>
                      <a:rect b="b" l="l" r="r" t="t"/>
                      <a:pathLst>
                        <a:path extrusionOk="0" h="12945" w="3398">
                          <a:moveTo>
                            <a:pt x="2265" y="1132"/>
                          </a:moveTo>
                          <a:lnTo>
                            <a:pt x="2265" y="11812"/>
                          </a:lnTo>
                          <a:lnTo>
                            <a:pt x="1133" y="11812"/>
                          </a:lnTo>
                          <a:lnTo>
                            <a:pt x="1133" y="1132"/>
                          </a:lnTo>
                          <a:close/>
                          <a:moveTo>
                            <a:pt x="565" y="0"/>
                          </a:moveTo>
                          <a:cubicBezTo>
                            <a:pt x="254" y="0"/>
                            <a:pt x="0" y="251"/>
                            <a:pt x="0" y="565"/>
                          </a:cubicBezTo>
                          <a:lnTo>
                            <a:pt x="0" y="12380"/>
                          </a:lnTo>
                          <a:cubicBezTo>
                            <a:pt x="0" y="12691"/>
                            <a:pt x="254" y="12945"/>
                            <a:pt x="565" y="12945"/>
                          </a:cubicBezTo>
                          <a:lnTo>
                            <a:pt x="2829" y="12945"/>
                          </a:lnTo>
                          <a:cubicBezTo>
                            <a:pt x="3144" y="12945"/>
                            <a:pt x="3397" y="12691"/>
                            <a:pt x="3397" y="12380"/>
                          </a:cubicBezTo>
                          <a:lnTo>
                            <a:pt x="3397" y="565"/>
                          </a:lnTo>
                          <a:cubicBezTo>
                            <a:pt x="3397" y="251"/>
                            <a:pt x="3144" y="0"/>
                            <a:pt x="2829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04" name="Google Shape;1804;p58"/>
                    <p:cNvSpPr/>
                    <p:nvPr/>
                  </p:nvSpPr>
                  <p:spPr>
                    <a:xfrm>
                      <a:off x="3282325" y="2035675"/>
                      <a:ext cx="459575" cy="454825"/>
                    </a:xfrm>
                    <a:custGeom>
                      <a:rect b="b" l="l" r="r" t="t"/>
                      <a:pathLst>
                        <a:path extrusionOk="0" h="18193" w="18383">
                          <a:moveTo>
                            <a:pt x="568" y="0"/>
                          </a:moveTo>
                          <a:cubicBezTo>
                            <a:pt x="254" y="0"/>
                            <a:pt x="1" y="251"/>
                            <a:pt x="1" y="565"/>
                          </a:cubicBezTo>
                          <a:lnTo>
                            <a:pt x="1" y="17625"/>
                          </a:lnTo>
                          <a:cubicBezTo>
                            <a:pt x="1" y="17939"/>
                            <a:pt x="254" y="18192"/>
                            <a:pt x="568" y="18192"/>
                          </a:cubicBezTo>
                          <a:lnTo>
                            <a:pt x="17815" y="18192"/>
                          </a:lnTo>
                          <a:cubicBezTo>
                            <a:pt x="18129" y="18192"/>
                            <a:pt x="18383" y="17939"/>
                            <a:pt x="18383" y="17625"/>
                          </a:cubicBezTo>
                          <a:cubicBezTo>
                            <a:pt x="18383" y="17311"/>
                            <a:pt x="18129" y="17060"/>
                            <a:pt x="17815" y="17060"/>
                          </a:cubicBezTo>
                          <a:lnTo>
                            <a:pt x="1133" y="17060"/>
                          </a:lnTo>
                          <a:lnTo>
                            <a:pt x="1133" y="565"/>
                          </a:lnTo>
                          <a:cubicBezTo>
                            <a:pt x="1133" y="251"/>
                            <a:pt x="879" y="0"/>
                            <a:pt x="568" y="0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</p:grpSp>
            <p:grpSp>
              <p:nvGrpSpPr>
                <p:cNvPr id="1805" name="Google Shape;1805;p58"/>
                <p:cNvGrpSpPr/>
                <p:nvPr/>
              </p:nvGrpSpPr>
              <p:grpSpPr>
                <a:xfrm>
                  <a:off x="7445500" y="3395594"/>
                  <a:ext cx="4372653" cy="759350"/>
                  <a:chOff x="7445500" y="3395594"/>
                  <a:chExt cx="4372653" cy="759350"/>
                </a:xfrm>
              </p:grpSpPr>
              <p:grpSp>
                <p:nvGrpSpPr>
                  <p:cNvPr id="1806" name="Google Shape;1806;p58"/>
                  <p:cNvGrpSpPr/>
                  <p:nvPr/>
                </p:nvGrpSpPr>
                <p:grpSpPr>
                  <a:xfrm>
                    <a:off x="8201475" y="3395594"/>
                    <a:ext cx="3616678" cy="759350"/>
                    <a:chOff x="4839921" y="2517629"/>
                    <a:chExt cx="3427806" cy="562648"/>
                  </a:xfrm>
                </p:grpSpPr>
                <p:sp>
                  <p:nvSpPr>
                    <p:cNvPr id="1807" name="Google Shape;1807;p58"/>
                    <p:cNvSpPr txBox="1"/>
                    <p:nvPr/>
                  </p:nvSpPr>
                  <p:spPr>
                    <a:xfrm>
                      <a:off x="4839927" y="2517629"/>
                      <a:ext cx="3427800" cy="413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Lora"/>
                        <a:buNone/>
                      </a:pPr>
                      <a:r>
                        <a:rPr b="1" lang="en-IN" sz="1400">
                          <a:solidFill>
                            <a:srgbClr val="3F3F3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Developing strategic plans</a:t>
                      </a:r>
                      <a:endParaRPr b="1" sz="14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08" name="Google Shape;1808;p58"/>
                    <p:cNvSpPr txBox="1"/>
                    <p:nvPr/>
                  </p:nvSpPr>
                  <p:spPr>
                    <a:xfrm>
                      <a:off x="4839921" y="2823777"/>
                      <a:ext cx="3427800" cy="2565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3F3F3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/>
                    </a:p>
                  </p:txBody>
                </p:sp>
              </p:grpSp>
              <p:grpSp>
                <p:nvGrpSpPr>
                  <p:cNvPr id="1809" name="Google Shape;1809;p58"/>
                  <p:cNvGrpSpPr/>
                  <p:nvPr/>
                </p:nvGrpSpPr>
                <p:grpSpPr>
                  <a:xfrm>
                    <a:off x="7445500" y="3578424"/>
                    <a:ext cx="470921" cy="470946"/>
                    <a:chOff x="6167350" y="2672800"/>
                    <a:chExt cx="297750" cy="295375"/>
                  </a:xfrm>
                </p:grpSpPr>
                <p:sp>
                  <p:nvSpPr>
                    <p:cNvPr id="1810" name="Google Shape;1810;p58"/>
                    <p:cNvSpPr/>
                    <p:nvPr/>
                  </p:nvSpPr>
                  <p:spPr>
                    <a:xfrm>
                      <a:off x="6167350" y="2672800"/>
                      <a:ext cx="226850" cy="295375"/>
                    </a:xfrm>
                    <a:custGeom>
                      <a:rect b="b" l="l" r="r" t="t"/>
                      <a:pathLst>
                        <a:path extrusionOk="0" h="11815" w="9074">
                          <a:moveTo>
                            <a:pt x="4537" y="725"/>
                          </a:moveTo>
                          <a:cubicBezTo>
                            <a:pt x="4758" y="725"/>
                            <a:pt x="4915" y="882"/>
                            <a:pt x="4915" y="1071"/>
                          </a:cubicBezTo>
                          <a:cubicBezTo>
                            <a:pt x="4915" y="1260"/>
                            <a:pt x="5073" y="1418"/>
                            <a:pt x="5262" y="1418"/>
                          </a:cubicBezTo>
                          <a:lnTo>
                            <a:pt x="5955" y="1418"/>
                          </a:lnTo>
                          <a:cubicBezTo>
                            <a:pt x="6175" y="1418"/>
                            <a:pt x="6333" y="1575"/>
                            <a:pt x="6333" y="1796"/>
                          </a:cubicBezTo>
                          <a:cubicBezTo>
                            <a:pt x="6333" y="1985"/>
                            <a:pt x="6175" y="2142"/>
                            <a:pt x="5955" y="2142"/>
                          </a:cubicBezTo>
                          <a:lnTo>
                            <a:pt x="3119" y="2142"/>
                          </a:lnTo>
                          <a:cubicBezTo>
                            <a:pt x="2930" y="2142"/>
                            <a:pt x="2773" y="1985"/>
                            <a:pt x="2773" y="1796"/>
                          </a:cubicBezTo>
                          <a:cubicBezTo>
                            <a:pt x="2773" y="1575"/>
                            <a:pt x="2930" y="1418"/>
                            <a:pt x="3151" y="1418"/>
                          </a:cubicBezTo>
                          <a:lnTo>
                            <a:pt x="3844" y="1418"/>
                          </a:lnTo>
                          <a:cubicBezTo>
                            <a:pt x="4033" y="1418"/>
                            <a:pt x="4191" y="1260"/>
                            <a:pt x="4191" y="1071"/>
                          </a:cubicBezTo>
                          <a:cubicBezTo>
                            <a:pt x="4191" y="882"/>
                            <a:pt x="4348" y="725"/>
                            <a:pt x="4537" y="725"/>
                          </a:cubicBezTo>
                          <a:close/>
                          <a:moveTo>
                            <a:pt x="8066" y="2111"/>
                          </a:moveTo>
                          <a:cubicBezTo>
                            <a:pt x="8255" y="2111"/>
                            <a:pt x="8412" y="2268"/>
                            <a:pt x="8412" y="2458"/>
                          </a:cubicBezTo>
                          <a:lnTo>
                            <a:pt x="8412" y="10806"/>
                          </a:lnTo>
                          <a:lnTo>
                            <a:pt x="8381" y="10806"/>
                          </a:lnTo>
                          <a:cubicBezTo>
                            <a:pt x="8381" y="10995"/>
                            <a:pt x="8223" y="11153"/>
                            <a:pt x="8034" y="11153"/>
                          </a:cubicBezTo>
                          <a:lnTo>
                            <a:pt x="1040" y="11153"/>
                          </a:lnTo>
                          <a:cubicBezTo>
                            <a:pt x="851" y="11153"/>
                            <a:pt x="693" y="10995"/>
                            <a:pt x="693" y="10806"/>
                          </a:cubicBezTo>
                          <a:lnTo>
                            <a:pt x="693" y="2458"/>
                          </a:lnTo>
                          <a:cubicBezTo>
                            <a:pt x="693" y="2268"/>
                            <a:pt x="851" y="2111"/>
                            <a:pt x="1040" y="2111"/>
                          </a:cubicBezTo>
                          <a:lnTo>
                            <a:pt x="2143" y="2111"/>
                          </a:lnTo>
                          <a:cubicBezTo>
                            <a:pt x="2300" y="2489"/>
                            <a:pt x="2647" y="2804"/>
                            <a:pt x="3119" y="2804"/>
                          </a:cubicBezTo>
                          <a:lnTo>
                            <a:pt x="5986" y="2804"/>
                          </a:lnTo>
                          <a:cubicBezTo>
                            <a:pt x="6396" y="2804"/>
                            <a:pt x="6805" y="2521"/>
                            <a:pt x="6963" y="2111"/>
                          </a:cubicBezTo>
                          <a:close/>
                          <a:moveTo>
                            <a:pt x="4506" y="0"/>
                          </a:moveTo>
                          <a:cubicBezTo>
                            <a:pt x="4096" y="0"/>
                            <a:pt x="3686" y="284"/>
                            <a:pt x="3529" y="725"/>
                          </a:cubicBezTo>
                          <a:lnTo>
                            <a:pt x="3088" y="725"/>
                          </a:lnTo>
                          <a:cubicBezTo>
                            <a:pt x="2678" y="725"/>
                            <a:pt x="2269" y="1008"/>
                            <a:pt x="2111" y="1418"/>
                          </a:cubicBezTo>
                          <a:lnTo>
                            <a:pt x="1009" y="1418"/>
                          </a:lnTo>
                          <a:cubicBezTo>
                            <a:pt x="410" y="1418"/>
                            <a:pt x="0" y="1890"/>
                            <a:pt x="0" y="2458"/>
                          </a:cubicBezTo>
                          <a:lnTo>
                            <a:pt x="0" y="10806"/>
                          </a:lnTo>
                          <a:cubicBezTo>
                            <a:pt x="0" y="11405"/>
                            <a:pt x="473" y="11814"/>
                            <a:pt x="1009" y="11814"/>
                          </a:cubicBezTo>
                          <a:lnTo>
                            <a:pt x="7971" y="11814"/>
                          </a:lnTo>
                          <a:cubicBezTo>
                            <a:pt x="8570" y="11814"/>
                            <a:pt x="9011" y="11342"/>
                            <a:pt x="9011" y="10806"/>
                          </a:cubicBezTo>
                          <a:lnTo>
                            <a:pt x="9011" y="2458"/>
                          </a:lnTo>
                          <a:cubicBezTo>
                            <a:pt x="9074" y="1859"/>
                            <a:pt x="8601" y="1418"/>
                            <a:pt x="8034" y="1418"/>
                          </a:cubicBezTo>
                          <a:lnTo>
                            <a:pt x="6931" y="1418"/>
                          </a:lnTo>
                          <a:cubicBezTo>
                            <a:pt x="6774" y="1040"/>
                            <a:pt x="6396" y="725"/>
                            <a:pt x="5923" y="725"/>
                          </a:cubicBezTo>
                          <a:lnTo>
                            <a:pt x="5545" y="725"/>
                          </a:lnTo>
                          <a:cubicBezTo>
                            <a:pt x="5514" y="567"/>
                            <a:pt x="5388" y="441"/>
                            <a:pt x="5262" y="315"/>
                          </a:cubicBezTo>
                          <a:cubicBezTo>
                            <a:pt x="5073" y="126"/>
                            <a:pt x="4789" y="0"/>
                            <a:pt x="4506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11" name="Google Shape;1811;p58"/>
                    <p:cNvSpPr/>
                    <p:nvPr/>
                  </p:nvSpPr>
                  <p:spPr>
                    <a:xfrm>
                      <a:off x="6201225" y="2762575"/>
                      <a:ext cx="52775" cy="49650"/>
                    </a:xfrm>
                    <a:custGeom>
                      <a:rect b="b" l="l" r="r" t="t"/>
                      <a:pathLst>
                        <a:path extrusionOk="0" h="1986" w="2111">
                          <a:moveTo>
                            <a:pt x="406" y="1"/>
                          </a:moveTo>
                          <a:cubicBezTo>
                            <a:pt x="315" y="1"/>
                            <a:pt x="221" y="32"/>
                            <a:pt x="158" y="95"/>
                          </a:cubicBezTo>
                          <a:cubicBezTo>
                            <a:pt x="63" y="190"/>
                            <a:pt x="63" y="442"/>
                            <a:pt x="158" y="568"/>
                          </a:cubicBezTo>
                          <a:lnTo>
                            <a:pt x="599" y="977"/>
                          </a:lnTo>
                          <a:lnTo>
                            <a:pt x="158" y="1418"/>
                          </a:lnTo>
                          <a:cubicBezTo>
                            <a:pt x="0" y="1544"/>
                            <a:pt x="0" y="1733"/>
                            <a:pt x="158" y="1891"/>
                          </a:cubicBezTo>
                          <a:cubicBezTo>
                            <a:pt x="221" y="1954"/>
                            <a:pt x="315" y="1985"/>
                            <a:pt x="406" y="1985"/>
                          </a:cubicBezTo>
                          <a:cubicBezTo>
                            <a:pt x="496" y="1985"/>
                            <a:pt x="583" y="1954"/>
                            <a:pt x="630" y="1891"/>
                          </a:cubicBezTo>
                          <a:lnTo>
                            <a:pt x="1071" y="1450"/>
                          </a:lnTo>
                          <a:lnTo>
                            <a:pt x="1512" y="1891"/>
                          </a:lnTo>
                          <a:cubicBezTo>
                            <a:pt x="1575" y="1954"/>
                            <a:pt x="1662" y="1985"/>
                            <a:pt x="1749" y="1985"/>
                          </a:cubicBezTo>
                          <a:cubicBezTo>
                            <a:pt x="1835" y="1985"/>
                            <a:pt x="1922" y="1954"/>
                            <a:pt x="1985" y="1891"/>
                          </a:cubicBezTo>
                          <a:cubicBezTo>
                            <a:pt x="2111" y="1765"/>
                            <a:pt x="2111" y="1544"/>
                            <a:pt x="1985" y="1418"/>
                          </a:cubicBezTo>
                          <a:lnTo>
                            <a:pt x="1544" y="977"/>
                          </a:lnTo>
                          <a:lnTo>
                            <a:pt x="1985" y="568"/>
                          </a:lnTo>
                          <a:cubicBezTo>
                            <a:pt x="2111" y="442"/>
                            <a:pt x="2111" y="190"/>
                            <a:pt x="1985" y="95"/>
                          </a:cubicBezTo>
                          <a:cubicBezTo>
                            <a:pt x="1922" y="32"/>
                            <a:pt x="1835" y="1"/>
                            <a:pt x="1749" y="1"/>
                          </a:cubicBezTo>
                          <a:cubicBezTo>
                            <a:pt x="1662" y="1"/>
                            <a:pt x="1575" y="32"/>
                            <a:pt x="1512" y="95"/>
                          </a:cubicBezTo>
                          <a:lnTo>
                            <a:pt x="1071" y="505"/>
                          </a:lnTo>
                          <a:lnTo>
                            <a:pt x="630" y="95"/>
                          </a:lnTo>
                          <a:cubicBezTo>
                            <a:pt x="583" y="32"/>
                            <a:pt x="496" y="1"/>
                            <a:pt x="406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12" name="Google Shape;1812;p58"/>
                    <p:cNvSpPr/>
                    <p:nvPr/>
                  </p:nvSpPr>
                  <p:spPr>
                    <a:xfrm>
                      <a:off x="6308325" y="2882300"/>
                      <a:ext cx="51225" cy="49650"/>
                    </a:xfrm>
                    <a:custGeom>
                      <a:rect b="b" l="l" r="r" t="t"/>
                      <a:pathLst>
                        <a:path extrusionOk="0" h="1986" w="2049">
                          <a:moveTo>
                            <a:pt x="363" y="0"/>
                          </a:moveTo>
                          <a:cubicBezTo>
                            <a:pt x="276" y="0"/>
                            <a:pt x="190" y="32"/>
                            <a:pt x="127" y="95"/>
                          </a:cubicBezTo>
                          <a:cubicBezTo>
                            <a:pt x="1" y="221"/>
                            <a:pt x="1" y="441"/>
                            <a:pt x="127" y="567"/>
                          </a:cubicBezTo>
                          <a:lnTo>
                            <a:pt x="568" y="1009"/>
                          </a:lnTo>
                          <a:lnTo>
                            <a:pt x="127" y="1450"/>
                          </a:lnTo>
                          <a:cubicBezTo>
                            <a:pt x="1" y="1544"/>
                            <a:pt x="1" y="1796"/>
                            <a:pt x="127" y="1891"/>
                          </a:cubicBezTo>
                          <a:cubicBezTo>
                            <a:pt x="190" y="1954"/>
                            <a:pt x="276" y="1985"/>
                            <a:pt x="363" y="1985"/>
                          </a:cubicBezTo>
                          <a:cubicBezTo>
                            <a:pt x="450" y="1985"/>
                            <a:pt x="536" y="1954"/>
                            <a:pt x="599" y="1891"/>
                          </a:cubicBezTo>
                          <a:lnTo>
                            <a:pt x="1040" y="1481"/>
                          </a:lnTo>
                          <a:lnTo>
                            <a:pt x="1481" y="1891"/>
                          </a:lnTo>
                          <a:cubicBezTo>
                            <a:pt x="1529" y="1954"/>
                            <a:pt x="1615" y="1985"/>
                            <a:pt x="1706" y="1985"/>
                          </a:cubicBezTo>
                          <a:cubicBezTo>
                            <a:pt x="1797" y="1985"/>
                            <a:pt x="1891" y="1954"/>
                            <a:pt x="1954" y="1891"/>
                          </a:cubicBezTo>
                          <a:cubicBezTo>
                            <a:pt x="2049" y="1796"/>
                            <a:pt x="2049" y="1544"/>
                            <a:pt x="1954" y="1450"/>
                          </a:cubicBezTo>
                          <a:lnTo>
                            <a:pt x="1513" y="1009"/>
                          </a:lnTo>
                          <a:lnTo>
                            <a:pt x="1954" y="567"/>
                          </a:lnTo>
                          <a:cubicBezTo>
                            <a:pt x="2049" y="441"/>
                            <a:pt x="2049" y="252"/>
                            <a:pt x="1954" y="95"/>
                          </a:cubicBezTo>
                          <a:cubicBezTo>
                            <a:pt x="1891" y="32"/>
                            <a:pt x="1804" y="0"/>
                            <a:pt x="1718" y="0"/>
                          </a:cubicBezTo>
                          <a:cubicBezTo>
                            <a:pt x="1631" y="0"/>
                            <a:pt x="1544" y="32"/>
                            <a:pt x="1481" y="95"/>
                          </a:cubicBezTo>
                          <a:lnTo>
                            <a:pt x="1040" y="536"/>
                          </a:lnTo>
                          <a:lnTo>
                            <a:pt x="599" y="95"/>
                          </a:lnTo>
                          <a:cubicBezTo>
                            <a:pt x="536" y="32"/>
                            <a:pt x="450" y="0"/>
                            <a:pt x="363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13" name="Google Shape;1813;p58"/>
                    <p:cNvSpPr/>
                    <p:nvPr/>
                  </p:nvSpPr>
                  <p:spPr>
                    <a:xfrm>
                      <a:off x="6200425" y="2759425"/>
                      <a:ext cx="156775" cy="174875"/>
                    </a:xfrm>
                    <a:custGeom>
                      <a:rect b="b" l="l" r="r" t="t"/>
                      <a:pathLst>
                        <a:path extrusionOk="0" h="6995" w="6271">
                          <a:moveTo>
                            <a:pt x="1103" y="5609"/>
                          </a:moveTo>
                          <a:cubicBezTo>
                            <a:pt x="1292" y="5609"/>
                            <a:pt x="1450" y="5766"/>
                            <a:pt x="1450" y="5955"/>
                          </a:cubicBezTo>
                          <a:cubicBezTo>
                            <a:pt x="1450" y="6144"/>
                            <a:pt x="1292" y="6302"/>
                            <a:pt x="1103" y="6302"/>
                          </a:cubicBezTo>
                          <a:cubicBezTo>
                            <a:pt x="914" y="6302"/>
                            <a:pt x="757" y="6144"/>
                            <a:pt x="757" y="5955"/>
                          </a:cubicBezTo>
                          <a:cubicBezTo>
                            <a:pt x="757" y="5766"/>
                            <a:pt x="914" y="5609"/>
                            <a:pt x="1103" y="5609"/>
                          </a:cubicBezTo>
                          <a:close/>
                          <a:moveTo>
                            <a:pt x="5325" y="1"/>
                          </a:moveTo>
                          <a:cubicBezTo>
                            <a:pt x="5230" y="1"/>
                            <a:pt x="5136" y="64"/>
                            <a:pt x="5073" y="127"/>
                          </a:cubicBezTo>
                          <a:lnTo>
                            <a:pt x="4380" y="851"/>
                          </a:lnTo>
                          <a:cubicBezTo>
                            <a:pt x="4254" y="946"/>
                            <a:pt x="4254" y="1198"/>
                            <a:pt x="4380" y="1324"/>
                          </a:cubicBezTo>
                          <a:cubicBezTo>
                            <a:pt x="4443" y="1371"/>
                            <a:pt x="4529" y="1395"/>
                            <a:pt x="4616" y="1395"/>
                          </a:cubicBezTo>
                          <a:cubicBezTo>
                            <a:pt x="4703" y="1395"/>
                            <a:pt x="4789" y="1371"/>
                            <a:pt x="4852" y="1324"/>
                          </a:cubicBezTo>
                          <a:lnTo>
                            <a:pt x="4978" y="1198"/>
                          </a:lnTo>
                          <a:lnTo>
                            <a:pt x="4978" y="2458"/>
                          </a:lnTo>
                          <a:cubicBezTo>
                            <a:pt x="4978" y="2647"/>
                            <a:pt x="4821" y="2805"/>
                            <a:pt x="4600" y="2805"/>
                          </a:cubicBezTo>
                          <a:lnTo>
                            <a:pt x="1765" y="2805"/>
                          </a:lnTo>
                          <a:cubicBezTo>
                            <a:pt x="1513" y="2805"/>
                            <a:pt x="1229" y="2931"/>
                            <a:pt x="1040" y="3120"/>
                          </a:cubicBezTo>
                          <a:cubicBezTo>
                            <a:pt x="820" y="3309"/>
                            <a:pt x="725" y="3592"/>
                            <a:pt x="725" y="3876"/>
                          </a:cubicBezTo>
                          <a:lnTo>
                            <a:pt x="725" y="4978"/>
                          </a:lnTo>
                          <a:cubicBezTo>
                            <a:pt x="316" y="5136"/>
                            <a:pt x="1" y="5482"/>
                            <a:pt x="1" y="5955"/>
                          </a:cubicBezTo>
                          <a:cubicBezTo>
                            <a:pt x="1" y="6554"/>
                            <a:pt x="473" y="6995"/>
                            <a:pt x="1040" y="6995"/>
                          </a:cubicBezTo>
                          <a:cubicBezTo>
                            <a:pt x="1607" y="6995"/>
                            <a:pt x="2048" y="6522"/>
                            <a:pt x="2048" y="5955"/>
                          </a:cubicBezTo>
                          <a:cubicBezTo>
                            <a:pt x="2048" y="5514"/>
                            <a:pt x="1765" y="5136"/>
                            <a:pt x="1355" y="4978"/>
                          </a:cubicBezTo>
                          <a:lnTo>
                            <a:pt x="1355" y="3876"/>
                          </a:lnTo>
                          <a:cubicBezTo>
                            <a:pt x="1355" y="3687"/>
                            <a:pt x="1513" y="3529"/>
                            <a:pt x="1702" y="3529"/>
                          </a:cubicBezTo>
                          <a:lnTo>
                            <a:pt x="4537" y="3529"/>
                          </a:lnTo>
                          <a:cubicBezTo>
                            <a:pt x="5136" y="3529"/>
                            <a:pt x="5545" y="3057"/>
                            <a:pt x="5545" y="2490"/>
                          </a:cubicBezTo>
                          <a:lnTo>
                            <a:pt x="5545" y="1229"/>
                          </a:lnTo>
                          <a:lnTo>
                            <a:pt x="5671" y="1355"/>
                          </a:lnTo>
                          <a:cubicBezTo>
                            <a:pt x="5734" y="1418"/>
                            <a:pt x="5821" y="1450"/>
                            <a:pt x="5908" y="1450"/>
                          </a:cubicBezTo>
                          <a:cubicBezTo>
                            <a:pt x="5994" y="1450"/>
                            <a:pt x="6081" y="1418"/>
                            <a:pt x="6144" y="1355"/>
                          </a:cubicBezTo>
                          <a:cubicBezTo>
                            <a:pt x="6270" y="1229"/>
                            <a:pt x="6270" y="1009"/>
                            <a:pt x="6144" y="883"/>
                          </a:cubicBezTo>
                          <a:lnTo>
                            <a:pt x="5545" y="127"/>
                          </a:lnTo>
                          <a:cubicBezTo>
                            <a:pt x="5482" y="64"/>
                            <a:pt x="5388" y="1"/>
                            <a:pt x="5325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14" name="Google Shape;1814;p58"/>
                    <p:cNvSpPr/>
                    <p:nvPr/>
                  </p:nvSpPr>
                  <p:spPr>
                    <a:xfrm>
                      <a:off x="6412300" y="2742900"/>
                      <a:ext cx="52800" cy="208725"/>
                    </a:xfrm>
                    <a:custGeom>
                      <a:rect b="b" l="l" r="r" t="t"/>
                      <a:pathLst>
                        <a:path extrusionOk="0" h="8349" w="2112">
                          <a:moveTo>
                            <a:pt x="1009" y="662"/>
                          </a:moveTo>
                          <a:cubicBezTo>
                            <a:pt x="1229" y="662"/>
                            <a:pt x="1387" y="819"/>
                            <a:pt x="1387" y="1040"/>
                          </a:cubicBezTo>
                          <a:lnTo>
                            <a:pt x="1387" y="1386"/>
                          </a:lnTo>
                          <a:lnTo>
                            <a:pt x="662" y="1386"/>
                          </a:lnTo>
                          <a:lnTo>
                            <a:pt x="662" y="1040"/>
                          </a:lnTo>
                          <a:cubicBezTo>
                            <a:pt x="662" y="819"/>
                            <a:pt x="820" y="662"/>
                            <a:pt x="1009" y="662"/>
                          </a:cubicBezTo>
                          <a:close/>
                          <a:moveTo>
                            <a:pt x="1387" y="2048"/>
                          </a:moveTo>
                          <a:lnTo>
                            <a:pt x="1387" y="6017"/>
                          </a:lnTo>
                          <a:cubicBezTo>
                            <a:pt x="1261" y="5986"/>
                            <a:pt x="1142" y="5970"/>
                            <a:pt x="1024" y="5970"/>
                          </a:cubicBezTo>
                          <a:cubicBezTo>
                            <a:pt x="906" y="5970"/>
                            <a:pt x="788" y="5986"/>
                            <a:pt x="662" y="6017"/>
                          </a:cubicBezTo>
                          <a:lnTo>
                            <a:pt x="662" y="2048"/>
                          </a:lnTo>
                          <a:close/>
                          <a:moveTo>
                            <a:pt x="1009" y="6711"/>
                          </a:moveTo>
                          <a:cubicBezTo>
                            <a:pt x="1103" y="6711"/>
                            <a:pt x="1166" y="6711"/>
                            <a:pt x="1261" y="6742"/>
                          </a:cubicBezTo>
                          <a:lnTo>
                            <a:pt x="1009" y="7246"/>
                          </a:lnTo>
                          <a:lnTo>
                            <a:pt x="788" y="6742"/>
                          </a:lnTo>
                          <a:cubicBezTo>
                            <a:pt x="851" y="6711"/>
                            <a:pt x="946" y="6711"/>
                            <a:pt x="1009" y="6711"/>
                          </a:cubicBezTo>
                          <a:close/>
                          <a:moveTo>
                            <a:pt x="1009" y="0"/>
                          </a:moveTo>
                          <a:cubicBezTo>
                            <a:pt x="441" y="0"/>
                            <a:pt x="0" y="473"/>
                            <a:pt x="0" y="1040"/>
                          </a:cubicBezTo>
                          <a:lnTo>
                            <a:pt x="0" y="6616"/>
                          </a:lnTo>
                          <a:cubicBezTo>
                            <a:pt x="0" y="6648"/>
                            <a:pt x="0" y="6742"/>
                            <a:pt x="32" y="6774"/>
                          </a:cubicBezTo>
                          <a:lnTo>
                            <a:pt x="757" y="8160"/>
                          </a:lnTo>
                          <a:cubicBezTo>
                            <a:pt x="788" y="8286"/>
                            <a:pt x="946" y="8349"/>
                            <a:pt x="1040" y="8349"/>
                          </a:cubicBezTo>
                          <a:cubicBezTo>
                            <a:pt x="1166" y="8349"/>
                            <a:pt x="1292" y="8286"/>
                            <a:pt x="1355" y="8160"/>
                          </a:cubicBezTo>
                          <a:lnTo>
                            <a:pt x="2080" y="6774"/>
                          </a:lnTo>
                          <a:cubicBezTo>
                            <a:pt x="2111" y="6742"/>
                            <a:pt x="2111" y="6648"/>
                            <a:pt x="2111" y="6616"/>
                          </a:cubicBezTo>
                          <a:lnTo>
                            <a:pt x="2111" y="1040"/>
                          </a:lnTo>
                          <a:cubicBezTo>
                            <a:pt x="2048" y="473"/>
                            <a:pt x="1576" y="0"/>
                            <a:pt x="1009" y="0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</p:grpSp>
            <p:grpSp>
              <p:nvGrpSpPr>
                <p:cNvPr id="1815" name="Google Shape;1815;p58"/>
                <p:cNvGrpSpPr/>
                <p:nvPr/>
              </p:nvGrpSpPr>
              <p:grpSpPr>
                <a:xfrm>
                  <a:off x="7437747" y="5200539"/>
                  <a:ext cx="4380406" cy="762030"/>
                  <a:chOff x="7437747" y="5200539"/>
                  <a:chExt cx="4380406" cy="762030"/>
                </a:xfrm>
              </p:grpSpPr>
              <p:grpSp>
                <p:nvGrpSpPr>
                  <p:cNvPr id="1816" name="Google Shape;1816;p58"/>
                  <p:cNvGrpSpPr/>
                  <p:nvPr/>
                </p:nvGrpSpPr>
                <p:grpSpPr>
                  <a:xfrm>
                    <a:off x="8201475" y="5200539"/>
                    <a:ext cx="3616678" cy="762030"/>
                    <a:chOff x="4839921" y="3783060"/>
                    <a:chExt cx="3427806" cy="564634"/>
                  </a:xfrm>
                </p:grpSpPr>
                <p:sp>
                  <p:nvSpPr>
                    <p:cNvPr id="1817" name="Google Shape;1817;p58"/>
                    <p:cNvSpPr txBox="1"/>
                    <p:nvPr/>
                  </p:nvSpPr>
                  <p:spPr>
                    <a:xfrm>
                      <a:off x="4839927" y="3783060"/>
                      <a:ext cx="3427800" cy="4131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400"/>
                        <a:buFont typeface="Lora"/>
                        <a:buNone/>
                      </a:pPr>
                      <a:r>
                        <a:rPr b="1" lang="en-IN" sz="1400">
                          <a:solidFill>
                            <a:srgbClr val="3F3F3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Job analysis &amp; jobs descriptions</a:t>
                      </a:r>
                      <a:endParaRPr b="1" sz="14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18" name="Google Shape;1818;p58"/>
                    <p:cNvSpPr txBox="1"/>
                    <p:nvPr/>
                  </p:nvSpPr>
                  <p:spPr>
                    <a:xfrm>
                      <a:off x="4839921" y="4091194"/>
                      <a:ext cx="3427800" cy="2565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>
                          <a:solidFill>
                            <a:srgbClr val="3F3F3F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Maecenas non laoreet odio. Fusce lobortis porttitor.</a:t>
                      </a:r>
                      <a:endParaRPr/>
                    </a:p>
                  </p:txBody>
                </p:sp>
              </p:grpSp>
              <p:grpSp>
                <p:nvGrpSpPr>
                  <p:cNvPr id="1819" name="Google Shape;1819;p58"/>
                  <p:cNvGrpSpPr/>
                  <p:nvPr/>
                </p:nvGrpSpPr>
                <p:grpSpPr>
                  <a:xfrm>
                    <a:off x="7437747" y="5384559"/>
                    <a:ext cx="486655" cy="470927"/>
                    <a:chOff x="1049375" y="2318350"/>
                    <a:chExt cx="298525" cy="295400"/>
                  </a:xfrm>
                </p:grpSpPr>
                <p:sp>
                  <p:nvSpPr>
                    <p:cNvPr id="1820" name="Google Shape;1820;p58"/>
                    <p:cNvSpPr/>
                    <p:nvPr/>
                  </p:nvSpPr>
                  <p:spPr>
                    <a:xfrm>
                      <a:off x="1101350" y="2492325"/>
                      <a:ext cx="70125" cy="50525"/>
                    </a:xfrm>
                    <a:custGeom>
                      <a:rect b="b" l="l" r="r" t="t"/>
                      <a:pathLst>
                        <a:path extrusionOk="0" h="2021" w="2805">
                          <a:moveTo>
                            <a:pt x="2473" y="0"/>
                          </a:moveTo>
                          <a:cubicBezTo>
                            <a:pt x="2377" y="0"/>
                            <a:pt x="2273" y="32"/>
                            <a:pt x="2206" y="99"/>
                          </a:cubicBezTo>
                          <a:lnTo>
                            <a:pt x="1072" y="1233"/>
                          </a:lnTo>
                          <a:lnTo>
                            <a:pt x="599" y="761"/>
                          </a:lnTo>
                          <a:cubicBezTo>
                            <a:pt x="536" y="713"/>
                            <a:pt x="449" y="690"/>
                            <a:pt x="363" y="690"/>
                          </a:cubicBezTo>
                          <a:cubicBezTo>
                            <a:pt x="276" y="690"/>
                            <a:pt x="189" y="713"/>
                            <a:pt x="126" y="761"/>
                          </a:cubicBezTo>
                          <a:cubicBezTo>
                            <a:pt x="0" y="887"/>
                            <a:pt x="0" y="1139"/>
                            <a:pt x="126" y="1233"/>
                          </a:cubicBezTo>
                          <a:lnTo>
                            <a:pt x="820" y="1958"/>
                          </a:lnTo>
                          <a:cubicBezTo>
                            <a:pt x="914" y="2021"/>
                            <a:pt x="977" y="2021"/>
                            <a:pt x="1072" y="2021"/>
                          </a:cubicBezTo>
                          <a:cubicBezTo>
                            <a:pt x="1135" y="2021"/>
                            <a:pt x="1261" y="1989"/>
                            <a:pt x="1292" y="1926"/>
                          </a:cubicBezTo>
                          <a:lnTo>
                            <a:pt x="2678" y="540"/>
                          </a:lnTo>
                          <a:cubicBezTo>
                            <a:pt x="2804" y="414"/>
                            <a:pt x="2804" y="162"/>
                            <a:pt x="2678" y="68"/>
                          </a:cubicBezTo>
                          <a:cubicBezTo>
                            <a:pt x="2634" y="24"/>
                            <a:pt x="2557" y="0"/>
                            <a:pt x="2473" y="0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21" name="Google Shape;1821;p58"/>
                    <p:cNvSpPr/>
                    <p:nvPr/>
                  </p:nvSpPr>
                  <p:spPr>
                    <a:xfrm>
                      <a:off x="1101350" y="2440525"/>
                      <a:ext cx="70125" cy="51150"/>
                    </a:xfrm>
                    <a:custGeom>
                      <a:rect b="b" l="l" r="r" t="t"/>
                      <a:pathLst>
                        <a:path extrusionOk="0" h="2046" w="2805">
                          <a:moveTo>
                            <a:pt x="2469" y="1"/>
                          </a:moveTo>
                          <a:cubicBezTo>
                            <a:pt x="2374" y="1"/>
                            <a:pt x="2272" y="40"/>
                            <a:pt x="2206" y="123"/>
                          </a:cubicBezTo>
                          <a:lnTo>
                            <a:pt x="1072" y="1257"/>
                          </a:lnTo>
                          <a:lnTo>
                            <a:pt x="599" y="785"/>
                          </a:lnTo>
                          <a:cubicBezTo>
                            <a:pt x="536" y="738"/>
                            <a:pt x="449" y="714"/>
                            <a:pt x="363" y="714"/>
                          </a:cubicBezTo>
                          <a:cubicBezTo>
                            <a:pt x="276" y="714"/>
                            <a:pt x="189" y="738"/>
                            <a:pt x="126" y="785"/>
                          </a:cubicBezTo>
                          <a:cubicBezTo>
                            <a:pt x="0" y="911"/>
                            <a:pt x="0" y="1163"/>
                            <a:pt x="126" y="1257"/>
                          </a:cubicBezTo>
                          <a:lnTo>
                            <a:pt x="820" y="1982"/>
                          </a:lnTo>
                          <a:cubicBezTo>
                            <a:pt x="914" y="2045"/>
                            <a:pt x="977" y="2045"/>
                            <a:pt x="1072" y="2045"/>
                          </a:cubicBezTo>
                          <a:cubicBezTo>
                            <a:pt x="1135" y="2045"/>
                            <a:pt x="1261" y="2014"/>
                            <a:pt x="1292" y="1951"/>
                          </a:cubicBezTo>
                          <a:lnTo>
                            <a:pt x="2678" y="564"/>
                          </a:lnTo>
                          <a:cubicBezTo>
                            <a:pt x="2804" y="438"/>
                            <a:pt x="2804" y="186"/>
                            <a:pt x="2678" y="92"/>
                          </a:cubicBezTo>
                          <a:cubicBezTo>
                            <a:pt x="2634" y="32"/>
                            <a:pt x="2554" y="1"/>
                            <a:pt x="2469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22" name="Google Shape;1822;p58"/>
                    <p:cNvSpPr/>
                    <p:nvPr/>
                  </p:nvSpPr>
                  <p:spPr>
                    <a:xfrm>
                      <a:off x="1101350" y="2388550"/>
                      <a:ext cx="70125" cy="51125"/>
                    </a:xfrm>
                    <a:custGeom>
                      <a:rect b="b" l="l" r="r" t="t"/>
                      <a:pathLst>
                        <a:path extrusionOk="0" h="2045" w="2805">
                          <a:moveTo>
                            <a:pt x="2469" y="1"/>
                          </a:moveTo>
                          <a:cubicBezTo>
                            <a:pt x="2374" y="1"/>
                            <a:pt x="2272" y="40"/>
                            <a:pt x="2206" y="123"/>
                          </a:cubicBezTo>
                          <a:lnTo>
                            <a:pt x="1072" y="1257"/>
                          </a:lnTo>
                          <a:lnTo>
                            <a:pt x="599" y="785"/>
                          </a:lnTo>
                          <a:cubicBezTo>
                            <a:pt x="536" y="722"/>
                            <a:pt x="449" y="690"/>
                            <a:pt x="363" y="690"/>
                          </a:cubicBezTo>
                          <a:cubicBezTo>
                            <a:pt x="276" y="690"/>
                            <a:pt x="189" y="722"/>
                            <a:pt x="126" y="785"/>
                          </a:cubicBezTo>
                          <a:cubicBezTo>
                            <a:pt x="0" y="911"/>
                            <a:pt x="0" y="1131"/>
                            <a:pt x="126" y="1257"/>
                          </a:cubicBezTo>
                          <a:lnTo>
                            <a:pt x="820" y="1982"/>
                          </a:lnTo>
                          <a:cubicBezTo>
                            <a:pt x="914" y="2045"/>
                            <a:pt x="977" y="2045"/>
                            <a:pt x="1072" y="2045"/>
                          </a:cubicBezTo>
                          <a:cubicBezTo>
                            <a:pt x="1135" y="2045"/>
                            <a:pt x="1261" y="2013"/>
                            <a:pt x="1292" y="1919"/>
                          </a:cubicBezTo>
                          <a:lnTo>
                            <a:pt x="2678" y="532"/>
                          </a:lnTo>
                          <a:cubicBezTo>
                            <a:pt x="2804" y="438"/>
                            <a:pt x="2804" y="186"/>
                            <a:pt x="2678" y="91"/>
                          </a:cubicBezTo>
                          <a:cubicBezTo>
                            <a:pt x="2634" y="32"/>
                            <a:pt x="2554" y="1"/>
                            <a:pt x="2469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  <p:sp>
                  <p:nvSpPr>
                    <p:cNvPr id="1823" name="Google Shape;1823;p58"/>
                    <p:cNvSpPr/>
                    <p:nvPr/>
                  </p:nvSpPr>
                  <p:spPr>
                    <a:xfrm>
                      <a:off x="1049375" y="2318350"/>
                      <a:ext cx="298525" cy="295400"/>
                    </a:xfrm>
                    <a:custGeom>
                      <a:rect b="b" l="l" r="r" t="t"/>
                      <a:pathLst>
                        <a:path extrusionOk="0" h="11816" w="11941">
                          <a:moveTo>
                            <a:pt x="6963" y="1198"/>
                          </a:moveTo>
                          <a:lnTo>
                            <a:pt x="7876" y="2143"/>
                          </a:lnTo>
                          <a:lnTo>
                            <a:pt x="6963" y="2143"/>
                          </a:lnTo>
                          <a:lnTo>
                            <a:pt x="6963" y="1198"/>
                          </a:lnTo>
                          <a:close/>
                          <a:moveTo>
                            <a:pt x="10286" y="3498"/>
                          </a:moveTo>
                          <a:cubicBezTo>
                            <a:pt x="10373" y="3498"/>
                            <a:pt x="10460" y="3530"/>
                            <a:pt x="10523" y="3593"/>
                          </a:cubicBezTo>
                          <a:lnTo>
                            <a:pt x="10995" y="4065"/>
                          </a:lnTo>
                          <a:cubicBezTo>
                            <a:pt x="11184" y="4223"/>
                            <a:pt x="11184" y="4475"/>
                            <a:pt x="11027" y="4569"/>
                          </a:cubicBezTo>
                          <a:lnTo>
                            <a:pt x="10806" y="4821"/>
                          </a:lnTo>
                          <a:lnTo>
                            <a:pt x="9798" y="3845"/>
                          </a:lnTo>
                          <a:lnTo>
                            <a:pt x="10050" y="3593"/>
                          </a:lnTo>
                          <a:cubicBezTo>
                            <a:pt x="10113" y="3530"/>
                            <a:pt x="10200" y="3498"/>
                            <a:pt x="10286" y="3498"/>
                          </a:cubicBezTo>
                          <a:close/>
                          <a:moveTo>
                            <a:pt x="9294" y="4349"/>
                          </a:moveTo>
                          <a:lnTo>
                            <a:pt x="10271" y="5325"/>
                          </a:lnTo>
                          <a:lnTo>
                            <a:pt x="7845" y="7783"/>
                          </a:lnTo>
                          <a:lnTo>
                            <a:pt x="6868" y="6774"/>
                          </a:lnTo>
                          <a:lnTo>
                            <a:pt x="9294" y="4349"/>
                          </a:lnTo>
                          <a:close/>
                          <a:moveTo>
                            <a:pt x="6585" y="7499"/>
                          </a:moveTo>
                          <a:lnTo>
                            <a:pt x="7183" y="8098"/>
                          </a:lnTo>
                          <a:lnTo>
                            <a:pt x="6427" y="8255"/>
                          </a:lnTo>
                          <a:lnTo>
                            <a:pt x="6585" y="7499"/>
                          </a:lnTo>
                          <a:close/>
                          <a:moveTo>
                            <a:pt x="6994" y="10398"/>
                          </a:moveTo>
                          <a:lnTo>
                            <a:pt x="6994" y="10776"/>
                          </a:lnTo>
                          <a:cubicBezTo>
                            <a:pt x="6994" y="10870"/>
                            <a:pt x="7057" y="10996"/>
                            <a:pt x="7089" y="11122"/>
                          </a:cubicBezTo>
                          <a:lnTo>
                            <a:pt x="1071" y="11122"/>
                          </a:lnTo>
                          <a:cubicBezTo>
                            <a:pt x="882" y="11122"/>
                            <a:pt x="693" y="10965"/>
                            <a:pt x="693" y="10776"/>
                          </a:cubicBezTo>
                          <a:lnTo>
                            <a:pt x="693" y="10398"/>
                          </a:lnTo>
                          <a:close/>
                          <a:moveTo>
                            <a:pt x="6270" y="663"/>
                          </a:moveTo>
                          <a:lnTo>
                            <a:pt x="6270" y="2458"/>
                          </a:lnTo>
                          <a:cubicBezTo>
                            <a:pt x="6270" y="2647"/>
                            <a:pt x="6427" y="2805"/>
                            <a:pt x="6616" y="2805"/>
                          </a:cubicBezTo>
                          <a:lnTo>
                            <a:pt x="8349" y="2805"/>
                          </a:lnTo>
                          <a:lnTo>
                            <a:pt x="8349" y="4286"/>
                          </a:lnTo>
                          <a:lnTo>
                            <a:pt x="6112" y="6554"/>
                          </a:lnTo>
                          <a:cubicBezTo>
                            <a:pt x="6081" y="6585"/>
                            <a:pt x="6018" y="6680"/>
                            <a:pt x="6018" y="6711"/>
                          </a:cubicBezTo>
                          <a:lnTo>
                            <a:pt x="5608" y="8633"/>
                          </a:lnTo>
                          <a:cubicBezTo>
                            <a:pt x="5545" y="8759"/>
                            <a:pt x="5608" y="8885"/>
                            <a:pt x="5671" y="8948"/>
                          </a:cubicBezTo>
                          <a:cubicBezTo>
                            <a:pt x="5742" y="9019"/>
                            <a:pt x="5813" y="9055"/>
                            <a:pt x="5897" y="9055"/>
                          </a:cubicBezTo>
                          <a:cubicBezTo>
                            <a:pt x="5925" y="9055"/>
                            <a:pt x="5955" y="9051"/>
                            <a:pt x="5986" y="9043"/>
                          </a:cubicBezTo>
                          <a:lnTo>
                            <a:pt x="7908" y="8602"/>
                          </a:lnTo>
                          <a:cubicBezTo>
                            <a:pt x="8002" y="8602"/>
                            <a:pt x="8034" y="8570"/>
                            <a:pt x="8065" y="8507"/>
                          </a:cubicBezTo>
                          <a:lnTo>
                            <a:pt x="8349" y="8255"/>
                          </a:lnTo>
                          <a:lnTo>
                            <a:pt x="8349" y="10807"/>
                          </a:lnTo>
                          <a:lnTo>
                            <a:pt x="8380" y="10807"/>
                          </a:lnTo>
                          <a:cubicBezTo>
                            <a:pt x="8380" y="10996"/>
                            <a:pt x="8223" y="11154"/>
                            <a:pt x="8034" y="11154"/>
                          </a:cubicBezTo>
                          <a:cubicBezTo>
                            <a:pt x="7845" y="11154"/>
                            <a:pt x="7687" y="10996"/>
                            <a:pt x="7687" y="10807"/>
                          </a:cubicBezTo>
                          <a:lnTo>
                            <a:pt x="7687" y="10083"/>
                          </a:lnTo>
                          <a:cubicBezTo>
                            <a:pt x="7687" y="9893"/>
                            <a:pt x="7530" y="9736"/>
                            <a:pt x="7309" y="9736"/>
                          </a:cubicBezTo>
                          <a:lnTo>
                            <a:pt x="1386" y="9736"/>
                          </a:lnTo>
                          <a:lnTo>
                            <a:pt x="1386" y="663"/>
                          </a:lnTo>
                          <a:close/>
                          <a:moveTo>
                            <a:pt x="1071" y="1"/>
                          </a:moveTo>
                          <a:cubicBezTo>
                            <a:pt x="882" y="1"/>
                            <a:pt x="693" y="158"/>
                            <a:pt x="693" y="379"/>
                          </a:cubicBezTo>
                          <a:lnTo>
                            <a:pt x="693" y="9736"/>
                          </a:lnTo>
                          <a:lnTo>
                            <a:pt x="347" y="9736"/>
                          </a:lnTo>
                          <a:cubicBezTo>
                            <a:pt x="158" y="9736"/>
                            <a:pt x="0" y="9893"/>
                            <a:pt x="0" y="10083"/>
                          </a:cubicBezTo>
                          <a:lnTo>
                            <a:pt x="0" y="10807"/>
                          </a:lnTo>
                          <a:cubicBezTo>
                            <a:pt x="0" y="11406"/>
                            <a:pt x="473" y="11815"/>
                            <a:pt x="1008" y="11815"/>
                          </a:cubicBezTo>
                          <a:lnTo>
                            <a:pt x="8002" y="11815"/>
                          </a:lnTo>
                          <a:cubicBezTo>
                            <a:pt x="8569" y="11815"/>
                            <a:pt x="9011" y="11343"/>
                            <a:pt x="9011" y="10807"/>
                          </a:cubicBezTo>
                          <a:lnTo>
                            <a:pt x="9011" y="7562"/>
                          </a:lnTo>
                          <a:lnTo>
                            <a:pt x="11499" y="5105"/>
                          </a:lnTo>
                          <a:cubicBezTo>
                            <a:pt x="11940" y="4664"/>
                            <a:pt x="11940" y="4034"/>
                            <a:pt x="11531" y="3593"/>
                          </a:cubicBezTo>
                          <a:lnTo>
                            <a:pt x="11058" y="3120"/>
                          </a:lnTo>
                          <a:cubicBezTo>
                            <a:pt x="10869" y="2931"/>
                            <a:pt x="10609" y="2836"/>
                            <a:pt x="10346" y="2836"/>
                          </a:cubicBezTo>
                          <a:cubicBezTo>
                            <a:pt x="10082" y="2836"/>
                            <a:pt x="9814" y="2931"/>
                            <a:pt x="9609" y="3120"/>
                          </a:cubicBezTo>
                          <a:lnTo>
                            <a:pt x="9105" y="3624"/>
                          </a:lnTo>
                          <a:lnTo>
                            <a:pt x="9105" y="2490"/>
                          </a:lnTo>
                          <a:cubicBezTo>
                            <a:pt x="9105" y="2427"/>
                            <a:pt x="9074" y="2332"/>
                            <a:pt x="8979" y="2269"/>
                          </a:cubicBezTo>
                          <a:lnTo>
                            <a:pt x="6900" y="127"/>
                          </a:lnTo>
                          <a:cubicBezTo>
                            <a:pt x="6805" y="64"/>
                            <a:pt x="6742" y="1"/>
                            <a:pt x="6648" y="1"/>
                          </a:cubicBezTo>
                          <a:close/>
                        </a:path>
                      </a:pathLst>
                    </a:custGeom>
                    <a:solidFill>
                      <a:schemeClr val="accent3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p:txBody>
                </p:sp>
              </p:grpSp>
            </p:grpSp>
          </p:grp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8" name="Google Shape;1828;p59"/>
          <p:cNvGrpSpPr/>
          <p:nvPr/>
        </p:nvGrpSpPr>
        <p:grpSpPr>
          <a:xfrm>
            <a:off x="0" y="474590"/>
            <a:ext cx="12192000" cy="6371449"/>
            <a:chOff x="0" y="474590"/>
            <a:chExt cx="12192000" cy="6371449"/>
          </a:xfrm>
        </p:grpSpPr>
        <p:sp>
          <p:nvSpPr>
            <p:cNvPr id="1829" name="Google Shape;1829;p59"/>
            <p:cNvSpPr txBox="1"/>
            <p:nvPr/>
          </p:nvSpPr>
          <p:spPr>
            <a:xfrm>
              <a:off x="0" y="474590"/>
              <a:ext cx="121920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4800" u="none" cap="none" strike="noStrike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Recruitment Infographics </a:t>
              </a:r>
              <a:endParaRPr/>
            </a:p>
          </p:txBody>
        </p:sp>
        <p:grpSp>
          <p:nvGrpSpPr>
            <p:cNvPr id="1830" name="Google Shape;1830;p59"/>
            <p:cNvGrpSpPr/>
            <p:nvPr/>
          </p:nvGrpSpPr>
          <p:grpSpPr>
            <a:xfrm>
              <a:off x="1433937" y="1455637"/>
              <a:ext cx="9324126" cy="5390402"/>
              <a:chOff x="1474133" y="704239"/>
              <a:chExt cx="9324126" cy="5390402"/>
            </a:xfrm>
          </p:grpSpPr>
          <p:sp>
            <p:nvSpPr>
              <p:cNvPr id="1831" name="Google Shape;1831;p59"/>
              <p:cNvSpPr/>
              <p:nvPr/>
            </p:nvSpPr>
            <p:spPr>
              <a:xfrm>
                <a:off x="1813910" y="915410"/>
                <a:ext cx="7723774" cy="4968447"/>
              </a:xfrm>
              <a:custGeom>
                <a:rect b="b" l="l" r="r" t="t"/>
                <a:pathLst>
                  <a:path extrusionOk="0" h="4968447" w="7723774">
                    <a:moveTo>
                      <a:pt x="5875723" y="416122"/>
                    </a:moveTo>
                    <a:cubicBezTo>
                      <a:pt x="6367337" y="944645"/>
                      <a:pt x="7741556" y="-217931"/>
                      <a:pt x="7723600" y="756487"/>
                    </a:cubicBezTo>
                    <a:cubicBezTo>
                      <a:pt x="7702569" y="1897492"/>
                      <a:pt x="6250460" y="2482417"/>
                      <a:pt x="6793406" y="3284345"/>
                    </a:cubicBezTo>
                    <a:cubicBezTo>
                      <a:pt x="7336352" y="4086274"/>
                      <a:pt x="6736796" y="4985130"/>
                      <a:pt x="4554913" y="4968213"/>
                    </a:cubicBezTo>
                    <a:cubicBezTo>
                      <a:pt x="2373030" y="4951297"/>
                      <a:pt x="-702097" y="3964160"/>
                      <a:pt x="143515" y="2871037"/>
                    </a:cubicBezTo>
                    <a:cubicBezTo>
                      <a:pt x="989127" y="1777913"/>
                      <a:pt x="162925" y="1961208"/>
                      <a:pt x="121694" y="1478114"/>
                    </a:cubicBezTo>
                    <a:cubicBezTo>
                      <a:pt x="80463" y="995020"/>
                      <a:pt x="520372" y="-292995"/>
                      <a:pt x="2210142" y="590689"/>
                    </a:cubicBezTo>
                    <a:cubicBezTo>
                      <a:pt x="3899912" y="1474374"/>
                      <a:pt x="4630767" y="-922269"/>
                      <a:pt x="5875723" y="416122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59"/>
              <p:cNvSpPr/>
              <p:nvPr/>
            </p:nvSpPr>
            <p:spPr>
              <a:xfrm>
                <a:off x="8290544" y="1592322"/>
                <a:ext cx="2493935" cy="4287310"/>
              </a:xfrm>
              <a:custGeom>
                <a:rect b="b" l="l" r="r" t="t"/>
                <a:pathLst>
                  <a:path extrusionOk="0" h="4287310" w="2493935">
                    <a:moveTo>
                      <a:pt x="2403391" y="30197"/>
                    </a:moveTo>
                    <a:cubicBezTo>
                      <a:pt x="2505430" y="495959"/>
                      <a:pt x="2971898" y="3236583"/>
                      <a:pt x="105171" y="4287311"/>
                    </a:cubicBezTo>
                    <a:cubicBezTo>
                      <a:pt x="105171" y="4287311"/>
                      <a:pt x="-733874" y="2589395"/>
                      <a:pt x="2327828" y="12242"/>
                    </a:cubicBezTo>
                    <a:cubicBezTo>
                      <a:pt x="2354595" y="-10286"/>
                      <a:pt x="2396740" y="-227"/>
                      <a:pt x="2403391" y="30197"/>
                    </a:cubicBezTo>
                    <a:close/>
                  </a:path>
                </a:pathLst>
              </a:custGeom>
              <a:solidFill>
                <a:srgbClr val="1556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59"/>
              <p:cNvSpPr/>
              <p:nvPr/>
            </p:nvSpPr>
            <p:spPr>
              <a:xfrm>
                <a:off x="8759038" y="2066736"/>
                <a:ext cx="1696030" cy="3592602"/>
              </a:xfrm>
              <a:custGeom>
                <a:rect b="b" l="l" r="r" t="t"/>
                <a:pathLst>
                  <a:path extrusionOk="0" h="3592602" w="1696030">
                    <a:moveTo>
                      <a:pt x="1696031" y="7829"/>
                    </a:moveTo>
                    <a:cubicBezTo>
                      <a:pt x="1664110" y="171423"/>
                      <a:pt x="1625373" y="333231"/>
                      <a:pt x="1583476" y="494415"/>
                    </a:cubicBezTo>
                    <a:cubicBezTo>
                      <a:pt x="1541581" y="655598"/>
                      <a:pt x="1495403" y="815494"/>
                      <a:pt x="1445776" y="974391"/>
                    </a:cubicBezTo>
                    <a:cubicBezTo>
                      <a:pt x="1346979" y="1292495"/>
                      <a:pt x="1231765" y="1605253"/>
                      <a:pt x="1100548" y="1911402"/>
                    </a:cubicBezTo>
                    <a:cubicBezTo>
                      <a:pt x="1034047" y="2064107"/>
                      <a:pt x="963097" y="2214817"/>
                      <a:pt x="887701" y="2363531"/>
                    </a:cubicBezTo>
                    <a:cubicBezTo>
                      <a:pt x="811100" y="2511540"/>
                      <a:pt x="729385" y="2656763"/>
                      <a:pt x="642476" y="2799201"/>
                    </a:cubicBezTo>
                    <a:cubicBezTo>
                      <a:pt x="553862" y="2940518"/>
                      <a:pt x="459596" y="3078384"/>
                      <a:pt x="358513" y="3211138"/>
                    </a:cubicBezTo>
                    <a:cubicBezTo>
                      <a:pt x="256058" y="3343103"/>
                      <a:pt x="145874" y="3468916"/>
                      <a:pt x="28581" y="3587871"/>
                    </a:cubicBezTo>
                    <a:cubicBezTo>
                      <a:pt x="21889" y="3594355"/>
                      <a:pt x="11207" y="3594147"/>
                      <a:pt x="4723" y="3587414"/>
                    </a:cubicBezTo>
                    <a:cubicBezTo>
                      <a:pt x="-1512" y="3580930"/>
                      <a:pt x="-1595" y="3570705"/>
                      <a:pt x="4598" y="3564139"/>
                    </a:cubicBezTo>
                    <a:lnTo>
                      <a:pt x="4598" y="3564139"/>
                    </a:lnTo>
                    <a:lnTo>
                      <a:pt x="4598" y="3564139"/>
                    </a:lnTo>
                    <a:cubicBezTo>
                      <a:pt x="121475" y="3446763"/>
                      <a:pt x="231328" y="3322571"/>
                      <a:pt x="333533" y="3192227"/>
                    </a:cubicBezTo>
                    <a:cubicBezTo>
                      <a:pt x="434741" y="3060927"/>
                      <a:pt x="528882" y="2924308"/>
                      <a:pt x="617745" y="2784197"/>
                    </a:cubicBezTo>
                    <a:cubicBezTo>
                      <a:pt x="705070" y="2643130"/>
                      <a:pt x="787159" y="2498946"/>
                      <a:pt x="864010" y="2351686"/>
                    </a:cubicBezTo>
                    <a:cubicBezTo>
                      <a:pt x="939905" y="2204010"/>
                      <a:pt x="1011353" y="2054161"/>
                      <a:pt x="1078353" y="1902092"/>
                    </a:cubicBezTo>
                    <a:cubicBezTo>
                      <a:pt x="1210775" y="1597277"/>
                      <a:pt x="1327320" y="1285794"/>
                      <a:pt x="1427488" y="968905"/>
                    </a:cubicBezTo>
                    <a:cubicBezTo>
                      <a:pt x="1477780" y="810548"/>
                      <a:pt x="1524373" y="651056"/>
                      <a:pt x="1567267" y="490424"/>
                    </a:cubicBezTo>
                    <a:cubicBezTo>
                      <a:pt x="1609703" y="329781"/>
                      <a:pt x="1649355" y="168182"/>
                      <a:pt x="1681940" y="5418"/>
                    </a:cubicBezTo>
                    <a:lnTo>
                      <a:pt x="1681940" y="5418"/>
                    </a:lnTo>
                    <a:cubicBezTo>
                      <a:pt x="1682897" y="1586"/>
                      <a:pt x="1686762" y="-741"/>
                      <a:pt x="1690627" y="215"/>
                    </a:cubicBezTo>
                    <a:cubicBezTo>
                      <a:pt x="1694161" y="1108"/>
                      <a:pt x="1696487" y="4562"/>
                      <a:pt x="1695948" y="8203"/>
                    </a:cubicBezTo>
                    <a:close/>
                  </a:path>
                </a:pathLst>
              </a:custGeom>
              <a:solidFill>
                <a:srgbClr val="DCE5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59"/>
              <p:cNvSpPr/>
              <p:nvPr/>
            </p:nvSpPr>
            <p:spPr>
              <a:xfrm>
                <a:off x="7689613" y="704239"/>
                <a:ext cx="2272735" cy="5048168"/>
              </a:xfrm>
              <a:custGeom>
                <a:rect b="b" l="l" r="r" t="t"/>
                <a:pathLst>
                  <a:path extrusionOk="0" h="5048168" w="2272735">
                    <a:moveTo>
                      <a:pt x="1770963" y="26408"/>
                    </a:moveTo>
                    <a:cubicBezTo>
                      <a:pt x="2018890" y="515695"/>
                      <a:pt x="3325859" y="3417627"/>
                      <a:pt x="374799" y="5048169"/>
                    </a:cubicBezTo>
                    <a:cubicBezTo>
                      <a:pt x="374799" y="5048169"/>
                      <a:pt x="-1058357" y="3344059"/>
                      <a:pt x="1680271" y="19633"/>
                    </a:cubicBezTo>
                    <a:cubicBezTo>
                      <a:pt x="1704212" y="-9337"/>
                      <a:pt x="1754795" y="-5554"/>
                      <a:pt x="1770963" y="26408"/>
                    </a:cubicBezTo>
                    <a:close/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59"/>
              <p:cNvSpPr/>
              <p:nvPr/>
            </p:nvSpPr>
            <p:spPr>
              <a:xfrm>
                <a:off x="8266801" y="1256552"/>
                <a:ext cx="1065433" cy="4234260"/>
              </a:xfrm>
              <a:custGeom>
                <a:rect b="b" l="l" r="r" t="t"/>
                <a:pathLst>
                  <a:path extrusionOk="0" h="4234260" w="1065433">
                    <a:moveTo>
                      <a:pt x="1049591" y="5693"/>
                    </a:moveTo>
                    <a:cubicBezTo>
                      <a:pt x="1056283" y="98089"/>
                      <a:pt x="1059816" y="190402"/>
                      <a:pt x="1062393" y="282840"/>
                    </a:cubicBezTo>
                    <a:cubicBezTo>
                      <a:pt x="1064970" y="375277"/>
                      <a:pt x="1065717" y="467715"/>
                      <a:pt x="1065343" y="560152"/>
                    </a:cubicBezTo>
                    <a:cubicBezTo>
                      <a:pt x="1064637" y="745027"/>
                      <a:pt x="1058610" y="929790"/>
                      <a:pt x="1047222" y="1114445"/>
                    </a:cubicBezTo>
                    <a:cubicBezTo>
                      <a:pt x="1024320" y="1483530"/>
                      <a:pt x="980970" y="1851659"/>
                      <a:pt x="909688" y="2214842"/>
                    </a:cubicBezTo>
                    <a:cubicBezTo>
                      <a:pt x="838406" y="2578025"/>
                      <a:pt x="739277" y="2936387"/>
                      <a:pt x="598210" y="3279246"/>
                    </a:cubicBezTo>
                    <a:cubicBezTo>
                      <a:pt x="528092" y="3450945"/>
                      <a:pt x="445755" y="3617407"/>
                      <a:pt x="351821" y="3777344"/>
                    </a:cubicBezTo>
                    <a:cubicBezTo>
                      <a:pt x="304272" y="3856980"/>
                      <a:pt x="254271" y="3935286"/>
                      <a:pt x="200030" y="4010599"/>
                    </a:cubicBezTo>
                    <a:cubicBezTo>
                      <a:pt x="145790" y="4085912"/>
                      <a:pt x="88182" y="4158857"/>
                      <a:pt x="27167" y="4228933"/>
                    </a:cubicBezTo>
                    <a:cubicBezTo>
                      <a:pt x="21556" y="4235375"/>
                      <a:pt x="11788" y="4236082"/>
                      <a:pt x="5305" y="4230471"/>
                    </a:cubicBezTo>
                    <a:cubicBezTo>
                      <a:pt x="-1138" y="4224818"/>
                      <a:pt x="-1803" y="4215051"/>
                      <a:pt x="3808" y="4208609"/>
                    </a:cubicBezTo>
                    <a:lnTo>
                      <a:pt x="3808" y="4208609"/>
                    </a:lnTo>
                    <a:lnTo>
                      <a:pt x="3808" y="4208609"/>
                    </a:lnTo>
                    <a:cubicBezTo>
                      <a:pt x="64367" y="4139530"/>
                      <a:pt x="121683" y="4067749"/>
                      <a:pt x="175674" y="3993267"/>
                    </a:cubicBezTo>
                    <a:cubicBezTo>
                      <a:pt x="229707" y="3918868"/>
                      <a:pt x="279583" y="3841518"/>
                      <a:pt x="326965" y="3762755"/>
                    </a:cubicBezTo>
                    <a:cubicBezTo>
                      <a:pt x="420900" y="3604356"/>
                      <a:pt x="503320" y="3439432"/>
                      <a:pt x="573604" y="3269229"/>
                    </a:cubicBezTo>
                    <a:cubicBezTo>
                      <a:pt x="715211" y="2928947"/>
                      <a:pt x="815255" y="2572165"/>
                      <a:pt x="887950" y="2210686"/>
                    </a:cubicBezTo>
                    <a:cubicBezTo>
                      <a:pt x="960645" y="1849207"/>
                      <a:pt x="1005201" y="1481743"/>
                      <a:pt x="1029557" y="1113406"/>
                    </a:cubicBezTo>
                    <a:cubicBezTo>
                      <a:pt x="1041486" y="929196"/>
                      <a:pt x="1048261" y="744765"/>
                      <a:pt x="1049882" y="560111"/>
                    </a:cubicBezTo>
                    <a:cubicBezTo>
                      <a:pt x="1050630" y="467810"/>
                      <a:pt x="1050007" y="375527"/>
                      <a:pt x="1048053" y="283255"/>
                    </a:cubicBezTo>
                    <a:cubicBezTo>
                      <a:pt x="1045850" y="191026"/>
                      <a:pt x="1042650" y="98671"/>
                      <a:pt x="1036374" y="6774"/>
                    </a:cubicBezTo>
                    <a:lnTo>
                      <a:pt x="1036374" y="6774"/>
                    </a:lnTo>
                    <a:cubicBezTo>
                      <a:pt x="1036249" y="3150"/>
                      <a:pt x="1039117" y="120"/>
                      <a:pt x="1042733" y="3"/>
                    </a:cubicBezTo>
                    <a:cubicBezTo>
                      <a:pt x="1046141" y="-105"/>
                      <a:pt x="1049092" y="2447"/>
                      <a:pt x="1049466" y="5860"/>
                    </a:cubicBezTo>
                    <a:close/>
                  </a:path>
                </a:pathLst>
              </a:custGeom>
              <a:solidFill>
                <a:srgbClr val="DCE5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59"/>
              <p:cNvSpPr/>
              <p:nvPr/>
            </p:nvSpPr>
            <p:spPr>
              <a:xfrm>
                <a:off x="8694696" y="3841041"/>
                <a:ext cx="2103563" cy="1983876"/>
              </a:xfrm>
              <a:custGeom>
                <a:rect b="b" l="l" r="r" t="t"/>
                <a:pathLst>
                  <a:path extrusionOk="0" h="1983876" w="2103563">
                    <a:moveTo>
                      <a:pt x="2103190" y="29905"/>
                    </a:moveTo>
                    <a:cubicBezTo>
                      <a:pt x="2050777" y="327251"/>
                      <a:pt x="1675084" y="2045118"/>
                      <a:pt x="70" y="1982191"/>
                    </a:cubicBezTo>
                    <a:cubicBezTo>
                      <a:pt x="70" y="1982191"/>
                      <a:pt x="-43780" y="787610"/>
                      <a:pt x="2069399" y="1517"/>
                    </a:cubicBezTo>
                    <a:cubicBezTo>
                      <a:pt x="2082657" y="-3259"/>
                      <a:pt x="2097288" y="3616"/>
                      <a:pt x="2102067" y="16879"/>
                    </a:cubicBezTo>
                    <a:cubicBezTo>
                      <a:pt x="2103564" y="21048"/>
                      <a:pt x="2103938" y="25537"/>
                      <a:pt x="2103190" y="29905"/>
                    </a:cubicBezTo>
                    <a:close/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59"/>
              <p:cNvSpPr/>
              <p:nvPr/>
            </p:nvSpPr>
            <p:spPr>
              <a:xfrm>
                <a:off x="8830919" y="4069009"/>
                <a:ext cx="1751027" cy="1631078"/>
              </a:xfrm>
              <a:custGeom>
                <a:rect b="b" l="l" r="r" t="t"/>
                <a:pathLst>
                  <a:path extrusionOk="0" h="1631078" w="1751027">
                    <a:moveTo>
                      <a:pt x="1750545" y="12082"/>
                    </a:moveTo>
                    <a:cubicBezTo>
                      <a:pt x="1702207" y="99865"/>
                      <a:pt x="1647800" y="183200"/>
                      <a:pt x="1591232" y="265329"/>
                    </a:cubicBezTo>
                    <a:cubicBezTo>
                      <a:pt x="1534664" y="347459"/>
                      <a:pt x="1474396" y="426887"/>
                      <a:pt x="1411926" y="504528"/>
                    </a:cubicBezTo>
                    <a:cubicBezTo>
                      <a:pt x="1349456" y="582169"/>
                      <a:pt x="1284284" y="657690"/>
                      <a:pt x="1216785" y="731050"/>
                    </a:cubicBezTo>
                    <a:cubicBezTo>
                      <a:pt x="1149286" y="804410"/>
                      <a:pt x="1078794" y="875068"/>
                      <a:pt x="1006473" y="943731"/>
                    </a:cubicBezTo>
                    <a:cubicBezTo>
                      <a:pt x="934152" y="1012395"/>
                      <a:pt x="858797" y="1077857"/>
                      <a:pt x="782029" y="1141574"/>
                    </a:cubicBezTo>
                    <a:cubicBezTo>
                      <a:pt x="743168" y="1172872"/>
                      <a:pt x="704472" y="1204419"/>
                      <a:pt x="664446" y="1234220"/>
                    </a:cubicBezTo>
                    <a:cubicBezTo>
                      <a:pt x="625127" y="1264977"/>
                      <a:pt x="584228" y="1293614"/>
                      <a:pt x="543911" y="1322875"/>
                    </a:cubicBezTo>
                    <a:cubicBezTo>
                      <a:pt x="380358" y="1437757"/>
                      <a:pt x="208326" y="1540087"/>
                      <a:pt x="29271" y="1628950"/>
                    </a:cubicBezTo>
                    <a:cubicBezTo>
                      <a:pt x="19254" y="1633937"/>
                      <a:pt x="7075" y="1629864"/>
                      <a:pt x="2129" y="1619847"/>
                    </a:cubicBezTo>
                    <a:cubicBezTo>
                      <a:pt x="-2859" y="1609789"/>
                      <a:pt x="1215" y="1597652"/>
                      <a:pt x="11232" y="1592665"/>
                    </a:cubicBezTo>
                    <a:lnTo>
                      <a:pt x="11232" y="1592665"/>
                    </a:lnTo>
                    <a:lnTo>
                      <a:pt x="11232" y="1592665"/>
                    </a:lnTo>
                    <a:cubicBezTo>
                      <a:pt x="189373" y="1506378"/>
                      <a:pt x="360699" y="1406750"/>
                      <a:pt x="523753" y="1294570"/>
                    </a:cubicBezTo>
                    <a:cubicBezTo>
                      <a:pt x="564111" y="1265933"/>
                      <a:pt x="604969" y="1237960"/>
                      <a:pt x="644288" y="1207827"/>
                    </a:cubicBezTo>
                    <a:cubicBezTo>
                      <a:pt x="684271" y="1178732"/>
                      <a:pt x="722967" y="1147726"/>
                      <a:pt x="761830" y="1117052"/>
                    </a:cubicBezTo>
                    <a:cubicBezTo>
                      <a:pt x="838639" y="1054706"/>
                      <a:pt x="914202" y="990491"/>
                      <a:pt x="986605" y="922825"/>
                    </a:cubicBezTo>
                    <a:cubicBezTo>
                      <a:pt x="1059010" y="855159"/>
                      <a:pt x="1129585" y="785665"/>
                      <a:pt x="1197665" y="713510"/>
                    </a:cubicBezTo>
                    <a:cubicBezTo>
                      <a:pt x="1265747" y="641356"/>
                      <a:pt x="1331002" y="566749"/>
                      <a:pt x="1393929" y="490147"/>
                    </a:cubicBezTo>
                    <a:cubicBezTo>
                      <a:pt x="1456857" y="413545"/>
                      <a:pt x="1517290" y="334824"/>
                      <a:pt x="1574607" y="253941"/>
                    </a:cubicBezTo>
                    <a:cubicBezTo>
                      <a:pt x="1631922" y="173058"/>
                      <a:pt x="1686829" y="90056"/>
                      <a:pt x="1735250" y="4102"/>
                    </a:cubicBezTo>
                    <a:lnTo>
                      <a:pt x="1735250" y="3853"/>
                    </a:lnTo>
                    <a:cubicBezTo>
                      <a:pt x="1737868" y="-108"/>
                      <a:pt x="1743230" y="-1193"/>
                      <a:pt x="1747179" y="1434"/>
                    </a:cubicBezTo>
                    <a:cubicBezTo>
                      <a:pt x="1750711" y="3770"/>
                      <a:pt x="1752000" y="8317"/>
                      <a:pt x="1750255" y="12165"/>
                    </a:cubicBezTo>
                    <a:close/>
                  </a:path>
                </a:pathLst>
              </a:custGeom>
              <a:solidFill>
                <a:srgbClr val="DCE5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8" name="Google Shape;1838;p59"/>
              <p:cNvSpPr/>
              <p:nvPr/>
            </p:nvSpPr>
            <p:spPr>
              <a:xfrm>
                <a:off x="1660817" y="1138258"/>
                <a:ext cx="2134889" cy="4721756"/>
              </a:xfrm>
              <a:custGeom>
                <a:rect b="b" l="l" r="r" t="t"/>
                <a:pathLst>
                  <a:path extrusionOk="0" h="4721756" w="2134889">
                    <a:moveTo>
                      <a:pt x="222708" y="31550"/>
                    </a:moveTo>
                    <a:cubicBezTo>
                      <a:pt x="69338" y="534470"/>
                      <a:pt x="-703538" y="3497084"/>
                      <a:pt x="1946310" y="4721757"/>
                    </a:cubicBezTo>
                    <a:cubicBezTo>
                      <a:pt x="1946310" y="4721757"/>
                      <a:pt x="2957221" y="2902267"/>
                      <a:pt x="297896" y="14259"/>
                    </a:cubicBezTo>
                    <a:cubicBezTo>
                      <a:pt x="281208" y="-3763"/>
                      <a:pt x="253070" y="-4847"/>
                      <a:pt x="235048" y="11836"/>
                    </a:cubicBezTo>
                    <a:cubicBezTo>
                      <a:pt x="229258" y="17198"/>
                      <a:pt x="225002" y="24002"/>
                      <a:pt x="222708" y="31550"/>
                    </a:cubicBezTo>
                    <a:close/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59"/>
              <p:cNvSpPr/>
              <p:nvPr/>
            </p:nvSpPr>
            <p:spPr>
              <a:xfrm>
                <a:off x="2061375" y="1671506"/>
                <a:ext cx="1350343" cy="3976786"/>
              </a:xfrm>
              <a:custGeom>
                <a:rect b="b" l="l" r="r" t="t"/>
                <a:pathLst>
                  <a:path extrusionOk="0" h="3976786" w="1350343">
                    <a:moveTo>
                      <a:pt x="14049" y="7124"/>
                    </a:moveTo>
                    <a:cubicBezTo>
                      <a:pt x="24357" y="183313"/>
                      <a:pt x="41980" y="359335"/>
                      <a:pt x="63094" y="534692"/>
                    </a:cubicBezTo>
                    <a:cubicBezTo>
                      <a:pt x="84208" y="710049"/>
                      <a:pt x="109853" y="884948"/>
                      <a:pt x="139696" y="1059225"/>
                    </a:cubicBezTo>
                    <a:cubicBezTo>
                      <a:pt x="199464" y="1407403"/>
                      <a:pt x="275734" y="1752880"/>
                      <a:pt x="374406" y="2091956"/>
                    </a:cubicBezTo>
                    <a:cubicBezTo>
                      <a:pt x="473078" y="2431033"/>
                      <a:pt x="594277" y="2763749"/>
                      <a:pt x="750099" y="3080173"/>
                    </a:cubicBezTo>
                    <a:cubicBezTo>
                      <a:pt x="788753" y="3159394"/>
                      <a:pt x="830442" y="3237076"/>
                      <a:pt x="874042" y="3313553"/>
                    </a:cubicBezTo>
                    <a:cubicBezTo>
                      <a:pt x="917642" y="3390031"/>
                      <a:pt x="964027" y="3465011"/>
                      <a:pt x="1013239" y="3537997"/>
                    </a:cubicBezTo>
                    <a:cubicBezTo>
                      <a:pt x="1110706" y="3684426"/>
                      <a:pt x="1221576" y="3821502"/>
                      <a:pt x="1344418" y="3947440"/>
                    </a:cubicBezTo>
                    <a:lnTo>
                      <a:pt x="1344418" y="3947440"/>
                    </a:lnTo>
                    <a:cubicBezTo>
                      <a:pt x="1351446" y="3953343"/>
                      <a:pt x="1352352" y="3963816"/>
                      <a:pt x="1346442" y="3970882"/>
                    </a:cubicBezTo>
                    <a:cubicBezTo>
                      <a:pt x="1340532" y="3977906"/>
                      <a:pt x="1330045" y="3978780"/>
                      <a:pt x="1323017" y="3972877"/>
                    </a:cubicBezTo>
                    <a:cubicBezTo>
                      <a:pt x="1322198" y="3972212"/>
                      <a:pt x="1321441" y="3971423"/>
                      <a:pt x="1320768" y="3970591"/>
                    </a:cubicBezTo>
                    <a:lnTo>
                      <a:pt x="1320768" y="3970591"/>
                    </a:lnTo>
                    <a:cubicBezTo>
                      <a:pt x="1197083" y="3842659"/>
                      <a:pt x="1085543" y="3703503"/>
                      <a:pt x="987594" y="3554955"/>
                    </a:cubicBezTo>
                    <a:cubicBezTo>
                      <a:pt x="938245" y="3481096"/>
                      <a:pt x="891819" y="3405492"/>
                      <a:pt x="848314" y="3328059"/>
                    </a:cubicBezTo>
                    <a:cubicBezTo>
                      <a:pt x="804714" y="3250792"/>
                      <a:pt x="763109" y="3172403"/>
                      <a:pt x="724538" y="3092559"/>
                    </a:cubicBezTo>
                    <a:cubicBezTo>
                      <a:pt x="569256" y="2773517"/>
                      <a:pt x="449386" y="2438639"/>
                      <a:pt x="351670" y="2098357"/>
                    </a:cubicBezTo>
                    <a:cubicBezTo>
                      <a:pt x="253954" y="1758076"/>
                      <a:pt x="179597" y="1411227"/>
                      <a:pt x="121158" y="1062176"/>
                    </a:cubicBezTo>
                    <a:cubicBezTo>
                      <a:pt x="92064" y="887609"/>
                      <a:pt x="67279" y="712418"/>
                      <a:pt x="46801" y="536604"/>
                    </a:cubicBezTo>
                    <a:cubicBezTo>
                      <a:pt x="26435" y="360831"/>
                      <a:pt x="9394" y="184726"/>
                      <a:pt x="42" y="7789"/>
                    </a:cubicBezTo>
                    <a:cubicBezTo>
                      <a:pt x="-378" y="3932"/>
                      <a:pt x="2407" y="466"/>
                      <a:pt x="6260" y="42"/>
                    </a:cubicBezTo>
                    <a:cubicBezTo>
                      <a:pt x="10117" y="-378"/>
                      <a:pt x="13587" y="2407"/>
                      <a:pt x="14007" y="6264"/>
                    </a:cubicBezTo>
                    <a:cubicBezTo>
                      <a:pt x="14036" y="6522"/>
                      <a:pt x="14049" y="6779"/>
                      <a:pt x="14049" y="7041"/>
                    </a:cubicBezTo>
                    <a:close/>
                  </a:path>
                </a:pathLst>
              </a:custGeom>
              <a:solidFill>
                <a:srgbClr val="DCE5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59"/>
              <p:cNvSpPr/>
              <p:nvPr/>
            </p:nvSpPr>
            <p:spPr>
              <a:xfrm>
                <a:off x="1474133" y="3464159"/>
                <a:ext cx="1623071" cy="2373121"/>
              </a:xfrm>
              <a:custGeom>
                <a:rect b="b" l="l" r="r" t="t"/>
                <a:pathLst>
                  <a:path extrusionOk="0" h="2373121" w="1623071">
                    <a:moveTo>
                      <a:pt x="2858" y="23861"/>
                    </a:moveTo>
                    <a:cubicBezTo>
                      <a:pt x="-12063" y="322621"/>
                      <a:pt x="-27691" y="2064636"/>
                      <a:pt x="1604513" y="2373121"/>
                    </a:cubicBezTo>
                    <a:cubicBezTo>
                      <a:pt x="1604513" y="2373121"/>
                      <a:pt x="1910047" y="1228833"/>
                      <a:pt x="41720" y="3994"/>
                    </a:cubicBezTo>
                    <a:cubicBezTo>
                      <a:pt x="29966" y="-3533"/>
                      <a:pt x="14338" y="-109"/>
                      <a:pt x="6811" y="11642"/>
                    </a:cubicBezTo>
                    <a:cubicBezTo>
                      <a:pt x="4463" y="15308"/>
                      <a:pt x="3100" y="19518"/>
                      <a:pt x="2858" y="23861"/>
                    </a:cubicBezTo>
                    <a:close/>
                  </a:path>
                </a:pathLst>
              </a:custGeom>
              <a:solidFill>
                <a:srgbClr val="1556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59"/>
              <p:cNvSpPr/>
              <p:nvPr/>
            </p:nvSpPr>
            <p:spPr>
              <a:xfrm>
                <a:off x="1641219" y="3730171"/>
                <a:ext cx="1228799" cy="2022221"/>
              </a:xfrm>
              <a:custGeom>
                <a:rect b="b" l="l" r="r" t="t"/>
                <a:pathLst>
                  <a:path extrusionOk="0" h="2022221" w="1228799">
                    <a:moveTo>
                      <a:pt x="13290" y="4238"/>
                    </a:moveTo>
                    <a:cubicBezTo>
                      <a:pt x="43881" y="97506"/>
                      <a:pt x="78296" y="189819"/>
                      <a:pt x="114082" y="281384"/>
                    </a:cubicBezTo>
                    <a:cubicBezTo>
                      <a:pt x="149868" y="372949"/>
                      <a:pt x="188024" y="463724"/>
                      <a:pt x="227842" y="553626"/>
                    </a:cubicBezTo>
                    <a:cubicBezTo>
                      <a:pt x="267660" y="643528"/>
                      <a:pt x="309639" y="732350"/>
                      <a:pt x="353613" y="820464"/>
                    </a:cubicBezTo>
                    <a:cubicBezTo>
                      <a:pt x="397588" y="908580"/>
                      <a:pt x="443266" y="995489"/>
                      <a:pt x="492062" y="1080777"/>
                    </a:cubicBezTo>
                    <a:cubicBezTo>
                      <a:pt x="589030" y="1251687"/>
                      <a:pt x="695724" y="1417443"/>
                      <a:pt x="815427" y="1572600"/>
                    </a:cubicBezTo>
                    <a:cubicBezTo>
                      <a:pt x="829974" y="1592343"/>
                      <a:pt x="845935" y="1610922"/>
                      <a:pt x="861147" y="1630124"/>
                    </a:cubicBezTo>
                    <a:lnTo>
                      <a:pt x="884256" y="1658720"/>
                    </a:lnTo>
                    <a:cubicBezTo>
                      <a:pt x="891945" y="1668238"/>
                      <a:pt x="900217" y="1677299"/>
                      <a:pt x="908155" y="1686609"/>
                    </a:cubicBezTo>
                    <a:cubicBezTo>
                      <a:pt x="924282" y="1705063"/>
                      <a:pt x="939993" y="1724016"/>
                      <a:pt x="956452" y="1741972"/>
                    </a:cubicBezTo>
                    <a:lnTo>
                      <a:pt x="1006329" y="1795714"/>
                    </a:lnTo>
                    <a:cubicBezTo>
                      <a:pt x="1073924" y="1866289"/>
                      <a:pt x="1146128" y="1932292"/>
                      <a:pt x="1222460" y="1993307"/>
                    </a:cubicBezTo>
                    <a:lnTo>
                      <a:pt x="1222667" y="1993307"/>
                    </a:lnTo>
                    <a:cubicBezTo>
                      <a:pt x="1229679" y="1998877"/>
                      <a:pt x="1230851" y="2009060"/>
                      <a:pt x="1225286" y="2016084"/>
                    </a:cubicBezTo>
                    <a:cubicBezTo>
                      <a:pt x="1219721" y="2023108"/>
                      <a:pt x="1209521" y="2024272"/>
                      <a:pt x="1202509" y="2018703"/>
                    </a:cubicBezTo>
                    <a:lnTo>
                      <a:pt x="1202509" y="2018703"/>
                    </a:lnTo>
                    <a:cubicBezTo>
                      <a:pt x="1125433" y="1956149"/>
                      <a:pt x="1052606" y="1888567"/>
                      <a:pt x="984508" y="1816371"/>
                    </a:cubicBezTo>
                    <a:lnTo>
                      <a:pt x="934299" y="1761590"/>
                    </a:lnTo>
                    <a:cubicBezTo>
                      <a:pt x="917673" y="1743094"/>
                      <a:pt x="902045" y="1724183"/>
                      <a:pt x="885919" y="1705271"/>
                    </a:cubicBezTo>
                    <a:cubicBezTo>
                      <a:pt x="877980" y="1695753"/>
                      <a:pt x="869709" y="1686526"/>
                      <a:pt x="862020" y="1676842"/>
                    </a:cubicBezTo>
                    <a:lnTo>
                      <a:pt x="838910" y="1647747"/>
                    </a:lnTo>
                    <a:cubicBezTo>
                      <a:pt x="823656" y="1628254"/>
                      <a:pt x="807696" y="1609342"/>
                      <a:pt x="793190" y="1589308"/>
                    </a:cubicBezTo>
                    <a:cubicBezTo>
                      <a:pt x="673487" y="1431782"/>
                      <a:pt x="567749" y="1264364"/>
                      <a:pt x="471696" y="1091917"/>
                    </a:cubicBezTo>
                    <a:cubicBezTo>
                      <a:pt x="423399" y="1005838"/>
                      <a:pt x="378344" y="918014"/>
                      <a:pt x="334785" y="829525"/>
                    </a:cubicBezTo>
                    <a:cubicBezTo>
                      <a:pt x="291226" y="741036"/>
                      <a:pt x="249954" y="651384"/>
                      <a:pt x="210759" y="560858"/>
                    </a:cubicBezTo>
                    <a:cubicBezTo>
                      <a:pt x="171564" y="470332"/>
                      <a:pt x="134240" y="379267"/>
                      <a:pt x="99077" y="287203"/>
                    </a:cubicBezTo>
                    <a:cubicBezTo>
                      <a:pt x="63915" y="195139"/>
                      <a:pt x="30248" y="102453"/>
                      <a:pt x="156" y="8352"/>
                    </a:cubicBezTo>
                    <a:cubicBezTo>
                      <a:pt x="-646" y="4628"/>
                      <a:pt x="1723" y="958"/>
                      <a:pt x="5447" y="156"/>
                    </a:cubicBezTo>
                    <a:cubicBezTo>
                      <a:pt x="8681" y="-542"/>
                      <a:pt x="11952" y="1154"/>
                      <a:pt x="13249" y="4196"/>
                    </a:cubicBezTo>
                    <a:close/>
                  </a:path>
                </a:pathLst>
              </a:custGeom>
              <a:solidFill>
                <a:srgbClr val="DCE5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59"/>
              <p:cNvSpPr/>
              <p:nvPr/>
            </p:nvSpPr>
            <p:spPr>
              <a:xfrm>
                <a:off x="2795182" y="1729198"/>
                <a:ext cx="6295968" cy="3846147"/>
              </a:xfrm>
              <a:custGeom>
                <a:rect b="b" l="l" r="r" t="t"/>
                <a:pathLst>
                  <a:path extrusionOk="0" h="3846147" w="6295968">
                    <a:moveTo>
                      <a:pt x="6214263" y="3736420"/>
                    </a:moveTo>
                    <a:cubicBezTo>
                      <a:pt x="6214013" y="3797020"/>
                      <a:pt x="6164885" y="3846023"/>
                      <a:pt x="6104285" y="3846148"/>
                    </a:cubicBezTo>
                    <a:lnTo>
                      <a:pt x="159397" y="3846148"/>
                    </a:lnTo>
                    <a:cubicBezTo>
                      <a:pt x="98818" y="3846023"/>
                      <a:pt x="49710" y="3796978"/>
                      <a:pt x="49461" y="3736420"/>
                    </a:cubicBezTo>
                    <a:lnTo>
                      <a:pt x="0" y="319889"/>
                    </a:lnTo>
                    <a:cubicBezTo>
                      <a:pt x="0" y="259497"/>
                      <a:pt x="71157" y="141539"/>
                      <a:pt x="201584" y="150434"/>
                    </a:cubicBezTo>
                    <a:lnTo>
                      <a:pt x="6011640" y="98"/>
                    </a:lnTo>
                    <a:cubicBezTo>
                      <a:pt x="6164594" y="-3938"/>
                      <a:pt x="6291820" y="116776"/>
                      <a:pt x="6295852" y="269717"/>
                    </a:cubicBezTo>
                    <a:cubicBezTo>
                      <a:pt x="6295977" y="274289"/>
                      <a:pt x="6296018" y="278866"/>
                      <a:pt x="6295894" y="283438"/>
                    </a:cubicBezTo>
                    <a:close/>
                  </a:path>
                </a:pathLst>
              </a:custGeom>
              <a:solidFill>
                <a:srgbClr val="1336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59"/>
              <p:cNvSpPr/>
              <p:nvPr/>
            </p:nvSpPr>
            <p:spPr>
              <a:xfrm>
                <a:off x="2947263" y="1859281"/>
                <a:ext cx="6036432" cy="3604757"/>
              </a:xfrm>
              <a:custGeom>
                <a:rect b="b" l="l" r="r" t="t"/>
                <a:pathLst>
                  <a:path extrusionOk="0" h="3604757" w="6036432">
                    <a:moveTo>
                      <a:pt x="5953659" y="3500848"/>
                    </a:moveTo>
                    <a:cubicBezTo>
                      <a:pt x="5953409" y="3558123"/>
                      <a:pt x="5907024" y="3604508"/>
                      <a:pt x="5849749" y="3604757"/>
                    </a:cubicBezTo>
                    <a:lnTo>
                      <a:pt x="150668" y="3604757"/>
                    </a:lnTo>
                    <a:cubicBezTo>
                      <a:pt x="93377" y="3604549"/>
                      <a:pt x="46988" y="3558123"/>
                      <a:pt x="46759" y="3500848"/>
                    </a:cubicBezTo>
                    <a:lnTo>
                      <a:pt x="0" y="399453"/>
                    </a:lnTo>
                    <a:cubicBezTo>
                      <a:pt x="5486" y="212791"/>
                      <a:pt x="169122" y="145707"/>
                      <a:pt x="268293" y="149697"/>
                    </a:cubicBezTo>
                    <a:lnTo>
                      <a:pt x="5836865" y="68"/>
                    </a:lnTo>
                    <a:cubicBezTo>
                      <a:pt x="5944224" y="-2742"/>
                      <a:pt x="6033544" y="82019"/>
                      <a:pt x="6036370" y="189386"/>
                    </a:cubicBezTo>
                    <a:cubicBezTo>
                      <a:pt x="6036454" y="192699"/>
                      <a:pt x="6036454" y="196011"/>
                      <a:pt x="6036370" y="199324"/>
                    </a:cubicBezTo>
                    <a:close/>
                  </a:path>
                </a:pathLst>
              </a:custGeom>
              <a:solidFill>
                <a:srgbClr val="A5A5A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59"/>
              <p:cNvSpPr/>
              <p:nvPr/>
            </p:nvSpPr>
            <p:spPr>
              <a:xfrm>
                <a:off x="3223079" y="2099586"/>
                <a:ext cx="5512040" cy="3102767"/>
              </a:xfrm>
              <a:custGeom>
                <a:rect b="b" l="l" r="r" t="t"/>
                <a:pathLst>
                  <a:path extrusionOk="0" h="3102767" w="5512040">
                    <a:moveTo>
                      <a:pt x="5436191" y="3013239"/>
                    </a:moveTo>
                    <a:cubicBezTo>
                      <a:pt x="5436191" y="3062492"/>
                      <a:pt x="5393464" y="3102767"/>
                      <a:pt x="5341218" y="3102767"/>
                    </a:cubicBezTo>
                    <a:lnTo>
                      <a:pt x="137451" y="3102767"/>
                    </a:lnTo>
                    <a:cubicBezTo>
                      <a:pt x="85247" y="3102767"/>
                      <a:pt x="42520" y="3062492"/>
                      <a:pt x="42520" y="3013239"/>
                    </a:cubicBezTo>
                    <a:lnTo>
                      <a:pt x="0" y="343648"/>
                    </a:lnTo>
                    <a:cubicBezTo>
                      <a:pt x="5029" y="183005"/>
                      <a:pt x="154409" y="125273"/>
                      <a:pt x="245225" y="128681"/>
                    </a:cubicBezTo>
                    <a:lnTo>
                      <a:pt x="5329788" y="83"/>
                    </a:lnTo>
                    <a:cubicBezTo>
                      <a:pt x="5377919" y="-1367"/>
                      <a:pt x="5424678" y="16177"/>
                      <a:pt x="5459966" y="48920"/>
                    </a:cubicBezTo>
                    <a:cubicBezTo>
                      <a:pt x="5494048" y="80476"/>
                      <a:pt x="5513001" y="125127"/>
                      <a:pt x="5512003" y="171575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59"/>
              <p:cNvSpPr/>
              <p:nvPr/>
            </p:nvSpPr>
            <p:spPr>
              <a:xfrm>
                <a:off x="3042027" y="3610237"/>
                <a:ext cx="23319" cy="271141"/>
              </a:xfrm>
              <a:custGeom>
                <a:rect b="b" l="l" r="r" t="t"/>
                <a:pathLst>
                  <a:path extrusionOk="0" h="271141" w="23319">
                    <a:moveTo>
                      <a:pt x="13592" y="271058"/>
                    </a:moveTo>
                    <a:cubicBezTo>
                      <a:pt x="8239" y="271058"/>
                      <a:pt x="3875" y="266769"/>
                      <a:pt x="3783" y="261416"/>
                    </a:cubicBezTo>
                    <a:lnTo>
                      <a:pt x="1" y="9956"/>
                    </a:lnTo>
                    <a:cubicBezTo>
                      <a:pt x="-78" y="4540"/>
                      <a:pt x="4249" y="80"/>
                      <a:pt x="9665" y="1"/>
                    </a:cubicBezTo>
                    <a:cubicBezTo>
                      <a:pt x="15080" y="-78"/>
                      <a:pt x="19540" y="4249"/>
                      <a:pt x="19619" y="9665"/>
                    </a:cubicBezTo>
                    <a:lnTo>
                      <a:pt x="23318" y="261208"/>
                    </a:lnTo>
                    <a:cubicBezTo>
                      <a:pt x="23389" y="266624"/>
                      <a:pt x="19054" y="271071"/>
                      <a:pt x="13634" y="271142"/>
                    </a:cubicBezTo>
                    <a:cubicBezTo>
                      <a:pt x="13634" y="271142"/>
                      <a:pt x="13634" y="271142"/>
                      <a:pt x="13634" y="271142"/>
                    </a:cubicBezTo>
                    <a:close/>
                  </a:path>
                </a:pathLst>
              </a:custGeom>
              <a:solidFill>
                <a:srgbClr val="323F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59"/>
              <p:cNvSpPr/>
              <p:nvPr/>
            </p:nvSpPr>
            <p:spPr>
              <a:xfrm>
                <a:off x="3022369" y="2026008"/>
                <a:ext cx="2034294" cy="1239106"/>
              </a:xfrm>
              <a:custGeom>
                <a:rect b="b" l="l" r="r" t="t"/>
                <a:pathLst>
                  <a:path extrusionOk="0" h="1239106" w="2034294">
                    <a:moveTo>
                      <a:pt x="24107" y="1238940"/>
                    </a:moveTo>
                    <a:cubicBezTo>
                      <a:pt x="18753" y="1238940"/>
                      <a:pt x="14389" y="1234651"/>
                      <a:pt x="14298" y="1229297"/>
                    </a:cubicBezTo>
                    <a:lnTo>
                      <a:pt x="0" y="265977"/>
                    </a:lnTo>
                    <a:cubicBezTo>
                      <a:pt x="291" y="201179"/>
                      <a:pt x="20241" y="149599"/>
                      <a:pt x="59353" y="112191"/>
                    </a:cubicBezTo>
                    <a:cubicBezTo>
                      <a:pt x="130344" y="44110"/>
                      <a:pt x="241402" y="47560"/>
                      <a:pt x="246098" y="47726"/>
                    </a:cubicBezTo>
                    <a:lnTo>
                      <a:pt x="2024232" y="11"/>
                    </a:lnTo>
                    <a:cubicBezTo>
                      <a:pt x="2029528" y="-242"/>
                      <a:pt x="2034029" y="3847"/>
                      <a:pt x="2034278" y="9143"/>
                    </a:cubicBezTo>
                    <a:cubicBezTo>
                      <a:pt x="2034287" y="9288"/>
                      <a:pt x="2034291" y="9429"/>
                      <a:pt x="2034291" y="9571"/>
                    </a:cubicBezTo>
                    <a:cubicBezTo>
                      <a:pt x="2034432" y="14974"/>
                      <a:pt x="2030176" y="19471"/>
                      <a:pt x="2024773" y="19629"/>
                    </a:cubicBezTo>
                    <a:lnTo>
                      <a:pt x="245849" y="67344"/>
                    </a:lnTo>
                    <a:cubicBezTo>
                      <a:pt x="240820" y="67136"/>
                      <a:pt x="137784" y="63978"/>
                      <a:pt x="72736" y="126364"/>
                    </a:cubicBezTo>
                    <a:cubicBezTo>
                      <a:pt x="37657" y="159990"/>
                      <a:pt x="19701" y="206998"/>
                      <a:pt x="19452" y="266018"/>
                    </a:cubicBezTo>
                    <a:lnTo>
                      <a:pt x="33583" y="1229173"/>
                    </a:lnTo>
                    <a:cubicBezTo>
                      <a:pt x="33654" y="1234576"/>
                      <a:pt x="29344" y="1239015"/>
                      <a:pt x="23941" y="1239106"/>
                    </a:cubicBezTo>
                    <a:close/>
                  </a:path>
                </a:pathLst>
              </a:custGeom>
              <a:solidFill>
                <a:srgbClr val="323F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59"/>
              <p:cNvSpPr/>
              <p:nvPr/>
            </p:nvSpPr>
            <p:spPr>
              <a:xfrm>
                <a:off x="2482914" y="5549202"/>
                <a:ext cx="7008751" cy="319582"/>
              </a:xfrm>
              <a:custGeom>
                <a:rect b="b" l="l" r="r" t="t"/>
                <a:pathLst>
                  <a:path extrusionOk="0" h="319582" w="7008751">
                    <a:moveTo>
                      <a:pt x="6858250" y="319583"/>
                    </a:moveTo>
                    <a:lnTo>
                      <a:pt x="149629" y="300131"/>
                    </a:lnTo>
                    <a:cubicBezTo>
                      <a:pt x="66843" y="299674"/>
                      <a:pt x="-25" y="232424"/>
                      <a:pt x="0" y="149629"/>
                    </a:cubicBezTo>
                    <a:lnTo>
                      <a:pt x="0" y="149629"/>
                    </a:lnTo>
                    <a:cubicBezTo>
                      <a:pt x="503" y="66876"/>
                      <a:pt x="67732" y="42"/>
                      <a:pt x="150502" y="0"/>
                    </a:cubicBezTo>
                    <a:lnTo>
                      <a:pt x="6859122" y="19452"/>
                    </a:lnTo>
                    <a:cubicBezTo>
                      <a:pt x="6941876" y="19951"/>
                      <a:pt x="7008710" y="87200"/>
                      <a:pt x="7008752" y="169954"/>
                    </a:cubicBezTo>
                    <a:lnTo>
                      <a:pt x="7008752" y="169954"/>
                    </a:lnTo>
                    <a:cubicBezTo>
                      <a:pt x="7008212" y="252707"/>
                      <a:pt x="6941003" y="319541"/>
                      <a:pt x="6858250" y="319583"/>
                    </a:cubicBezTo>
                    <a:close/>
                  </a:path>
                </a:pathLst>
              </a:custGeom>
              <a:solidFill>
                <a:srgbClr val="1336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59"/>
              <p:cNvSpPr/>
              <p:nvPr/>
            </p:nvSpPr>
            <p:spPr>
              <a:xfrm>
                <a:off x="3360700" y="3032336"/>
                <a:ext cx="4698371" cy="35788"/>
              </a:xfrm>
              <a:custGeom>
                <a:rect b="b" l="l" r="r" t="t"/>
                <a:pathLst>
                  <a:path extrusionOk="0" h="35788" w="4698371">
                    <a:moveTo>
                      <a:pt x="14544" y="35725"/>
                    </a:moveTo>
                    <a:cubicBezTo>
                      <a:pt x="7258" y="36436"/>
                      <a:pt x="774" y="31099"/>
                      <a:pt x="64" y="23813"/>
                    </a:cubicBezTo>
                    <a:cubicBezTo>
                      <a:pt x="-647" y="16523"/>
                      <a:pt x="4689" y="10043"/>
                      <a:pt x="11976" y="9332"/>
                    </a:cubicBezTo>
                    <a:cubicBezTo>
                      <a:pt x="12832" y="9249"/>
                      <a:pt x="13692" y="9249"/>
                      <a:pt x="14544" y="9332"/>
                    </a:cubicBezTo>
                    <a:lnTo>
                      <a:pt x="4683845" y="64"/>
                    </a:lnTo>
                    <a:lnTo>
                      <a:pt x="4683845" y="64"/>
                    </a:lnTo>
                    <a:cubicBezTo>
                      <a:pt x="4691119" y="-647"/>
                      <a:pt x="4697602" y="4689"/>
                      <a:pt x="4698309" y="11976"/>
                    </a:cubicBezTo>
                    <a:cubicBezTo>
                      <a:pt x="4699016" y="19266"/>
                      <a:pt x="4693696" y="25746"/>
                      <a:pt x="4686422" y="26456"/>
                    </a:cubicBezTo>
                    <a:cubicBezTo>
                      <a:pt x="4685549" y="26540"/>
                      <a:pt x="4684718" y="26540"/>
                      <a:pt x="4683845" y="26456"/>
                    </a:cubicBezTo>
                    <a:lnTo>
                      <a:pt x="14586" y="3572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59"/>
              <p:cNvSpPr/>
              <p:nvPr/>
            </p:nvSpPr>
            <p:spPr>
              <a:xfrm>
                <a:off x="4666626" y="3051131"/>
                <a:ext cx="62594" cy="2266003"/>
              </a:xfrm>
              <a:custGeom>
                <a:rect b="b" l="l" r="r" t="t"/>
                <a:pathLst>
                  <a:path extrusionOk="0" h="2266003" w="62594">
                    <a:moveTo>
                      <a:pt x="49378" y="2265980"/>
                    </a:moveTo>
                    <a:cubicBezTo>
                      <a:pt x="42607" y="2266396"/>
                      <a:pt x="36755" y="2261325"/>
                      <a:pt x="36202" y="2254550"/>
                    </a:cubicBezTo>
                    <a:lnTo>
                      <a:pt x="0" y="11818"/>
                    </a:lnTo>
                    <a:cubicBezTo>
                      <a:pt x="819" y="4519"/>
                      <a:pt x="7403" y="-735"/>
                      <a:pt x="14701" y="84"/>
                    </a:cubicBezTo>
                    <a:cubicBezTo>
                      <a:pt x="20749" y="766"/>
                      <a:pt x="25562" y="5458"/>
                      <a:pt x="26393" y="11485"/>
                    </a:cubicBezTo>
                    <a:lnTo>
                      <a:pt x="62595" y="2254217"/>
                    </a:lnTo>
                    <a:cubicBezTo>
                      <a:pt x="62213" y="2261034"/>
                      <a:pt x="56414" y="2266271"/>
                      <a:pt x="49586" y="226598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59"/>
              <p:cNvSpPr/>
              <p:nvPr/>
            </p:nvSpPr>
            <p:spPr>
              <a:xfrm>
                <a:off x="3370547" y="3051131"/>
                <a:ext cx="62594" cy="2266003"/>
              </a:xfrm>
              <a:custGeom>
                <a:rect b="b" l="l" r="r" t="t"/>
                <a:pathLst>
                  <a:path extrusionOk="0" h="2266003" w="62594">
                    <a:moveTo>
                      <a:pt x="49378" y="2265980"/>
                    </a:moveTo>
                    <a:cubicBezTo>
                      <a:pt x="42594" y="2266396"/>
                      <a:pt x="36713" y="2261325"/>
                      <a:pt x="36160" y="2254550"/>
                    </a:cubicBezTo>
                    <a:lnTo>
                      <a:pt x="0" y="11818"/>
                    </a:lnTo>
                    <a:cubicBezTo>
                      <a:pt x="819" y="4519"/>
                      <a:pt x="7403" y="-735"/>
                      <a:pt x="14701" y="84"/>
                    </a:cubicBezTo>
                    <a:cubicBezTo>
                      <a:pt x="20749" y="766"/>
                      <a:pt x="25561" y="5458"/>
                      <a:pt x="26393" y="11485"/>
                    </a:cubicBezTo>
                    <a:lnTo>
                      <a:pt x="62595" y="2254217"/>
                    </a:lnTo>
                    <a:cubicBezTo>
                      <a:pt x="62217" y="2261075"/>
                      <a:pt x="56385" y="2266312"/>
                      <a:pt x="49544" y="226598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59"/>
              <p:cNvSpPr/>
              <p:nvPr/>
            </p:nvSpPr>
            <p:spPr>
              <a:xfrm>
                <a:off x="5845953" y="3036774"/>
                <a:ext cx="26392" cy="2273045"/>
              </a:xfrm>
              <a:custGeom>
                <a:rect b="b" l="l" r="r" t="t"/>
                <a:pathLst>
                  <a:path extrusionOk="0" h="2273045" w="26392">
                    <a:moveTo>
                      <a:pt x="13176" y="2273021"/>
                    </a:moveTo>
                    <a:cubicBezTo>
                      <a:pt x="6401" y="2273437"/>
                      <a:pt x="540" y="2268366"/>
                      <a:pt x="0" y="2261591"/>
                    </a:cubicBezTo>
                    <a:lnTo>
                      <a:pt x="0" y="11378"/>
                    </a:lnTo>
                    <a:cubicBezTo>
                      <a:pt x="1081" y="4092"/>
                      <a:pt x="7856" y="-938"/>
                      <a:pt x="15171" y="147"/>
                    </a:cubicBezTo>
                    <a:cubicBezTo>
                      <a:pt x="20948" y="1012"/>
                      <a:pt x="25520" y="5571"/>
                      <a:pt x="26393" y="11378"/>
                    </a:cubicBezTo>
                    <a:lnTo>
                      <a:pt x="26393" y="2261591"/>
                    </a:lnTo>
                    <a:cubicBezTo>
                      <a:pt x="25853" y="2268366"/>
                      <a:pt x="19951" y="2273437"/>
                      <a:pt x="13176" y="2273021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59"/>
              <p:cNvSpPr/>
              <p:nvPr/>
            </p:nvSpPr>
            <p:spPr>
              <a:xfrm>
                <a:off x="6954663" y="3053579"/>
                <a:ext cx="58563" cy="2256245"/>
              </a:xfrm>
              <a:custGeom>
                <a:rect b="b" l="l" r="r" t="t"/>
                <a:pathLst>
                  <a:path extrusionOk="0" h="2256245" w="58563">
                    <a:moveTo>
                      <a:pt x="45346" y="2256216"/>
                    </a:moveTo>
                    <a:cubicBezTo>
                      <a:pt x="38654" y="2256674"/>
                      <a:pt x="32794" y="2251728"/>
                      <a:pt x="32129" y="2245036"/>
                    </a:cubicBezTo>
                    <a:lnTo>
                      <a:pt x="0" y="11531"/>
                    </a:lnTo>
                    <a:cubicBezTo>
                      <a:pt x="997" y="4232"/>
                      <a:pt x="7731" y="-876"/>
                      <a:pt x="15046" y="125"/>
                    </a:cubicBezTo>
                    <a:cubicBezTo>
                      <a:pt x="20865" y="923"/>
                      <a:pt x="25479" y="5437"/>
                      <a:pt x="26393" y="11240"/>
                    </a:cubicBezTo>
                    <a:lnTo>
                      <a:pt x="58564" y="2244745"/>
                    </a:lnTo>
                    <a:cubicBezTo>
                      <a:pt x="58023" y="2251478"/>
                      <a:pt x="52246" y="2256549"/>
                      <a:pt x="45512" y="2256216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59"/>
              <p:cNvSpPr/>
              <p:nvPr/>
            </p:nvSpPr>
            <p:spPr>
              <a:xfrm>
                <a:off x="8028750" y="3053579"/>
                <a:ext cx="58563" cy="2256245"/>
              </a:xfrm>
              <a:custGeom>
                <a:rect b="b" l="l" r="r" t="t"/>
                <a:pathLst>
                  <a:path extrusionOk="0" h="2256245" w="58563">
                    <a:moveTo>
                      <a:pt x="45346" y="2256216"/>
                    </a:moveTo>
                    <a:cubicBezTo>
                      <a:pt x="38654" y="2256674"/>
                      <a:pt x="32794" y="2251728"/>
                      <a:pt x="32129" y="2245036"/>
                    </a:cubicBezTo>
                    <a:lnTo>
                      <a:pt x="0" y="11531"/>
                    </a:lnTo>
                    <a:cubicBezTo>
                      <a:pt x="997" y="4232"/>
                      <a:pt x="7731" y="-876"/>
                      <a:pt x="15046" y="125"/>
                    </a:cubicBezTo>
                    <a:cubicBezTo>
                      <a:pt x="20865" y="923"/>
                      <a:pt x="25479" y="5437"/>
                      <a:pt x="26393" y="11240"/>
                    </a:cubicBezTo>
                    <a:lnTo>
                      <a:pt x="58563" y="2244745"/>
                    </a:lnTo>
                    <a:cubicBezTo>
                      <a:pt x="58023" y="2251478"/>
                      <a:pt x="52245" y="2256549"/>
                      <a:pt x="45512" y="2256216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59"/>
              <p:cNvSpPr/>
              <p:nvPr/>
            </p:nvSpPr>
            <p:spPr>
              <a:xfrm>
                <a:off x="6044627" y="3205512"/>
                <a:ext cx="711444" cy="97051"/>
              </a:xfrm>
              <a:custGeom>
                <a:rect b="b" l="l" r="r" t="t"/>
                <a:pathLst>
                  <a:path extrusionOk="0" h="97051" w="711444">
                    <a:moveTo>
                      <a:pt x="0" y="48505"/>
                    </a:moveTo>
                    <a:lnTo>
                      <a:pt x="0" y="48505"/>
                    </a:lnTo>
                    <a:cubicBezTo>
                      <a:pt x="0" y="75313"/>
                      <a:pt x="12054" y="97051"/>
                      <a:pt x="26933" y="97051"/>
                    </a:cubicBezTo>
                    <a:lnTo>
                      <a:pt x="684511" y="97051"/>
                    </a:lnTo>
                    <a:cubicBezTo>
                      <a:pt x="699350" y="97051"/>
                      <a:pt x="711445" y="75313"/>
                      <a:pt x="711445" y="48505"/>
                    </a:cubicBezTo>
                    <a:lnTo>
                      <a:pt x="711445" y="48505"/>
                    </a:lnTo>
                    <a:cubicBezTo>
                      <a:pt x="711445" y="21738"/>
                      <a:pt x="699350" y="0"/>
                      <a:pt x="684511" y="0"/>
                    </a:cubicBezTo>
                    <a:lnTo>
                      <a:pt x="26933" y="0"/>
                    </a:lnTo>
                    <a:cubicBezTo>
                      <a:pt x="11887" y="0"/>
                      <a:pt x="0" y="21738"/>
                      <a:pt x="0" y="48505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59"/>
              <p:cNvSpPr/>
              <p:nvPr/>
            </p:nvSpPr>
            <p:spPr>
              <a:xfrm>
                <a:off x="6033680" y="3447438"/>
                <a:ext cx="733305" cy="521223"/>
              </a:xfrm>
              <a:custGeom>
                <a:rect b="b" l="l" r="r" t="t"/>
                <a:pathLst>
                  <a:path extrusionOk="0" h="521223" w="733305">
                    <a:moveTo>
                      <a:pt x="65396" y="521224"/>
                    </a:moveTo>
                    <a:cubicBezTo>
                      <a:pt x="40084" y="521224"/>
                      <a:pt x="19427" y="498696"/>
                      <a:pt x="18013" y="469228"/>
                    </a:cubicBezTo>
                    <a:lnTo>
                      <a:pt x="58" y="90043"/>
                    </a:lnTo>
                    <a:cubicBezTo>
                      <a:pt x="-1106" y="65104"/>
                      <a:pt x="15478" y="43741"/>
                      <a:pt x="37049" y="42328"/>
                    </a:cubicBezTo>
                    <a:lnTo>
                      <a:pt x="691635" y="57"/>
                    </a:lnTo>
                    <a:cubicBezTo>
                      <a:pt x="701776" y="-516"/>
                      <a:pt x="711669" y="3229"/>
                      <a:pt x="718901" y="10365"/>
                    </a:cubicBezTo>
                    <a:cubicBezTo>
                      <a:pt x="728502" y="19809"/>
                      <a:pt x="733698" y="32826"/>
                      <a:pt x="733282" y="46276"/>
                    </a:cubicBezTo>
                    <a:lnTo>
                      <a:pt x="727920" y="436226"/>
                    </a:lnTo>
                    <a:cubicBezTo>
                      <a:pt x="727421" y="471348"/>
                      <a:pt x="703356" y="499652"/>
                      <a:pt x="673097" y="500691"/>
                    </a:cubicBezTo>
                    <a:lnTo>
                      <a:pt x="66850" y="521182"/>
                    </a:lnTo>
                    <a:close/>
                    <a:moveTo>
                      <a:pt x="8412" y="89627"/>
                    </a:moveTo>
                    <a:lnTo>
                      <a:pt x="26367" y="468770"/>
                    </a:lnTo>
                    <a:cubicBezTo>
                      <a:pt x="27531" y="493709"/>
                      <a:pt x="45528" y="513493"/>
                      <a:pt x="66560" y="512828"/>
                    </a:cubicBezTo>
                    <a:lnTo>
                      <a:pt x="672807" y="492296"/>
                    </a:lnTo>
                    <a:cubicBezTo>
                      <a:pt x="698618" y="491423"/>
                      <a:pt x="719150" y="466734"/>
                      <a:pt x="719607" y="436060"/>
                    </a:cubicBezTo>
                    <a:lnTo>
                      <a:pt x="724928" y="46110"/>
                    </a:lnTo>
                    <a:cubicBezTo>
                      <a:pt x="725302" y="34987"/>
                      <a:pt x="721062" y="24210"/>
                      <a:pt x="713165" y="16350"/>
                    </a:cubicBezTo>
                    <a:cubicBezTo>
                      <a:pt x="707679" y="10889"/>
                      <a:pt x="700114" y="7996"/>
                      <a:pt x="692383" y="8370"/>
                    </a:cubicBezTo>
                    <a:lnTo>
                      <a:pt x="37797" y="50599"/>
                    </a:lnTo>
                    <a:cubicBezTo>
                      <a:pt x="20756" y="51721"/>
                      <a:pt x="7664" y="69219"/>
                      <a:pt x="8703" y="89627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59"/>
              <p:cNvSpPr/>
              <p:nvPr/>
            </p:nvSpPr>
            <p:spPr>
              <a:xfrm>
                <a:off x="6186899" y="3575096"/>
                <a:ext cx="504624" cy="24522"/>
              </a:xfrm>
              <a:custGeom>
                <a:rect b="b" l="l" r="r" t="t"/>
                <a:pathLst>
                  <a:path extrusionOk="0" h="24522" w="504624">
                    <a:moveTo>
                      <a:pt x="4156" y="24522"/>
                    </a:moveTo>
                    <a:cubicBezTo>
                      <a:pt x="1870" y="24522"/>
                      <a:pt x="0" y="22660"/>
                      <a:pt x="0" y="20366"/>
                    </a:cubicBezTo>
                    <a:cubicBezTo>
                      <a:pt x="0" y="18072"/>
                      <a:pt x="1870" y="16210"/>
                      <a:pt x="4156" y="16210"/>
                    </a:cubicBezTo>
                    <a:lnTo>
                      <a:pt x="500468" y="0"/>
                    </a:lnTo>
                    <a:lnTo>
                      <a:pt x="500468" y="0"/>
                    </a:lnTo>
                    <a:cubicBezTo>
                      <a:pt x="502754" y="0"/>
                      <a:pt x="504624" y="1862"/>
                      <a:pt x="504624" y="4156"/>
                    </a:cubicBezTo>
                    <a:cubicBezTo>
                      <a:pt x="504624" y="6451"/>
                      <a:pt x="502754" y="8313"/>
                      <a:pt x="500468" y="8313"/>
                    </a:cubicBezTo>
                    <a:lnTo>
                      <a:pt x="4156" y="24522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59"/>
              <p:cNvSpPr/>
              <p:nvPr/>
            </p:nvSpPr>
            <p:spPr>
              <a:xfrm>
                <a:off x="6113252" y="3561547"/>
                <a:ext cx="54939" cy="63133"/>
              </a:xfrm>
              <a:custGeom>
                <a:rect b="b" l="l" r="r" t="t"/>
                <a:pathLst>
                  <a:path extrusionOk="0" h="63133" w="54939">
                    <a:moveTo>
                      <a:pt x="27470" y="63134"/>
                    </a:moveTo>
                    <a:cubicBezTo>
                      <a:pt x="21194" y="63088"/>
                      <a:pt x="15167" y="60702"/>
                      <a:pt x="10553" y="56442"/>
                    </a:cubicBezTo>
                    <a:cubicBezTo>
                      <a:pt x="4111" y="50424"/>
                      <a:pt x="329" y="42098"/>
                      <a:pt x="38" y="33291"/>
                    </a:cubicBezTo>
                    <a:cubicBezTo>
                      <a:pt x="-752" y="16001"/>
                      <a:pt x="10886" y="1162"/>
                      <a:pt x="25974" y="40"/>
                    </a:cubicBezTo>
                    <a:cubicBezTo>
                      <a:pt x="32749" y="-346"/>
                      <a:pt x="39399" y="2056"/>
                      <a:pt x="44386" y="6690"/>
                    </a:cubicBezTo>
                    <a:cubicBezTo>
                      <a:pt x="50829" y="12709"/>
                      <a:pt x="54611" y="21034"/>
                      <a:pt x="54902" y="29841"/>
                    </a:cubicBezTo>
                    <a:lnTo>
                      <a:pt x="54902" y="29841"/>
                    </a:lnTo>
                    <a:cubicBezTo>
                      <a:pt x="55692" y="47132"/>
                      <a:pt x="44054" y="61970"/>
                      <a:pt x="29008" y="63092"/>
                    </a:cubicBezTo>
                    <a:close/>
                    <a:moveTo>
                      <a:pt x="27470" y="8519"/>
                    </a:moveTo>
                    <a:lnTo>
                      <a:pt x="26389" y="8519"/>
                    </a:lnTo>
                    <a:cubicBezTo>
                      <a:pt x="15832" y="9184"/>
                      <a:pt x="7727" y="20115"/>
                      <a:pt x="8309" y="32917"/>
                    </a:cubicBezTo>
                    <a:cubicBezTo>
                      <a:pt x="8475" y="39497"/>
                      <a:pt x="11260" y="45740"/>
                      <a:pt x="16040" y="50249"/>
                    </a:cubicBezTo>
                    <a:cubicBezTo>
                      <a:pt x="19406" y="53387"/>
                      <a:pt x="23895" y="55021"/>
                      <a:pt x="28509" y="54780"/>
                    </a:cubicBezTo>
                    <a:cubicBezTo>
                      <a:pt x="39066" y="54114"/>
                      <a:pt x="47213" y="43183"/>
                      <a:pt x="46589" y="30382"/>
                    </a:cubicBezTo>
                    <a:lnTo>
                      <a:pt x="46589" y="30382"/>
                    </a:lnTo>
                    <a:cubicBezTo>
                      <a:pt x="46464" y="23761"/>
                      <a:pt x="43680" y="17464"/>
                      <a:pt x="38858" y="12925"/>
                    </a:cubicBezTo>
                    <a:cubicBezTo>
                      <a:pt x="35741" y="10094"/>
                      <a:pt x="31668" y="8523"/>
                      <a:pt x="27470" y="8519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59"/>
              <p:cNvSpPr/>
              <p:nvPr/>
            </p:nvSpPr>
            <p:spPr>
              <a:xfrm>
                <a:off x="6194963" y="3687442"/>
                <a:ext cx="504582" cy="24522"/>
              </a:xfrm>
              <a:custGeom>
                <a:rect b="b" l="l" r="r" t="t"/>
                <a:pathLst>
                  <a:path extrusionOk="0" h="24522" w="504582">
                    <a:moveTo>
                      <a:pt x="4156" y="24523"/>
                    </a:moveTo>
                    <a:cubicBezTo>
                      <a:pt x="1870" y="24523"/>
                      <a:pt x="0" y="22661"/>
                      <a:pt x="0" y="20366"/>
                    </a:cubicBezTo>
                    <a:cubicBezTo>
                      <a:pt x="0" y="18072"/>
                      <a:pt x="1870" y="16210"/>
                      <a:pt x="4156" y="16210"/>
                    </a:cubicBezTo>
                    <a:lnTo>
                      <a:pt x="500426" y="0"/>
                    </a:lnTo>
                    <a:cubicBezTo>
                      <a:pt x="502712" y="0"/>
                      <a:pt x="504582" y="1862"/>
                      <a:pt x="504582" y="4156"/>
                    </a:cubicBezTo>
                    <a:cubicBezTo>
                      <a:pt x="504582" y="6451"/>
                      <a:pt x="502712" y="8313"/>
                      <a:pt x="500426" y="8313"/>
                    </a:cubicBezTo>
                    <a:lnTo>
                      <a:pt x="4115" y="24481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59"/>
              <p:cNvSpPr/>
              <p:nvPr/>
            </p:nvSpPr>
            <p:spPr>
              <a:xfrm>
                <a:off x="6121315" y="3673933"/>
                <a:ext cx="54940" cy="63135"/>
              </a:xfrm>
              <a:custGeom>
                <a:rect b="b" l="l" r="r" t="t"/>
                <a:pathLst>
                  <a:path extrusionOk="0" h="63135" w="54940">
                    <a:moveTo>
                      <a:pt x="27470" y="63136"/>
                    </a:moveTo>
                    <a:cubicBezTo>
                      <a:pt x="21194" y="63069"/>
                      <a:pt x="15167" y="60688"/>
                      <a:pt x="10554" y="56444"/>
                    </a:cubicBezTo>
                    <a:cubicBezTo>
                      <a:pt x="4111" y="50426"/>
                      <a:pt x="329" y="42101"/>
                      <a:pt x="38" y="33293"/>
                    </a:cubicBezTo>
                    <a:cubicBezTo>
                      <a:pt x="-752" y="16003"/>
                      <a:pt x="10886" y="1123"/>
                      <a:pt x="25974" y="42"/>
                    </a:cubicBezTo>
                    <a:cubicBezTo>
                      <a:pt x="32748" y="-353"/>
                      <a:pt x="39399" y="2033"/>
                      <a:pt x="44386" y="6651"/>
                    </a:cubicBezTo>
                    <a:cubicBezTo>
                      <a:pt x="50829" y="12682"/>
                      <a:pt x="54611" y="21023"/>
                      <a:pt x="54902" y="29843"/>
                    </a:cubicBezTo>
                    <a:lnTo>
                      <a:pt x="54902" y="29843"/>
                    </a:lnTo>
                    <a:cubicBezTo>
                      <a:pt x="55692" y="47134"/>
                      <a:pt x="44054" y="61972"/>
                      <a:pt x="28967" y="63094"/>
                    </a:cubicBezTo>
                    <a:close/>
                    <a:moveTo>
                      <a:pt x="27470" y="8480"/>
                    </a:moveTo>
                    <a:lnTo>
                      <a:pt x="26639" y="8480"/>
                    </a:lnTo>
                    <a:cubicBezTo>
                      <a:pt x="16081" y="9145"/>
                      <a:pt x="7977" y="20076"/>
                      <a:pt x="8559" y="32878"/>
                    </a:cubicBezTo>
                    <a:cubicBezTo>
                      <a:pt x="8766" y="39449"/>
                      <a:pt x="11510" y="45675"/>
                      <a:pt x="16289" y="50210"/>
                    </a:cubicBezTo>
                    <a:cubicBezTo>
                      <a:pt x="19656" y="53339"/>
                      <a:pt x="24145" y="54960"/>
                      <a:pt x="28759" y="54699"/>
                    </a:cubicBezTo>
                    <a:cubicBezTo>
                      <a:pt x="39316" y="54033"/>
                      <a:pt x="47421" y="43102"/>
                      <a:pt x="46839" y="30342"/>
                    </a:cubicBezTo>
                    <a:lnTo>
                      <a:pt x="46839" y="30342"/>
                    </a:lnTo>
                    <a:cubicBezTo>
                      <a:pt x="46672" y="23763"/>
                      <a:pt x="43888" y="17520"/>
                      <a:pt x="39108" y="13010"/>
                    </a:cubicBezTo>
                    <a:cubicBezTo>
                      <a:pt x="35907" y="10121"/>
                      <a:pt x="31751" y="8550"/>
                      <a:pt x="27470" y="860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59"/>
              <p:cNvSpPr/>
              <p:nvPr/>
            </p:nvSpPr>
            <p:spPr>
              <a:xfrm>
                <a:off x="6203026" y="3806647"/>
                <a:ext cx="296971" cy="17747"/>
              </a:xfrm>
              <a:custGeom>
                <a:rect b="b" l="l" r="r" t="t"/>
                <a:pathLst>
                  <a:path extrusionOk="0" h="17747" w="296971">
                    <a:moveTo>
                      <a:pt x="4156" y="17706"/>
                    </a:moveTo>
                    <a:cubicBezTo>
                      <a:pt x="1870" y="17706"/>
                      <a:pt x="0" y="15844"/>
                      <a:pt x="0" y="13550"/>
                    </a:cubicBezTo>
                    <a:cubicBezTo>
                      <a:pt x="0" y="11255"/>
                      <a:pt x="1870" y="9393"/>
                      <a:pt x="4156" y="9393"/>
                    </a:cubicBezTo>
                    <a:lnTo>
                      <a:pt x="292816" y="0"/>
                    </a:lnTo>
                    <a:lnTo>
                      <a:pt x="292816" y="0"/>
                    </a:lnTo>
                    <a:cubicBezTo>
                      <a:pt x="295102" y="0"/>
                      <a:pt x="296972" y="1862"/>
                      <a:pt x="296972" y="4156"/>
                    </a:cubicBezTo>
                    <a:cubicBezTo>
                      <a:pt x="296972" y="6451"/>
                      <a:pt x="295102" y="8313"/>
                      <a:pt x="292816" y="8313"/>
                    </a:cubicBezTo>
                    <a:lnTo>
                      <a:pt x="4156" y="17748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59"/>
              <p:cNvSpPr/>
              <p:nvPr/>
            </p:nvSpPr>
            <p:spPr>
              <a:xfrm>
                <a:off x="6129379" y="3786282"/>
                <a:ext cx="54939" cy="63134"/>
              </a:xfrm>
              <a:custGeom>
                <a:rect b="b" l="l" r="r" t="t"/>
                <a:pathLst>
                  <a:path extrusionOk="0" h="63134" w="54939">
                    <a:moveTo>
                      <a:pt x="27470" y="63134"/>
                    </a:moveTo>
                    <a:cubicBezTo>
                      <a:pt x="21194" y="63084"/>
                      <a:pt x="15167" y="60715"/>
                      <a:pt x="10553" y="56484"/>
                    </a:cubicBezTo>
                    <a:cubicBezTo>
                      <a:pt x="4111" y="50453"/>
                      <a:pt x="329" y="42111"/>
                      <a:pt x="38" y="33291"/>
                    </a:cubicBezTo>
                    <a:cubicBezTo>
                      <a:pt x="-752" y="16001"/>
                      <a:pt x="10886" y="1163"/>
                      <a:pt x="25974" y="40"/>
                    </a:cubicBezTo>
                    <a:cubicBezTo>
                      <a:pt x="32749" y="-346"/>
                      <a:pt x="39399" y="2056"/>
                      <a:pt x="44386" y="6691"/>
                    </a:cubicBezTo>
                    <a:cubicBezTo>
                      <a:pt x="50829" y="12709"/>
                      <a:pt x="54611" y="21034"/>
                      <a:pt x="54902" y="29842"/>
                    </a:cubicBezTo>
                    <a:lnTo>
                      <a:pt x="54902" y="29842"/>
                    </a:lnTo>
                    <a:cubicBezTo>
                      <a:pt x="55692" y="47132"/>
                      <a:pt x="44054" y="61970"/>
                      <a:pt x="28966" y="63093"/>
                    </a:cubicBezTo>
                    <a:close/>
                    <a:moveTo>
                      <a:pt x="27470" y="8519"/>
                    </a:moveTo>
                    <a:lnTo>
                      <a:pt x="26472" y="8519"/>
                    </a:lnTo>
                    <a:cubicBezTo>
                      <a:pt x="15915" y="9184"/>
                      <a:pt x="7810" y="20116"/>
                      <a:pt x="8392" y="32917"/>
                    </a:cubicBezTo>
                    <a:cubicBezTo>
                      <a:pt x="8558" y="39497"/>
                      <a:pt x="11343" y="45740"/>
                      <a:pt x="16123" y="50249"/>
                    </a:cubicBezTo>
                    <a:cubicBezTo>
                      <a:pt x="19489" y="53392"/>
                      <a:pt x="23979" y="55025"/>
                      <a:pt x="28592" y="54780"/>
                    </a:cubicBezTo>
                    <a:cubicBezTo>
                      <a:pt x="39149" y="54115"/>
                      <a:pt x="47254" y="43183"/>
                      <a:pt x="46672" y="30382"/>
                    </a:cubicBezTo>
                    <a:cubicBezTo>
                      <a:pt x="46506" y="23802"/>
                      <a:pt x="43721" y="17560"/>
                      <a:pt x="38941" y="13050"/>
                    </a:cubicBezTo>
                    <a:cubicBezTo>
                      <a:pt x="35824" y="10141"/>
                      <a:pt x="31751" y="8507"/>
                      <a:pt x="27470" y="8478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59"/>
              <p:cNvSpPr/>
              <p:nvPr/>
            </p:nvSpPr>
            <p:spPr>
              <a:xfrm>
                <a:off x="6052801" y="3995205"/>
                <a:ext cx="733238" cy="323797"/>
              </a:xfrm>
              <a:custGeom>
                <a:rect b="b" l="l" r="r" t="t"/>
                <a:pathLst>
                  <a:path extrusionOk="0" h="323797" w="733238">
                    <a:moveTo>
                      <a:pt x="65352" y="323797"/>
                    </a:moveTo>
                    <a:cubicBezTo>
                      <a:pt x="40123" y="323797"/>
                      <a:pt x="19632" y="309292"/>
                      <a:pt x="17970" y="290546"/>
                    </a:cubicBezTo>
                    <a:lnTo>
                      <a:pt x="56" y="57250"/>
                    </a:lnTo>
                    <a:cubicBezTo>
                      <a:pt x="-401" y="50549"/>
                      <a:pt x="1968" y="43970"/>
                      <a:pt x="6581" y="39086"/>
                    </a:cubicBezTo>
                    <a:cubicBezTo>
                      <a:pt x="14603" y="30824"/>
                      <a:pt x="25618" y="26135"/>
                      <a:pt x="37131" y="26077"/>
                    </a:cubicBezTo>
                    <a:lnTo>
                      <a:pt x="691675" y="100"/>
                    </a:lnTo>
                    <a:cubicBezTo>
                      <a:pt x="703936" y="-711"/>
                      <a:pt x="716031" y="3454"/>
                      <a:pt x="725175" y="11654"/>
                    </a:cubicBezTo>
                    <a:cubicBezTo>
                      <a:pt x="730370" y="16418"/>
                      <a:pt x="733280" y="23151"/>
                      <a:pt x="733238" y="30192"/>
                    </a:cubicBezTo>
                    <a:lnTo>
                      <a:pt x="727877" y="270055"/>
                    </a:lnTo>
                    <a:cubicBezTo>
                      <a:pt x="727378" y="292541"/>
                      <a:pt x="703271" y="310621"/>
                      <a:pt x="672971" y="311286"/>
                    </a:cubicBezTo>
                    <a:lnTo>
                      <a:pt x="66766" y="323756"/>
                    </a:lnTo>
                    <a:close/>
                    <a:moveTo>
                      <a:pt x="693670" y="8246"/>
                    </a:moveTo>
                    <a:lnTo>
                      <a:pt x="691841" y="8246"/>
                    </a:lnTo>
                    <a:lnTo>
                      <a:pt x="37297" y="34265"/>
                    </a:lnTo>
                    <a:cubicBezTo>
                      <a:pt x="28070" y="34265"/>
                      <a:pt x="19175" y="37943"/>
                      <a:pt x="12650" y="44489"/>
                    </a:cubicBezTo>
                    <a:cubicBezTo>
                      <a:pt x="9574" y="47686"/>
                      <a:pt x="7953" y="52025"/>
                      <a:pt x="8202" y="56460"/>
                    </a:cubicBezTo>
                    <a:lnTo>
                      <a:pt x="26116" y="289715"/>
                    </a:lnTo>
                    <a:cubicBezTo>
                      <a:pt x="27239" y="304304"/>
                      <a:pt x="45319" y="315858"/>
                      <a:pt x="66433" y="315401"/>
                    </a:cubicBezTo>
                    <a:lnTo>
                      <a:pt x="672638" y="302932"/>
                    </a:lnTo>
                    <a:cubicBezTo>
                      <a:pt x="698450" y="302392"/>
                      <a:pt x="718982" y="287886"/>
                      <a:pt x="719356" y="269889"/>
                    </a:cubicBezTo>
                    <a:lnTo>
                      <a:pt x="724718" y="29984"/>
                    </a:lnTo>
                    <a:cubicBezTo>
                      <a:pt x="724676" y="25233"/>
                      <a:pt x="722640" y="20715"/>
                      <a:pt x="719148" y="17515"/>
                    </a:cubicBezTo>
                    <a:cubicBezTo>
                      <a:pt x="712165" y="11276"/>
                      <a:pt x="703022" y="7959"/>
                      <a:pt x="693670" y="8246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59"/>
              <p:cNvSpPr/>
              <p:nvPr/>
            </p:nvSpPr>
            <p:spPr>
              <a:xfrm>
                <a:off x="6206143" y="4073651"/>
                <a:ext cx="504624" cy="18288"/>
              </a:xfrm>
              <a:custGeom>
                <a:rect b="b" l="l" r="r" t="t"/>
                <a:pathLst>
                  <a:path extrusionOk="0" h="18288" w="504624">
                    <a:moveTo>
                      <a:pt x="4156" y="18288"/>
                    </a:moveTo>
                    <a:cubicBezTo>
                      <a:pt x="1870" y="18288"/>
                      <a:pt x="0" y="16426"/>
                      <a:pt x="0" y="14132"/>
                    </a:cubicBezTo>
                    <a:cubicBezTo>
                      <a:pt x="0" y="11837"/>
                      <a:pt x="1870" y="9975"/>
                      <a:pt x="4156" y="9975"/>
                    </a:cubicBezTo>
                    <a:lnTo>
                      <a:pt x="500468" y="0"/>
                    </a:lnTo>
                    <a:cubicBezTo>
                      <a:pt x="502754" y="0"/>
                      <a:pt x="504624" y="1862"/>
                      <a:pt x="504624" y="4156"/>
                    </a:cubicBezTo>
                    <a:cubicBezTo>
                      <a:pt x="504624" y="6451"/>
                      <a:pt x="502754" y="8313"/>
                      <a:pt x="500468" y="8313"/>
                    </a:cubicBezTo>
                    <a:lnTo>
                      <a:pt x="4156" y="18288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59"/>
              <p:cNvSpPr/>
              <p:nvPr/>
            </p:nvSpPr>
            <p:spPr>
              <a:xfrm>
                <a:off x="6132368" y="4065436"/>
                <a:ext cx="54895" cy="41923"/>
              </a:xfrm>
              <a:custGeom>
                <a:rect b="b" l="l" r="r" t="t"/>
                <a:pathLst>
                  <a:path extrusionOk="0" h="41923" w="54895">
                    <a:moveTo>
                      <a:pt x="27390" y="41924"/>
                    </a:moveTo>
                    <a:cubicBezTo>
                      <a:pt x="12759" y="41924"/>
                      <a:pt x="872" y="33611"/>
                      <a:pt x="41" y="22181"/>
                    </a:cubicBezTo>
                    <a:cubicBezTo>
                      <a:pt x="-291" y="17351"/>
                      <a:pt x="1412" y="12605"/>
                      <a:pt x="4738" y="9089"/>
                    </a:cubicBezTo>
                    <a:cubicBezTo>
                      <a:pt x="10307" y="3332"/>
                      <a:pt x="17996" y="65"/>
                      <a:pt x="26018" y="28"/>
                    </a:cubicBezTo>
                    <a:cubicBezTo>
                      <a:pt x="41313" y="-554"/>
                      <a:pt x="53990" y="8091"/>
                      <a:pt x="54863" y="19770"/>
                    </a:cubicBezTo>
                    <a:lnTo>
                      <a:pt x="54863" y="19770"/>
                    </a:lnTo>
                    <a:cubicBezTo>
                      <a:pt x="55154" y="24592"/>
                      <a:pt x="53450" y="29318"/>
                      <a:pt x="50125" y="32821"/>
                    </a:cubicBezTo>
                    <a:cubicBezTo>
                      <a:pt x="44555" y="38591"/>
                      <a:pt x="36866" y="41870"/>
                      <a:pt x="28844" y="41924"/>
                    </a:cubicBezTo>
                    <a:close/>
                    <a:moveTo>
                      <a:pt x="27390" y="8340"/>
                    </a:moveTo>
                    <a:lnTo>
                      <a:pt x="26309" y="8340"/>
                    </a:lnTo>
                    <a:cubicBezTo>
                      <a:pt x="20531" y="8340"/>
                      <a:pt x="15004" y="10610"/>
                      <a:pt x="10931" y="14658"/>
                    </a:cubicBezTo>
                    <a:cubicBezTo>
                      <a:pt x="9143" y="16495"/>
                      <a:pt x="8187" y="18993"/>
                      <a:pt x="8312" y="21558"/>
                    </a:cubicBezTo>
                    <a:cubicBezTo>
                      <a:pt x="8811" y="28457"/>
                      <a:pt x="18038" y="34027"/>
                      <a:pt x="28470" y="33570"/>
                    </a:cubicBezTo>
                    <a:cubicBezTo>
                      <a:pt x="34248" y="33574"/>
                      <a:pt x="39775" y="31321"/>
                      <a:pt x="43891" y="27293"/>
                    </a:cubicBezTo>
                    <a:cubicBezTo>
                      <a:pt x="45636" y="25431"/>
                      <a:pt x="46592" y="22950"/>
                      <a:pt x="46509" y="20394"/>
                    </a:cubicBezTo>
                    <a:lnTo>
                      <a:pt x="46509" y="20394"/>
                    </a:lnTo>
                    <a:cubicBezTo>
                      <a:pt x="46052" y="13702"/>
                      <a:pt x="37407" y="8340"/>
                      <a:pt x="27431" y="834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5" name="Google Shape;1865;p59"/>
              <p:cNvSpPr/>
              <p:nvPr/>
            </p:nvSpPr>
            <p:spPr>
              <a:xfrm>
                <a:off x="6214040" y="4142813"/>
                <a:ext cx="504624" cy="18288"/>
              </a:xfrm>
              <a:custGeom>
                <a:rect b="b" l="l" r="r" t="t"/>
                <a:pathLst>
                  <a:path extrusionOk="0" h="18288" w="504624">
                    <a:moveTo>
                      <a:pt x="4156" y="18288"/>
                    </a:moveTo>
                    <a:cubicBezTo>
                      <a:pt x="1870" y="18288"/>
                      <a:pt x="0" y="16418"/>
                      <a:pt x="0" y="14132"/>
                    </a:cubicBezTo>
                    <a:cubicBezTo>
                      <a:pt x="0" y="11837"/>
                      <a:pt x="1870" y="9975"/>
                      <a:pt x="4156" y="9975"/>
                    </a:cubicBezTo>
                    <a:lnTo>
                      <a:pt x="500468" y="0"/>
                    </a:lnTo>
                    <a:lnTo>
                      <a:pt x="500468" y="0"/>
                    </a:lnTo>
                    <a:cubicBezTo>
                      <a:pt x="502754" y="0"/>
                      <a:pt x="504624" y="1862"/>
                      <a:pt x="504624" y="4156"/>
                    </a:cubicBezTo>
                    <a:cubicBezTo>
                      <a:pt x="504624" y="6451"/>
                      <a:pt x="502754" y="8313"/>
                      <a:pt x="500468" y="8313"/>
                    </a:cubicBezTo>
                    <a:lnTo>
                      <a:pt x="4156" y="18288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59"/>
              <p:cNvSpPr/>
              <p:nvPr/>
            </p:nvSpPr>
            <p:spPr>
              <a:xfrm>
                <a:off x="6140399" y="4134556"/>
                <a:ext cx="54928" cy="41965"/>
              </a:xfrm>
              <a:custGeom>
                <a:rect b="b" l="l" r="r" t="t"/>
                <a:pathLst>
                  <a:path extrusionOk="0" h="41965" w="54928">
                    <a:moveTo>
                      <a:pt x="27423" y="41965"/>
                    </a:moveTo>
                    <a:cubicBezTo>
                      <a:pt x="12792" y="41965"/>
                      <a:pt x="905" y="33653"/>
                      <a:pt x="32" y="22181"/>
                    </a:cubicBezTo>
                    <a:cubicBezTo>
                      <a:pt x="-259" y="17351"/>
                      <a:pt x="1445" y="12613"/>
                      <a:pt x="4770" y="9089"/>
                    </a:cubicBezTo>
                    <a:cubicBezTo>
                      <a:pt x="10382" y="3344"/>
                      <a:pt x="18029" y="82"/>
                      <a:pt x="26051" y="28"/>
                    </a:cubicBezTo>
                    <a:cubicBezTo>
                      <a:pt x="41346" y="-554"/>
                      <a:pt x="54024" y="8091"/>
                      <a:pt x="54896" y="19770"/>
                    </a:cubicBezTo>
                    <a:lnTo>
                      <a:pt x="54896" y="19770"/>
                    </a:lnTo>
                    <a:cubicBezTo>
                      <a:pt x="55187" y="24592"/>
                      <a:pt x="53483" y="29330"/>
                      <a:pt x="50158" y="32863"/>
                    </a:cubicBezTo>
                    <a:cubicBezTo>
                      <a:pt x="44547" y="38599"/>
                      <a:pt x="36899" y="41882"/>
                      <a:pt x="28877" y="41924"/>
                    </a:cubicBezTo>
                    <a:close/>
                    <a:moveTo>
                      <a:pt x="27423" y="8340"/>
                    </a:moveTo>
                    <a:lnTo>
                      <a:pt x="26384" y="8340"/>
                    </a:lnTo>
                    <a:cubicBezTo>
                      <a:pt x="20606" y="8345"/>
                      <a:pt x="15078" y="10614"/>
                      <a:pt x="10963" y="14658"/>
                    </a:cubicBezTo>
                    <a:cubicBezTo>
                      <a:pt x="9218" y="16516"/>
                      <a:pt x="8262" y="19006"/>
                      <a:pt x="8386" y="21558"/>
                    </a:cubicBezTo>
                    <a:cubicBezTo>
                      <a:pt x="8885" y="28499"/>
                      <a:pt x="18113" y="34027"/>
                      <a:pt x="28545" y="33611"/>
                    </a:cubicBezTo>
                    <a:cubicBezTo>
                      <a:pt x="34322" y="33611"/>
                      <a:pt x="39850" y="31325"/>
                      <a:pt x="43923" y="27293"/>
                    </a:cubicBezTo>
                    <a:cubicBezTo>
                      <a:pt x="45711" y="25465"/>
                      <a:pt x="46667" y="22971"/>
                      <a:pt x="46542" y="20394"/>
                    </a:cubicBezTo>
                    <a:lnTo>
                      <a:pt x="46542" y="20394"/>
                    </a:lnTo>
                    <a:cubicBezTo>
                      <a:pt x="46043" y="13702"/>
                      <a:pt x="37439" y="8340"/>
                      <a:pt x="27423" y="834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59"/>
              <p:cNvSpPr/>
              <p:nvPr/>
            </p:nvSpPr>
            <p:spPr>
              <a:xfrm>
                <a:off x="6222103" y="4216132"/>
                <a:ext cx="296930" cy="14131"/>
              </a:xfrm>
              <a:custGeom>
                <a:rect b="b" l="l" r="r" t="t"/>
                <a:pathLst>
                  <a:path extrusionOk="0" h="14131" w="296930">
                    <a:moveTo>
                      <a:pt x="4156" y="14090"/>
                    </a:moveTo>
                    <a:cubicBezTo>
                      <a:pt x="1871" y="14090"/>
                      <a:pt x="0" y="12220"/>
                      <a:pt x="0" y="9934"/>
                    </a:cubicBezTo>
                    <a:cubicBezTo>
                      <a:pt x="0" y="7648"/>
                      <a:pt x="1871" y="5777"/>
                      <a:pt x="4156" y="5777"/>
                    </a:cubicBezTo>
                    <a:lnTo>
                      <a:pt x="292775" y="0"/>
                    </a:lnTo>
                    <a:cubicBezTo>
                      <a:pt x="295060" y="0"/>
                      <a:pt x="296931" y="1870"/>
                      <a:pt x="296931" y="4156"/>
                    </a:cubicBezTo>
                    <a:cubicBezTo>
                      <a:pt x="296931" y="6442"/>
                      <a:pt x="295060" y="8313"/>
                      <a:pt x="292775" y="8313"/>
                    </a:cubicBezTo>
                    <a:lnTo>
                      <a:pt x="4156" y="14132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8" name="Google Shape;1868;p59"/>
              <p:cNvSpPr/>
              <p:nvPr/>
            </p:nvSpPr>
            <p:spPr>
              <a:xfrm>
                <a:off x="6148462" y="4203677"/>
                <a:ext cx="54895" cy="41964"/>
              </a:xfrm>
              <a:custGeom>
                <a:rect b="b" l="l" r="r" t="t"/>
                <a:pathLst>
                  <a:path extrusionOk="0" h="41964" w="54895">
                    <a:moveTo>
                      <a:pt x="27422" y="41965"/>
                    </a:moveTo>
                    <a:cubicBezTo>
                      <a:pt x="12792" y="41965"/>
                      <a:pt x="905" y="33652"/>
                      <a:pt x="32" y="22180"/>
                    </a:cubicBezTo>
                    <a:cubicBezTo>
                      <a:pt x="-259" y="17359"/>
                      <a:pt x="1445" y="12621"/>
                      <a:pt x="4770" y="9088"/>
                    </a:cubicBezTo>
                    <a:cubicBezTo>
                      <a:pt x="10381" y="3352"/>
                      <a:pt x="18029" y="69"/>
                      <a:pt x="26051" y="27"/>
                    </a:cubicBezTo>
                    <a:cubicBezTo>
                      <a:pt x="41346" y="-555"/>
                      <a:pt x="53981" y="8340"/>
                      <a:pt x="54854" y="19770"/>
                    </a:cubicBezTo>
                    <a:cubicBezTo>
                      <a:pt x="55187" y="24591"/>
                      <a:pt x="53483" y="29329"/>
                      <a:pt x="50157" y="32862"/>
                    </a:cubicBezTo>
                    <a:cubicBezTo>
                      <a:pt x="44546" y="38598"/>
                      <a:pt x="36899" y="41882"/>
                      <a:pt x="28877" y="41923"/>
                    </a:cubicBezTo>
                    <a:close/>
                    <a:moveTo>
                      <a:pt x="27422" y="8340"/>
                    </a:moveTo>
                    <a:lnTo>
                      <a:pt x="26383" y="8340"/>
                    </a:lnTo>
                    <a:cubicBezTo>
                      <a:pt x="20606" y="8298"/>
                      <a:pt x="15078" y="10584"/>
                      <a:pt x="10963" y="14616"/>
                    </a:cubicBezTo>
                    <a:cubicBezTo>
                      <a:pt x="9217" y="16486"/>
                      <a:pt x="8261" y="18980"/>
                      <a:pt x="8345" y="21515"/>
                    </a:cubicBezTo>
                    <a:cubicBezTo>
                      <a:pt x="8885" y="28456"/>
                      <a:pt x="18112" y="33984"/>
                      <a:pt x="28545" y="33569"/>
                    </a:cubicBezTo>
                    <a:cubicBezTo>
                      <a:pt x="34322" y="33569"/>
                      <a:pt x="39808" y="31283"/>
                      <a:pt x="43923" y="27251"/>
                    </a:cubicBezTo>
                    <a:cubicBezTo>
                      <a:pt x="45710" y="25422"/>
                      <a:pt x="46666" y="22929"/>
                      <a:pt x="46541" y="20352"/>
                    </a:cubicBezTo>
                    <a:lnTo>
                      <a:pt x="46541" y="20352"/>
                    </a:lnTo>
                    <a:cubicBezTo>
                      <a:pt x="46043" y="13701"/>
                      <a:pt x="37439" y="8340"/>
                      <a:pt x="27422" y="834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9" name="Google Shape;1869;p59"/>
              <p:cNvSpPr/>
              <p:nvPr/>
            </p:nvSpPr>
            <p:spPr>
              <a:xfrm>
                <a:off x="6059959" y="4372930"/>
                <a:ext cx="733271" cy="323760"/>
              </a:xfrm>
              <a:custGeom>
                <a:rect b="b" l="l" r="r" t="t"/>
                <a:pathLst>
                  <a:path extrusionOk="0" h="323760" w="733271">
                    <a:moveTo>
                      <a:pt x="65385" y="323760"/>
                    </a:moveTo>
                    <a:cubicBezTo>
                      <a:pt x="40156" y="323760"/>
                      <a:pt x="19665" y="309255"/>
                      <a:pt x="18003" y="290510"/>
                    </a:cubicBezTo>
                    <a:lnTo>
                      <a:pt x="47" y="57254"/>
                    </a:lnTo>
                    <a:cubicBezTo>
                      <a:pt x="-369" y="50563"/>
                      <a:pt x="2001" y="43954"/>
                      <a:pt x="6614" y="39091"/>
                    </a:cubicBezTo>
                    <a:cubicBezTo>
                      <a:pt x="14636" y="30820"/>
                      <a:pt x="25650" y="26123"/>
                      <a:pt x="37163" y="26082"/>
                    </a:cubicBezTo>
                    <a:lnTo>
                      <a:pt x="691707" y="104"/>
                    </a:lnTo>
                    <a:cubicBezTo>
                      <a:pt x="703968" y="-727"/>
                      <a:pt x="716064" y="3430"/>
                      <a:pt x="725208" y="11659"/>
                    </a:cubicBezTo>
                    <a:cubicBezTo>
                      <a:pt x="730403" y="16439"/>
                      <a:pt x="733313" y="23172"/>
                      <a:pt x="733271" y="30196"/>
                    </a:cubicBezTo>
                    <a:lnTo>
                      <a:pt x="727909" y="270060"/>
                    </a:lnTo>
                    <a:cubicBezTo>
                      <a:pt x="727410" y="292546"/>
                      <a:pt x="703304" y="310626"/>
                      <a:pt x="673004" y="311291"/>
                    </a:cubicBezTo>
                    <a:lnTo>
                      <a:pt x="66798" y="323760"/>
                    </a:lnTo>
                    <a:close/>
                    <a:moveTo>
                      <a:pt x="693869" y="8209"/>
                    </a:moveTo>
                    <a:lnTo>
                      <a:pt x="692040" y="8209"/>
                    </a:lnTo>
                    <a:lnTo>
                      <a:pt x="37496" y="34228"/>
                    </a:lnTo>
                    <a:cubicBezTo>
                      <a:pt x="28227" y="34228"/>
                      <a:pt x="19374" y="37927"/>
                      <a:pt x="12807" y="44453"/>
                    </a:cubicBezTo>
                    <a:cubicBezTo>
                      <a:pt x="9773" y="47653"/>
                      <a:pt x="8152" y="51976"/>
                      <a:pt x="8359" y="56423"/>
                    </a:cubicBezTo>
                    <a:lnTo>
                      <a:pt x="26315" y="289678"/>
                    </a:lnTo>
                    <a:cubicBezTo>
                      <a:pt x="27438" y="304267"/>
                      <a:pt x="45518" y="315697"/>
                      <a:pt x="66590" y="315364"/>
                    </a:cubicBezTo>
                    <a:lnTo>
                      <a:pt x="672837" y="302895"/>
                    </a:lnTo>
                    <a:cubicBezTo>
                      <a:pt x="698649" y="302355"/>
                      <a:pt x="719181" y="287849"/>
                      <a:pt x="719555" y="269644"/>
                    </a:cubicBezTo>
                    <a:lnTo>
                      <a:pt x="724917" y="29739"/>
                    </a:lnTo>
                    <a:cubicBezTo>
                      <a:pt x="724875" y="25001"/>
                      <a:pt x="722880" y="20471"/>
                      <a:pt x="719347" y="17270"/>
                    </a:cubicBezTo>
                    <a:cubicBezTo>
                      <a:pt x="712323" y="11119"/>
                      <a:pt x="703221" y="7877"/>
                      <a:pt x="693869" y="8251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0" name="Google Shape;1870;p59"/>
              <p:cNvSpPr/>
              <p:nvPr/>
            </p:nvSpPr>
            <p:spPr>
              <a:xfrm>
                <a:off x="6213167" y="4451382"/>
                <a:ext cx="504624" cy="18288"/>
              </a:xfrm>
              <a:custGeom>
                <a:rect b="b" l="l" r="r" t="t"/>
                <a:pathLst>
                  <a:path extrusionOk="0" h="18288" w="504624">
                    <a:moveTo>
                      <a:pt x="4156" y="18288"/>
                    </a:moveTo>
                    <a:cubicBezTo>
                      <a:pt x="1871" y="18288"/>
                      <a:pt x="0" y="16418"/>
                      <a:pt x="0" y="14132"/>
                    </a:cubicBezTo>
                    <a:cubicBezTo>
                      <a:pt x="0" y="11846"/>
                      <a:pt x="1871" y="9975"/>
                      <a:pt x="4156" y="9975"/>
                    </a:cubicBezTo>
                    <a:lnTo>
                      <a:pt x="500468" y="0"/>
                    </a:lnTo>
                    <a:cubicBezTo>
                      <a:pt x="502754" y="0"/>
                      <a:pt x="504624" y="1871"/>
                      <a:pt x="504624" y="4156"/>
                    </a:cubicBezTo>
                    <a:cubicBezTo>
                      <a:pt x="504624" y="6443"/>
                      <a:pt x="502754" y="8313"/>
                      <a:pt x="500468" y="8313"/>
                    </a:cubicBezTo>
                    <a:lnTo>
                      <a:pt x="4156" y="18246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1" name="Google Shape;1871;p59"/>
              <p:cNvSpPr/>
              <p:nvPr/>
            </p:nvSpPr>
            <p:spPr>
              <a:xfrm>
                <a:off x="6139526" y="4443162"/>
                <a:ext cx="54895" cy="41927"/>
              </a:xfrm>
              <a:custGeom>
                <a:rect b="b" l="l" r="r" t="t"/>
                <a:pathLst>
                  <a:path extrusionOk="0" h="41927" w="54895">
                    <a:moveTo>
                      <a:pt x="27422" y="41928"/>
                    </a:moveTo>
                    <a:cubicBezTo>
                      <a:pt x="12792" y="41928"/>
                      <a:pt x="905" y="33615"/>
                      <a:pt x="32" y="22185"/>
                    </a:cubicBezTo>
                    <a:cubicBezTo>
                      <a:pt x="-259" y="17364"/>
                      <a:pt x="1445" y="12625"/>
                      <a:pt x="4770" y="9092"/>
                    </a:cubicBezTo>
                    <a:cubicBezTo>
                      <a:pt x="10340" y="3315"/>
                      <a:pt x="18029" y="73"/>
                      <a:pt x="26051" y="32"/>
                    </a:cubicBezTo>
                    <a:cubicBezTo>
                      <a:pt x="41346" y="-592"/>
                      <a:pt x="54023" y="8095"/>
                      <a:pt x="54855" y="19774"/>
                    </a:cubicBezTo>
                    <a:lnTo>
                      <a:pt x="54855" y="19774"/>
                    </a:lnTo>
                    <a:cubicBezTo>
                      <a:pt x="55187" y="24596"/>
                      <a:pt x="53483" y="29334"/>
                      <a:pt x="50158" y="32825"/>
                    </a:cubicBezTo>
                    <a:cubicBezTo>
                      <a:pt x="44588" y="38603"/>
                      <a:pt x="36899" y="41886"/>
                      <a:pt x="28877" y="41928"/>
                    </a:cubicBezTo>
                    <a:close/>
                    <a:moveTo>
                      <a:pt x="27422" y="8344"/>
                    </a:moveTo>
                    <a:lnTo>
                      <a:pt x="26383" y="8344"/>
                    </a:lnTo>
                    <a:cubicBezTo>
                      <a:pt x="20606" y="8344"/>
                      <a:pt x="15078" y="10630"/>
                      <a:pt x="10963" y="14662"/>
                    </a:cubicBezTo>
                    <a:cubicBezTo>
                      <a:pt x="9217" y="16532"/>
                      <a:pt x="8261" y="18984"/>
                      <a:pt x="8345" y="21561"/>
                    </a:cubicBezTo>
                    <a:cubicBezTo>
                      <a:pt x="8885" y="28461"/>
                      <a:pt x="18112" y="34030"/>
                      <a:pt x="28545" y="33573"/>
                    </a:cubicBezTo>
                    <a:cubicBezTo>
                      <a:pt x="34280" y="33573"/>
                      <a:pt x="39809" y="31329"/>
                      <a:pt x="43923" y="27297"/>
                    </a:cubicBezTo>
                    <a:cubicBezTo>
                      <a:pt x="45710" y="25468"/>
                      <a:pt x="46666" y="22975"/>
                      <a:pt x="46542" y="20398"/>
                    </a:cubicBezTo>
                    <a:lnTo>
                      <a:pt x="46542" y="20398"/>
                    </a:lnTo>
                    <a:cubicBezTo>
                      <a:pt x="46043" y="13706"/>
                      <a:pt x="37522" y="8303"/>
                      <a:pt x="27422" y="8303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2" name="Google Shape;1872;p59"/>
              <p:cNvSpPr/>
              <p:nvPr/>
            </p:nvSpPr>
            <p:spPr>
              <a:xfrm>
                <a:off x="6221231" y="4520460"/>
                <a:ext cx="504582" cy="18288"/>
              </a:xfrm>
              <a:custGeom>
                <a:rect b="b" l="l" r="r" t="t"/>
                <a:pathLst>
                  <a:path extrusionOk="0" h="18288" w="504582">
                    <a:moveTo>
                      <a:pt x="4156" y="18288"/>
                    </a:moveTo>
                    <a:cubicBezTo>
                      <a:pt x="1870" y="18288"/>
                      <a:pt x="0" y="16418"/>
                      <a:pt x="0" y="14132"/>
                    </a:cubicBezTo>
                    <a:cubicBezTo>
                      <a:pt x="0" y="11846"/>
                      <a:pt x="1870" y="9975"/>
                      <a:pt x="4156" y="9975"/>
                    </a:cubicBezTo>
                    <a:lnTo>
                      <a:pt x="500426" y="0"/>
                    </a:lnTo>
                    <a:cubicBezTo>
                      <a:pt x="502712" y="0"/>
                      <a:pt x="504583" y="1871"/>
                      <a:pt x="504583" y="4156"/>
                    </a:cubicBezTo>
                    <a:cubicBezTo>
                      <a:pt x="504583" y="6443"/>
                      <a:pt x="502712" y="8313"/>
                      <a:pt x="500426" y="8313"/>
                    </a:cubicBezTo>
                    <a:lnTo>
                      <a:pt x="4156" y="18246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3" name="Google Shape;1873;p59"/>
              <p:cNvSpPr/>
              <p:nvPr/>
            </p:nvSpPr>
            <p:spPr>
              <a:xfrm>
                <a:off x="6147590" y="4512283"/>
                <a:ext cx="54895" cy="41969"/>
              </a:xfrm>
              <a:custGeom>
                <a:rect b="b" l="l" r="r" t="t"/>
                <a:pathLst>
                  <a:path extrusionOk="0" h="41969" w="54895">
                    <a:moveTo>
                      <a:pt x="27422" y="41969"/>
                    </a:moveTo>
                    <a:cubicBezTo>
                      <a:pt x="12792" y="41969"/>
                      <a:pt x="863" y="33656"/>
                      <a:pt x="32" y="22185"/>
                    </a:cubicBezTo>
                    <a:cubicBezTo>
                      <a:pt x="-259" y="17364"/>
                      <a:pt x="1445" y="12625"/>
                      <a:pt x="4770" y="9092"/>
                    </a:cubicBezTo>
                    <a:cubicBezTo>
                      <a:pt x="10340" y="3315"/>
                      <a:pt x="18029" y="73"/>
                      <a:pt x="26051" y="32"/>
                    </a:cubicBezTo>
                    <a:cubicBezTo>
                      <a:pt x="41346" y="-592"/>
                      <a:pt x="53982" y="8095"/>
                      <a:pt x="54854" y="19774"/>
                    </a:cubicBezTo>
                    <a:lnTo>
                      <a:pt x="54854" y="19774"/>
                    </a:lnTo>
                    <a:cubicBezTo>
                      <a:pt x="55187" y="24596"/>
                      <a:pt x="53483" y="29334"/>
                      <a:pt x="50158" y="32867"/>
                    </a:cubicBezTo>
                    <a:cubicBezTo>
                      <a:pt x="44547" y="38603"/>
                      <a:pt x="36899" y="41886"/>
                      <a:pt x="28877" y="41928"/>
                    </a:cubicBezTo>
                    <a:close/>
                    <a:moveTo>
                      <a:pt x="27422" y="8344"/>
                    </a:moveTo>
                    <a:lnTo>
                      <a:pt x="26383" y="8344"/>
                    </a:lnTo>
                    <a:cubicBezTo>
                      <a:pt x="20606" y="8344"/>
                      <a:pt x="15078" y="10630"/>
                      <a:pt x="10963" y="14662"/>
                    </a:cubicBezTo>
                    <a:cubicBezTo>
                      <a:pt x="9217" y="16532"/>
                      <a:pt x="8262" y="18984"/>
                      <a:pt x="8345" y="21561"/>
                    </a:cubicBezTo>
                    <a:cubicBezTo>
                      <a:pt x="8885" y="28503"/>
                      <a:pt x="18112" y="34030"/>
                      <a:pt x="28545" y="33573"/>
                    </a:cubicBezTo>
                    <a:cubicBezTo>
                      <a:pt x="34280" y="33615"/>
                      <a:pt x="39850" y="31329"/>
                      <a:pt x="43923" y="27297"/>
                    </a:cubicBezTo>
                    <a:cubicBezTo>
                      <a:pt x="45710" y="25468"/>
                      <a:pt x="46666" y="22975"/>
                      <a:pt x="46541" y="20398"/>
                    </a:cubicBezTo>
                    <a:lnTo>
                      <a:pt x="46541" y="20398"/>
                    </a:lnTo>
                    <a:cubicBezTo>
                      <a:pt x="46084" y="13706"/>
                      <a:pt x="37398" y="8344"/>
                      <a:pt x="27422" y="834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4" name="Google Shape;1874;p59"/>
              <p:cNvSpPr/>
              <p:nvPr/>
            </p:nvSpPr>
            <p:spPr>
              <a:xfrm>
                <a:off x="6229253" y="4593862"/>
                <a:ext cx="296971" cy="14131"/>
              </a:xfrm>
              <a:custGeom>
                <a:rect b="b" l="l" r="r" t="t"/>
                <a:pathLst>
                  <a:path extrusionOk="0" h="14131" w="296971">
                    <a:moveTo>
                      <a:pt x="4156" y="14090"/>
                    </a:moveTo>
                    <a:cubicBezTo>
                      <a:pt x="1870" y="14090"/>
                      <a:pt x="0" y="12219"/>
                      <a:pt x="0" y="9934"/>
                    </a:cubicBezTo>
                    <a:cubicBezTo>
                      <a:pt x="0" y="7648"/>
                      <a:pt x="1870" y="5777"/>
                      <a:pt x="4156" y="5777"/>
                    </a:cubicBezTo>
                    <a:lnTo>
                      <a:pt x="292816" y="0"/>
                    </a:lnTo>
                    <a:cubicBezTo>
                      <a:pt x="295102" y="0"/>
                      <a:pt x="296972" y="1870"/>
                      <a:pt x="296972" y="4156"/>
                    </a:cubicBezTo>
                    <a:cubicBezTo>
                      <a:pt x="296972" y="6443"/>
                      <a:pt x="295102" y="8313"/>
                      <a:pt x="292816" y="8313"/>
                    </a:cubicBezTo>
                    <a:lnTo>
                      <a:pt x="4156" y="14132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5" name="Google Shape;1875;p59"/>
              <p:cNvSpPr/>
              <p:nvPr/>
            </p:nvSpPr>
            <p:spPr>
              <a:xfrm>
                <a:off x="6155653" y="4581404"/>
                <a:ext cx="54887" cy="41968"/>
              </a:xfrm>
              <a:custGeom>
                <a:rect b="b" l="l" r="r" t="t"/>
                <a:pathLst>
                  <a:path extrusionOk="0" h="41968" w="54887">
                    <a:moveTo>
                      <a:pt x="27381" y="41968"/>
                    </a:moveTo>
                    <a:cubicBezTo>
                      <a:pt x="12751" y="41968"/>
                      <a:pt x="864" y="33656"/>
                      <a:pt x="32" y="22184"/>
                    </a:cubicBezTo>
                    <a:cubicBezTo>
                      <a:pt x="-259" y="17362"/>
                      <a:pt x="1445" y="12625"/>
                      <a:pt x="4770" y="9091"/>
                    </a:cubicBezTo>
                    <a:cubicBezTo>
                      <a:pt x="10381" y="3356"/>
                      <a:pt x="18029" y="72"/>
                      <a:pt x="26051" y="31"/>
                    </a:cubicBezTo>
                    <a:cubicBezTo>
                      <a:pt x="41346" y="-593"/>
                      <a:pt x="53981" y="8343"/>
                      <a:pt x="54855" y="19773"/>
                    </a:cubicBezTo>
                    <a:cubicBezTo>
                      <a:pt x="55145" y="24595"/>
                      <a:pt x="53483" y="29333"/>
                      <a:pt x="50158" y="32866"/>
                    </a:cubicBezTo>
                    <a:cubicBezTo>
                      <a:pt x="44546" y="38602"/>
                      <a:pt x="36899" y="41844"/>
                      <a:pt x="28877" y="41927"/>
                    </a:cubicBezTo>
                    <a:close/>
                    <a:moveTo>
                      <a:pt x="27381" y="8343"/>
                    </a:moveTo>
                    <a:lnTo>
                      <a:pt x="26300" y="8343"/>
                    </a:lnTo>
                    <a:cubicBezTo>
                      <a:pt x="20565" y="8343"/>
                      <a:pt x="15036" y="10588"/>
                      <a:pt x="10922" y="14620"/>
                    </a:cubicBezTo>
                    <a:cubicBezTo>
                      <a:pt x="9135" y="16448"/>
                      <a:pt x="8220" y="18942"/>
                      <a:pt x="8303" y="21519"/>
                    </a:cubicBezTo>
                    <a:cubicBezTo>
                      <a:pt x="8843" y="28460"/>
                      <a:pt x="18070" y="33988"/>
                      <a:pt x="28503" y="33572"/>
                    </a:cubicBezTo>
                    <a:cubicBezTo>
                      <a:pt x="34239" y="33572"/>
                      <a:pt x="39767" y="31287"/>
                      <a:pt x="43882" y="27255"/>
                    </a:cubicBezTo>
                    <a:cubicBezTo>
                      <a:pt x="45669" y="25426"/>
                      <a:pt x="46625" y="22932"/>
                      <a:pt x="46500" y="20355"/>
                    </a:cubicBezTo>
                    <a:lnTo>
                      <a:pt x="46500" y="20355"/>
                    </a:lnTo>
                    <a:cubicBezTo>
                      <a:pt x="46043" y="13705"/>
                      <a:pt x="37398" y="8343"/>
                      <a:pt x="27422" y="8343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6" name="Google Shape;1876;p59"/>
              <p:cNvSpPr/>
              <p:nvPr/>
            </p:nvSpPr>
            <p:spPr>
              <a:xfrm>
                <a:off x="3717229" y="3214739"/>
                <a:ext cx="711444" cy="97050"/>
              </a:xfrm>
              <a:custGeom>
                <a:rect b="b" l="l" r="r" t="t"/>
                <a:pathLst>
                  <a:path extrusionOk="0" h="97050" w="711444">
                    <a:moveTo>
                      <a:pt x="0" y="48505"/>
                    </a:moveTo>
                    <a:lnTo>
                      <a:pt x="0" y="48505"/>
                    </a:lnTo>
                    <a:cubicBezTo>
                      <a:pt x="0" y="75313"/>
                      <a:pt x="12054" y="97051"/>
                      <a:pt x="26933" y="97051"/>
                    </a:cubicBezTo>
                    <a:lnTo>
                      <a:pt x="684470" y="97051"/>
                    </a:lnTo>
                    <a:cubicBezTo>
                      <a:pt x="699350" y="97051"/>
                      <a:pt x="711445" y="75313"/>
                      <a:pt x="711445" y="48505"/>
                    </a:cubicBezTo>
                    <a:lnTo>
                      <a:pt x="711445" y="48505"/>
                    </a:lnTo>
                    <a:cubicBezTo>
                      <a:pt x="711445" y="21696"/>
                      <a:pt x="699350" y="0"/>
                      <a:pt x="684470" y="0"/>
                    </a:cubicBezTo>
                    <a:lnTo>
                      <a:pt x="26933" y="0"/>
                    </a:lnTo>
                    <a:cubicBezTo>
                      <a:pt x="12054" y="0"/>
                      <a:pt x="0" y="21696"/>
                      <a:pt x="0" y="48505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7" name="Google Shape;1877;p59"/>
              <p:cNvSpPr/>
              <p:nvPr/>
            </p:nvSpPr>
            <p:spPr>
              <a:xfrm>
                <a:off x="3706282" y="3456662"/>
                <a:ext cx="733513" cy="521226"/>
              </a:xfrm>
              <a:custGeom>
                <a:rect b="b" l="l" r="r" t="t"/>
                <a:pathLst>
                  <a:path extrusionOk="0" h="521226" w="733513">
                    <a:moveTo>
                      <a:pt x="65396" y="521227"/>
                    </a:moveTo>
                    <a:cubicBezTo>
                      <a:pt x="40083" y="521227"/>
                      <a:pt x="19426" y="498658"/>
                      <a:pt x="18013" y="469189"/>
                    </a:cubicBezTo>
                    <a:lnTo>
                      <a:pt x="58" y="90046"/>
                    </a:lnTo>
                    <a:cubicBezTo>
                      <a:pt x="-1106" y="65108"/>
                      <a:pt x="15478" y="43702"/>
                      <a:pt x="37049" y="42331"/>
                    </a:cubicBezTo>
                    <a:lnTo>
                      <a:pt x="691843" y="60"/>
                    </a:lnTo>
                    <a:cubicBezTo>
                      <a:pt x="701984" y="-530"/>
                      <a:pt x="711893" y="3219"/>
                      <a:pt x="719109" y="10368"/>
                    </a:cubicBezTo>
                    <a:cubicBezTo>
                      <a:pt x="728697" y="19812"/>
                      <a:pt x="733909" y="32829"/>
                      <a:pt x="733490" y="46279"/>
                    </a:cubicBezTo>
                    <a:lnTo>
                      <a:pt x="728128" y="436188"/>
                    </a:lnTo>
                    <a:cubicBezTo>
                      <a:pt x="727629" y="471309"/>
                      <a:pt x="703564" y="499655"/>
                      <a:pt x="673305" y="500653"/>
                    </a:cubicBezTo>
                    <a:lnTo>
                      <a:pt x="67058" y="521185"/>
                    </a:lnTo>
                    <a:close/>
                    <a:moveTo>
                      <a:pt x="8412" y="89672"/>
                    </a:moveTo>
                    <a:lnTo>
                      <a:pt x="26326" y="468815"/>
                    </a:lnTo>
                    <a:cubicBezTo>
                      <a:pt x="27531" y="493753"/>
                      <a:pt x="45528" y="513496"/>
                      <a:pt x="66560" y="512873"/>
                    </a:cubicBezTo>
                    <a:lnTo>
                      <a:pt x="672807" y="492340"/>
                    </a:lnTo>
                    <a:cubicBezTo>
                      <a:pt x="698618" y="491468"/>
                      <a:pt x="719150" y="466737"/>
                      <a:pt x="719566" y="436063"/>
                    </a:cubicBezTo>
                    <a:lnTo>
                      <a:pt x="725094" y="46155"/>
                    </a:lnTo>
                    <a:cubicBezTo>
                      <a:pt x="725472" y="35032"/>
                      <a:pt x="721212" y="24255"/>
                      <a:pt x="713331" y="16395"/>
                    </a:cubicBezTo>
                    <a:cubicBezTo>
                      <a:pt x="707828" y="10938"/>
                      <a:pt x="700293" y="8028"/>
                      <a:pt x="692549" y="8373"/>
                    </a:cubicBezTo>
                    <a:lnTo>
                      <a:pt x="37590" y="50644"/>
                    </a:lnTo>
                    <a:cubicBezTo>
                      <a:pt x="20549" y="51766"/>
                      <a:pt x="7456" y="69264"/>
                      <a:pt x="8495" y="89672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8" name="Google Shape;1878;p59"/>
              <p:cNvSpPr/>
              <p:nvPr/>
            </p:nvSpPr>
            <p:spPr>
              <a:xfrm>
                <a:off x="3859502" y="3584323"/>
                <a:ext cx="504582" cy="24522"/>
              </a:xfrm>
              <a:custGeom>
                <a:rect b="b" l="l" r="r" t="t"/>
                <a:pathLst>
                  <a:path extrusionOk="0" h="24522" w="504582">
                    <a:moveTo>
                      <a:pt x="4156" y="24523"/>
                    </a:moveTo>
                    <a:cubicBezTo>
                      <a:pt x="1862" y="24523"/>
                      <a:pt x="0" y="22661"/>
                      <a:pt x="0" y="20366"/>
                    </a:cubicBezTo>
                    <a:cubicBezTo>
                      <a:pt x="0" y="18072"/>
                      <a:pt x="1862" y="16210"/>
                      <a:pt x="4156" y="16210"/>
                    </a:cubicBezTo>
                    <a:lnTo>
                      <a:pt x="500426" y="0"/>
                    </a:lnTo>
                    <a:lnTo>
                      <a:pt x="500426" y="0"/>
                    </a:lnTo>
                    <a:cubicBezTo>
                      <a:pt x="502721" y="0"/>
                      <a:pt x="504583" y="1862"/>
                      <a:pt x="504583" y="4156"/>
                    </a:cubicBezTo>
                    <a:cubicBezTo>
                      <a:pt x="504583" y="6451"/>
                      <a:pt x="502721" y="8313"/>
                      <a:pt x="500426" y="8313"/>
                    </a:cubicBezTo>
                    <a:lnTo>
                      <a:pt x="4115" y="24523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9" name="Google Shape;1879;p59"/>
              <p:cNvSpPr/>
              <p:nvPr/>
            </p:nvSpPr>
            <p:spPr>
              <a:xfrm>
                <a:off x="3785855" y="3570772"/>
                <a:ext cx="54939" cy="63135"/>
              </a:xfrm>
              <a:custGeom>
                <a:rect b="b" l="l" r="r" t="t"/>
                <a:pathLst>
                  <a:path extrusionOk="0" h="63135" w="54939">
                    <a:moveTo>
                      <a:pt x="27470" y="63136"/>
                    </a:moveTo>
                    <a:cubicBezTo>
                      <a:pt x="21198" y="63069"/>
                      <a:pt x="15171" y="60688"/>
                      <a:pt x="10553" y="56444"/>
                    </a:cubicBezTo>
                    <a:cubicBezTo>
                      <a:pt x="4119" y="50426"/>
                      <a:pt x="337" y="42101"/>
                      <a:pt x="38" y="33293"/>
                    </a:cubicBezTo>
                    <a:cubicBezTo>
                      <a:pt x="-752" y="16003"/>
                      <a:pt x="10886" y="1123"/>
                      <a:pt x="25974" y="42"/>
                    </a:cubicBezTo>
                    <a:cubicBezTo>
                      <a:pt x="32757" y="-353"/>
                      <a:pt x="39407" y="2033"/>
                      <a:pt x="44386" y="6651"/>
                    </a:cubicBezTo>
                    <a:cubicBezTo>
                      <a:pt x="50829" y="12682"/>
                      <a:pt x="54615" y="21024"/>
                      <a:pt x="54902" y="29843"/>
                    </a:cubicBezTo>
                    <a:lnTo>
                      <a:pt x="54902" y="29843"/>
                    </a:lnTo>
                    <a:cubicBezTo>
                      <a:pt x="55692" y="47134"/>
                      <a:pt x="44054" y="61972"/>
                      <a:pt x="28966" y="63094"/>
                    </a:cubicBezTo>
                    <a:close/>
                    <a:moveTo>
                      <a:pt x="27470" y="8480"/>
                    </a:moveTo>
                    <a:lnTo>
                      <a:pt x="26472" y="8480"/>
                    </a:lnTo>
                    <a:cubicBezTo>
                      <a:pt x="15915" y="9145"/>
                      <a:pt x="7810" y="20076"/>
                      <a:pt x="8392" y="32878"/>
                    </a:cubicBezTo>
                    <a:cubicBezTo>
                      <a:pt x="8583" y="39449"/>
                      <a:pt x="11364" y="45675"/>
                      <a:pt x="16123" y="50210"/>
                    </a:cubicBezTo>
                    <a:cubicBezTo>
                      <a:pt x="19506" y="53323"/>
                      <a:pt x="23999" y="54940"/>
                      <a:pt x="28592" y="54699"/>
                    </a:cubicBezTo>
                    <a:cubicBezTo>
                      <a:pt x="39149" y="54033"/>
                      <a:pt x="47254" y="43102"/>
                      <a:pt x="46672" y="30342"/>
                    </a:cubicBezTo>
                    <a:lnTo>
                      <a:pt x="46672" y="30342"/>
                    </a:lnTo>
                    <a:cubicBezTo>
                      <a:pt x="46523" y="23763"/>
                      <a:pt x="43738" y="17520"/>
                      <a:pt x="38941" y="13010"/>
                    </a:cubicBezTo>
                    <a:cubicBezTo>
                      <a:pt x="35820" y="10117"/>
                      <a:pt x="31726" y="8501"/>
                      <a:pt x="27470" y="848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59"/>
              <p:cNvSpPr/>
              <p:nvPr/>
            </p:nvSpPr>
            <p:spPr>
              <a:xfrm>
                <a:off x="3867565" y="3696667"/>
                <a:ext cx="504772" cy="24524"/>
              </a:xfrm>
              <a:custGeom>
                <a:rect b="b" l="l" r="r" t="t"/>
                <a:pathLst>
                  <a:path extrusionOk="0" h="24524" w="504772">
                    <a:moveTo>
                      <a:pt x="4156" y="24525"/>
                    </a:moveTo>
                    <a:cubicBezTo>
                      <a:pt x="1862" y="24525"/>
                      <a:pt x="0" y="22663"/>
                      <a:pt x="0" y="20369"/>
                    </a:cubicBezTo>
                    <a:cubicBezTo>
                      <a:pt x="0" y="18074"/>
                      <a:pt x="1862" y="16212"/>
                      <a:pt x="4156" y="16212"/>
                    </a:cubicBezTo>
                    <a:lnTo>
                      <a:pt x="500468" y="3"/>
                    </a:lnTo>
                    <a:cubicBezTo>
                      <a:pt x="502762" y="-77"/>
                      <a:pt x="504691" y="1719"/>
                      <a:pt x="504770" y="4013"/>
                    </a:cubicBezTo>
                    <a:cubicBezTo>
                      <a:pt x="504849" y="6308"/>
                      <a:pt x="503053" y="8236"/>
                      <a:pt x="500759" y="8315"/>
                    </a:cubicBezTo>
                    <a:lnTo>
                      <a:pt x="4447" y="2452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59"/>
              <p:cNvSpPr/>
              <p:nvPr/>
            </p:nvSpPr>
            <p:spPr>
              <a:xfrm>
                <a:off x="3793918" y="3683126"/>
                <a:ext cx="54939" cy="63128"/>
              </a:xfrm>
              <a:custGeom>
                <a:rect b="b" l="l" r="r" t="t"/>
                <a:pathLst>
                  <a:path extrusionOk="0" h="63128" w="54939">
                    <a:moveTo>
                      <a:pt x="27470" y="63128"/>
                    </a:moveTo>
                    <a:cubicBezTo>
                      <a:pt x="21202" y="63079"/>
                      <a:pt x="15175" y="60709"/>
                      <a:pt x="10553" y="56478"/>
                    </a:cubicBezTo>
                    <a:cubicBezTo>
                      <a:pt x="4111" y="50447"/>
                      <a:pt x="325" y="42105"/>
                      <a:pt x="38" y="33286"/>
                    </a:cubicBezTo>
                    <a:cubicBezTo>
                      <a:pt x="-752" y="15995"/>
                      <a:pt x="10886" y="1157"/>
                      <a:pt x="25974" y="35"/>
                    </a:cubicBezTo>
                    <a:cubicBezTo>
                      <a:pt x="32757" y="-323"/>
                      <a:pt x="39395" y="2076"/>
                      <a:pt x="44386" y="6685"/>
                    </a:cubicBezTo>
                    <a:cubicBezTo>
                      <a:pt x="50820" y="12703"/>
                      <a:pt x="54603" y="21029"/>
                      <a:pt x="54902" y="29836"/>
                    </a:cubicBezTo>
                    <a:lnTo>
                      <a:pt x="54902" y="29836"/>
                    </a:lnTo>
                    <a:cubicBezTo>
                      <a:pt x="55692" y="47126"/>
                      <a:pt x="44054" y="61965"/>
                      <a:pt x="28966" y="63087"/>
                    </a:cubicBezTo>
                    <a:close/>
                    <a:moveTo>
                      <a:pt x="27470" y="8514"/>
                    </a:moveTo>
                    <a:lnTo>
                      <a:pt x="26472" y="8514"/>
                    </a:lnTo>
                    <a:cubicBezTo>
                      <a:pt x="15915" y="9137"/>
                      <a:pt x="7810" y="20110"/>
                      <a:pt x="8392" y="32870"/>
                    </a:cubicBezTo>
                    <a:cubicBezTo>
                      <a:pt x="8542" y="39450"/>
                      <a:pt x="11327" y="45693"/>
                      <a:pt x="16123" y="50202"/>
                    </a:cubicBezTo>
                    <a:cubicBezTo>
                      <a:pt x="19485" y="53353"/>
                      <a:pt x="23991" y="54986"/>
                      <a:pt x="28592" y="54733"/>
                    </a:cubicBezTo>
                    <a:cubicBezTo>
                      <a:pt x="39149" y="54068"/>
                      <a:pt x="47254" y="43136"/>
                      <a:pt x="46672" y="30335"/>
                    </a:cubicBezTo>
                    <a:lnTo>
                      <a:pt x="46672" y="30335"/>
                    </a:lnTo>
                    <a:cubicBezTo>
                      <a:pt x="46481" y="23764"/>
                      <a:pt x="43701" y="17537"/>
                      <a:pt x="38941" y="13003"/>
                    </a:cubicBezTo>
                    <a:cubicBezTo>
                      <a:pt x="35816" y="10122"/>
                      <a:pt x="31722" y="8518"/>
                      <a:pt x="27470" y="851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59"/>
              <p:cNvSpPr/>
              <p:nvPr/>
            </p:nvSpPr>
            <p:spPr>
              <a:xfrm>
                <a:off x="3875628" y="3815832"/>
                <a:ext cx="296972" cy="17747"/>
              </a:xfrm>
              <a:custGeom>
                <a:rect b="b" l="l" r="r" t="t"/>
                <a:pathLst>
                  <a:path extrusionOk="0" h="17747" w="296972">
                    <a:moveTo>
                      <a:pt x="4156" y="17748"/>
                    </a:moveTo>
                    <a:cubicBezTo>
                      <a:pt x="1862" y="17748"/>
                      <a:pt x="0" y="15886"/>
                      <a:pt x="0" y="13591"/>
                    </a:cubicBezTo>
                    <a:cubicBezTo>
                      <a:pt x="0" y="11297"/>
                      <a:pt x="1862" y="9435"/>
                      <a:pt x="4156" y="9435"/>
                    </a:cubicBezTo>
                    <a:lnTo>
                      <a:pt x="292816" y="0"/>
                    </a:lnTo>
                    <a:lnTo>
                      <a:pt x="292816" y="0"/>
                    </a:lnTo>
                    <a:cubicBezTo>
                      <a:pt x="295110" y="0"/>
                      <a:pt x="296972" y="1862"/>
                      <a:pt x="296972" y="4156"/>
                    </a:cubicBezTo>
                    <a:cubicBezTo>
                      <a:pt x="296972" y="6451"/>
                      <a:pt x="295110" y="8313"/>
                      <a:pt x="292816" y="8313"/>
                    </a:cubicBezTo>
                    <a:lnTo>
                      <a:pt x="4156" y="17706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59"/>
              <p:cNvSpPr/>
              <p:nvPr/>
            </p:nvSpPr>
            <p:spPr>
              <a:xfrm>
                <a:off x="3801981" y="3795511"/>
                <a:ext cx="54939" cy="63131"/>
              </a:xfrm>
              <a:custGeom>
                <a:rect b="b" l="l" r="r" t="t"/>
                <a:pathLst>
                  <a:path extrusionOk="0" h="63131" w="54939">
                    <a:moveTo>
                      <a:pt x="27470" y="63132"/>
                    </a:moveTo>
                    <a:cubicBezTo>
                      <a:pt x="21198" y="63074"/>
                      <a:pt x="15167" y="60688"/>
                      <a:pt x="10553" y="56440"/>
                    </a:cubicBezTo>
                    <a:cubicBezTo>
                      <a:pt x="4119" y="50422"/>
                      <a:pt x="337" y="42097"/>
                      <a:pt x="38" y="33289"/>
                    </a:cubicBezTo>
                    <a:cubicBezTo>
                      <a:pt x="-752" y="15999"/>
                      <a:pt x="10886" y="1119"/>
                      <a:pt x="25974" y="38"/>
                    </a:cubicBezTo>
                    <a:cubicBezTo>
                      <a:pt x="32753" y="-336"/>
                      <a:pt x="39390" y="2050"/>
                      <a:pt x="44386" y="6647"/>
                    </a:cubicBezTo>
                    <a:cubicBezTo>
                      <a:pt x="50829" y="12678"/>
                      <a:pt x="54615" y="21019"/>
                      <a:pt x="54902" y="29839"/>
                    </a:cubicBezTo>
                    <a:lnTo>
                      <a:pt x="54902" y="29839"/>
                    </a:lnTo>
                    <a:cubicBezTo>
                      <a:pt x="55691" y="47130"/>
                      <a:pt x="44054" y="61968"/>
                      <a:pt x="28966" y="63090"/>
                    </a:cubicBezTo>
                    <a:close/>
                    <a:moveTo>
                      <a:pt x="27470" y="8476"/>
                    </a:moveTo>
                    <a:lnTo>
                      <a:pt x="26472" y="8476"/>
                    </a:lnTo>
                    <a:cubicBezTo>
                      <a:pt x="15915" y="9141"/>
                      <a:pt x="7769" y="20072"/>
                      <a:pt x="8392" y="32874"/>
                    </a:cubicBezTo>
                    <a:cubicBezTo>
                      <a:pt x="8583" y="39445"/>
                      <a:pt x="11364" y="45671"/>
                      <a:pt x="16123" y="50206"/>
                    </a:cubicBezTo>
                    <a:cubicBezTo>
                      <a:pt x="19498" y="53335"/>
                      <a:pt x="23999" y="54956"/>
                      <a:pt x="28592" y="54695"/>
                    </a:cubicBezTo>
                    <a:cubicBezTo>
                      <a:pt x="39149" y="54071"/>
                      <a:pt x="47254" y="43098"/>
                      <a:pt x="46672" y="30338"/>
                    </a:cubicBezTo>
                    <a:cubicBezTo>
                      <a:pt x="46523" y="23758"/>
                      <a:pt x="43738" y="17516"/>
                      <a:pt x="38941" y="13006"/>
                    </a:cubicBezTo>
                    <a:cubicBezTo>
                      <a:pt x="35816" y="10122"/>
                      <a:pt x="31726" y="8505"/>
                      <a:pt x="27470" y="8476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59"/>
              <p:cNvSpPr/>
              <p:nvPr/>
            </p:nvSpPr>
            <p:spPr>
              <a:xfrm>
                <a:off x="3725368" y="4004393"/>
                <a:ext cx="733273" cy="323793"/>
              </a:xfrm>
              <a:custGeom>
                <a:rect b="b" l="l" r="r" t="t"/>
                <a:pathLst>
                  <a:path extrusionOk="0" h="323793" w="733273">
                    <a:moveTo>
                      <a:pt x="65387" y="323794"/>
                    </a:moveTo>
                    <a:cubicBezTo>
                      <a:pt x="40158" y="323794"/>
                      <a:pt x="19667" y="309330"/>
                      <a:pt x="18005" y="290543"/>
                    </a:cubicBezTo>
                    <a:lnTo>
                      <a:pt x="49" y="57288"/>
                    </a:lnTo>
                    <a:cubicBezTo>
                      <a:pt x="-379" y="50584"/>
                      <a:pt x="1999" y="44004"/>
                      <a:pt x="6616" y="39124"/>
                    </a:cubicBezTo>
                    <a:cubicBezTo>
                      <a:pt x="14642" y="30862"/>
                      <a:pt x="25648" y="26173"/>
                      <a:pt x="37166" y="26115"/>
                    </a:cubicBezTo>
                    <a:lnTo>
                      <a:pt x="691710" y="96"/>
                    </a:lnTo>
                    <a:cubicBezTo>
                      <a:pt x="703983" y="-702"/>
                      <a:pt x="716058" y="3480"/>
                      <a:pt x="725210" y="11693"/>
                    </a:cubicBezTo>
                    <a:cubicBezTo>
                      <a:pt x="730385" y="16447"/>
                      <a:pt x="733311" y="23164"/>
                      <a:pt x="733273" y="30188"/>
                    </a:cubicBezTo>
                    <a:lnTo>
                      <a:pt x="727912" y="270094"/>
                    </a:lnTo>
                    <a:cubicBezTo>
                      <a:pt x="727413" y="292538"/>
                      <a:pt x="703306" y="310660"/>
                      <a:pt x="673006" y="311283"/>
                    </a:cubicBezTo>
                    <a:lnTo>
                      <a:pt x="66800" y="323752"/>
                    </a:lnTo>
                    <a:close/>
                    <a:moveTo>
                      <a:pt x="693871" y="8284"/>
                    </a:moveTo>
                    <a:lnTo>
                      <a:pt x="692042" y="8284"/>
                    </a:lnTo>
                    <a:lnTo>
                      <a:pt x="37498" y="34262"/>
                    </a:lnTo>
                    <a:cubicBezTo>
                      <a:pt x="28246" y="34312"/>
                      <a:pt x="19385" y="37982"/>
                      <a:pt x="12809" y="44486"/>
                    </a:cubicBezTo>
                    <a:cubicBezTo>
                      <a:pt x="9763" y="47707"/>
                      <a:pt x="8158" y="52030"/>
                      <a:pt x="8362" y="56457"/>
                    </a:cubicBezTo>
                    <a:lnTo>
                      <a:pt x="26317" y="289712"/>
                    </a:lnTo>
                    <a:cubicBezTo>
                      <a:pt x="27440" y="304342"/>
                      <a:pt x="45478" y="315856"/>
                      <a:pt x="66592" y="315398"/>
                    </a:cubicBezTo>
                    <a:lnTo>
                      <a:pt x="672840" y="302929"/>
                    </a:lnTo>
                    <a:cubicBezTo>
                      <a:pt x="698651" y="302388"/>
                      <a:pt x="719183" y="287841"/>
                      <a:pt x="719557" y="269678"/>
                    </a:cubicBezTo>
                    <a:lnTo>
                      <a:pt x="724919" y="29814"/>
                    </a:lnTo>
                    <a:cubicBezTo>
                      <a:pt x="724898" y="25059"/>
                      <a:pt x="722874" y="20533"/>
                      <a:pt x="719350" y="17345"/>
                    </a:cubicBezTo>
                    <a:cubicBezTo>
                      <a:pt x="712333" y="11165"/>
                      <a:pt x="703210" y="7923"/>
                      <a:pt x="693871" y="828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5" name="Google Shape;1885;p59"/>
              <p:cNvSpPr/>
              <p:nvPr/>
            </p:nvSpPr>
            <p:spPr>
              <a:xfrm>
                <a:off x="3878580" y="4082920"/>
                <a:ext cx="504623" cy="18246"/>
              </a:xfrm>
              <a:custGeom>
                <a:rect b="b" l="l" r="r" t="t"/>
                <a:pathLst>
                  <a:path extrusionOk="0" h="18246" w="504623">
                    <a:moveTo>
                      <a:pt x="4156" y="18246"/>
                    </a:moveTo>
                    <a:cubicBezTo>
                      <a:pt x="1862" y="18246"/>
                      <a:pt x="0" y="16384"/>
                      <a:pt x="0" y="14090"/>
                    </a:cubicBezTo>
                    <a:cubicBezTo>
                      <a:pt x="0" y="11796"/>
                      <a:pt x="1862" y="9934"/>
                      <a:pt x="4156" y="9934"/>
                    </a:cubicBezTo>
                    <a:lnTo>
                      <a:pt x="500468" y="0"/>
                    </a:lnTo>
                    <a:cubicBezTo>
                      <a:pt x="502762" y="0"/>
                      <a:pt x="504624" y="1862"/>
                      <a:pt x="504624" y="4156"/>
                    </a:cubicBezTo>
                    <a:cubicBezTo>
                      <a:pt x="504624" y="6451"/>
                      <a:pt x="502762" y="8313"/>
                      <a:pt x="500468" y="8313"/>
                    </a:cubicBezTo>
                    <a:lnTo>
                      <a:pt x="4156" y="18246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59"/>
              <p:cNvSpPr/>
              <p:nvPr/>
            </p:nvSpPr>
            <p:spPr>
              <a:xfrm>
                <a:off x="3804936" y="4074622"/>
                <a:ext cx="54934" cy="41965"/>
              </a:xfrm>
              <a:custGeom>
                <a:rect b="b" l="l" r="r" t="t"/>
                <a:pathLst>
                  <a:path extrusionOk="0" h="41965" w="54934">
                    <a:moveTo>
                      <a:pt x="27425" y="41965"/>
                    </a:moveTo>
                    <a:cubicBezTo>
                      <a:pt x="12794" y="41965"/>
                      <a:pt x="907" y="33652"/>
                      <a:pt x="34" y="22181"/>
                    </a:cubicBezTo>
                    <a:cubicBezTo>
                      <a:pt x="-269" y="17360"/>
                      <a:pt x="1448" y="12634"/>
                      <a:pt x="4773" y="9130"/>
                    </a:cubicBezTo>
                    <a:cubicBezTo>
                      <a:pt x="10355" y="3361"/>
                      <a:pt x="18023" y="82"/>
                      <a:pt x="26053" y="28"/>
                    </a:cubicBezTo>
                    <a:cubicBezTo>
                      <a:pt x="41349" y="-554"/>
                      <a:pt x="54026" y="8132"/>
                      <a:pt x="54898" y="19770"/>
                    </a:cubicBezTo>
                    <a:lnTo>
                      <a:pt x="54898" y="19770"/>
                    </a:lnTo>
                    <a:cubicBezTo>
                      <a:pt x="55210" y="24604"/>
                      <a:pt x="53489" y="29346"/>
                      <a:pt x="50160" y="32863"/>
                    </a:cubicBezTo>
                    <a:cubicBezTo>
                      <a:pt x="44574" y="38619"/>
                      <a:pt x="36901" y="41886"/>
                      <a:pt x="28880" y="41924"/>
                    </a:cubicBezTo>
                    <a:close/>
                    <a:moveTo>
                      <a:pt x="27425" y="8340"/>
                    </a:moveTo>
                    <a:lnTo>
                      <a:pt x="26386" y="8340"/>
                    </a:lnTo>
                    <a:cubicBezTo>
                      <a:pt x="20621" y="8336"/>
                      <a:pt x="15089" y="10589"/>
                      <a:pt x="10966" y="14616"/>
                    </a:cubicBezTo>
                    <a:cubicBezTo>
                      <a:pt x="9216" y="16483"/>
                      <a:pt x="8277" y="18960"/>
                      <a:pt x="8347" y="21516"/>
                    </a:cubicBezTo>
                    <a:cubicBezTo>
                      <a:pt x="8887" y="28457"/>
                      <a:pt x="18115" y="33985"/>
                      <a:pt x="28547" y="33569"/>
                    </a:cubicBezTo>
                    <a:cubicBezTo>
                      <a:pt x="34304" y="33569"/>
                      <a:pt x="39832" y="31300"/>
                      <a:pt x="43926" y="27252"/>
                    </a:cubicBezTo>
                    <a:cubicBezTo>
                      <a:pt x="45721" y="25415"/>
                      <a:pt x="46669" y="22917"/>
                      <a:pt x="46544" y="20352"/>
                    </a:cubicBezTo>
                    <a:lnTo>
                      <a:pt x="46544" y="20352"/>
                    </a:lnTo>
                    <a:cubicBezTo>
                      <a:pt x="46045" y="13744"/>
                      <a:pt x="37442" y="8340"/>
                      <a:pt x="27425" y="834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7" name="Google Shape;1887;p59"/>
              <p:cNvSpPr/>
              <p:nvPr/>
            </p:nvSpPr>
            <p:spPr>
              <a:xfrm>
                <a:off x="3886643" y="4151999"/>
                <a:ext cx="504582" cy="18287"/>
              </a:xfrm>
              <a:custGeom>
                <a:rect b="b" l="l" r="r" t="t"/>
                <a:pathLst>
                  <a:path extrusionOk="0" h="18287" w="504582">
                    <a:moveTo>
                      <a:pt x="4156" y="18288"/>
                    </a:moveTo>
                    <a:cubicBezTo>
                      <a:pt x="1862" y="18288"/>
                      <a:pt x="0" y="16418"/>
                      <a:pt x="0" y="14131"/>
                    </a:cubicBezTo>
                    <a:cubicBezTo>
                      <a:pt x="0" y="11846"/>
                      <a:pt x="1862" y="9975"/>
                      <a:pt x="4156" y="9975"/>
                    </a:cubicBezTo>
                    <a:lnTo>
                      <a:pt x="500426" y="0"/>
                    </a:lnTo>
                    <a:lnTo>
                      <a:pt x="500426" y="0"/>
                    </a:lnTo>
                    <a:cubicBezTo>
                      <a:pt x="502721" y="0"/>
                      <a:pt x="504583" y="1862"/>
                      <a:pt x="504583" y="4156"/>
                    </a:cubicBezTo>
                    <a:cubicBezTo>
                      <a:pt x="504583" y="6442"/>
                      <a:pt x="502721" y="8313"/>
                      <a:pt x="500426" y="8313"/>
                    </a:cubicBezTo>
                    <a:lnTo>
                      <a:pt x="4156" y="18288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59"/>
              <p:cNvSpPr/>
              <p:nvPr/>
            </p:nvSpPr>
            <p:spPr>
              <a:xfrm>
                <a:off x="3812997" y="4143779"/>
                <a:ext cx="54900" cy="41927"/>
              </a:xfrm>
              <a:custGeom>
                <a:rect b="b" l="l" r="r" t="t"/>
                <a:pathLst>
                  <a:path extrusionOk="0" h="41927" w="54900">
                    <a:moveTo>
                      <a:pt x="27427" y="41928"/>
                    </a:moveTo>
                    <a:cubicBezTo>
                      <a:pt x="12796" y="41928"/>
                      <a:pt x="909" y="33615"/>
                      <a:pt x="36" y="22185"/>
                    </a:cubicBezTo>
                    <a:cubicBezTo>
                      <a:pt x="-275" y="17364"/>
                      <a:pt x="1441" y="12625"/>
                      <a:pt x="4774" y="9092"/>
                    </a:cubicBezTo>
                    <a:cubicBezTo>
                      <a:pt x="10356" y="3328"/>
                      <a:pt x="18029" y="61"/>
                      <a:pt x="26055" y="32"/>
                    </a:cubicBezTo>
                    <a:cubicBezTo>
                      <a:pt x="41309" y="-592"/>
                      <a:pt x="54027" y="8095"/>
                      <a:pt x="54859" y="19774"/>
                    </a:cubicBezTo>
                    <a:lnTo>
                      <a:pt x="54859" y="19774"/>
                    </a:lnTo>
                    <a:cubicBezTo>
                      <a:pt x="55195" y="24596"/>
                      <a:pt x="53491" y="29334"/>
                      <a:pt x="50162" y="32825"/>
                    </a:cubicBezTo>
                    <a:cubicBezTo>
                      <a:pt x="44580" y="38603"/>
                      <a:pt x="36911" y="41886"/>
                      <a:pt x="28881" y="41928"/>
                    </a:cubicBezTo>
                    <a:close/>
                    <a:moveTo>
                      <a:pt x="27427" y="8344"/>
                    </a:moveTo>
                    <a:lnTo>
                      <a:pt x="26388" y="8344"/>
                    </a:lnTo>
                    <a:cubicBezTo>
                      <a:pt x="20619" y="8349"/>
                      <a:pt x="15082" y="10618"/>
                      <a:pt x="10967" y="14662"/>
                    </a:cubicBezTo>
                    <a:cubicBezTo>
                      <a:pt x="9205" y="16532"/>
                      <a:pt x="8262" y="18985"/>
                      <a:pt x="8349" y="21561"/>
                    </a:cubicBezTo>
                    <a:cubicBezTo>
                      <a:pt x="8889" y="28461"/>
                      <a:pt x="18116" y="34031"/>
                      <a:pt x="28549" y="33573"/>
                    </a:cubicBezTo>
                    <a:cubicBezTo>
                      <a:pt x="34301" y="33573"/>
                      <a:pt x="39825" y="31329"/>
                      <a:pt x="43927" y="27297"/>
                    </a:cubicBezTo>
                    <a:cubicBezTo>
                      <a:pt x="45714" y="25427"/>
                      <a:pt x="46662" y="22933"/>
                      <a:pt x="46546" y="20356"/>
                    </a:cubicBezTo>
                    <a:lnTo>
                      <a:pt x="46546" y="20356"/>
                    </a:lnTo>
                    <a:cubicBezTo>
                      <a:pt x="46047" y="13706"/>
                      <a:pt x="37402" y="8427"/>
                      <a:pt x="27427" y="8427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59"/>
              <p:cNvSpPr/>
              <p:nvPr/>
            </p:nvSpPr>
            <p:spPr>
              <a:xfrm>
                <a:off x="3894706" y="4225359"/>
                <a:ext cx="296930" cy="14131"/>
              </a:xfrm>
              <a:custGeom>
                <a:rect b="b" l="l" r="r" t="t"/>
                <a:pathLst>
                  <a:path extrusionOk="0" h="14131" w="296930">
                    <a:moveTo>
                      <a:pt x="4156" y="14132"/>
                    </a:moveTo>
                    <a:cubicBezTo>
                      <a:pt x="1862" y="14132"/>
                      <a:pt x="0" y="12261"/>
                      <a:pt x="0" y="9975"/>
                    </a:cubicBezTo>
                    <a:cubicBezTo>
                      <a:pt x="0" y="7689"/>
                      <a:pt x="1862" y="5819"/>
                      <a:pt x="4156" y="5819"/>
                    </a:cubicBezTo>
                    <a:lnTo>
                      <a:pt x="292774" y="0"/>
                    </a:lnTo>
                    <a:cubicBezTo>
                      <a:pt x="295069" y="0"/>
                      <a:pt x="296931" y="1870"/>
                      <a:pt x="296931" y="4156"/>
                    </a:cubicBezTo>
                    <a:cubicBezTo>
                      <a:pt x="296931" y="6443"/>
                      <a:pt x="295069" y="8313"/>
                      <a:pt x="292774" y="8313"/>
                    </a:cubicBezTo>
                    <a:lnTo>
                      <a:pt x="4240" y="14132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59"/>
              <p:cNvSpPr/>
              <p:nvPr/>
            </p:nvSpPr>
            <p:spPr>
              <a:xfrm>
                <a:off x="3821063" y="4212903"/>
                <a:ext cx="54897" cy="41923"/>
              </a:xfrm>
              <a:custGeom>
                <a:rect b="b" l="l" r="r" t="t"/>
                <a:pathLst>
                  <a:path extrusionOk="0" h="41923" w="54897">
                    <a:moveTo>
                      <a:pt x="27424" y="41924"/>
                    </a:moveTo>
                    <a:cubicBezTo>
                      <a:pt x="12752" y="41924"/>
                      <a:pt x="865" y="33611"/>
                      <a:pt x="33" y="22181"/>
                    </a:cubicBezTo>
                    <a:cubicBezTo>
                      <a:pt x="-266" y="17360"/>
                      <a:pt x="1451" y="12622"/>
                      <a:pt x="4772" y="9089"/>
                    </a:cubicBezTo>
                    <a:cubicBezTo>
                      <a:pt x="10354" y="3311"/>
                      <a:pt x="18027" y="69"/>
                      <a:pt x="26052" y="28"/>
                    </a:cubicBezTo>
                    <a:cubicBezTo>
                      <a:pt x="41348" y="-554"/>
                      <a:pt x="53983" y="8091"/>
                      <a:pt x="54856" y="19770"/>
                    </a:cubicBezTo>
                    <a:cubicBezTo>
                      <a:pt x="55193" y="24592"/>
                      <a:pt x="53489" y="29330"/>
                      <a:pt x="50159" y="32821"/>
                    </a:cubicBezTo>
                    <a:cubicBezTo>
                      <a:pt x="44577" y="38599"/>
                      <a:pt x="36909" y="41882"/>
                      <a:pt x="28879" y="41924"/>
                    </a:cubicBezTo>
                    <a:close/>
                    <a:moveTo>
                      <a:pt x="27424" y="8340"/>
                    </a:moveTo>
                    <a:lnTo>
                      <a:pt x="26385" y="8340"/>
                    </a:lnTo>
                    <a:cubicBezTo>
                      <a:pt x="20616" y="8340"/>
                      <a:pt x="15079" y="10626"/>
                      <a:pt x="10965" y="14658"/>
                    </a:cubicBezTo>
                    <a:cubicBezTo>
                      <a:pt x="9202" y="16529"/>
                      <a:pt x="8259" y="18981"/>
                      <a:pt x="8346" y="21558"/>
                    </a:cubicBezTo>
                    <a:cubicBezTo>
                      <a:pt x="8887" y="28457"/>
                      <a:pt x="18114" y="34027"/>
                      <a:pt x="28546" y="33570"/>
                    </a:cubicBezTo>
                    <a:cubicBezTo>
                      <a:pt x="34299" y="33570"/>
                      <a:pt x="39822" y="31325"/>
                      <a:pt x="43925" y="27293"/>
                    </a:cubicBezTo>
                    <a:cubicBezTo>
                      <a:pt x="45712" y="25465"/>
                      <a:pt x="46660" y="22971"/>
                      <a:pt x="46543" y="20394"/>
                    </a:cubicBezTo>
                    <a:lnTo>
                      <a:pt x="46543" y="20394"/>
                    </a:lnTo>
                    <a:cubicBezTo>
                      <a:pt x="46044" y="13702"/>
                      <a:pt x="37399" y="8340"/>
                      <a:pt x="27424" y="834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59"/>
              <p:cNvSpPr/>
              <p:nvPr/>
            </p:nvSpPr>
            <p:spPr>
              <a:xfrm>
                <a:off x="3732559" y="4382125"/>
                <a:ext cx="733273" cy="323792"/>
              </a:xfrm>
              <a:custGeom>
                <a:rect b="b" l="l" r="r" t="t"/>
                <a:pathLst>
                  <a:path extrusionOk="0" h="323792" w="733273">
                    <a:moveTo>
                      <a:pt x="65387" y="323793"/>
                    </a:moveTo>
                    <a:cubicBezTo>
                      <a:pt x="40158" y="323793"/>
                      <a:pt x="19459" y="309329"/>
                      <a:pt x="18004" y="290542"/>
                    </a:cubicBezTo>
                    <a:lnTo>
                      <a:pt x="49" y="57287"/>
                    </a:lnTo>
                    <a:cubicBezTo>
                      <a:pt x="-375" y="50595"/>
                      <a:pt x="1986" y="44028"/>
                      <a:pt x="6574" y="39123"/>
                    </a:cubicBezTo>
                    <a:cubicBezTo>
                      <a:pt x="14617" y="30852"/>
                      <a:pt x="25639" y="26197"/>
                      <a:pt x="37165" y="26114"/>
                    </a:cubicBezTo>
                    <a:lnTo>
                      <a:pt x="691709" y="95"/>
                    </a:lnTo>
                    <a:cubicBezTo>
                      <a:pt x="703983" y="-695"/>
                      <a:pt x="716057" y="3462"/>
                      <a:pt x="725209" y="11691"/>
                    </a:cubicBezTo>
                    <a:cubicBezTo>
                      <a:pt x="730384" y="16430"/>
                      <a:pt x="733310" y="23163"/>
                      <a:pt x="733273" y="30187"/>
                    </a:cubicBezTo>
                    <a:lnTo>
                      <a:pt x="727911" y="269968"/>
                    </a:lnTo>
                    <a:cubicBezTo>
                      <a:pt x="727412" y="292412"/>
                      <a:pt x="703305" y="310534"/>
                      <a:pt x="673005" y="311158"/>
                    </a:cubicBezTo>
                    <a:lnTo>
                      <a:pt x="66758" y="323627"/>
                    </a:lnTo>
                    <a:close/>
                    <a:moveTo>
                      <a:pt x="693870" y="8283"/>
                    </a:moveTo>
                    <a:lnTo>
                      <a:pt x="692042" y="8283"/>
                    </a:lnTo>
                    <a:lnTo>
                      <a:pt x="37498" y="34261"/>
                    </a:lnTo>
                    <a:cubicBezTo>
                      <a:pt x="28329" y="34343"/>
                      <a:pt x="19550" y="37959"/>
                      <a:pt x="13016" y="44402"/>
                    </a:cubicBezTo>
                    <a:cubicBezTo>
                      <a:pt x="9970" y="47644"/>
                      <a:pt x="8365" y="51925"/>
                      <a:pt x="8569" y="56372"/>
                    </a:cubicBezTo>
                    <a:lnTo>
                      <a:pt x="26317" y="289627"/>
                    </a:lnTo>
                    <a:cubicBezTo>
                      <a:pt x="27439" y="304258"/>
                      <a:pt x="45478" y="315688"/>
                      <a:pt x="66592" y="315314"/>
                    </a:cubicBezTo>
                    <a:lnTo>
                      <a:pt x="672839" y="302845"/>
                    </a:lnTo>
                    <a:cubicBezTo>
                      <a:pt x="698650" y="302305"/>
                      <a:pt x="719183" y="287757"/>
                      <a:pt x="719557" y="269594"/>
                    </a:cubicBezTo>
                    <a:lnTo>
                      <a:pt x="724919" y="29730"/>
                    </a:lnTo>
                    <a:cubicBezTo>
                      <a:pt x="724898" y="24992"/>
                      <a:pt x="722874" y="20461"/>
                      <a:pt x="719349" y="17261"/>
                    </a:cubicBezTo>
                    <a:cubicBezTo>
                      <a:pt x="712316" y="11109"/>
                      <a:pt x="703197" y="7909"/>
                      <a:pt x="693870" y="8283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59"/>
              <p:cNvSpPr/>
              <p:nvPr/>
            </p:nvSpPr>
            <p:spPr>
              <a:xfrm>
                <a:off x="3885770" y="4460609"/>
                <a:ext cx="504582" cy="18288"/>
              </a:xfrm>
              <a:custGeom>
                <a:rect b="b" l="l" r="r" t="t"/>
                <a:pathLst>
                  <a:path extrusionOk="0" h="18288" w="504582">
                    <a:moveTo>
                      <a:pt x="4156" y="18288"/>
                    </a:moveTo>
                    <a:cubicBezTo>
                      <a:pt x="1862" y="18288"/>
                      <a:pt x="0" y="16418"/>
                      <a:pt x="0" y="14132"/>
                    </a:cubicBezTo>
                    <a:cubicBezTo>
                      <a:pt x="0" y="11846"/>
                      <a:pt x="1862" y="9975"/>
                      <a:pt x="4156" y="9975"/>
                    </a:cubicBezTo>
                    <a:lnTo>
                      <a:pt x="500426" y="0"/>
                    </a:lnTo>
                    <a:cubicBezTo>
                      <a:pt x="502721" y="0"/>
                      <a:pt x="504583" y="1871"/>
                      <a:pt x="504583" y="4156"/>
                    </a:cubicBezTo>
                    <a:cubicBezTo>
                      <a:pt x="504583" y="6443"/>
                      <a:pt x="502721" y="8313"/>
                      <a:pt x="500426" y="8313"/>
                    </a:cubicBezTo>
                    <a:lnTo>
                      <a:pt x="4156" y="18288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3" name="Google Shape;1893;p59"/>
              <p:cNvSpPr/>
              <p:nvPr/>
            </p:nvSpPr>
            <p:spPr>
              <a:xfrm>
                <a:off x="3812127" y="4452352"/>
                <a:ext cx="54898" cy="41965"/>
              </a:xfrm>
              <a:custGeom>
                <a:rect b="b" l="l" r="r" t="t"/>
                <a:pathLst>
                  <a:path extrusionOk="0" h="41965" w="54898">
                    <a:moveTo>
                      <a:pt x="27425" y="41965"/>
                    </a:moveTo>
                    <a:cubicBezTo>
                      <a:pt x="12794" y="41965"/>
                      <a:pt x="907" y="33652"/>
                      <a:pt x="34" y="22181"/>
                    </a:cubicBezTo>
                    <a:cubicBezTo>
                      <a:pt x="-269" y="17359"/>
                      <a:pt x="1447" y="12621"/>
                      <a:pt x="4772" y="9130"/>
                    </a:cubicBezTo>
                    <a:cubicBezTo>
                      <a:pt x="10350" y="3352"/>
                      <a:pt x="18023" y="69"/>
                      <a:pt x="26053" y="27"/>
                    </a:cubicBezTo>
                    <a:cubicBezTo>
                      <a:pt x="41349" y="-555"/>
                      <a:pt x="53984" y="8340"/>
                      <a:pt x="54857" y="19770"/>
                    </a:cubicBezTo>
                    <a:lnTo>
                      <a:pt x="54857" y="19770"/>
                    </a:lnTo>
                    <a:cubicBezTo>
                      <a:pt x="55193" y="24591"/>
                      <a:pt x="53489" y="29330"/>
                      <a:pt x="50160" y="32862"/>
                    </a:cubicBezTo>
                    <a:cubicBezTo>
                      <a:pt x="44566" y="38598"/>
                      <a:pt x="36901" y="41882"/>
                      <a:pt x="28880" y="41923"/>
                    </a:cubicBezTo>
                    <a:close/>
                    <a:moveTo>
                      <a:pt x="27425" y="8340"/>
                    </a:moveTo>
                    <a:lnTo>
                      <a:pt x="26386" y="8340"/>
                    </a:lnTo>
                    <a:cubicBezTo>
                      <a:pt x="20621" y="8340"/>
                      <a:pt x="15089" y="10584"/>
                      <a:pt x="10966" y="14616"/>
                    </a:cubicBezTo>
                    <a:cubicBezTo>
                      <a:pt x="9212" y="16487"/>
                      <a:pt x="8272" y="18980"/>
                      <a:pt x="8347" y="21516"/>
                    </a:cubicBezTo>
                    <a:cubicBezTo>
                      <a:pt x="8887" y="28457"/>
                      <a:pt x="18114" y="33985"/>
                      <a:pt x="28547" y="33569"/>
                    </a:cubicBezTo>
                    <a:cubicBezTo>
                      <a:pt x="34304" y="33569"/>
                      <a:pt x="39827" y="31283"/>
                      <a:pt x="43926" y="27251"/>
                    </a:cubicBezTo>
                    <a:cubicBezTo>
                      <a:pt x="45721" y="25422"/>
                      <a:pt x="46669" y="22929"/>
                      <a:pt x="46544" y="20352"/>
                    </a:cubicBezTo>
                    <a:lnTo>
                      <a:pt x="46544" y="20352"/>
                    </a:lnTo>
                    <a:cubicBezTo>
                      <a:pt x="46045" y="13702"/>
                      <a:pt x="37358" y="8340"/>
                      <a:pt x="27425" y="834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59"/>
              <p:cNvSpPr/>
              <p:nvPr/>
            </p:nvSpPr>
            <p:spPr>
              <a:xfrm>
                <a:off x="3893792" y="4529771"/>
                <a:ext cx="504582" cy="18288"/>
              </a:xfrm>
              <a:custGeom>
                <a:rect b="b" l="l" r="r" t="t"/>
                <a:pathLst>
                  <a:path extrusionOk="0" h="18288" w="504582">
                    <a:moveTo>
                      <a:pt x="4156" y="18246"/>
                    </a:moveTo>
                    <a:cubicBezTo>
                      <a:pt x="1862" y="18246"/>
                      <a:pt x="0" y="16376"/>
                      <a:pt x="0" y="14090"/>
                    </a:cubicBezTo>
                    <a:cubicBezTo>
                      <a:pt x="0" y="11804"/>
                      <a:pt x="1862" y="9934"/>
                      <a:pt x="4156" y="9934"/>
                    </a:cubicBezTo>
                    <a:lnTo>
                      <a:pt x="500426" y="0"/>
                    </a:lnTo>
                    <a:cubicBezTo>
                      <a:pt x="502721" y="0"/>
                      <a:pt x="504583" y="1871"/>
                      <a:pt x="504583" y="4156"/>
                    </a:cubicBezTo>
                    <a:cubicBezTo>
                      <a:pt x="504583" y="6443"/>
                      <a:pt x="502721" y="8313"/>
                      <a:pt x="500426" y="8313"/>
                    </a:cubicBezTo>
                    <a:lnTo>
                      <a:pt x="4156" y="18288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5" name="Google Shape;1895;p59"/>
              <p:cNvSpPr/>
              <p:nvPr/>
            </p:nvSpPr>
            <p:spPr>
              <a:xfrm>
                <a:off x="3820190" y="4521510"/>
                <a:ext cx="54894" cy="41927"/>
              </a:xfrm>
              <a:custGeom>
                <a:rect b="b" l="l" r="r" t="t"/>
                <a:pathLst>
                  <a:path extrusionOk="0" h="41927" w="54894">
                    <a:moveTo>
                      <a:pt x="27425" y="41928"/>
                    </a:moveTo>
                    <a:cubicBezTo>
                      <a:pt x="12753" y="41928"/>
                      <a:pt x="865" y="33615"/>
                      <a:pt x="34" y="22144"/>
                    </a:cubicBezTo>
                    <a:cubicBezTo>
                      <a:pt x="-269" y="17322"/>
                      <a:pt x="1447" y="12584"/>
                      <a:pt x="4772" y="9093"/>
                    </a:cubicBezTo>
                    <a:cubicBezTo>
                      <a:pt x="10342" y="3315"/>
                      <a:pt x="18023" y="32"/>
                      <a:pt x="26053" y="32"/>
                    </a:cubicBezTo>
                    <a:cubicBezTo>
                      <a:pt x="41349" y="-592"/>
                      <a:pt x="53984" y="8095"/>
                      <a:pt x="54857" y="19774"/>
                    </a:cubicBezTo>
                    <a:lnTo>
                      <a:pt x="54857" y="19774"/>
                    </a:lnTo>
                    <a:cubicBezTo>
                      <a:pt x="55177" y="24596"/>
                      <a:pt x="53473" y="29334"/>
                      <a:pt x="50160" y="32825"/>
                    </a:cubicBezTo>
                    <a:cubicBezTo>
                      <a:pt x="44566" y="38561"/>
                      <a:pt x="36901" y="41845"/>
                      <a:pt x="28880" y="41886"/>
                    </a:cubicBezTo>
                    <a:close/>
                    <a:moveTo>
                      <a:pt x="27425" y="8303"/>
                    </a:moveTo>
                    <a:lnTo>
                      <a:pt x="26344" y="8303"/>
                    </a:lnTo>
                    <a:cubicBezTo>
                      <a:pt x="20596" y="8303"/>
                      <a:pt x="15072" y="10547"/>
                      <a:pt x="10966" y="14579"/>
                    </a:cubicBezTo>
                    <a:cubicBezTo>
                      <a:pt x="9286" y="16450"/>
                      <a:pt x="8405" y="18902"/>
                      <a:pt x="8513" y="21395"/>
                    </a:cubicBezTo>
                    <a:cubicBezTo>
                      <a:pt x="9054" y="28295"/>
                      <a:pt x="18281" y="33864"/>
                      <a:pt x="28713" y="33407"/>
                    </a:cubicBezTo>
                    <a:cubicBezTo>
                      <a:pt x="34461" y="33407"/>
                      <a:pt x="39977" y="31163"/>
                      <a:pt x="44092" y="27131"/>
                    </a:cubicBezTo>
                    <a:cubicBezTo>
                      <a:pt x="45879" y="25261"/>
                      <a:pt x="46827" y="22767"/>
                      <a:pt x="46710" y="20190"/>
                    </a:cubicBezTo>
                    <a:lnTo>
                      <a:pt x="46710" y="20190"/>
                    </a:lnTo>
                    <a:cubicBezTo>
                      <a:pt x="45921" y="13706"/>
                      <a:pt x="37608" y="8303"/>
                      <a:pt x="27425" y="8303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59"/>
              <p:cNvSpPr/>
              <p:nvPr/>
            </p:nvSpPr>
            <p:spPr>
              <a:xfrm>
                <a:off x="3901855" y="4603006"/>
                <a:ext cx="296972" cy="14131"/>
              </a:xfrm>
              <a:custGeom>
                <a:rect b="b" l="l" r="r" t="t"/>
                <a:pathLst>
                  <a:path extrusionOk="0" h="14131" w="296972">
                    <a:moveTo>
                      <a:pt x="4156" y="14132"/>
                    </a:moveTo>
                    <a:cubicBezTo>
                      <a:pt x="1862" y="14132"/>
                      <a:pt x="0" y="12262"/>
                      <a:pt x="0" y="9975"/>
                    </a:cubicBezTo>
                    <a:cubicBezTo>
                      <a:pt x="0" y="7690"/>
                      <a:pt x="1862" y="5819"/>
                      <a:pt x="4156" y="5819"/>
                    </a:cubicBezTo>
                    <a:lnTo>
                      <a:pt x="292816" y="0"/>
                    </a:lnTo>
                    <a:cubicBezTo>
                      <a:pt x="295110" y="0"/>
                      <a:pt x="296972" y="1871"/>
                      <a:pt x="296972" y="4156"/>
                    </a:cubicBezTo>
                    <a:cubicBezTo>
                      <a:pt x="296972" y="6443"/>
                      <a:pt x="295110" y="8313"/>
                      <a:pt x="292816" y="8313"/>
                    </a:cubicBezTo>
                    <a:lnTo>
                      <a:pt x="4156" y="14090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59"/>
              <p:cNvSpPr/>
              <p:nvPr/>
            </p:nvSpPr>
            <p:spPr>
              <a:xfrm>
                <a:off x="3828252" y="4590630"/>
                <a:ext cx="54895" cy="41927"/>
              </a:xfrm>
              <a:custGeom>
                <a:rect b="b" l="l" r="r" t="t"/>
                <a:pathLst>
                  <a:path extrusionOk="0" h="41927" w="54895">
                    <a:moveTo>
                      <a:pt x="27384" y="41928"/>
                    </a:moveTo>
                    <a:cubicBezTo>
                      <a:pt x="12754" y="41928"/>
                      <a:pt x="866" y="33615"/>
                      <a:pt x="35" y="22185"/>
                    </a:cubicBezTo>
                    <a:cubicBezTo>
                      <a:pt x="-272" y="17364"/>
                      <a:pt x="1444" y="12625"/>
                      <a:pt x="4773" y="9093"/>
                    </a:cubicBezTo>
                    <a:cubicBezTo>
                      <a:pt x="10355" y="3315"/>
                      <a:pt x="18028" y="73"/>
                      <a:pt x="26054" y="32"/>
                    </a:cubicBezTo>
                    <a:cubicBezTo>
                      <a:pt x="41350" y="-592"/>
                      <a:pt x="53985" y="8095"/>
                      <a:pt x="54858" y="19774"/>
                    </a:cubicBezTo>
                    <a:cubicBezTo>
                      <a:pt x="55178" y="24596"/>
                      <a:pt x="53474" y="29334"/>
                      <a:pt x="50161" y="32825"/>
                    </a:cubicBezTo>
                    <a:cubicBezTo>
                      <a:pt x="44575" y="38603"/>
                      <a:pt x="36906" y="41886"/>
                      <a:pt x="28880" y="41928"/>
                    </a:cubicBezTo>
                    <a:close/>
                    <a:moveTo>
                      <a:pt x="27384" y="8344"/>
                    </a:moveTo>
                    <a:lnTo>
                      <a:pt x="26303" y="8344"/>
                    </a:lnTo>
                    <a:cubicBezTo>
                      <a:pt x="20547" y="8344"/>
                      <a:pt x="15027" y="10630"/>
                      <a:pt x="10925" y="14662"/>
                    </a:cubicBezTo>
                    <a:cubicBezTo>
                      <a:pt x="9146" y="16491"/>
                      <a:pt x="8202" y="18985"/>
                      <a:pt x="8306" y="21562"/>
                    </a:cubicBezTo>
                    <a:cubicBezTo>
                      <a:pt x="8847" y="28461"/>
                      <a:pt x="18074" y="34031"/>
                      <a:pt x="28506" y="33574"/>
                    </a:cubicBezTo>
                    <a:cubicBezTo>
                      <a:pt x="34259" y="33574"/>
                      <a:pt x="39783" y="31329"/>
                      <a:pt x="43885" y="27298"/>
                    </a:cubicBezTo>
                    <a:cubicBezTo>
                      <a:pt x="45660" y="25468"/>
                      <a:pt x="46603" y="22975"/>
                      <a:pt x="46503" y="20398"/>
                    </a:cubicBezTo>
                    <a:lnTo>
                      <a:pt x="46503" y="20398"/>
                    </a:lnTo>
                    <a:cubicBezTo>
                      <a:pt x="46171" y="13706"/>
                      <a:pt x="37401" y="8344"/>
                      <a:pt x="27426" y="834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59"/>
              <p:cNvSpPr/>
              <p:nvPr/>
            </p:nvSpPr>
            <p:spPr>
              <a:xfrm>
                <a:off x="7132555" y="3140631"/>
                <a:ext cx="739167" cy="97050"/>
              </a:xfrm>
              <a:custGeom>
                <a:rect b="b" l="l" r="r" t="t"/>
                <a:pathLst>
                  <a:path extrusionOk="0" h="97050" w="739167">
                    <a:moveTo>
                      <a:pt x="0" y="48546"/>
                    </a:moveTo>
                    <a:lnTo>
                      <a:pt x="0" y="48546"/>
                    </a:lnTo>
                    <a:cubicBezTo>
                      <a:pt x="0" y="75313"/>
                      <a:pt x="12469" y="97051"/>
                      <a:pt x="27972" y="97051"/>
                    </a:cubicBezTo>
                    <a:lnTo>
                      <a:pt x="711195" y="97051"/>
                    </a:lnTo>
                    <a:cubicBezTo>
                      <a:pt x="726615" y="97051"/>
                      <a:pt x="739168" y="75313"/>
                      <a:pt x="739168" y="48546"/>
                    </a:cubicBezTo>
                    <a:lnTo>
                      <a:pt x="739168" y="48546"/>
                    </a:lnTo>
                    <a:cubicBezTo>
                      <a:pt x="739168" y="21738"/>
                      <a:pt x="726699" y="0"/>
                      <a:pt x="711195" y="0"/>
                    </a:cubicBezTo>
                    <a:lnTo>
                      <a:pt x="27972" y="0"/>
                    </a:lnTo>
                    <a:cubicBezTo>
                      <a:pt x="12552" y="0"/>
                      <a:pt x="0" y="21738"/>
                      <a:pt x="0" y="48546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9" name="Google Shape;1899;p59"/>
              <p:cNvSpPr/>
              <p:nvPr/>
            </p:nvSpPr>
            <p:spPr>
              <a:xfrm>
                <a:off x="7122223" y="3389736"/>
                <a:ext cx="733250" cy="447459"/>
              </a:xfrm>
              <a:custGeom>
                <a:rect b="b" l="l" r="r" t="t"/>
                <a:pathLst>
                  <a:path extrusionOk="0" h="447459" w="733250">
                    <a:moveTo>
                      <a:pt x="65404" y="447460"/>
                    </a:moveTo>
                    <a:cubicBezTo>
                      <a:pt x="40092" y="447535"/>
                      <a:pt x="19185" y="427688"/>
                      <a:pt x="17980" y="402405"/>
                    </a:cubicBezTo>
                    <a:lnTo>
                      <a:pt x="66" y="77793"/>
                    </a:lnTo>
                    <a:cubicBezTo>
                      <a:pt x="-1181" y="56092"/>
                      <a:pt x="15403" y="37480"/>
                      <a:pt x="37099" y="36229"/>
                    </a:cubicBezTo>
                    <a:cubicBezTo>
                      <a:pt x="37099" y="36229"/>
                      <a:pt x="37099" y="36229"/>
                      <a:pt x="37099" y="36229"/>
                    </a:cubicBezTo>
                    <a:lnTo>
                      <a:pt x="691643" y="69"/>
                    </a:lnTo>
                    <a:cubicBezTo>
                      <a:pt x="702574" y="-580"/>
                      <a:pt x="713256" y="3385"/>
                      <a:pt x="721112" y="11000"/>
                    </a:cubicBezTo>
                    <a:cubicBezTo>
                      <a:pt x="728967" y="18614"/>
                      <a:pt x="733373" y="29138"/>
                      <a:pt x="733248" y="40094"/>
                    </a:cubicBezTo>
                    <a:lnTo>
                      <a:pt x="727887" y="373934"/>
                    </a:lnTo>
                    <a:cubicBezTo>
                      <a:pt x="727512" y="404233"/>
                      <a:pt x="703323" y="428843"/>
                      <a:pt x="673022" y="429712"/>
                    </a:cubicBezTo>
                    <a:lnTo>
                      <a:pt x="66817" y="447293"/>
                    </a:lnTo>
                    <a:close/>
                    <a:moveTo>
                      <a:pt x="693888" y="8381"/>
                    </a:moveTo>
                    <a:lnTo>
                      <a:pt x="692101" y="8381"/>
                    </a:lnTo>
                    <a:lnTo>
                      <a:pt x="37556" y="44583"/>
                    </a:lnTo>
                    <a:cubicBezTo>
                      <a:pt x="20515" y="45610"/>
                      <a:pt x="7506" y="60236"/>
                      <a:pt x="8461" y="77294"/>
                    </a:cubicBezTo>
                    <a:lnTo>
                      <a:pt x="26417" y="401906"/>
                    </a:lnTo>
                    <a:cubicBezTo>
                      <a:pt x="27415" y="423211"/>
                      <a:pt x="45329" y="439770"/>
                      <a:pt x="66650" y="439064"/>
                    </a:cubicBezTo>
                    <a:lnTo>
                      <a:pt x="672815" y="421649"/>
                    </a:lnTo>
                    <a:cubicBezTo>
                      <a:pt x="698626" y="420892"/>
                      <a:pt x="719241" y="399919"/>
                      <a:pt x="719574" y="374100"/>
                    </a:cubicBezTo>
                    <a:lnTo>
                      <a:pt x="724935" y="40261"/>
                    </a:lnTo>
                    <a:cubicBezTo>
                      <a:pt x="725102" y="31566"/>
                      <a:pt x="721611" y="23203"/>
                      <a:pt x="715334" y="17193"/>
                    </a:cubicBezTo>
                    <a:cubicBezTo>
                      <a:pt x="709599" y="11561"/>
                      <a:pt x="701910" y="8394"/>
                      <a:pt x="693888" y="8381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59"/>
              <p:cNvSpPr/>
              <p:nvPr/>
            </p:nvSpPr>
            <p:spPr>
              <a:xfrm>
                <a:off x="7275409" y="3499076"/>
                <a:ext cx="504624" cy="22195"/>
              </a:xfrm>
              <a:custGeom>
                <a:rect b="b" l="l" r="r" t="t"/>
                <a:pathLst>
                  <a:path extrusionOk="0" h="22195" w="504624">
                    <a:moveTo>
                      <a:pt x="4156" y="22195"/>
                    </a:moveTo>
                    <a:cubicBezTo>
                      <a:pt x="1870" y="22195"/>
                      <a:pt x="0" y="20333"/>
                      <a:pt x="0" y="18039"/>
                    </a:cubicBezTo>
                    <a:cubicBezTo>
                      <a:pt x="0" y="15744"/>
                      <a:pt x="1870" y="13882"/>
                      <a:pt x="4156" y="13882"/>
                    </a:cubicBezTo>
                    <a:lnTo>
                      <a:pt x="500468" y="0"/>
                    </a:lnTo>
                    <a:cubicBezTo>
                      <a:pt x="502754" y="0"/>
                      <a:pt x="504624" y="1862"/>
                      <a:pt x="504624" y="4156"/>
                    </a:cubicBezTo>
                    <a:cubicBezTo>
                      <a:pt x="504624" y="6451"/>
                      <a:pt x="502754" y="8313"/>
                      <a:pt x="500468" y="8313"/>
                    </a:cubicBezTo>
                    <a:lnTo>
                      <a:pt x="4156" y="2219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1" name="Google Shape;1901;p59"/>
              <p:cNvSpPr/>
              <p:nvPr/>
            </p:nvSpPr>
            <p:spPr>
              <a:xfrm>
                <a:off x="7202496" y="3487781"/>
                <a:ext cx="54968" cy="54936"/>
              </a:xfrm>
              <a:custGeom>
                <a:rect b="b" l="l" r="r" t="t"/>
                <a:pathLst>
                  <a:path extrusionOk="0" h="54936" w="54968">
                    <a:moveTo>
                      <a:pt x="26736" y="54937"/>
                    </a:moveTo>
                    <a:cubicBezTo>
                      <a:pt x="11565" y="54525"/>
                      <a:pt x="-405" y="41894"/>
                      <a:pt x="10" y="26723"/>
                    </a:cubicBezTo>
                    <a:cubicBezTo>
                      <a:pt x="426" y="11557"/>
                      <a:pt x="13062" y="-405"/>
                      <a:pt x="28232" y="11"/>
                    </a:cubicBezTo>
                    <a:cubicBezTo>
                      <a:pt x="43403" y="422"/>
                      <a:pt x="55374" y="13053"/>
                      <a:pt x="54958" y="28220"/>
                    </a:cubicBezTo>
                    <a:cubicBezTo>
                      <a:pt x="54542" y="42809"/>
                      <a:pt x="42821" y="54538"/>
                      <a:pt x="28232" y="54937"/>
                    </a:cubicBezTo>
                    <a:close/>
                    <a:moveTo>
                      <a:pt x="26736" y="8178"/>
                    </a:moveTo>
                    <a:lnTo>
                      <a:pt x="25697" y="8178"/>
                    </a:lnTo>
                    <a:cubicBezTo>
                      <a:pt x="20626" y="8415"/>
                      <a:pt x="15846" y="10692"/>
                      <a:pt x="12480" y="14495"/>
                    </a:cubicBezTo>
                    <a:cubicBezTo>
                      <a:pt x="5414" y="22405"/>
                      <a:pt x="6079" y="34525"/>
                      <a:pt x="13934" y="41636"/>
                    </a:cubicBezTo>
                    <a:cubicBezTo>
                      <a:pt x="17675" y="45082"/>
                      <a:pt x="22663" y="46853"/>
                      <a:pt x="27734" y="46541"/>
                    </a:cubicBezTo>
                    <a:cubicBezTo>
                      <a:pt x="38332" y="45917"/>
                      <a:pt x="46437" y="36811"/>
                      <a:pt x="45814" y="26204"/>
                    </a:cubicBezTo>
                    <a:cubicBezTo>
                      <a:pt x="45523" y="21154"/>
                      <a:pt x="43237" y="16428"/>
                      <a:pt x="39496" y="13041"/>
                    </a:cubicBezTo>
                    <a:cubicBezTo>
                      <a:pt x="36005" y="9903"/>
                      <a:pt x="31474" y="8169"/>
                      <a:pt x="26778" y="8178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59"/>
              <p:cNvSpPr/>
              <p:nvPr/>
            </p:nvSpPr>
            <p:spPr>
              <a:xfrm>
                <a:off x="7283472" y="3595252"/>
                <a:ext cx="504626" cy="22197"/>
              </a:xfrm>
              <a:custGeom>
                <a:rect b="b" l="l" r="r" t="t"/>
                <a:pathLst>
                  <a:path extrusionOk="0" h="22197" w="504626">
                    <a:moveTo>
                      <a:pt x="4156" y="22197"/>
                    </a:moveTo>
                    <a:cubicBezTo>
                      <a:pt x="1871" y="22197"/>
                      <a:pt x="0" y="20335"/>
                      <a:pt x="0" y="18041"/>
                    </a:cubicBezTo>
                    <a:cubicBezTo>
                      <a:pt x="0" y="15746"/>
                      <a:pt x="1871" y="13884"/>
                      <a:pt x="4156" y="13884"/>
                    </a:cubicBezTo>
                    <a:lnTo>
                      <a:pt x="500343" y="2"/>
                    </a:lnTo>
                    <a:cubicBezTo>
                      <a:pt x="502629" y="-69"/>
                      <a:pt x="504541" y="1739"/>
                      <a:pt x="504624" y="4034"/>
                    </a:cubicBezTo>
                    <a:cubicBezTo>
                      <a:pt x="504707" y="6328"/>
                      <a:pt x="502878" y="8244"/>
                      <a:pt x="500593" y="8315"/>
                    </a:cubicBezTo>
                    <a:lnTo>
                      <a:pt x="4281" y="2215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3" name="Google Shape;1903;p59"/>
              <p:cNvSpPr/>
              <p:nvPr/>
            </p:nvSpPr>
            <p:spPr>
              <a:xfrm>
                <a:off x="7209780" y="3583819"/>
                <a:ext cx="55197" cy="55159"/>
              </a:xfrm>
              <a:custGeom>
                <a:rect b="b" l="l" r="r" t="t"/>
                <a:pathLst>
                  <a:path extrusionOk="0" h="55159" w="55197">
                    <a:moveTo>
                      <a:pt x="27515" y="55118"/>
                    </a:moveTo>
                    <a:cubicBezTo>
                      <a:pt x="12303" y="55085"/>
                      <a:pt x="0" y="42724"/>
                      <a:pt x="0" y="27503"/>
                    </a:cubicBezTo>
                    <a:cubicBezTo>
                      <a:pt x="42" y="12893"/>
                      <a:pt x="11472" y="848"/>
                      <a:pt x="26060" y="46"/>
                    </a:cubicBezTo>
                    <a:cubicBezTo>
                      <a:pt x="41273" y="-827"/>
                      <a:pt x="54282" y="10786"/>
                      <a:pt x="55155" y="25978"/>
                    </a:cubicBezTo>
                    <a:cubicBezTo>
                      <a:pt x="55155" y="26007"/>
                      <a:pt x="55155" y="26036"/>
                      <a:pt x="55155" y="26065"/>
                    </a:cubicBezTo>
                    <a:lnTo>
                      <a:pt x="55155" y="26065"/>
                    </a:lnTo>
                    <a:cubicBezTo>
                      <a:pt x="55986" y="41252"/>
                      <a:pt x="44390" y="54266"/>
                      <a:pt x="29219" y="55160"/>
                    </a:cubicBezTo>
                    <a:close/>
                    <a:moveTo>
                      <a:pt x="27515" y="8317"/>
                    </a:moveTo>
                    <a:lnTo>
                      <a:pt x="26518" y="8317"/>
                    </a:lnTo>
                    <a:cubicBezTo>
                      <a:pt x="15919" y="8941"/>
                      <a:pt x="7814" y="18047"/>
                      <a:pt x="8438" y="28654"/>
                    </a:cubicBezTo>
                    <a:cubicBezTo>
                      <a:pt x="8728" y="33704"/>
                      <a:pt x="11014" y="38430"/>
                      <a:pt x="14755" y="41818"/>
                    </a:cubicBezTo>
                    <a:cubicBezTo>
                      <a:pt x="18496" y="45230"/>
                      <a:pt x="23484" y="46980"/>
                      <a:pt x="28554" y="46680"/>
                    </a:cubicBezTo>
                    <a:cubicBezTo>
                      <a:pt x="39153" y="46394"/>
                      <a:pt x="47507" y="37566"/>
                      <a:pt x="47216" y="26959"/>
                    </a:cubicBezTo>
                    <a:cubicBezTo>
                      <a:pt x="46967" y="16351"/>
                      <a:pt x="38114" y="7989"/>
                      <a:pt x="27515" y="8276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59"/>
              <p:cNvSpPr/>
              <p:nvPr/>
            </p:nvSpPr>
            <p:spPr>
              <a:xfrm>
                <a:off x="7291536" y="3697293"/>
                <a:ext cx="296971" cy="16376"/>
              </a:xfrm>
              <a:custGeom>
                <a:rect b="b" l="l" r="r" t="t"/>
                <a:pathLst>
                  <a:path extrusionOk="0" h="16376" w="296971">
                    <a:moveTo>
                      <a:pt x="4156" y="16376"/>
                    </a:moveTo>
                    <a:cubicBezTo>
                      <a:pt x="1870" y="16376"/>
                      <a:pt x="0" y="14514"/>
                      <a:pt x="0" y="12220"/>
                    </a:cubicBezTo>
                    <a:cubicBezTo>
                      <a:pt x="0" y="9925"/>
                      <a:pt x="1870" y="8063"/>
                      <a:pt x="4156" y="8063"/>
                    </a:cubicBezTo>
                    <a:lnTo>
                      <a:pt x="292816" y="0"/>
                    </a:lnTo>
                    <a:cubicBezTo>
                      <a:pt x="295102" y="0"/>
                      <a:pt x="296972" y="1862"/>
                      <a:pt x="296972" y="4156"/>
                    </a:cubicBezTo>
                    <a:cubicBezTo>
                      <a:pt x="296972" y="6451"/>
                      <a:pt x="295102" y="8313"/>
                      <a:pt x="292816" y="8313"/>
                    </a:cubicBezTo>
                    <a:lnTo>
                      <a:pt x="4156" y="16376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59"/>
              <p:cNvSpPr/>
              <p:nvPr/>
            </p:nvSpPr>
            <p:spPr>
              <a:xfrm>
                <a:off x="7217677" y="3680085"/>
                <a:ext cx="55030" cy="55030"/>
              </a:xfrm>
              <a:custGeom>
                <a:rect b="b" l="l" r="r" t="t"/>
                <a:pathLst>
                  <a:path extrusionOk="0" h="55030" w="55030">
                    <a:moveTo>
                      <a:pt x="27557" y="55030"/>
                    </a:moveTo>
                    <a:cubicBezTo>
                      <a:pt x="12344" y="55051"/>
                      <a:pt x="42" y="42744"/>
                      <a:pt x="0" y="27549"/>
                    </a:cubicBezTo>
                    <a:cubicBezTo>
                      <a:pt x="0" y="12353"/>
                      <a:pt x="12303" y="21"/>
                      <a:pt x="27474" y="0"/>
                    </a:cubicBezTo>
                    <a:cubicBezTo>
                      <a:pt x="42686" y="-21"/>
                      <a:pt x="55030" y="12286"/>
                      <a:pt x="55030" y="27482"/>
                    </a:cubicBezTo>
                    <a:cubicBezTo>
                      <a:pt x="55030" y="34274"/>
                      <a:pt x="52536" y="40828"/>
                      <a:pt x="48006" y="45886"/>
                    </a:cubicBezTo>
                    <a:cubicBezTo>
                      <a:pt x="43185" y="51344"/>
                      <a:pt x="36327" y="54623"/>
                      <a:pt x="29053" y="54989"/>
                    </a:cubicBezTo>
                    <a:close/>
                    <a:moveTo>
                      <a:pt x="27557" y="8271"/>
                    </a:moveTo>
                    <a:lnTo>
                      <a:pt x="26518" y="8271"/>
                    </a:lnTo>
                    <a:cubicBezTo>
                      <a:pt x="15919" y="8770"/>
                      <a:pt x="7689" y="17781"/>
                      <a:pt x="8188" y="28400"/>
                    </a:cubicBezTo>
                    <a:cubicBezTo>
                      <a:pt x="8687" y="39016"/>
                      <a:pt x="17706" y="47217"/>
                      <a:pt x="28346" y="46718"/>
                    </a:cubicBezTo>
                    <a:cubicBezTo>
                      <a:pt x="33501" y="46472"/>
                      <a:pt x="38322" y="44170"/>
                      <a:pt x="41772" y="40317"/>
                    </a:cubicBezTo>
                    <a:cubicBezTo>
                      <a:pt x="45180" y="36543"/>
                      <a:pt x="46926" y="31555"/>
                      <a:pt x="46634" y="26476"/>
                    </a:cubicBezTo>
                    <a:lnTo>
                      <a:pt x="46634" y="26476"/>
                    </a:lnTo>
                    <a:cubicBezTo>
                      <a:pt x="46136" y="16293"/>
                      <a:pt x="37740" y="8284"/>
                      <a:pt x="27557" y="8271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59"/>
              <p:cNvSpPr/>
              <p:nvPr/>
            </p:nvSpPr>
            <p:spPr>
              <a:xfrm>
                <a:off x="7135398" y="3875569"/>
                <a:ext cx="733292" cy="447464"/>
              </a:xfrm>
              <a:custGeom>
                <a:rect b="b" l="l" r="r" t="t"/>
                <a:pathLst>
                  <a:path extrusionOk="0" h="447464" w="733292">
                    <a:moveTo>
                      <a:pt x="65404" y="447464"/>
                    </a:moveTo>
                    <a:cubicBezTo>
                      <a:pt x="40092" y="447506"/>
                      <a:pt x="19227" y="427680"/>
                      <a:pt x="18022" y="402410"/>
                    </a:cubicBezTo>
                    <a:lnTo>
                      <a:pt x="66" y="77797"/>
                    </a:lnTo>
                    <a:cubicBezTo>
                      <a:pt x="-1181" y="56097"/>
                      <a:pt x="15403" y="37485"/>
                      <a:pt x="37099" y="36234"/>
                    </a:cubicBezTo>
                    <a:cubicBezTo>
                      <a:pt x="37099" y="36234"/>
                      <a:pt x="37099" y="36234"/>
                      <a:pt x="37099" y="36234"/>
                    </a:cubicBezTo>
                    <a:lnTo>
                      <a:pt x="691685" y="74"/>
                    </a:lnTo>
                    <a:cubicBezTo>
                      <a:pt x="702616" y="-600"/>
                      <a:pt x="713298" y="3374"/>
                      <a:pt x="721112" y="11005"/>
                    </a:cubicBezTo>
                    <a:cubicBezTo>
                      <a:pt x="729009" y="18607"/>
                      <a:pt x="733415" y="29135"/>
                      <a:pt x="733290" y="40099"/>
                    </a:cubicBezTo>
                    <a:lnTo>
                      <a:pt x="727928" y="373938"/>
                    </a:lnTo>
                    <a:cubicBezTo>
                      <a:pt x="727554" y="404238"/>
                      <a:pt x="703365" y="428844"/>
                      <a:pt x="673065" y="429717"/>
                    </a:cubicBezTo>
                    <a:lnTo>
                      <a:pt x="66859" y="447298"/>
                    </a:lnTo>
                    <a:close/>
                    <a:moveTo>
                      <a:pt x="8420" y="77548"/>
                    </a:moveTo>
                    <a:lnTo>
                      <a:pt x="26334" y="402160"/>
                    </a:lnTo>
                    <a:cubicBezTo>
                      <a:pt x="27374" y="423482"/>
                      <a:pt x="45287" y="439983"/>
                      <a:pt x="66609" y="439318"/>
                    </a:cubicBezTo>
                    <a:lnTo>
                      <a:pt x="672815" y="421737"/>
                    </a:lnTo>
                    <a:cubicBezTo>
                      <a:pt x="698626" y="420988"/>
                      <a:pt x="719242" y="399999"/>
                      <a:pt x="719574" y="374188"/>
                    </a:cubicBezTo>
                    <a:lnTo>
                      <a:pt x="724977" y="40141"/>
                    </a:lnTo>
                    <a:cubicBezTo>
                      <a:pt x="725268" y="22904"/>
                      <a:pt x="711553" y="8690"/>
                      <a:pt x="694303" y="8390"/>
                    </a:cubicBezTo>
                    <a:cubicBezTo>
                      <a:pt x="693597" y="8378"/>
                      <a:pt x="692890" y="8390"/>
                      <a:pt x="692184" y="8428"/>
                    </a:cubicBezTo>
                    <a:lnTo>
                      <a:pt x="37598" y="44630"/>
                    </a:lnTo>
                    <a:cubicBezTo>
                      <a:pt x="29410" y="45058"/>
                      <a:pt x="21721" y="48757"/>
                      <a:pt x="16276" y="54896"/>
                    </a:cubicBezTo>
                    <a:cubicBezTo>
                      <a:pt x="10790" y="61047"/>
                      <a:pt x="8005" y="69119"/>
                      <a:pt x="8462" y="77340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59"/>
              <p:cNvSpPr/>
              <p:nvPr/>
            </p:nvSpPr>
            <p:spPr>
              <a:xfrm>
                <a:off x="7288626" y="3984913"/>
                <a:ext cx="504624" cy="22195"/>
              </a:xfrm>
              <a:custGeom>
                <a:rect b="b" l="l" r="r" t="t"/>
                <a:pathLst>
                  <a:path extrusionOk="0" h="22195" w="504624">
                    <a:moveTo>
                      <a:pt x="4156" y="22195"/>
                    </a:moveTo>
                    <a:cubicBezTo>
                      <a:pt x="1871" y="22195"/>
                      <a:pt x="0" y="20333"/>
                      <a:pt x="0" y="18039"/>
                    </a:cubicBezTo>
                    <a:cubicBezTo>
                      <a:pt x="0" y="15744"/>
                      <a:pt x="1871" y="13882"/>
                      <a:pt x="4156" y="13882"/>
                    </a:cubicBezTo>
                    <a:lnTo>
                      <a:pt x="500468" y="0"/>
                    </a:lnTo>
                    <a:cubicBezTo>
                      <a:pt x="502754" y="0"/>
                      <a:pt x="504624" y="1862"/>
                      <a:pt x="504624" y="4156"/>
                    </a:cubicBezTo>
                    <a:cubicBezTo>
                      <a:pt x="504624" y="6451"/>
                      <a:pt x="502754" y="8313"/>
                      <a:pt x="500468" y="8313"/>
                    </a:cubicBezTo>
                    <a:lnTo>
                      <a:pt x="4198" y="2219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59"/>
              <p:cNvSpPr/>
              <p:nvPr/>
            </p:nvSpPr>
            <p:spPr>
              <a:xfrm>
                <a:off x="7214810" y="3973442"/>
                <a:ext cx="55118" cy="55113"/>
              </a:xfrm>
              <a:custGeom>
                <a:rect b="b" l="l" r="r" t="t"/>
                <a:pathLst>
                  <a:path extrusionOk="0" h="55113" w="55118">
                    <a:moveTo>
                      <a:pt x="27598" y="55113"/>
                    </a:moveTo>
                    <a:cubicBezTo>
                      <a:pt x="12386" y="55134"/>
                      <a:pt x="41" y="42815"/>
                      <a:pt x="0" y="27598"/>
                    </a:cubicBezTo>
                    <a:cubicBezTo>
                      <a:pt x="-41" y="12378"/>
                      <a:pt x="12303" y="21"/>
                      <a:pt x="27515" y="0"/>
                    </a:cubicBezTo>
                    <a:cubicBezTo>
                      <a:pt x="42145" y="-21"/>
                      <a:pt x="54240" y="11405"/>
                      <a:pt x="55072" y="26019"/>
                    </a:cubicBezTo>
                    <a:lnTo>
                      <a:pt x="55072" y="26019"/>
                    </a:lnTo>
                    <a:cubicBezTo>
                      <a:pt x="55945" y="41215"/>
                      <a:pt x="44348" y="54236"/>
                      <a:pt x="29136" y="55109"/>
                    </a:cubicBezTo>
                    <a:cubicBezTo>
                      <a:pt x="29136" y="55113"/>
                      <a:pt x="29095" y="55113"/>
                      <a:pt x="29095" y="55113"/>
                    </a:cubicBezTo>
                    <a:close/>
                    <a:moveTo>
                      <a:pt x="27598" y="8354"/>
                    </a:moveTo>
                    <a:lnTo>
                      <a:pt x="26559" y="8354"/>
                    </a:lnTo>
                    <a:cubicBezTo>
                      <a:pt x="16002" y="8978"/>
                      <a:pt x="7938" y="18030"/>
                      <a:pt x="8520" y="28596"/>
                    </a:cubicBezTo>
                    <a:cubicBezTo>
                      <a:pt x="9061" y="39166"/>
                      <a:pt x="18080" y="47295"/>
                      <a:pt x="28637" y="46759"/>
                    </a:cubicBezTo>
                    <a:cubicBezTo>
                      <a:pt x="28637" y="46759"/>
                      <a:pt x="28637" y="46759"/>
                      <a:pt x="28637" y="46759"/>
                    </a:cubicBezTo>
                    <a:cubicBezTo>
                      <a:pt x="39194" y="46136"/>
                      <a:pt x="47258" y="37108"/>
                      <a:pt x="46676" y="26559"/>
                    </a:cubicBezTo>
                    <a:lnTo>
                      <a:pt x="46676" y="26559"/>
                    </a:lnTo>
                    <a:cubicBezTo>
                      <a:pt x="46136" y="16409"/>
                      <a:pt x="37823" y="8429"/>
                      <a:pt x="27640" y="835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59"/>
              <p:cNvSpPr/>
              <p:nvPr/>
            </p:nvSpPr>
            <p:spPr>
              <a:xfrm>
                <a:off x="7296690" y="4081133"/>
                <a:ext cx="504624" cy="22194"/>
              </a:xfrm>
              <a:custGeom>
                <a:rect b="b" l="l" r="r" t="t"/>
                <a:pathLst>
                  <a:path extrusionOk="0" h="22194" w="504624">
                    <a:moveTo>
                      <a:pt x="4156" y="22153"/>
                    </a:moveTo>
                    <a:cubicBezTo>
                      <a:pt x="1870" y="22153"/>
                      <a:pt x="0" y="20291"/>
                      <a:pt x="0" y="17997"/>
                    </a:cubicBezTo>
                    <a:cubicBezTo>
                      <a:pt x="0" y="15703"/>
                      <a:pt x="1870" y="13841"/>
                      <a:pt x="4156" y="13841"/>
                    </a:cubicBezTo>
                    <a:lnTo>
                      <a:pt x="500468" y="0"/>
                    </a:lnTo>
                    <a:cubicBezTo>
                      <a:pt x="502754" y="0"/>
                      <a:pt x="504624" y="1862"/>
                      <a:pt x="504624" y="4156"/>
                    </a:cubicBezTo>
                    <a:cubicBezTo>
                      <a:pt x="504624" y="6451"/>
                      <a:pt x="502754" y="8313"/>
                      <a:pt x="500468" y="8313"/>
                    </a:cubicBezTo>
                    <a:lnTo>
                      <a:pt x="4156" y="2219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59"/>
              <p:cNvSpPr/>
              <p:nvPr/>
            </p:nvSpPr>
            <p:spPr>
              <a:xfrm>
                <a:off x="7222873" y="4069620"/>
                <a:ext cx="55113" cy="55113"/>
              </a:xfrm>
              <a:custGeom>
                <a:rect b="b" l="l" r="r" t="t"/>
                <a:pathLst>
                  <a:path extrusionOk="0" h="55113" w="55113">
                    <a:moveTo>
                      <a:pt x="27640" y="55114"/>
                    </a:moveTo>
                    <a:cubicBezTo>
                      <a:pt x="12428" y="55159"/>
                      <a:pt x="42" y="42856"/>
                      <a:pt x="0" y="27640"/>
                    </a:cubicBezTo>
                    <a:cubicBezTo>
                      <a:pt x="-41" y="12419"/>
                      <a:pt x="12261" y="46"/>
                      <a:pt x="27474" y="0"/>
                    </a:cubicBezTo>
                    <a:cubicBezTo>
                      <a:pt x="42146" y="-41"/>
                      <a:pt x="54241" y="11389"/>
                      <a:pt x="55072" y="26019"/>
                    </a:cubicBezTo>
                    <a:lnTo>
                      <a:pt x="55072" y="26019"/>
                    </a:lnTo>
                    <a:cubicBezTo>
                      <a:pt x="55903" y="41223"/>
                      <a:pt x="44307" y="54245"/>
                      <a:pt x="29095" y="55114"/>
                    </a:cubicBezTo>
                    <a:close/>
                    <a:moveTo>
                      <a:pt x="27640" y="8354"/>
                    </a:moveTo>
                    <a:lnTo>
                      <a:pt x="26518" y="8354"/>
                    </a:lnTo>
                    <a:cubicBezTo>
                      <a:pt x="16085" y="8641"/>
                      <a:pt x="7897" y="17320"/>
                      <a:pt x="8188" y="27735"/>
                    </a:cubicBezTo>
                    <a:cubicBezTo>
                      <a:pt x="8479" y="38156"/>
                      <a:pt x="17124" y="46369"/>
                      <a:pt x="27557" y="46082"/>
                    </a:cubicBezTo>
                    <a:cubicBezTo>
                      <a:pt x="37989" y="45795"/>
                      <a:pt x="46177" y="37116"/>
                      <a:pt x="45887" y="26696"/>
                    </a:cubicBezTo>
                    <a:cubicBezTo>
                      <a:pt x="45637" y="16684"/>
                      <a:pt x="37574" y="8629"/>
                      <a:pt x="27557" y="835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1" name="Google Shape;1911;p59"/>
              <p:cNvSpPr/>
              <p:nvPr/>
            </p:nvSpPr>
            <p:spPr>
              <a:xfrm>
                <a:off x="7304753" y="4183130"/>
                <a:ext cx="296972" cy="16376"/>
              </a:xfrm>
              <a:custGeom>
                <a:rect b="b" l="l" r="r" t="t"/>
                <a:pathLst>
                  <a:path extrusionOk="0" h="16376" w="296972">
                    <a:moveTo>
                      <a:pt x="4156" y="16376"/>
                    </a:moveTo>
                    <a:cubicBezTo>
                      <a:pt x="1871" y="16376"/>
                      <a:pt x="0" y="14506"/>
                      <a:pt x="0" y="12220"/>
                    </a:cubicBezTo>
                    <a:cubicBezTo>
                      <a:pt x="0" y="9934"/>
                      <a:pt x="1871" y="8063"/>
                      <a:pt x="4156" y="8063"/>
                    </a:cubicBezTo>
                    <a:lnTo>
                      <a:pt x="292816" y="0"/>
                    </a:lnTo>
                    <a:cubicBezTo>
                      <a:pt x="295102" y="0"/>
                      <a:pt x="296973" y="1870"/>
                      <a:pt x="296973" y="4156"/>
                    </a:cubicBezTo>
                    <a:cubicBezTo>
                      <a:pt x="296973" y="6442"/>
                      <a:pt x="295102" y="8313"/>
                      <a:pt x="292816" y="8313"/>
                    </a:cubicBezTo>
                    <a:lnTo>
                      <a:pt x="4156" y="16376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59"/>
              <p:cNvSpPr/>
              <p:nvPr/>
            </p:nvSpPr>
            <p:spPr>
              <a:xfrm>
                <a:off x="7230936" y="4165839"/>
                <a:ext cx="55106" cy="55113"/>
              </a:xfrm>
              <a:custGeom>
                <a:rect b="b" l="l" r="r" t="t"/>
                <a:pathLst>
                  <a:path extrusionOk="0" h="55113" w="55106">
                    <a:moveTo>
                      <a:pt x="27640" y="55114"/>
                    </a:moveTo>
                    <a:cubicBezTo>
                      <a:pt x="12428" y="55155"/>
                      <a:pt x="42" y="42853"/>
                      <a:pt x="0" y="27640"/>
                    </a:cubicBezTo>
                    <a:cubicBezTo>
                      <a:pt x="-83" y="12428"/>
                      <a:pt x="12220" y="42"/>
                      <a:pt x="27432" y="1"/>
                    </a:cubicBezTo>
                    <a:cubicBezTo>
                      <a:pt x="34290" y="-41"/>
                      <a:pt x="40899" y="2494"/>
                      <a:pt x="45970" y="7066"/>
                    </a:cubicBezTo>
                    <a:cubicBezTo>
                      <a:pt x="57275" y="17249"/>
                      <a:pt x="58231" y="34664"/>
                      <a:pt x="48048" y="45970"/>
                    </a:cubicBezTo>
                    <a:cubicBezTo>
                      <a:pt x="43185" y="51415"/>
                      <a:pt x="36369" y="54657"/>
                      <a:pt x="29095" y="55072"/>
                    </a:cubicBezTo>
                    <a:close/>
                    <a:moveTo>
                      <a:pt x="27640" y="8355"/>
                    </a:moveTo>
                    <a:lnTo>
                      <a:pt x="26767" y="8355"/>
                    </a:lnTo>
                    <a:cubicBezTo>
                      <a:pt x="16168" y="9311"/>
                      <a:pt x="8396" y="18704"/>
                      <a:pt x="9352" y="29261"/>
                    </a:cubicBezTo>
                    <a:cubicBezTo>
                      <a:pt x="10267" y="39320"/>
                      <a:pt x="18787" y="46926"/>
                      <a:pt x="28845" y="46760"/>
                    </a:cubicBezTo>
                    <a:cubicBezTo>
                      <a:pt x="39403" y="46136"/>
                      <a:pt x="47466" y="37075"/>
                      <a:pt x="46884" y="26518"/>
                    </a:cubicBezTo>
                    <a:lnTo>
                      <a:pt x="46884" y="26518"/>
                    </a:lnTo>
                    <a:cubicBezTo>
                      <a:pt x="46593" y="21447"/>
                      <a:pt x="44348" y="16667"/>
                      <a:pt x="40566" y="13259"/>
                    </a:cubicBezTo>
                    <a:cubicBezTo>
                      <a:pt x="37033" y="10059"/>
                      <a:pt x="32420" y="8313"/>
                      <a:pt x="27640" y="8355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59"/>
              <p:cNvSpPr/>
              <p:nvPr/>
            </p:nvSpPr>
            <p:spPr>
              <a:xfrm>
                <a:off x="7148616" y="4361440"/>
                <a:ext cx="733292" cy="447472"/>
              </a:xfrm>
              <a:custGeom>
                <a:rect b="b" l="l" r="r" t="t"/>
                <a:pathLst>
                  <a:path extrusionOk="0" h="447472" w="733292">
                    <a:moveTo>
                      <a:pt x="65404" y="447472"/>
                    </a:moveTo>
                    <a:cubicBezTo>
                      <a:pt x="40092" y="447555"/>
                      <a:pt x="19227" y="427688"/>
                      <a:pt x="18021" y="402417"/>
                    </a:cubicBezTo>
                    <a:lnTo>
                      <a:pt x="66" y="77805"/>
                    </a:lnTo>
                    <a:cubicBezTo>
                      <a:pt x="-1181" y="56109"/>
                      <a:pt x="15403" y="37530"/>
                      <a:pt x="37099" y="36242"/>
                    </a:cubicBezTo>
                    <a:lnTo>
                      <a:pt x="691643" y="81"/>
                    </a:lnTo>
                    <a:cubicBezTo>
                      <a:pt x="702575" y="-626"/>
                      <a:pt x="713298" y="3323"/>
                      <a:pt x="721112" y="11012"/>
                    </a:cubicBezTo>
                    <a:cubicBezTo>
                      <a:pt x="729009" y="18618"/>
                      <a:pt x="733415" y="29134"/>
                      <a:pt x="733290" y="40107"/>
                    </a:cubicBezTo>
                    <a:lnTo>
                      <a:pt x="727928" y="373946"/>
                    </a:lnTo>
                    <a:cubicBezTo>
                      <a:pt x="727554" y="404246"/>
                      <a:pt x="703364" y="428852"/>
                      <a:pt x="673064" y="429724"/>
                    </a:cubicBezTo>
                    <a:lnTo>
                      <a:pt x="66817" y="447472"/>
                    </a:lnTo>
                    <a:close/>
                    <a:moveTo>
                      <a:pt x="8379" y="77556"/>
                    </a:moveTo>
                    <a:lnTo>
                      <a:pt x="26334" y="402167"/>
                    </a:lnTo>
                    <a:cubicBezTo>
                      <a:pt x="27331" y="423490"/>
                      <a:pt x="45246" y="440032"/>
                      <a:pt x="66568" y="439326"/>
                    </a:cubicBezTo>
                    <a:lnTo>
                      <a:pt x="672815" y="421744"/>
                    </a:lnTo>
                    <a:cubicBezTo>
                      <a:pt x="698626" y="420996"/>
                      <a:pt x="719242" y="400006"/>
                      <a:pt x="719574" y="374195"/>
                    </a:cubicBezTo>
                    <a:lnTo>
                      <a:pt x="724936" y="40356"/>
                    </a:lnTo>
                    <a:cubicBezTo>
                      <a:pt x="725102" y="31669"/>
                      <a:pt x="721611" y="23273"/>
                      <a:pt x="715334" y="17247"/>
                    </a:cubicBezTo>
                    <a:cubicBezTo>
                      <a:pt x="709142" y="11262"/>
                      <a:pt x="700704" y="8103"/>
                      <a:pt x="692101" y="8643"/>
                    </a:cubicBezTo>
                    <a:lnTo>
                      <a:pt x="37556" y="44803"/>
                    </a:lnTo>
                    <a:cubicBezTo>
                      <a:pt x="20515" y="45884"/>
                      <a:pt x="7506" y="60515"/>
                      <a:pt x="8462" y="77556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59"/>
              <p:cNvSpPr/>
              <p:nvPr/>
            </p:nvSpPr>
            <p:spPr>
              <a:xfrm>
                <a:off x="7301802" y="4470834"/>
                <a:ext cx="504582" cy="22194"/>
              </a:xfrm>
              <a:custGeom>
                <a:rect b="b" l="l" r="r" t="t"/>
                <a:pathLst>
                  <a:path extrusionOk="0" h="22194" w="504582">
                    <a:moveTo>
                      <a:pt x="4156" y="22195"/>
                    </a:moveTo>
                    <a:cubicBezTo>
                      <a:pt x="1871" y="22195"/>
                      <a:pt x="0" y="20325"/>
                      <a:pt x="0" y="18038"/>
                    </a:cubicBezTo>
                    <a:cubicBezTo>
                      <a:pt x="0" y="15752"/>
                      <a:pt x="1871" y="13882"/>
                      <a:pt x="4156" y="13882"/>
                    </a:cubicBezTo>
                    <a:lnTo>
                      <a:pt x="500426" y="0"/>
                    </a:lnTo>
                    <a:cubicBezTo>
                      <a:pt x="502713" y="0"/>
                      <a:pt x="504583" y="1870"/>
                      <a:pt x="504583" y="4156"/>
                    </a:cubicBezTo>
                    <a:cubicBezTo>
                      <a:pt x="504583" y="6442"/>
                      <a:pt x="502713" y="8313"/>
                      <a:pt x="500426" y="8313"/>
                    </a:cubicBezTo>
                    <a:lnTo>
                      <a:pt x="4281" y="2219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5" name="Google Shape;1915;p59"/>
              <p:cNvSpPr/>
              <p:nvPr/>
            </p:nvSpPr>
            <p:spPr>
              <a:xfrm>
                <a:off x="7227901" y="4459195"/>
                <a:ext cx="55205" cy="55197"/>
              </a:xfrm>
              <a:custGeom>
                <a:rect b="b" l="l" r="r" t="t"/>
                <a:pathLst>
                  <a:path extrusionOk="0" h="55197" w="55205">
                    <a:moveTo>
                      <a:pt x="27724" y="55197"/>
                    </a:moveTo>
                    <a:cubicBezTo>
                      <a:pt x="12470" y="55280"/>
                      <a:pt x="84" y="42977"/>
                      <a:pt x="0" y="27724"/>
                    </a:cubicBezTo>
                    <a:cubicBezTo>
                      <a:pt x="-82" y="12470"/>
                      <a:pt x="12220" y="84"/>
                      <a:pt x="27474" y="0"/>
                    </a:cubicBezTo>
                    <a:cubicBezTo>
                      <a:pt x="42188" y="-83"/>
                      <a:pt x="54366" y="11430"/>
                      <a:pt x="55155" y="26103"/>
                    </a:cubicBezTo>
                    <a:lnTo>
                      <a:pt x="55155" y="26103"/>
                    </a:lnTo>
                    <a:cubicBezTo>
                      <a:pt x="56070" y="41273"/>
                      <a:pt x="44474" y="54283"/>
                      <a:pt x="29303" y="55197"/>
                    </a:cubicBezTo>
                    <a:cubicBezTo>
                      <a:pt x="29261" y="55197"/>
                      <a:pt x="29261" y="55197"/>
                      <a:pt x="29220" y="55197"/>
                    </a:cubicBezTo>
                    <a:close/>
                    <a:moveTo>
                      <a:pt x="27724" y="8438"/>
                    </a:moveTo>
                    <a:lnTo>
                      <a:pt x="26684" y="8438"/>
                    </a:lnTo>
                    <a:cubicBezTo>
                      <a:pt x="16127" y="9062"/>
                      <a:pt x="8022" y="18081"/>
                      <a:pt x="8604" y="28638"/>
                    </a:cubicBezTo>
                    <a:cubicBezTo>
                      <a:pt x="8853" y="33750"/>
                      <a:pt x="11140" y="38530"/>
                      <a:pt x="14922" y="41938"/>
                    </a:cubicBezTo>
                    <a:cubicBezTo>
                      <a:pt x="22778" y="49004"/>
                      <a:pt x="34872" y="48381"/>
                      <a:pt x="41938" y="40525"/>
                    </a:cubicBezTo>
                    <a:cubicBezTo>
                      <a:pt x="45346" y="36701"/>
                      <a:pt x="47092" y="31714"/>
                      <a:pt x="46801" y="26601"/>
                    </a:cubicBezTo>
                    <a:lnTo>
                      <a:pt x="46801" y="26601"/>
                    </a:lnTo>
                    <a:cubicBezTo>
                      <a:pt x="46510" y="21531"/>
                      <a:pt x="44266" y="16751"/>
                      <a:pt x="40483" y="13342"/>
                    </a:cubicBezTo>
                    <a:cubicBezTo>
                      <a:pt x="36992" y="10184"/>
                      <a:pt x="32462" y="8438"/>
                      <a:pt x="27765" y="8438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6" name="Google Shape;1916;p59"/>
              <p:cNvSpPr/>
              <p:nvPr/>
            </p:nvSpPr>
            <p:spPr>
              <a:xfrm>
                <a:off x="7309866" y="4566970"/>
                <a:ext cx="504582" cy="22194"/>
              </a:xfrm>
              <a:custGeom>
                <a:rect b="b" l="l" r="r" t="t"/>
                <a:pathLst>
                  <a:path extrusionOk="0" h="22194" w="504582">
                    <a:moveTo>
                      <a:pt x="4156" y="22153"/>
                    </a:moveTo>
                    <a:cubicBezTo>
                      <a:pt x="1870" y="22153"/>
                      <a:pt x="0" y="20283"/>
                      <a:pt x="0" y="17997"/>
                    </a:cubicBezTo>
                    <a:cubicBezTo>
                      <a:pt x="0" y="15711"/>
                      <a:pt x="1870" y="13841"/>
                      <a:pt x="4156" y="13841"/>
                    </a:cubicBezTo>
                    <a:lnTo>
                      <a:pt x="500426" y="0"/>
                    </a:lnTo>
                    <a:lnTo>
                      <a:pt x="500426" y="0"/>
                    </a:lnTo>
                    <a:cubicBezTo>
                      <a:pt x="502712" y="0"/>
                      <a:pt x="504582" y="1870"/>
                      <a:pt x="504582" y="4156"/>
                    </a:cubicBezTo>
                    <a:cubicBezTo>
                      <a:pt x="504582" y="6442"/>
                      <a:pt x="502712" y="8313"/>
                      <a:pt x="500426" y="8313"/>
                    </a:cubicBezTo>
                    <a:lnTo>
                      <a:pt x="4115" y="22195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59"/>
              <p:cNvSpPr/>
              <p:nvPr/>
            </p:nvSpPr>
            <p:spPr>
              <a:xfrm>
                <a:off x="7236049" y="4555457"/>
                <a:ext cx="55122" cy="55113"/>
              </a:xfrm>
              <a:custGeom>
                <a:rect b="b" l="l" r="r" t="t"/>
                <a:pathLst>
                  <a:path extrusionOk="0" h="55113" w="55122">
                    <a:moveTo>
                      <a:pt x="27640" y="55114"/>
                    </a:moveTo>
                    <a:cubicBezTo>
                      <a:pt x="12428" y="55155"/>
                      <a:pt x="42" y="42852"/>
                      <a:pt x="0" y="27640"/>
                    </a:cubicBezTo>
                    <a:cubicBezTo>
                      <a:pt x="-41" y="12428"/>
                      <a:pt x="12261" y="42"/>
                      <a:pt x="27474" y="0"/>
                    </a:cubicBezTo>
                    <a:cubicBezTo>
                      <a:pt x="42146" y="-41"/>
                      <a:pt x="54240" y="11389"/>
                      <a:pt x="55072" y="26019"/>
                    </a:cubicBezTo>
                    <a:lnTo>
                      <a:pt x="55072" y="26019"/>
                    </a:lnTo>
                    <a:cubicBezTo>
                      <a:pt x="55986" y="41148"/>
                      <a:pt x="44473" y="54199"/>
                      <a:pt x="29302" y="55114"/>
                    </a:cubicBezTo>
                    <a:cubicBezTo>
                      <a:pt x="29261" y="55114"/>
                      <a:pt x="29178" y="55114"/>
                      <a:pt x="29136" y="55114"/>
                    </a:cubicBezTo>
                    <a:close/>
                    <a:moveTo>
                      <a:pt x="27640" y="8354"/>
                    </a:moveTo>
                    <a:lnTo>
                      <a:pt x="26600" y="8354"/>
                    </a:lnTo>
                    <a:cubicBezTo>
                      <a:pt x="16168" y="8645"/>
                      <a:pt x="7980" y="17332"/>
                      <a:pt x="8271" y="27723"/>
                    </a:cubicBezTo>
                    <a:cubicBezTo>
                      <a:pt x="8562" y="38155"/>
                      <a:pt x="17208" y="46385"/>
                      <a:pt x="27640" y="46094"/>
                    </a:cubicBezTo>
                    <a:cubicBezTo>
                      <a:pt x="38072" y="45803"/>
                      <a:pt x="46260" y="37116"/>
                      <a:pt x="45969" y="26684"/>
                    </a:cubicBezTo>
                    <a:cubicBezTo>
                      <a:pt x="45720" y="16667"/>
                      <a:pt x="37656" y="8645"/>
                      <a:pt x="27640" y="8354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8" name="Google Shape;1918;p59"/>
              <p:cNvSpPr/>
              <p:nvPr/>
            </p:nvSpPr>
            <p:spPr>
              <a:xfrm>
                <a:off x="7317929" y="4668926"/>
                <a:ext cx="296971" cy="16376"/>
              </a:xfrm>
              <a:custGeom>
                <a:rect b="b" l="l" r="r" t="t"/>
                <a:pathLst>
                  <a:path extrusionOk="0" h="16376" w="296971">
                    <a:moveTo>
                      <a:pt x="4156" y="16376"/>
                    </a:moveTo>
                    <a:cubicBezTo>
                      <a:pt x="1870" y="16376"/>
                      <a:pt x="0" y="14506"/>
                      <a:pt x="0" y="12220"/>
                    </a:cubicBezTo>
                    <a:cubicBezTo>
                      <a:pt x="0" y="9934"/>
                      <a:pt x="1870" y="8064"/>
                      <a:pt x="4156" y="8064"/>
                    </a:cubicBezTo>
                    <a:lnTo>
                      <a:pt x="292816" y="0"/>
                    </a:lnTo>
                    <a:cubicBezTo>
                      <a:pt x="295102" y="0"/>
                      <a:pt x="296972" y="1871"/>
                      <a:pt x="296972" y="4156"/>
                    </a:cubicBezTo>
                    <a:cubicBezTo>
                      <a:pt x="296972" y="6443"/>
                      <a:pt x="295102" y="8313"/>
                      <a:pt x="292816" y="8313"/>
                    </a:cubicBezTo>
                    <a:lnTo>
                      <a:pt x="4156" y="16376"/>
                    </a:ln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59"/>
              <p:cNvSpPr/>
              <p:nvPr/>
            </p:nvSpPr>
            <p:spPr>
              <a:xfrm>
                <a:off x="7245016" y="4651835"/>
                <a:ext cx="54968" cy="54956"/>
              </a:xfrm>
              <a:custGeom>
                <a:rect b="b" l="l" r="r" t="t"/>
                <a:pathLst>
                  <a:path extrusionOk="0" h="54956" w="54968">
                    <a:moveTo>
                      <a:pt x="26736" y="54956"/>
                    </a:moveTo>
                    <a:cubicBezTo>
                      <a:pt x="11565" y="54540"/>
                      <a:pt x="-405" y="41905"/>
                      <a:pt x="10" y="26734"/>
                    </a:cubicBezTo>
                    <a:cubicBezTo>
                      <a:pt x="427" y="11563"/>
                      <a:pt x="13062" y="-365"/>
                      <a:pt x="28232" y="9"/>
                    </a:cubicBezTo>
                    <a:cubicBezTo>
                      <a:pt x="43403" y="425"/>
                      <a:pt x="55374" y="13060"/>
                      <a:pt x="54958" y="28230"/>
                    </a:cubicBezTo>
                    <a:cubicBezTo>
                      <a:pt x="54542" y="42819"/>
                      <a:pt x="42821" y="54540"/>
                      <a:pt x="28232" y="54956"/>
                    </a:cubicBezTo>
                    <a:close/>
                    <a:moveTo>
                      <a:pt x="26736" y="8197"/>
                    </a:moveTo>
                    <a:lnTo>
                      <a:pt x="25697" y="8197"/>
                    </a:lnTo>
                    <a:cubicBezTo>
                      <a:pt x="15140" y="8820"/>
                      <a:pt x="7035" y="17840"/>
                      <a:pt x="7617" y="28397"/>
                    </a:cubicBezTo>
                    <a:cubicBezTo>
                      <a:pt x="8199" y="38954"/>
                      <a:pt x="17260" y="47017"/>
                      <a:pt x="27775" y="46394"/>
                    </a:cubicBezTo>
                    <a:cubicBezTo>
                      <a:pt x="38333" y="45812"/>
                      <a:pt x="46396" y="36751"/>
                      <a:pt x="45814" y="26235"/>
                    </a:cubicBezTo>
                    <a:cubicBezTo>
                      <a:pt x="45523" y="21206"/>
                      <a:pt x="43237" y="16468"/>
                      <a:pt x="39496" y="13101"/>
                    </a:cubicBezTo>
                    <a:cubicBezTo>
                      <a:pt x="36005" y="9942"/>
                      <a:pt x="31474" y="8197"/>
                      <a:pt x="26778" y="8197"/>
                    </a:cubicBezTo>
                    <a:close/>
                  </a:path>
                </a:pathLst>
              </a:custGeom>
              <a:solidFill>
                <a:srgbClr val="BDD0F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59"/>
              <p:cNvSpPr/>
              <p:nvPr/>
            </p:nvSpPr>
            <p:spPr>
              <a:xfrm>
                <a:off x="4918086" y="3199444"/>
                <a:ext cx="738960" cy="97050"/>
              </a:xfrm>
              <a:custGeom>
                <a:rect b="b" l="l" r="r" t="t"/>
                <a:pathLst>
                  <a:path extrusionOk="0" h="97050" w="738960">
                    <a:moveTo>
                      <a:pt x="0" y="48546"/>
                    </a:moveTo>
                    <a:lnTo>
                      <a:pt x="0" y="48546"/>
                    </a:lnTo>
                    <a:cubicBezTo>
                      <a:pt x="0" y="75355"/>
                      <a:pt x="12469" y="97051"/>
                      <a:pt x="27973" y="97051"/>
                    </a:cubicBezTo>
                    <a:lnTo>
                      <a:pt x="710988" y="97051"/>
                    </a:lnTo>
                    <a:cubicBezTo>
                      <a:pt x="726449" y="97051"/>
                      <a:pt x="738960" y="75355"/>
                      <a:pt x="738960" y="48546"/>
                    </a:cubicBezTo>
                    <a:lnTo>
                      <a:pt x="738960" y="48546"/>
                    </a:lnTo>
                    <a:cubicBezTo>
                      <a:pt x="738960" y="21738"/>
                      <a:pt x="726491" y="0"/>
                      <a:pt x="710988" y="0"/>
                    </a:cubicBezTo>
                    <a:lnTo>
                      <a:pt x="27973" y="0"/>
                    </a:lnTo>
                    <a:cubicBezTo>
                      <a:pt x="12511" y="0"/>
                      <a:pt x="0" y="21738"/>
                      <a:pt x="0" y="48546"/>
                    </a:cubicBezTo>
                    <a:close/>
                  </a:path>
                </a:pathLst>
              </a:custGeom>
              <a:solidFill>
                <a:srgbClr val="7D97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59"/>
              <p:cNvSpPr/>
              <p:nvPr/>
            </p:nvSpPr>
            <p:spPr>
              <a:xfrm>
                <a:off x="4907751" y="3448590"/>
                <a:ext cx="733171" cy="447418"/>
              </a:xfrm>
              <a:custGeom>
                <a:rect b="b" l="l" r="r" t="t"/>
                <a:pathLst>
                  <a:path extrusionOk="0" h="447418" w="733171">
                    <a:moveTo>
                      <a:pt x="65366" y="447418"/>
                    </a:moveTo>
                    <a:cubicBezTo>
                      <a:pt x="40062" y="447493"/>
                      <a:pt x="19184" y="427638"/>
                      <a:pt x="17983" y="402363"/>
                    </a:cubicBezTo>
                    <a:lnTo>
                      <a:pt x="69" y="77793"/>
                    </a:lnTo>
                    <a:cubicBezTo>
                      <a:pt x="-1207" y="56113"/>
                      <a:pt x="15331" y="37509"/>
                      <a:pt x="37011" y="36233"/>
                    </a:cubicBezTo>
                    <a:cubicBezTo>
                      <a:pt x="37027" y="36229"/>
                      <a:pt x="37044" y="36229"/>
                      <a:pt x="37061" y="36229"/>
                    </a:cubicBezTo>
                    <a:lnTo>
                      <a:pt x="691563" y="69"/>
                    </a:lnTo>
                    <a:cubicBezTo>
                      <a:pt x="702495" y="-580"/>
                      <a:pt x="713176" y="3386"/>
                      <a:pt x="721032" y="11000"/>
                    </a:cubicBezTo>
                    <a:cubicBezTo>
                      <a:pt x="728887" y="18619"/>
                      <a:pt x="733293" y="29142"/>
                      <a:pt x="733169" y="40094"/>
                    </a:cubicBezTo>
                    <a:lnTo>
                      <a:pt x="727807" y="373892"/>
                    </a:lnTo>
                    <a:cubicBezTo>
                      <a:pt x="727433" y="404192"/>
                      <a:pt x="703243" y="428802"/>
                      <a:pt x="672943" y="429671"/>
                    </a:cubicBezTo>
                    <a:lnTo>
                      <a:pt x="66737" y="447252"/>
                    </a:lnTo>
                    <a:close/>
                    <a:moveTo>
                      <a:pt x="693850" y="8340"/>
                    </a:moveTo>
                    <a:lnTo>
                      <a:pt x="692104" y="8340"/>
                    </a:lnTo>
                    <a:lnTo>
                      <a:pt x="37518" y="44542"/>
                    </a:lnTo>
                    <a:cubicBezTo>
                      <a:pt x="20477" y="45589"/>
                      <a:pt x="7476" y="60203"/>
                      <a:pt x="8423" y="77252"/>
                    </a:cubicBezTo>
                    <a:lnTo>
                      <a:pt x="26337" y="401865"/>
                    </a:lnTo>
                    <a:cubicBezTo>
                      <a:pt x="27347" y="423178"/>
                      <a:pt x="45286" y="439729"/>
                      <a:pt x="66613" y="439022"/>
                    </a:cubicBezTo>
                    <a:lnTo>
                      <a:pt x="672860" y="421482"/>
                    </a:lnTo>
                    <a:cubicBezTo>
                      <a:pt x="698671" y="420705"/>
                      <a:pt x="719287" y="399712"/>
                      <a:pt x="719577" y="373892"/>
                    </a:cubicBezTo>
                    <a:lnTo>
                      <a:pt x="724939" y="40053"/>
                    </a:lnTo>
                    <a:cubicBezTo>
                      <a:pt x="725271" y="22862"/>
                      <a:pt x="711638" y="8648"/>
                      <a:pt x="694431" y="8303"/>
                    </a:cubicBezTo>
                    <a:cubicBezTo>
                      <a:pt x="694265" y="8303"/>
                      <a:pt x="694057" y="8298"/>
                      <a:pt x="693891" y="8298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59"/>
              <p:cNvSpPr/>
              <p:nvPr/>
            </p:nvSpPr>
            <p:spPr>
              <a:xfrm>
                <a:off x="5060940" y="3557847"/>
                <a:ext cx="504499" cy="22236"/>
              </a:xfrm>
              <a:custGeom>
                <a:rect b="b" l="l" r="r" t="t"/>
                <a:pathLst>
                  <a:path extrusionOk="0" h="22236" w="504499">
                    <a:moveTo>
                      <a:pt x="4156" y="22236"/>
                    </a:moveTo>
                    <a:cubicBezTo>
                      <a:pt x="1862" y="22236"/>
                      <a:pt x="0" y="20374"/>
                      <a:pt x="0" y="18080"/>
                    </a:cubicBezTo>
                    <a:cubicBezTo>
                      <a:pt x="0" y="15786"/>
                      <a:pt x="1862" y="13924"/>
                      <a:pt x="4156" y="13924"/>
                    </a:cubicBezTo>
                    <a:lnTo>
                      <a:pt x="500343" y="0"/>
                    </a:lnTo>
                    <a:cubicBezTo>
                      <a:pt x="502629" y="0"/>
                      <a:pt x="504499" y="1862"/>
                      <a:pt x="504499" y="4156"/>
                    </a:cubicBezTo>
                    <a:cubicBezTo>
                      <a:pt x="504499" y="6451"/>
                      <a:pt x="502629" y="8313"/>
                      <a:pt x="500343" y="8313"/>
                    </a:cubicBezTo>
                    <a:lnTo>
                      <a:pt x="4281" y="22236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59"/>
              <p:cNvSpPr/>
              <p:nvPr/>
            </p:nvSpPr>
            <p:spPr>
              <a:xfrm>
                <a:off x="4987338" y="3546677"/>
                <a:ext cx="54866" cy="54852"/>
              </a:xfrm>
              <a:custGeom>
                <a:rect b="b" l="l" r="r" t="t"/>
                <a:pathLst>
                  <a:path extrusionOk="0" h="54852" w="54866">
                    <a:moveTo>
                      <a:pt x="27425" y="54853"/>
                    </a:moveTo>
                    <a:cubicBezTo>
                      <a:pt x="12828" y="54807"/>
                      <a:pt x="807" y="43369"/>
                      <a:pt x="34" y="28792"/>
                    </a:cubicBezTo>
                    <a:cubicBezTo>
                      <a:pt x="-718" y="13659"/>
                      <a:pt x="10941" y="787"/>
                      <a:pt x="26070" y="34"/>
                    </a:cubicBezTo>
                    <a:cubicBezTo>
                      <a:pt x="41203" y="-718"/>
                      <a:pt x="54080" y="10941"/>
                      <a:pt x="54832" y="26070"/>
                    </a:cubicBezTo>
                    <a:cubicBezTo>
                      <a:pt x="55576" y="41070"/>
                      <a:pt x="44121" y="53884"/>
                      <a:pt x="29129" y="54811"/>
                    </a:cubicBezTo>
                    <a:close/>
                    <a:moveTo>
                      <a:pt x="27425" y="8094"/>
                    </a:moveTo>
                    <a:lnTo>
                      <a:pt x="26386" y="8094"/>
                    </a:lnTo>
                    <a:cubicBezTo>
                      <a:pt x="21319" y="8335"/>
                      <a:pt x="16568" y="10613"/>
                      <a:pt x="13210" y="14411"/>
                    </a:cubicBezTo>
                    <a:cubicBezTo>
                      <a:pt x="9806" y="18206"/>
                      <a:pt x="8056" y="23202"/>
                      <a:pt x="8347" y="28294"/>
                    </a:cubicBezTo>
                    <a:cubicBezTo>
                      <a:pt x="8580" y="33385"/>
                      <a:pt x="10858" y="38165"/>
                      <a:pt x="14665" y="41552"/>
                    </a:cubicBezTo>
                    <a:cubicBezTo>
                      <a:pt x="18397" y="45006"/>
                      <a:pt x="23385" y="46781"/>
                      <a:pt x="28464" y="46457"/>
                    </a:cubicBezTo>
                    <a:cubicBezTo>
                      <a:pt x="39071" y="46170"/>
                      <a:pt x="47434" y="37342"/>
                      <a:pt x="47147" y="26735"/>
                    </a:cubicBezTo>
                    <a:cubicBezTo>
                      <a:pt x="46860" y="16128"/>
                      <a:pt x="38032" y="7765"/>
                      <a:pt x="27425" y="8052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4" name="Google Shape;1924;p59"/>
              <p:cNvSpPr/>
              <p:nvPr/>
            </p:nvSpPr>
            <p:spPr>
              <a:xfrm>
                <a:off x="5069003" y="3654108"/>
                <a:ext cx="504623" cy="22195"/>
              </a:xfrm>
              <a:custGeom>
                <a:rect b="b" l="l" r="r" t="t"/>
                <a:pathLst>
                  <a:path extrusionOk="0" h="22195" w="504623">
                    <a:moveTo>
                      <a:pt x="4156" y="22195"/>
                    </a:moveTo>
                    <a:cubicBezTo>
                      <a:pt x="1862" y="22195"/>
                      <a:pt x="0" y="20333"/>
                      <a:pt x="0" y="18039"/>
                    </a:cubicBezTo>
                    <a:cubicBezTo>
                      <a:pt x="0" y="15744"/>
                      <a:pt x="1862" y="13882"/>
                      <a:pt x="4156" y="13882"/>
                    </a:cubicBezTo>
                    <a:lnTo>
                      <a:pt x="500468" y="0"/>
                    </a:lnTo>
                    <a:cubicBezTo>
                      <a:pt x="502754" y="0"/>
                      <a:pt x="504624" y="1862"/>
                      <a:pt x="504624" y="4156"/>
                    </a:cubicBezTo>
                    <a:cubicBezTo>
                      <a:pt x="504624" y="6451"/>
                      <a:pt x="502754" y="8313"/>
                      <a:pt x="500468" y="8313"/>
                    </a:cubicBezTo>
                    <a:lnTo>
                      <a:pt x="4198" y="22195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5" name="Google Shape;1925;p59"/>
              <p:cNvSpPr/>
              <p:nvPr/>
            </p:nvSpPr>
            <p:spPr>
              <a:xfrm>
                <a:off x="4995360" y="3642645"/>
                <a:ext cx="54945" cy="55187"/>
              </a:xfrm>
              <a:custGeom>
                <a:rect b="b" l="l" r="r" t="t"/>
                <a:pathLst>
                  <a:path extrusionOk="0" h="55187" w="54945">
                    <a:moveTo>
                      <a:pt x="27425" y="55104"/>
                    </a:moveTo>
                    <a:cubicBezTo>
                      <a:pt x="20663" y="55104"/>
                      <a:pt x="14142" y="52586"/>
                      <a:pt x="9137" y="48039"/>
                    </a:cubicBezTo>
                    <a:cubicBezTo>
                      <a:pt x="-2164" y="37868"/>
                      <a:pt x="-3112" y="20474"/>
                      <a:pt x="7018" y="9135"/>
                    </a:cubicBezTo>
                    <a:cubicBezTo>
                      <a:pt x="11864" y="3669"/>
                      <a:pt x="18713" y="386"/>
                      <a:pt x="26012" y="33"/>
                    </a:cubicBezTo>
                    <a:cubicBezTo>
                      <a:pt x="41166" y="-699"/>
                      <a:pt x="54072" y="10943"/>
                      <a:pt x="54899" y="26093"/>
                    </a:cubicBezTo>
                    <a:lnTo>
                      <a:pt x="54899" y="26093"/>
                    </a:lnTo>
                    <a:cubicBezTo>
                      <a:pt x="55772" y="41289"/>
                      <a:pt x="44163" y="54311"/>
                      <a:pt x="28967" y="55184"/>
                    </a:cubicBezTo>
                    <a:cubicBezTo>
                      <a:pt x="28951" y="55188"/>
                      <a:pt x="28938" y="55188"/>
                      <a:pt x="28922" y="55188"/>
                    </a:cubicBezTo>
                    <a:close/>
                    <a:moveTo>
                      <a:pt x="27425" y="8345"/>
                    </a:moveTo>
                    <a:lnTo>
                      <a:pt x="26386" y="8345"/>
                    </a:lnTo>
                    <a:cubicBezTo>
                      <a:pt x="15534" y="8632"/>
                      <a:pt x="6968" y="17664"/>
                      <a:pt x="7255" y="28516"/>
                    </a:cubicBezTo>
                    <a:cubicBezTo>
                      <a:pt x="7541" y="39373"/>
                      <a:pt x="16573" y="47939"/>
                      <a:pt x="27425" y="47652"/>
                    </a:cubicBezTo>
                    <a:cubicBezTo>
                      <a:pt x="38278" y="47365"/>
                      <a:pt x="46844" y="38334"/>
                      <a:pt x="46557" y="27477"/>
                    </a:cubicBezTo>
                    <a:cubicBezTo>
                      <a:pt x="46283" y="17028"/>
                      <a:pt x="37874" y="8620"/>
                      <a:pt x="27425" y="8345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6" name="Google Shape;1926;p59"/>
              <p:cNvSpPr/>
              <p:nvPr/>
            </p:nvSpPr>
            <p:spPr>
              <a:xfrm>
                <a:off x="5077067" y="3756105"/>
                <a:ext cx="296972" cy="16376"/>
              </a:xfrm>
              <a:custGeom>
                <a:rect b="b" l="l" r="r" t="t"/>
                <a:pathLst>
                  <a:path extrusionOk="0" h="16376" w="296972">
                    <a:moveTo>
                      <a:pt x="4156" y="16376"/>
                    </a:moveTo>
                    <a:cubicBezTo>
                      <a:pt x="1862" y="16376"/>
                      <a:pt x="0" y="14514"/>
                      <a:pt x="0" y="12220"/>
                    </a:cubicBezTo>
                    <a:cubicBezTo>
                      <a:pt x="0" y="9925"/>
                      <a:pt x="1862" y="8063"/>
                      <a:pt x="4156" y="8063"/>
                    </a:cubicBezTo>
                    <a:lnTo>
                      <a:pt x="292816" y="0"/>
                    </a:lnTo>
                    <a:cubicBezTo>
                      <a:pt x="295102" y="0"/>
                      <a:pt x="296973" y="1862"/>
                      <a:pt x="296973" y="4156"/>
                    </a:cubicBezTo>
                    <a:cubicBezTo>
                      <a:pt x="296973" y="6451"/>
                      <a:pt x="295102" y="8313"/>
                      <a:pt x="292816" y="8313"/>
                    </a:cubicBezTo>
                    <a:lnTo>
                      <a:pt x="4198" y="16376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7" name="Google Shape;1927;p59"/>
              <p:cNvSpPr/>
              <p:nvPr/>
            </p:nvSpPr>
            <p:spPr>
              <a:xfrm>
                <a:off x="5005804" y="3742316"/>
                <a:ext cx="51622" cy="51611"/>
              </a:xfrm>
              <a:custGeom>
                <a:rect b="b" l="l" r="r" t="t"/>
                <a:pathLst>
                  <a:path extrusionOk="0" h="51611" w="51622">
                    <a:moveTo>
                      <a:pt x="25086" y="51612"/>
                    </a:moveTo>
                    <a:cubicBezTo>
                      <a:pt x="10838" y="51209"/>
                      <a:pt x="-388" y="39334"/>
                      <a:pt x="10" y="25082"/>
                    </a:cubicBezTo>
                    <a:cubicBezTo>
                      <a:pt x="414" y="10834"/>
                      <a:pt x="12292" y="-393"/>
                      <a:pt x="26541" y="11"/>
                    </a:cubicBezTo>
                    <a:cubicBezTo>
                      <a:pt x="40789" y="414"/>
                      <a:pt x="52015" y="12288"/>
                      <a:pt x="51612" y="26537"/>
                    </a:cubicBezTo>
                    <a:cubicBezTo>
                      <a:pt x="51229" y="40223"/>
                      <a:pt x="40223" y="51225"/>
                      <a:pt x="26541" y="51612"/>
                    </a:cubicBezTo>
                    <a:close/>
                    <a:moveTo>
                      <a:pt x="25086" y="4853"/>
                    </a:moveTo>
                    <a:lnTo>
                      <a:pt x="24088" y="4853"/>
                    </a:lnTo>
                    <a:cubicBezTo>
                      <a:pt x="13473" y="5351"/>
                      <a:pt x="5268" y="14362"/>
                      <a:pt x="5767" y="24978"/>
                    </a:cubicBezTo>
                    <a:cubicBezTo>
                      <a:pt x="6266" y="35593"/>
                      <a:pt x="15277" y="43798"/>
                      <a:pt x="25892" y="43299"/>
                    </a:cubicBezTo>
                    <a:cubicBezTo>
                      <a:pt x="36507" y="42800"/>
                      <a:pt x="44712" y="33789"/>
                      <a:pt x="44213" y="23174"/>
                    </a:cubicBezTo>
                    <a:cubicBezTo>
                      <a:pt x="44209" y="23120"/>
                      <a:pt x="44209" y="23070"/>
                      <a:pt x="44205" y="23016"/>
                    </a:cubicBezTo>
                    <a:lnTo>
                      <a:pt x="44205" y="23016"/>
                    </a:lnTo>
                    <a:cubicBezTo>
                      <a:pt x="43719" y="12833"/>
                      <a:pt x="35323" y="4819"/>
                      <a:pt x="25127" y="4811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8" name="Google Shape;1928;p59"/>
              <p:cNvSpPr/>
              <p:nvPr/>
            </p:nvSpPr>
            <p:spPr>
              <a:xfrm>
                <a:off x="4920929" y="3934429"/>
                <a:ext cx="733292" cy="447416"/>
              </a:xfrm>
              <a:custGeom>
                <a:rect b="b" l="l" r="r" t="t"/>
                <a:pathLst>
                  <a:path extrusionOk="0" h="447416" w="733292">
                    <a:moveTo>
                      <a:pt x="65405" y="447416"/>
                    </a:moveTo>
                    <a:cubicBezTo>
                      <a:pt x="40101" y="447500"/>
                      <a:pt x="19223" y="427632"/>
                      <a:pt x="18022" y="402362"/>
                    </a:cubicBezTo>
                    <a:lnTo>
                      <a:pt x="66" y="77749"/>
                    </a:lnTo>
                    <a:cubicBezTo>
                      <a:pt x="-540" y="67329"/>
                      <a:pt x="3034" y="57097"/>
                      <a:pt x="10000" y="49320"/>
                    </a:cubicBezTo>
                    <a:cubicBezTo>
                      <a:pt x="16912" y="41506"/>
                      <a:pt x="26680" y="36801"/>
                      <a:pt x="37100" y="36269"/>
                    </a:cubicBezTo>
                    <a:lnTo>
                      <a:pt x="691685" y="67"/>
                    </a:lnTo>
                    <a:cubicBezTo>
                      <a:pt x="702575" y="-573"/>
                      <a:pt x="713257" y="3392"/>
                      <a:pt x="721113" y="10998"/>
                    </a:cubicBezTo>
                    <a:cubicBezTo>
                      <a:pt x="729010" y="18609"/>
                      <a:pt x="733415" y="29132"/>
                      <a:pt x="733290" y="40093"/>
                    </a:cubicBezTo>
                    <a:lnTo>
                      <a:pt x="727929" y="373932"/>
                    </a:lnTo>
                    <a:cubicBezTo>
                      <a:pt x="727555" y="404232"/>
                      <a:pt x="703365" y="428838"/>
                      <a:pt x="673065" y="429710"/>
                    </a:cubicBezTo>
                    <a:lnTo>
                      <a:pt x="66818" y="447292"/>
                    </a:lnTo>
                    <a:close/>
                    <a:moveTo>
                      <a:pt x="8379" y="77500"/>
                    </a:moveTo>
                    <a:lnTo>
                      <a:pt x="26335" y="402112"/>
                    </a:lnTo>
                    <a:cubicBezTo>
                      <a:pt x="27345" y="423434"/>
                      <a:pt x="45284" y="439976"/>
                      <a:pt x="66610" y="439270"/>
                    </a:cubicBezTo>
                    <a:lnTo>
                      <a:pt x="672816" y="421689"/>
                    </a:lnTo>
                    <a:cubicBezTo>
                      <a:pt x="698626" y="420940"/>
                      <a:pt x="719283" y="399951"/>
                      <a:pt x="719575" y="374140"/>
                    </a:cubicBezTo>
                    <a:lnTo>
                      <a:pt x="724936" y="40301"/>
                    </a:lnTo>
                    <a:cubicBezTo>
                      <a:pt x="725227" y="23064"/>
                      <a:pt x="711511" y="8849"/>
                      <a:pt x="694262" y="8550"/>
                    </a:cubicBezTo>
                    <a:cubicBezTo>
                      <a:pt x="693556" y="8542"/>
                      <a:pt x="692849" y="8550"/>
                      <a:pt x="692143" y="8588"/>
                    </a:cubicBezTo>
                    <a:lnTo>
                      <a:pt x="37557" y="44790"/>
                    </a:lnTo>
                    <a:cubicBezTo>
                      <a:pt x="20503" y="45816"/>
                      <a:pt x="7494" y="60442"/>
                      <a:pt x="8462" y="77500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59"/>
              <p:cNvSpPr/>
              <p:nvPr/>
            </p:nvSpPr>
            <p:spPr>
              <a:xfrm>
                <a:off x="5074158" y="4043726"/>
                <a:ext cx="504374" cy="22194"/>
              </a:xfrm>
              <a:custGeom>
                <a:rect b="b" l="l" r="r" t="t"/>
                <a:pathLst>
                  <a:path extrusionOk="0" h="22194" w="504374">
                    <a:moveTo>
                      <a:pt x="4156" y="22195"/>
                    </a:moveTo>
                    <a:cubicBezTo>
                      <a:pt x="1862" y="22195"/>
                      <a:pt x="0" y="20333"/>
                      <a:pt x="0" y="18038"/>
                    </a:cubicBezTo>
                    <a:cubicBezTo>
                      <a:pt x="0" y="15744"/>
                      <a:pt x="1862" y="13882"/>
                      <a:pt x="4156" y="13882"/>
                    </a:cubicBezTo>
                    <a:lnTo>
                      <a:pt x="500218" y="0"/>
                    </a:lnTo>
                    <a:cubicBezTo>
                      <a:pt x="502504" y="0"/>
                      <a:pt x="504375" y="1862"/>
                      <a:pt x="504375" y="4156"/>
                    </a:cubicBezTo>
                    <a:cubicBezTo>
                      <a:pt x="504375" y="6451"/>
                      <a:pt x="502504" y="8313"/>
                      <a:pt x="500218" y="8313"/>
                    </a:cubicBezTo>
                    <a:lnTo>
                      <a:pt x="3907" y="22195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59"/>
              <p:cNvSpPr/>
              <p:nvPr/>
            </p:nvSpPr>
            <p:spPr>
              <a:xfrm>
                <a:off x="5000332" y="4032184"/>
                <a:ext cx="55048" cy="55266"/>
              </a:xfrm>
              <a:custGeom>
                <a:rect b="b" l="l" r="r" t="t"/>
                <a:pathLst>
                  <a:path extrusionOk="0" h="55266" w="55048">
                    <a:moveTo>
                      <a:pt x="27607" y="55183"/>
                    </a:moveTo>
                    <a:cubicBezTo>
                      <a:pt x="20828" y="55200"/>
                      <a:pt x="14290" y="52677"/>
                      <a:pt x="9278" y="48118"/>
                    </a:cubicBezTo>
                    <a:cubicBezTo>
                      <a:pt x="-2102" y="38047"/>
                      <a:pt x="-3158" y="20657"/>
                      <a:pt x="6913" y="9276"/>
                    </a:cubicBezTo>
                    <a:cubicBezTo>
                      <a:pt x="16984" y="-2100"/>
                      <a:pt x="34374" y="-3160"/>
                      <a:pt x="45754" y="6911"/>
                    </a:cubicBezTo>
                    <a:cubicBezTo>
                      <a:pt x="51303" y="11824"/>
                      <a:pt x="54636" y="18769"/>
                      <a:pt x="54998" y="26172"/>
                    </a:cubicBezTo>
                    <a:lnTo>
                      <a:pt x="54998" y="26172"/>
                    </a:lnTo>
                    <a:cubicBezTo>
                      <a:pt x="55916" y="41318"/>
                      <a:pt x="44382" y="54340"/>
                      <a:pt x="29237" y="55258"/>
                    </a:cubicBezTo>
                    <a:cubicBezTo>
                      <a:pt x="29178" y="55258"/>
                      <a:pt x="29120" y="55262"/>
                      <a:pt x="29062" y="55266"/>
                    </a:cubicBezTo>
                    <a:close/>
                    <a:moveTo>
                      <a:pt x="27607" y="8424"/>
                    </a:moveTo>
                    <a:lnTo>
                      <a:pt x="26568" y="8424"/>
                    </a:lnTo>
                    <a:cubicBezTo>
                      <a:pt x="15982" y="9035"/>
                      <a:pt x="7894" y="18117"/>
                      <a:pt x="8505" y="28703"/>
                    </a:cubicBezTo>
                    <a:cubicBezTo>
                      <a:pt x="8800" y="33761"/>
                      <a:pt x="11077" y="38500"/>
                      <a:pt x="14847" y="41883"/>
                    </a:cubicBezTo>
                    <a:cubicBezTo>
                      <a:pt x="18579" y="45316"/>
                      <a:pt x="23542" y="47087"/>
                      <a:pt x="28605" y="46788"/>
                    </a:cubicBezTo>
                    <a:cubicBezTo>
                      <a:pt x="39166" y="46185"/>
                      <a:pt x="47250" y="37153"/>
                      <a:pt x="46685" y="26588"/>
                    </a:cubicBezTo>
                    <a:lnTo>
                      <a:pt x="46685" y="26588"/>
                    </a:lnTo>
                    <a:cubicBezTo>
                      <a:pt x="46136" y="16454"/>
                      <a:pt x="37799" y="8499"/>
                      <a:pt x="27649" y="8424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1" name="Google Shape;1931;p59"/>
              <p:cNvSpPr/>
              <p:nvPr/>
            </p:nvSpPr>
            <p:spPr>
              <a:xfrm>
                <a:off x="5082179" y="4139738"/>
                <a:ext cx="504665" cy="22361"/>
              </a:xfrm>
              <a:custGeom>
                <a:rect b="b" l="l" r="r" t="t"/>
                <a:pathLst>
                  <a:path extrusionOk="0" h="22361" w="504665">
                    <a:moveTo>
                      <a:pt x="4156" y="22361"/>
                    </a:moveTo>
                    <a:cubicBezTo>
                      <a:pt x="1862" y="22361"/>
                      <a:pt x="0" y="20491"/>
                      <a:pt x="0" y="18205"/>
                    </a:cubicBezTo>
                    <a:cubicBezTo>
                      <a:pt x="0" y="15911"/>
                      <a:pt x="1862" y="14049"/>
                      <a:pt x="4156" y="14049"/>
                    </a:cubicBezTo>
                    <a:lnTo>
                      <a:pt x="500509" y="0"/>
                    </a:lnTo>
                    <a:cubicBezTo>
                      <a:pt x="502795" y="0"/>
                      <a:pt x="504666" y="1862"/>
                      <a:pt x="504666" y="4156"/>
                    </a:cubicBezTo>
                    <a:cubicBezTo>
                      <a:pt x="504666" y="6451"/>
                      <a:pt x="502795" y="8313"/>
                      <a:pt x="500509" y="8313"/>
                    </a:cubicBezTo>
                    <a:lnTo>
                      <a:pt x="4198" y="22153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2" name="Google Shape;1932;p59"/>
              <p:cNvSpPr/>
              <p:nvPr/>
            </p:nvSpPr>
            <p:spPr>
              <a:xfrm>
                <a:off x="5008362" y="4128474"/>
                <a:ext cx="55120" cy="55114"/>
              </a:xfrm>
              <a:custGeom>
                <a:rect b="b" l="l" r="r" t="t"/>
                <a:pathLst>
                  <a:path extrusionOk="0" h="55114" w="55120">
                    <a:moveTo>
                      <a:pt x="27682" y="55114"/>
                    </a:moveTo>
                    <a:cubicBezTo>
                      <a:pt x="12461" y="55197"/>
                      <a:pt x="71" y="42894"/>
                      <a:pt x="0" y="27682"/>
                    </a:cubicBezTo>
                    <a:cubicBezTo>
                      <a:pt x="-66" y="12461"/>
                      <a:pt x="12216" y="71"/>
                      <a:pt x="27436" y="0"/>
                    </a:cubicBezTo>
                    <a:cubicBezTo>
                      <a:pt x="42104" y="-66"/>
                      <a:pt x="54253" y="11372"/>
                      <a:pt x="55072" y="26019"/>
                    </a:cubicBezTo>
                    <a:lnTo>
                      <a:pt x="55072" y="26019"/>
                    </a:lnTo>
                    <a:cubicBezTo>
                      <a:pt x="55970" y="41190"/>
                      <a:pt x="44399" y="54199"/>
                      <a:pt x="29228" y="55114"/>
                    </a:cubicBezTo>
                    <a:cubicBezTo>
                      <a:pt x="29199" y="55114"/>
                      <a:pt x="29165" y="55114"/>
                      <a:pt x="29136" y="55114"/>
                    </a:cubicBezTo>
                    <a:close/>
                    <a:moveTo>
                      <a:pt x="27682" y="8313"/>
                    </a:moveTo>
                    <a:lnTo>
                      <a:pt x="26642" y="8313"/>
                    </a:lnTo>
                    <a:cubicBezTo>
                      <a:pt x="16227" y="8600"/>
                      <a:pt x="8014" y="17278"/>
                      <a:pt x="8301" y="27694"/>
                    </a:cubicBezTo>
                    <a:cubicBezTo>
                      <a:pt x="8587" y="38114"/>
                      <a:pt x="17266" y="46344"/>
                      <a:pt x="27682" y="46053"/>
                    </a:cubicBezTo>
                    <a:cubicBezTo>
                      <a:pt x="38098" y="45762"/>
                      <a:pt x="46310" y="37075"/>
                      <a:pt x="46024" y="26655"/>
                    </a:cubicBezTo>
                    <a:cubicBezTo>
                      <a:pt x="45749" y="16642"/>
                      <a:pt x="37694" y="8588"/>
                      <a:pt x="27682" y="8313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59"/>
              <p:cNvSpPr/>
              <p:nvPr/>
            </p:nvSpPr>
            <p:spPr>
              <a:xfrm>
                <a:off x="5090243" y="4241943"/>
                <a:ext cx="296930" cy="16376"/>
              </a:xfrm>
              <a:custGeom>
                <a:rect b="b" l="l" r="r" t="t"/>
                <a:pathLst>
                  <a:path extrusionOk="0" h="16376" w="296930">
                    <a:moveTo>
                      <a:pt x="4156" y="16376"/>
                    </a:moveTo>
                    <a:cubicBezTo>
                      <a:pt x="1862" y="16376"/>
                      <a:pt x="0" y="14505"/>
                      <a:pt x="0" y="12220"/>
                    </a:cubicBezTo>
                    <a:cubicBezTo>
                      <a:pt x="0" y="9934"/>
                      <a:pt x="1862" y="8063"/>
                      <a:pt x="4156" y="8063"/>
                    </a:cubicBezTo>
                    <a:lnTo>
                      <a:pt x="292774" y="0"/>
                    </a:lnTo>
                    <a:cubicBezTo>
                      <a:pt x="295060" y="0"/>
                      <a:pt x="296930" y="1870"/>
                      <a:pt x="296930" y="4156"/>
                    </a:cubicBezTo>
                    <a:cubicBezTo>
                      <a:pt x="296930" y="6442"/>
                      <a:pt x="295060" y="8313"/>
                      <a:pt x="292774" y="8313"/>
                    </a:cubicBezTo>
                    <a:lnTo>
                      <a:pt x="4115" y="16376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4" name="Google Shape;1934;p59"/>
              <p:cNvSpPr/>
              <p:nvPr/>
            </p:nvSpPr>
            <p:spPr>
              <a:xfrm>
                <a:off x="5016342" y="4224569"/>
                <a:ext cx="55204" cy="55197"/>
              </a:xfrm>
              <a:custGeom>
                <a:rect b="b" l="l" r="r" t="t"/>
                <a:pathLst>
                  <a:path extrusionOk="0" h="55197" w="55204">
                    <a:moveTo>
                      <a:pt x="27765" y="55197"/>
                    </a:moveTo>
                    <a:cubicBezTo>
                      <a:pt x="12524" y="55280"/>
                      <a:pt x="92" y="43019"/>
                      <a:pt x="1" y="27765"/>
                    </a:cubicBezTo>
                    <a:cubicBezTo>
                      <a:pt x="-91" y="12511"/>
                      <a:pt x="12187" y="84"/>
                      <a:pt x="27433" y="0"/>
                    </a:cubicBezTo>
                    <a:cubicBezTo>
                      <a:pt x="42154" y="-83"/>
                      <a:pt x="54357" y="11389"/>
                      <a:pt x="55156" y="26103"/>
                    </a:cubicBezTo>
                    <a:cubicBezTo>
                      <a:pt x="56053" y="41273"/>
                      <a:pt x="44482" y="54283"/>
                      <a:pt x="29311" y="55197"/>
                    </a:cubicBezTo>
                    <a:cubicBezTo>
                      <a:pt x="29282" y="55197"/>
                      <a:pt x="29249" y="55197"/>
                      <a:pt x="29220" y="55197"/>
                    </a:cubicBezTo>
                    <a:close/>
                    <a:moveTo>
                      <a:pt x="27765" y="8438"/>
                    </a:moveTo>
                    <a:lnTo>
                      <a:pt x="26726" y="8438"/>
                    </a:lnTo>
                    <a:cubicBezTo>
                      <a:pt x="16111" y="8937"/>
                      <a:pt x="7906" y="17956"/>
                      <a:pt x="8405" y="28555"/>
                    </a:cubicBezTo>
                    <a:cubicBezTo>
                      <a:pt x="8904" y="39195"/>
                      <a:pt x="17914" y="47383"/>
                      <a:pt x="28530" y="46884"/>
                    </a:cubicBezTo>
                    <a:cubicBezTo>
                      <a:pt x="39145" y="46385"/>
                      <a:pt x="47350" y="37366"/>
                      <a:pt x="46851" y="26767"/>
                    </a:cubicBezTo>
                    <a:cubicBezTo>
                      <a:pt x="46847" y="26726"/>
                      <a:pt x="46847" y="26643"/>
                      <a:pt x="46843" y="26601"/>
                    </a:cubicBezTo>
                    <a:lnTo>
                      <a:pt x="46843" y="26601"/>
                    </a:lnTo>
                    <a:cubicBezTo>
                      <a:pt x="46573" y="21489"/>
                      <a:pt x="44303" y="16709"/>
                      <a:pt x="40525" y="13301"/>
                    </a:cubicBezTo>
                    <a:cubicBezTo>
                      <a:pt x="37025" y="10142"/>
                      <a:pt x="32474" y="8396"/>
                      <a:pt x="27765" y="8438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59"/>
              <p:cNvSpPr/>
              <p:nvPr/>
            </p:nvSpPr>
            <p:spPr>
              <a:xfrm>
                <a:off x="4934232" y="4420212"/>
                <a:ext cx="733251" cy="447471"/>
              </a:xfrm>
              <a:custGeom>
                <a:rect b="b" l="l" r="r" t="t"/>
                <a:pathLst>
                  <a:path extrusionOk="0" h="447471" w="733251">
                    <a:moveTo>
                      <a:pt x="65319" y="447471"/>
                    </a:moveTo>
                    <a:cubicBezTo>
                      <a:pt x="40007" y="447554"/>
                      <a:pt x="19117" y="427687"/>
                      <a:pt x="17895" y="402416"/>
                    </a:cubicBezTo>
                    <a:lnTo>
                      <a:pt x="64" y="77804"/>
                    </a:lnTo>
                    <a:cubicBezTo>
                      <a:pt x="-1166" y="56108"/>
                      <a:pt x="15405" y="37529"/>
                      <a:pt x="37097" y="36240"/>
                    </a:cubicBezTo>
                    <a:lnTo>
                      <a:pt x="691642" y="80"/>
                    </a:lnTo>
                    <a:cubicBezTo>
                      <a:pt x="702573" y="-627"/>
                      <a:pt x="713296" y="3364"/>
                      <a:pt x="721110" y="11011"/>
                    </a:cubicBezTo>
                    <a:cubicBezTo>
                      <a:pt x="729007" y="18617"/>
                      <a:pt x="733413" y="29133"/>
                      <a:pt x="733247" y="40106"/>
                    </a:cubicBezTo>
                    <a:lnTo>
                      <a:pt x="727885" y="373945"/>
                    </a:lnTo>
                    <a:cubicBezTo>
                      <a:pt x="727511" y="404245"/>
                      <a:pt x="703321" y="428851"/>
                      <a:pt x="673063" y="429724"/>
                    </a:cubicBezTo>
                    <a:lnTo>
                      <a:pt x="66566" y="447471"/>
                    </a:lnTo>
                    <a:close/>
                    <a:moveTo>
                      <a:pt x="8377" y="77347"/>
                    </a:moveTo>
                    <a:lnTo>
                      <a:pt x="26333" y="401959"/>
                    </a:lnTo>
                    <a:cubicBezTo>
                      <a:pt x="27276" y="423281"/>
                      <a:pt x="45232" y="439865"/>
                      <a:pt x="66566" y="439117"/>
                    </a:cubicBezTo>
                    <a:lnTo>
                      <a:pt x="672813" y="421536"/>
                    </a:lnTo>
                    <a:cubicBezTo>
                      <a:pt x="698624" y="420787"/>
                      <a:pt x="719240" y="399798"/>
                      <a:pt x="719572" y="373987"/>
                    </a:cubicBezTo>
                    <a:lnTo>
                      <a:pt x="724934" y="40148"/>
                    </a:lnTo>
                    <a:cubicBezTo>
                      <a:pt x="725100" y="31461"/>
                      <a:pt x="721609" y="23065"/>
                      <a:pt x="715333" y="17080"/>
                    </a:cubicBezTo>
                    <a:cubicBezTo>
                      <a:pt x="709140" y="11053"/>
                      <a:pt x="700702" y="7894"/>
                      <a:pt x="692099" y="8435"/>
                    </a:cubicBezTo>
                    <a:lnTo>
                      <a:pt x="37472" y="44636"/>
                    </a:lnTo>
                    <a:cubicBezTo>
                      <a:pt x="20418" y="45675"/>
                      <a:pt x="7409" y="60306"/>
                      <a:pt x="8377" y="77347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6" name="Google Shape;1936;p59"/>
              <p:cNvSpPr/>
              <p:nvPr/>
            </p:nvSpPr>
            <p:spPr>
              <a:xfrm>
                <a:off x="5087333" y="4529605"/>
                <a:ext cx="504623" cy="22194"/>
              </a:xfrm>
              <a:custGeom>
                <a:rect b="b" l="l" r="r" t="t"/>
                <a:pathLst>
                  <a:path extrusionOk="0" h="22194" w="504623">
                    <a:moveTo>
                      <a:pt x="4156" y="22153"/>
                    </a:moveTo>
                    <a:cubicBezTo>
                      <a:pt x="1862" y="22153"/>
                      <a:pt x="0" y="20283"/>
                      <a:pt x="0" y="17997"/>
                    </a:cubicBezTo>
                    <a:cubicBezTo>
                      <a:pt x="0" y="15711"/>
                      <a:pt x="1862" y="13841"/>
                      <a:pt x="4156" y="13841"/>
                    </a:cubicBezTo>
                    <a:lnTo>
                      <a:pt x="500468" y="0"/>
                    </a:lnTo>
                    <a:cubicBezTo>
                      <a:pt x="502754" y="0"/>
                      <a:pt x="504624" y="1870"/>
                      <a:pt x="504624" y="4156"/>
                    </a:cubicBezTo>
                    <a:cubicBezTo>
                      <a:pt x="504624" y="6442"/>
                      <a:pt x="502754" y="8313"/>
                      <a:pt x="500468" y="8313"/>
                    </a:cubicBezTo>
                    <a:lnTo>
                      <a:pt x="4156" y="22195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59"/>
              <p:cNvSpPr/>
              <p:nvPr/>
            </p:nvSpPr>
            <p:spPr>
              <a:xfrm>
                <a:off x="5013433" y="4518008"/>
                <a:ext cx="55206" cy="55197"/>
              </a:xfrm>
              <a:custGeom>
                <a:rect b="b" l="l" r="r" t="t"/>
                <a:pathLst>
                  <a:path extrusionOk="0" h="55197" w="55206">
                    <a:moveTo>
                      <a:pt x="27723" y="55197"/>
                    </a:moveTo>
                    <a:cubicBezTo>
                      <a:pt x="12482" y="55280"/>
                      <a:pt x="71" y="42977"/>
                      <a:pt x="0" y="27724"/>
                    </a:cubicBezTo>
                    <a:cubicBezTo>
                      <a:pt x="-70" y="12470"/>
                      <a:pt x="12228" y="84"/>
                      <a:pt x="27474" y="0"/>
                    </a:cubicBezTo>
                    <a:cubicBezTo>
                      <a:pt x="42179" y="-83"/>
                      <a:pt x="54357" y="11430"/>
                      <a:pt x="55155" y="26103"/>
                    </a:cubicBezTo>
                    <a:lnTo>
                      <a:pt x="55155" y="26103"/>
                    </a:lnTo>
                    <a:cubicBezTo>
                      <a:pt x="56074" y="41232"/>
                      <a:pt x="44540" y="54282"/>
                      <a:pt x="29394" y="55197"/>
                    </a:cubicBezTo>
                    <a:cubicBezTo>
                      <a:pt x="29336" y="55197"/>
                      <a:pt x="29278" y="55197"/>
                      <a:pt x="29220" y="55197"/>
                    </a:cubicBezTo>
                    <a:close/>
                    <a:moveTo>
                      <a:pt x="27723" y="8438"/>
                    </a:moveTo>
                    <a:lnTo>
                      <a:pt x="26684" y="8438"/>
                    </a:lnTo>
                    <a:cubicBezTo>
                      <a:pt x="16106" y="9061"/>
                      <a:pt x="8014" y="18081"/>
                      <a:pt x="8604" y="28679"/>
                    </a:cubicBezTo>
                    <a:cubicBezTo>
                      <a:pt x="8874" y="33750"/>
                      <a:pt x="11148" y="38530"/>
                      <a:pt x="14922" y="41938"/>
                    </a:cubicBezTo>
                    <a:cubicBezTo>
                      <a:pt x="18663" y="45388"/>
                      <a:pt x="23646" y="47133"/>
                      <a:pt x="28721" y="46843"/>
                    </a:cubicBezTo>
                    <a:cubicBezTo>
                      <a:pt x="39274" y="46219"/>
                      <a:pt x="47346" y="37200"/>
                      <a:pt x="46801" y="26643"/>
                    </a:cubicBezTo>
                    <a:lnTo>
                      <a:pt x="46801" y="26643"/>
                    </a:lnTo>
                    <a:cubicBezTo>
                      <a:pt x="46531" y="21530"/>
                      <a:pt x="44262" y="16751"/>
                      <a:pt x="40483" y="13342"/>
                    </a:cubicBezTo>
                    <a:cubicBezTo>
                      <a:pt x="37021" y="10142"/>
                      <a:pt x="32487" y="8313"/>
                      <a:pt x="27765" y="8272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8" name="Google Shape;1938;p59"/>
              <p:cNvSpPr/>
              <p:nvPr/>
            </p:nvSpPr>
            <p:spPr>
              <a:xfrm>
                <a:off x="5095397" y="4625742"/>
                <a:ext cx="504624" cy="22194"/>
              </a:xfrm>
              <a:custGeom>
                <a:rect b="b" l="l" r="r" t="t"/>
                <a:pathLst>
                  <a:path extrusionOk="0" h="22194" w="504624">
                    <a:moveTo>
                      <a:pt x="4156" y="22195"/>
                    </a:moveTo>
                    <a:cubicBezTo>
                      <a:pt x="1862" y="22195"/>
                      <a:pt x="0" y="20324"/>
                      <a:pt x="0" y="18038"/>
                    </a:cubicBezTo>
                    <a:cubicBezTo>
                      <a:pt x="0" y="15752"/>
                      <a:pt x="1862" y="13882"/>
                      <a:pt x="4156" y="13882"/>
                    </a:cubicBezTo>
                    <a:lnTo>
                      <a:pt x="500468" y="0"/>
                    </a:lnTo>
                    <a:lnTo>
                      <a:pt x="500468" y="0"/>
                    </a:lnTo>
                    <a:cubicBezTo>
                      <a:pt x="502754" y="0"/>
                      <a:pt x="504624" y="1870"/>
                      <a:pt x="504624" y="4156"/>
                    </a:cubicBezTo>
                    <a:cubicBezTo>
                      <a:pt x="504624" y="6442"/>
                      <a:pt x="502754" y="8313"/>
                      <a:pt x="500468" y="8313"/>
                    </a:cubicBezTo>
                    <a:lnTo>
                      <a:pt x="4156" y="22153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59"/>
              <p:cNvSpPr/>
              <p:nvPr/>
            </p:nvSpPr>
            <p:spPr>
              <a:xfrm>
                <a:off x="5021579" y="4614311"/>
                <a:ext cx="55118" cy="55113"/>
              </a:xfrm>
              <a:custGeom>
                <a:rect b="b" l="l" r="r" t="t"/>
                <a:pathLst>
                  <a:path extrusionOk="0" h="55113" w="55118">
                    <a:moveTo>
                      <a:pt x="27640" y="55113"/>
                    </a:moveTo>
                    <a:cubicBezTo>
                      <a:pt x="12419" y="55155"/>
                      <a:pt x="46" y="42852"/>
                      <a:pt x="0" y="27640"/>
                    </a:cubicBezTo>
                    <a:cubicBezTo>
                      <a:pt x="-41" y="12428"/>
                      <a:pt x="12257" y="41"/>
                      <a:pt x="27478" y="0"/>
                    </a:cubicBezTo>
                    <a:cubicBezTo>
                      <a:pt x="42129" y="-41"/>
                      <a:pt x="54253" y="11389"/>
                      <a:pt x="55072" y="26018"/>
                    </a:cubicBezTo>
                    <a:lnTo>
                      <a:pt x="55072" y="26018"/>
                    </a:lnTo>
                    <a:cubicBezTo>
                      <a:pt x="55945" y="41231"/>
                      <a:pt x="44336" y="54240"/>
                      <a:pt x="29145" y="55113"/>
                    </a:cubicBezTo>
                    <a:cubicBezTo>
                      <a:pt x="29140" y="55113"/>
                      <a:pt x="29140" y="55113"/>
                      <a:pt x="29136" y="55113"/>
                    </a:cubicBezTo>
                    <a:close/>
                    <a:moveTo>
                      <a:pt x="27640" y="8313"/>
                    </a:moveTo>
                    <a:lnTo>
                      <a:pt x="26642" y="8313"/>
                    </a:lnTo>
                    <a:cubicBezTo>
                      <a:pt x="16247" y="8604"/>
                      <a:pt x="8043" y="17249"/>
                      <a:pt x="8321" y="27640"/>
                    </a:cubicBezTo>
                    <a:cubicBezTo>
                      <a:pt x="8595" y="38030"/>
                      <a:pt x="17245" y="46219"/>
                      <a:pt x="27640" y="45969"/>
                    </a:cubicBezTo>
                    <a:cubicBezTo>
                      <a:pt x="38035" y="45679"/>
                      <a:pt x="46240" y="37033"/>
                      <a:pt x="45961" y="26642"/>
                    </a:cubicBezTo>
                    <a:cubicBezTo>
                      <a:pt x="45699" y="16626"/>
                      <a:pt x="37648" y="8562"/>
                      <a:pt x="27640" y="8313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0" name="Google Shape;1940;p59"/>
              <p:cNvSpPr/>
              <p:nvPr/>
            </p:nvSpPr>
            <p:spPr>
              <a:xfrm>
                <a:off x="5103460" y="4727780"/>
                <a:ext cx="296972" cy="16376"/>
              </a:xfrm>
              <a:custGeom>
                <a:rect b="b" l="l" r="r" t="t"/>
                <a:pathLst>
                  <a:path extrusionOk="0" h="16376" w="296972">
                    <a:moveTo>
                      <a:pt x="4156" y="16376"/>
                    </a:moveTo>
                    <a:cubicBezTo>
                      <a:pt x="1862" y="16376"/>
                      <a:pt x="0" y="14506"/>
                      <a:pt x="0" y="12220"/>
                    </a:cubicBezTo>
                    <a:cubicBezTo>
                      <a:pt x="0" y="9934"/>
                      <a:pt x="1862" y="8064"/>
                      <a:pt x="4156" y="8064"/>
                    </a:cubicBezTo>
                    <a:lnTo>
                      <a:pt x="292816" y="0"/>
                    </a:lnTo>
                    <a:cubicBezTo>
                      <a:pt x="295102" y="0"/>
                      <a:pt x="296972" y="1871"/>
                      <a:pt x="296972" y="4156"/>
                    </a:cubicBezTo>
                    <a:cubicBezTo>
                      <a:pt x="296972" y="6443"/>
                      <a:pt x="295102" y="8313"/>
                      <a:pt x="292816" y="8313"/>
                    </a:cubicBezTo>
                    <a:lnTo>
                      <a:pt x="4156" y="16376"/>
                    </a:ln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1" name="Google Shape;1941;p59"/>
              <p:cNvSpPr/>
              <p:nvPr/>
            </p:nvSpPr>
            <p:spPr>
              <a:xfrm>
                <a:off x="5029722" y="4710489"/>
                <a:ext cx="54963" cy="55113"/>
              </a:xfrm>
              <a:custGeom>
                <a:rect b="b" l="l" r="r" t="t"/>
                <a:pathLst>
                  <a:path extrusionOk="0" h="55113" w="54963">
                    <a:moveTo>
                      <a:pt x="27561" y="55113"/>
                    </a:moveTo>
                    <a:cubicBezTo>
                      <a:pt x="12340" y="55113"/>
                      <a:pt x="4" y="42769"/>
                      <a:pt x="0" y="27557"/>
                    </a:cubicBezTo>
                    <a:cubicBezTo>
                      <a:pt x="0" y="12345"/>
                      <a:pt x="12336" y="0"/>
                      <a:pt x="27557" y="0"/>
                    </a:cubicBezTo>
                    <a:cubicBezTo>
                      <a:pt x="34315" y="0"/>
                      <a:pt x="40840" y="2494"/>
                      <a:pt x="45890" y="6983"/>
                    </a:cubicBezTo>
                    <a:cubicBezTo>
                      <a:pt x="57188" y="17207"/>
                      <a:pt x="58052" y="34664"/>
                      <a:pt x="47823" y="45970"/>
                    </a:cubicBezTo>
                    <a:cubicBezTo>
                      <a:pt x="42977" y="51331"/>
                      <a:pt x="36223" y="54573"/>
                      <a:pt x="29016" y="54989"/>
                    </a:cubicBezTo>
                    <a:close/>
                    <a:moveTo>
                      <a:pt x="27561" y="8354"/>
                    </a:moveTo>
                    <a:lnTo>
                      <a:pt x="26480" y="8354"/>
                    </a:lnTo>
                    <a:cubicBezTo>
                      <a:pt x="21418" y="8604"/>
                      <a:pt x="16663" y="10890"/>
                      <a:pt x="13304" y="14672"/>
                    </a:cubicBezTo>
                    <a:cubicBezTo>
                      <a:pt x="6247" y="22569"/>
                      <a:pt x="6900" y="34706"/>
                      <a:pt x="14759" y="41813"/>
                    </a:cubicBezTo>
                    <a:cubicBezTo>
                      <a:pt x="18504" y="45263"/>
                      <a:pt x="23484" y="47009"/>
                      <a:pt x="28559" y="46718"/>
                    </a:cubicBezTo>
                    <a:cubicBezTo>
                      <a:pt x="39166" y="46094"/>
                      <a:pt x="47245" y="36950"/>
                      <a:pt x="46601" y="26352"/>
                    </a:cubicBezTo>
                    <a:cubicBezTo>
                      <a:pt x="46294" y="21322"/>
                      <a:pt x="44024" y="16584"/>
                      <a:pt x="40279" y="13217"/>
                    </a:cubicBezTo>
                    <a:cubicBezTo>
                      <a:pt x="36805" y="10059"/>
                      <a:pt x="32287" y="8354"/>
                      <a:pt x="27602" y="8354"/>
                    </a:cubicBezTo>
                    <a:close/>
                  </a:path>
                </a:pathLst>
              </a:custGeom>
              <a:solidFill>
                <a:srgbClr val="91B3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42" name="Google Shape;1942;p59"/>
              <p:cNvGrpSpPr/>
              <p:nvPr/>
            </p:nvGrpSpPr>
            <p:grpSpPr>
              <a:xfrm>
                <a:off x="4929890" y="2270829"/>
                <a:ext cx="622207" cy="968100"/>
                <a:chOff x="4929890" y="2270829"/>
                <a:chExt cx="622207" cy="968100"/>
              </a:xfrm>
            </p:grpSpPr>
            <p:sp>
              <p:nvSpPr>
                <p:cNvPr id="1943" name="Google Shape;1943;p59"/>
                <p:cNvSpPr/>
                <p:nvPr/>
              </p:nvSpPr>
              <p:spPr>
                <a:xfrm>
                  <a:off x="4929890" y="2270829"/>
                  <a:ext cx="622207" cy="718053"/>
                </a:xfrm>
                <a:custGeom>
                  <a:rect b="b" l="l" r="r" t="t"/>
                  <a:pathLst>
                    <a:path extrusionOk="0" h="718053" w="622207">
                      <a:moveTo>
                        <a:pt x="575573" y="0"/>
                      </a:moveTo>
                      <a:cubicBezTo>
                        <a:pt x="601329" y="0"/>
                        <a:pt x="622208" y="0"/>
                        <a:pt x="622208" y="0"/>
                      </a:cubicBezTo>
                      <a:lnTo>
                        <a:pt x="622208" y="718053"/>
                      </a:lnTo>
                      <a:cubicBezTo>
                        <a:pt x="622208" y="718053"/>
                        <a:pt x="601329" y="718053"/>
                        <a:pt x="575573" y="718053"/>
                      </a:cubicBezTo>
                      <a:lnTo>
                        <a:pt x="46635" y="718053"/>
                      </a:lnTo>
                      <a:cubicBezTo>
                        <a:pt x="20879" y="718053"/>
                        <a:pt x="0" y="718053"/>
                        <a:pt x="0" y="718053"/>
                      </a:cubicBezTo>
                      <a:lnTo>
                        <a:pt x="0" y="0"/>
                      </a:lnTo>
                      <a:cubicBezTo>
                        <a:pt x="0" y="0"/>
                        <a:pt x="20879" y="0"/>
                        <a:pt x="466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AE3FE"/>
                    </a:gs>
                    <a:gs pos="50000">
                      <a:srgbClr val="E1E9FD"/>
                    </a:gs>
                    <a:gs pos="100000">
                      <a:srgbClr val="E9EFFD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4" name="Google Shape;1944;p59"/>
                <p:cNvSpPr/>
                <p:nvPr/>
              </p:nvSpPr>
              <p:spPr>
                <a:xfrm>
                  <a:off x="5123868" y="2418555"/>
                  <a:ext cx="249658" cy="159675"/>
                </a:xfrm>
                <a:custGeom>
                  <a:rect b="b" l="l" r="r" t="t"/>
                  <a:pathLst>
                    <a:path extrusionOk="0" h="159675" w="249658">
                      <a:moveTo>
                        <a:pt x="48713" y="7472"/>
                      </a:moveTo>
                      <a:cubicBezTo>
                        <a:pt x="47965" y="8927"/>
                        <a:pt x="0" y="44214"/>
                        <a:pt x="0" y="44214"/>
                      </a:cubicBezTo>
                      <a:cubicBezTo>
                        <a:pt x="0" y="44214"/>
                        <a:pt x="10599" y="119902"/>
                        <a:pt x="53576" y="149827"/>
                      </a:cubicBezTo>
                      <a:cubicBezTo>
                        <a:pt x="100833" y="182704"/>
                        <a:pt x="167585" y="122728"/>
                        <a:pt x="167585" y="122728"/>
                      </a:cubicBezTo>
                      <a:cubicBezTo>
                        <a:pt x="167585" y="122728"/>
                        <a:pt x="220703" y="135197"/>
                        <a:pt x="248925" y="24804"/>
                      </a:cubicBezTo>
                      <a:cubicBezTo>
                        <a:pt x="255409" y="-550"/>
                        <a:pt x="218002" y="-2711"/>
                        <a:pt x="172863" y="1986"/>
                      </a:cubicBezTo>
                      <a:cubicBezTo>
                        <a:pt x="114674" y="8012"/>
                        <a:pt x="48713" y="7472"/>
                        <a:pt x="48713" y="747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9005D"/>
                    </a:gs>
                    <a:gs pos="50000">
                      <a:srgbClr val="110777"/>
                    </a:gs>
                    <a:gs pos="100000">
                      <a:srgbClr val="1A0F91"/>
                    </a:gs>
                  </a:gsLst>
                  <a:lin ang="7507696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59"/>
                <p:cNvSpPr/>
                <p:nvPr/>
              </p:nvSpPr>
              <p:spPr>
                <a:xfrm>
                  <a:off x="5002557" y="2653535"/>
                  <a:ext cx="485947" cy="585394"/>
                </a:xfrm>
                <a:custGeom>
                  <a:rect b="b" l="l" r="r" t="t"/>
                  <a:pathLst>
                    <a:path extrusionOk="0" h="585394" w="485947">
                      <a:moveTo>
                        <a:pt x="80453" y="30852"/>
                      </a:moveTo>
                      <a:cubicBezTo>
                        <a:pt x="99177" y="17934"/>
                        <a:pt x="119939" y="8267"/>
                        <a:pt x="141884" y="2257"/>
                      </a:cubicBezTo>
                      <a:cubicBezTo>
                        <a:pt x="150197" y="12"/>
                        <a:pt x="194712" y="12980"/>
                        <a:pt x="222268" y="12315"/>
                      </a:cubicBezTo>
                      <a:cubicBezTo>
                        <a:pt x="260091" y="11484"/>
                        <a:pt x="298621" y="-5765"/>
                        <a:pt x="329793" y="2007"/>
                      </a:cubicBezTo>
                      <a:cubicBezTo>
                        <a:pt x="360966" y="9780"/>
                        <a:pt x="386112" y="19838"/>
                        <a:pt x="400742" y="30229"/>
                      </a:cubicBezTo>
                      <a:cubicBezTo>
                        <a:pt x="444551" y="61402"/>
                        <a:pt x="470278" y="119466"/>
                        <a:pt x="485948" y="177032"/>
                      </a:cubicBezTo>
                      <a:cubicBezTo>
                        <a:pt x="466787" y="196068"/>
                        <a:pt x="443969" y="211039"/>
                        <a:pt x="418906" y="221048"/>
                      </a:cubicBezTo>
                      <a:lnTo>
                        <a:pt x="412006" y="500771"/>
                      </a:lnTo>
                      <a:lnTo>
                        <a:pt x="246583" y="585395"/>
                      </a:lnTo>
                      <a:lnTo>
                        <a:pt x="57801" y="490629"/>
                      </a:lnTo>
                      <a:lnTo>
                        <a:pt x="64742" y="217265"/>
                      </a:lnTo>
                      <a:cubicBezTo>
                        <a:pt x="64742" y="217265"/>
                        <a:pt x="4766" y="189335"/>
                        <a:pt x="402" y="179193"/>
                      </a:cubicBezTo>
                      <a:cubicBezTo>
                        <a:pt x="-3963" y="169051"/>
                        <a:pt x="27543" y="67221"/>
                        <a:pt x="80453" y="3085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6" name="Google Shape;1946;p59"/>
                <p:cNvSpPr/>
                <p:nvPr/>
              </p:nvSpPr>
              <p:spPr>
                <a:xfrm>
                  <a:off x="4988037" y="2831481"/>
                  <a:ext cx="146577" cy="314262"/>
                </a:xfrm>
                <a:custGeom>
                  <a:rect b="b" l="l" r="r" t="t"/>
                  <a:pathLst>
                    <a:path extrusionOk="0" h="314262" w="146577">
                      <a:moveTo>
                        <a:pt x="17540" y="0"/>
                      </a:moveTo>
                      <a:cubicBezTo>
                        <a:pt x="17540" y="0"/>
                        <a:pt x="-62802" y="222740"/>
                        <a:pt x="120410" y="314263"/>
                      </a:cubicBezTo>
                      <a:cubicBezTo>
                        <a:pt x="158441" y="309234"/>
                        <a:pt x="143811" y="246057"/>
                        <a:pt x="143811" y="246057"/>
                      </a:cubicBezTo>
                      <a:cubicBezTo>
                        <a:pt x="143811" y="246057"/>
                        <a:pt x="64216" y="228434"/>
                        <a:pt x="88115" y="42644"/>
                      </a:cubicBezTo>
                      <a:cubicBezTo>
                        <a:pt x="66087" y="24523"/>
                        <a:pt x="17540" y="0"/>
                        <a:pt x="1754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4050697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7" name="Google Shape;1947;p59"/>
                <p:cNvSpPr/>
                <p:nvPr/>
              </p:nvSpPr>
              <p:spPr>
                <a:xfrm>
                  <a:off x="5355603" y="2831481"/>
                  <a:ext cx="138394" cy="314262"/>
                </a:xfrm>
                <a:custGeom>
                  <a:rect b="b" l="l" r="r" t="t"/>
                  <a:pathLst>
                    <a:path extrusionOk="0" h="314262" w="138394">
                      <a:moveTo>
                        <a:pt x="129037" y="0"/>
                      </a:moveTo>
                      <a:cubicBezTo>
                        <a:pt x="129037" y="0"/>
                        <a:pt x="184316" y="232507"/>
                        <a:pt x="26167" y="314263"/>
                      </a:cubicBezTo>
                      <a:cubicBezTo>
                        <a:pt x="-11864" y="309234"/>
                        <a:pt x="2766" y="246057"/>
                        <a:pt x="2766" y="246057"/>
                      </a:cubicBezTo>
                      <a:cubicBezTo>
                        <a:pt x="2766" y="246057"/>
                        <a:pt x="66899" y="214469"/>
                        <a:pt x="58462" y="42644"/>
                      </a:cubicBezTo>
                      <a:cubicBezTo>
                        <a:pt x="80449" y="24523"/>
                        <a:pt x="129037" y="0"/>
                        <a:pt x="12903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6749328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8" name="Google Shape;1948;p59"/>
                <p:cNvSpPr/>
                <p:nvPr/>
              </p:nvSpPr>
              <p:spPr>
                <a:xfrm>
                  <a:off x="5144442" y="2583969"/>
                  <a:ext cx="187909" cy="142918"/>
                </a:xfrm>
                <a:custGeom>
                  <a:rect b="b" l="l" r="r" t="t"/>
                  <a:pathLst>
                    <a:path extrusionOk="0" h="142918" w="187909">
                      <a:moveTo>
                        <a:pt x="0" y="71947"/>
                      </a:moveTo>
                      <a:cubicBezTo>
                        <a:pt x="0" y="71947"/>
                        <a:pt x="16625" y="144392"/>
                        <a:pt x="97882" y="142896"/>
                      </a:cubicBezTo>
                      <a:cubicBezTo>
                        <a:pt x="180511" y="141358"/>
                        <a:pt x="187909" y="71697"/>
                        <a:pt x="187909" y="71697"/>
                      </a:cubicBezTo>
                      <a:lnTo>
                        <a:pt x="133877" y="60142"/>
                      </a:lnTo>
                      <a:lnTo>
                        <a:pt x="129346" y="0"/>
                      </a:lnTo>
                      <a:lnTo>
                        <a:pt x="48131" y="6027"/>
                      </a:lnTo>
                      <a:lnTo>
                        <a:pt x="46635" y="6317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616050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9" name="Google Shape;1949;p59"/>
                <p:cNvSpPr/>
                <p:nvPr/>
              </p:nvSpPr>
              <p:spPr>
                <a:xfrm>
                  <a:off x="5167336" y="2413392"/>
                  <a:ext cx="168765" cy="228159"/>
                </a:xfrm>
                <a:custGeom>
                  <a:rect b="b" l="l" r="r" t="t"/>
                  <a:pathLst>
                    <a:path extrusionOk="0" h="228159" w="168765">
                      <a:moveTo>
                        <a:pt x="36666" y="0"/>
                      </a:moveTo>
                      <a:cubicBezTo>
                        <a:pt x="36666" y="0"/>
                        <a:pt x="-56395" y="180303"/>
                        <a:pt x="53999" y="224028"/>
                      </a:cubicBezTo>
                      <a:cubicBezTo>
                        <a:pt x="131889" y="254868"/>
                        <a:pt x="180726" y="104283"/>
                        <a:pt x="166221" y="63509"/>
                      </a:cubicBezTo>
                      <a:cubicBezTo>
                        <a:pt x="143734" y="457"/>
                        <a:pt x="128813" y="7939"/>
                        <a:pt x="128813" y="7939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689652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0" name="Google Shape;1950;p59"/>
                <p:cNvSpPr/>
                <p:nvPr/>
              </p:nvSpPr>
              <p:spPr>
                <a:xfrm>
                  <a:off x="5123333" y="2338977"/>
                  <a:ext cx="252416" cy="204909"/>
                </a:xfrm>
                <a:custGeom>
                  <a:rect b="b" l="l" r="r" t="t"/>
                  <a:pathLst>
                    <a:path extrusionOk="0" h="204909" w="252416">
                      <a:moveTo>
                        <a:pt x="232544" y="57997"/>
                      </a:moveTo>
                      <a:cubicBezTo>
                        <a:pt x="278554" y="70466"/>
                        <a:pt x="239235" y="170219"/>
                        <a:pt x="170198" y="146777"/>
                      </a:cubicBezTo>
                      <a:cubicBezTo>
                        <a:pt x="101160" y="123335"/>
                        <a:pt x="73770" y="123543"/>
                        <a:pt x="62964" y="142621"/>
                      </a:cubicBezTo>
                      <a:cubicBezTo>
                        <a:pt x="52157" y="161698"/>
                        <a:pt x="49871" y="229156"/>
                        <a:pt x="26471" y="195780"/>
                      </a:cubicBezTo>
                      <a:cubicBezTo>
                        <a:pt x="784" y="159204"/>
                        <a:pt x="-13514" y="85803"/>
                        <a:pt x="18158" y="62112"/>
                      </a:cubicBezTo>
                      <a:cubicBezTo>
                        <a:pt x="46255" y="40956"/>
                        <a:pt x="52822" y="8079"/>
                        <a:pt x="86572" y="9284"/>
                      </a:cubicBezTo>
                      <a:cubicBezTo>
                        <a:pt x="131336" y="10822"/>
                        <a:pt x="165958" y="-9045"/>
                        <a:pt x="186325" y="5128"/>
                      </a:cubicBezTo>
                      <a:cubicBezTo>
                        <a:pt x="208977" y="21837"/>
                        <a:pt x="198711" y="48728"/>
                        <a:pt x="232544" y="579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1" name="Google Shape;1951;p59"/>
                <p:cNvSpPr/>
                <p:nvPr/>
              </p:nvSpPr>
              <p:spPr>
                <a:xfrm>
                  <a:off x="5158282" y="2488724"/>
                  <a:ext cx="26146" cy="58641"/>
                </a:xfrm>
                <a:custGeom>
                  <a:rect b="b" l="l" r="r" t="t"/>
                  <a:pathLst>
                    <a:path extrusionOk="0" h="58641" w="26146">
                      <a:moveTo>
                        <a:pt x="23608" y="8295"/>
                      </a:moveTo>
                      <a:cubicBezTo>
                        <a:pt x="23608" y="8295"/>
                        <a:pt x="3740" y="-13028"/>
                        <a:pt x="582" y="12700"/>
                      </a:cubicBezTo>
                      <a:cubicBezTo>
                        <a:pt x="-2577" y="38428"/>
                        <a:pt x="7606" y="71596"/>
                        <a:pt x="19535" y="53433"/>
                      </a:cubicBezTo>
                      <a:cubicBezTo>
                        <a:pt x="31464" y="35269"/>
                        <a:pt x="23608" y="8295"/>
                        <a:pt x="23608" y="829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588273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52" name="Google Shape;1952;p59"/>
              <p:cNvGrpSpPr/>
              <p:nvPr/>
            </p:nvGrpSpPr>
            <p:grpSpPr>
              <a:xfrm>
                <a:off x="6088435" y="2247927"/>
                <a:ext cx="671522" cy="940475"/>
                <a:chOff x="6088435" y="2247927"/>
                <a:chExt cx="671522" cy="940475"/>
              </a:xfrm>
            </p:grpSpPr>
            <p:sp>
              <p:nvSpPr>
                <p:cNvPr id="1953" name="Google Shape;1953;p59"/>
                <p:cNvSpPr/>
                <p:nvPr/>
              </p:nvSpPr>
              <p:spPr>
                <a:xfrm>
                  <a:off x="6088435" y="2247927"/>
                  <a:ext cx="642033" cy="740913"/>
                </a:xfrm>
                <a:custGeom>
                  <a:rect b="b" l="l" r="r" t="t"/>
                  <a:pathLst>
                    <a:path extrusionOk="0" h="740913" w="642033">
                      <a:moveTo>
                        <a:pt x="595399" y="0"/>
                      </a:moveTo>
                      <a:cubicBezTo>
                        <a:pt x="621155" y="0"/>
                        <a:pt x="642034" y="0"/>
                        <a:pt x="642034" y="0"/>
                      </a:cubicBezTo>
                      <a:lnTo>
                        <a:pt x="642034" y="740914"/>
                      </a:lnTo>
                      <a:cubicBezTo>
                        <a:pt x="642034" y="740914"/>
                        <a:pt x="621155" y="740914"/>
                        <a:pt x="595399" y="740914"/>
                      </a:cubicBezTo>
                      <a:lnTo>
                        <a:pt x="46635" y="740914"/>
                      </a:lnTo>
                      <a:cubicBezTo>
                        <a:pt x="20879" y="740914"/>
                        <a:pt x="0" y="740914"/>
                        <a:pt x="0" y="740914"/>
                      </a:cubicBezTo>
                      <a:lnTo>
                        <a:pt x="0" y="0"/>
                      </a:lnTo>
                      <a:cubicBezTo>
                        <a:pt x="0" y="0"/>
                        <a:pt x="20879" y="0"/>
                        <a:pt x="4663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AE3FE"/>
                    </a:gs>
                    <a:gs pos="50000">
                      <a:srgbClr val="E1E9FD"/>
                    </a:gs>
                    <a:gs pos="100000">
                      <a:srgbClr val="E9EFFD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4" name="Google Shape;1954;p59"/>
                <p:cNvSpPr/>
                <p:nvPr/>
              </p:nvSpPr>
              <p:spPr>
                <a:xfrm>
                  <a:off x="6242199" y="2641621"/>
                  <a:ext cx="378333" cy="546781"/>
                </a:xfrm>
                <a:custGeom>
                  <a:rect b="b" l="l" r="r" t="t"/>
                  <a:pathLst>
                    <a:path extrusionOk="0" h="546781" w="378333">
                      <a:moveTo>
                        <a:pt x="728" y="11967"/>
                      </a:moveTo>
                      <a:cubicBezTo>
                        <a:pt x="728" y="11967"/>
                        <a:pt x="211747" y="-21284"/>
                        <a:pt x="378334" y="23065"/>
                      </a:cubicBezTo>
                      <a:lnTo>
                        <a:pt x="367112" y="195222"/>
                      </a:lnTo>
                      <a:cubicBezTo>
                        <a:pt x="367112" y="195222"/>
                        <a:pt x="322680" y="434004"/>
                        <a:pt x="289388" y="539535"/>
                      </a:cubicBezTo>
                      <a:cubicBezTo>
                        <a:pt x="289388" y="539535"/>
                        <a:pt x="161662" y="561730"/>
                        <a:pt x="100564" y="528437"/>
                      </a:cubicBezTo>
                      <a:cubicBezTo>
                        <a:pt x="100564" y="528437"/>
                        <a:pt x="50688" y="228555"/>
                        <a:pt x="22840" y="184124"/>
                      </a:cubicBezTo>
                      <a:cubicBezTo>
                        <a:pt x="22965" y="184124"/>
                        <a:pt x="-4800" y="67496"/>
                        <a:pt x="728" y="1196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9005D"/>
                    </a:gs>
                    <a:gs pos="50000">
                      <a:srgbClr val="110777"/>
                    </a:gs>
                    <a:gs pos="100000">
                      <a:srgbClr val="1A0F91"/>
                    </a:gs>
                  </a:gsLst>
                  <a:lin ang="6942873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5" name="Google Shape;1955;p59"/>
                <p:cNvSpPr/>
                <p:nvPr/>
              </p:nvSpPr>
              <p:spPr>
                <a:xfrm>
                  <a:off x="6368491" y="2501881"/>
                  <a:ext cx="99752" cy="153798"/>
                </a:xfrm>
                <a:custGeom>
                  <a:rect b="b" l="l" r="r" t="t"/>
                  <a:pathLst>
                    <a:path extrusionOk="0" h="153798" w="99752">
                      <a:moveTo>
                        <a:pt x="21031" y="0"/>
                      </a:moveTo>
                      <a:lnTo>
                        <a:pt x="0" y="142148"/>
                      </a:lnTo>
                      <a:cubicBezTo>
                        <a:pt x="0" y="142148"/>
                        <a:pt x="58729" y="169122"/>
                        <a:pt x="99753" y="140984"/>
                      </a:cubicBezTo>
                      <a:lnTo>
                        <a:pt x="91190" y="40649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6" name="Google Shape;1956;p59"/>
                <p:cNvSpPr/>
                <p:nvPr/>
              </p:nvSpPr>
              <p:spPr>
                <a:xfrm>
                  <a:off x="6379297" y="2400425"/>
                  <a:ext cx="122332" cy="163702"/>
                </a:xfrm>
                <a:custGeom>
                  <a:rect b="b" l="l" r="r" t="t"/>
                  <a:pathLst>
                    <a:path extrusionOk="0" h="163702" w="122332">
                      <a:moveTo>
                        <a:pt x="100750" y="8852"/>
                      </a:moveTo>
                      <a:cubicBezTo>
                        <a:pt x="101415" y="10057"/>
                        <a:pt x="114092" y="81755"/>
                        <a:pt x="121864" y="126145"/>
                      </a:cubicBezTo>
                      <a:cubicBezTo>
                        <a:pt x="124815" y="143082"/>
                        <a:pt x="113510" y="159213"/>
                        <a:pt x="96594" y="162180"/>
                      </a:cubicBezTo>
                      <a:cubicBezTo>
                        <a:pt x="95388" y="162388"/>
                        <a:pt x="94224" y="162525"/>
                        <a:pt x="93019" y="162596"/>
                      </a:cubicBezTo>
                      <a:lnTo>
                        <a:pt x="76020" y="163593"/>
                      </a:lnTo>
                      <a:cubicBezTo>
                        <a:pt x="44764" y="165455"/>
                        <a:pt x="17207" y="143190"/>
                        <a:pt x="12469" y="112221"/>
                      </a:cubicBezTo>
                      <a:lnTo>
                        <a:pt x="0" y="31837"/>
                      </a:lnTo>
                      <a:cubicBezTo>
                        <a:pt x="0" y="31837"/>
                        <a:pt x="84540" y="-20284"/>
                        <a:pt x="100750" y="8852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9062993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7" name="Google Shape;1957;p59"/>
                <p:cNvSpPr/>
                <p:nvPr/>
              </p:nvSpPr>
              <p:spPr>
                <a:xfrm>
                  <a:off x="6349507" y="2351249"/>
                  <a:ext cx="158070" cy="150590"/>
                </a:xfrm>
                <a:custGeom>
                  <a:rect b="b" l="l" r="r" t="t"/>
                  <a:pathLst>
                    <a:path extrusionOk="0" h="150590" w="158070">
                      <a:moveTo>
                        <a:pt x="11627" y="81221"/>
                      </a:moveTo>
                      <a:cubicBezTo>
                        <a:pt x="5101" y="72908"/>
                        <a:pt x="-593" y="59982"/>
                        <a:pt x="13289" y="46182"/>
                      </a:cubicBezTo>
                      <a:cubicBezTo>
                        <a:pt x="27171" y="32383"/>
                        <a:pt x="43340" y="35708"/>
                        <a:pt x="53439" y="40405"/>
                      </a:cubicBezTo>
                      <a:cubicBezTo>
                        <a:pt x="57929" y="42566"/>
                        <a:pt x="63332" y="41503"/>
                        <a:pt x="66657" y="37787"/>
                      </a:cubicBezTo>
                      <a:cubicBezTo>
                        <a:pt x="68278" y="35842"/>
                        <a:pt x="70772" y="34906"/>
                        <a:pt x="73265" y="35334"/>
                      </a:cubicBezTo>
                      <a:cubicBezTo>
                        <a:pt x="79001" y="36178"/>
                        <a:pt x="84363" y="32209"/>
                        <a:pt x="85194" y="26461"/>
                      </a:cubicBezTo>
                      <a:cubicBezTo>
                        <a:pt x="85194" y="26369"/>
                        <a:pt x="85236" y="26282"/>
                        <a:pt x="85236" y="26190"/>
                      </a:cubicBezTo>
                      <a:cubicBezTo>
                        <a:pt x="86441" y="16090"/>
                        <a:pt x="91803" y="4203"/>
                        <a:pt x="109634" y="795"/>
                      </a:cubicBezTo>
                      <a:cubicBezTo>
                        <a:pt x="142303" y="-5523"/>
                        <a:pt x="158637" y="27188"/>
                        <a:pt x="158055" y="50173"/>
                      </a:cubicBezTo>
                      <a:cubicBezTo>
                        <a:pt x="157473" y="73157"/>
                        <a:pt x="121646" y="77979"/>
                        <a:pt x="101321" y="74196"/>
                      </a:cubicBezTo>
                      <a:cubicBezTo>
                        <a:pt x="86358" y="71370"/>
                        <a:pt x="73473" y="84504"/>
                        <a:pt x="67654" y="91653"/>
                      </a:cubicBezTo>
                      <a:cubicBezTo>
                        <a:pt x="65535" y="94238"/>
                        <a:pt x="64745" y="97672"/>
                        <a:pt x="65535" y="100922"/>
                      </a:cubicBezTo>
                      <a:lnTo>
                        <a:pt x="70688" y="123158"/>
                      </a:lnTo>
                      <a:cubicBezTo>
                        <a:pt x="67405" y="130208"/>
                        <a:pt x="63332" y="136858"/>
                        <a:pt x="58552" y="142984"/>
                      </a:cubicBezTo>
                      <a:cubicBezTo>
                        <a:pt x="55559" y="146746"/>
                        <a:pt x="51403" y="149418"/>
                        <a:pt x="46748" y="150590"/>
                      </a:cubicBezTo>
                      <a:cubicBezTo>
                        <a:pt x="40680" y="139244"/>
                        <a:pt x="23639" y="137290"/>
                        <a:pt x="15700" y="137041"/>
                      </a:cubicBezTo>
                      <a:cubicBezTo>
                        <a:pt x="12666" y="136966"/>
                        <a:pt x="9839" y="135623"/>
                        <a:pt x="7844" y="133342"/>
                      </a:cubicBezTo>
                      <a:cubicBezTo>
                        <a:pt x="1859" y="126483"/>
                        <a:pt x="-7493" y="111188"/>
                        <a:pt x="10421" y="96142"/>
                      </a:cubicBezTo>
                      <a:cubicBezTo>
                        <a:pt x="14744" y="92297"/>
                        <a:pt x="15284" y="85714"/>
                        <a:pt x="11627" y="8122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8" name="Google Shape;1958;p59"/>
                <p:cNvSpPr/>
                <p:nvPr/>
              </p:nvSpPr>
              <p:spPr>
                <a:xfrm>
                  <a:off x="6360215" y="2481068"/>
                  <a:ext cx="41817" cy="49976"/>
                </a:xfrm>
                <a:custGeom>
                  <a:rect b="b" l="l" r="r" t="t"/>
                  <a:pathLst>
                    <a:path extrusionOk="0" h="49976" w="41817">
                      <a:moveTo>
                        <a:pt x="41817" y="44587"/>
                      </a:moveTo>
                      <a:cubicBezTo>
                        <a:pt x="41817" y="44587"/>
                        <a:pt x="41110" y="4479"/>
                        <a:pt x="24901" y="696"/>
                      </a:cubicBezTo>
                      <a:cubicBezTo>
                        <a:pt x="8691" y="-3086"/>
                        <a:pt x="-8849" y="8677"/>
                        <a:pt x="5033" y="32700"/>
                      </a:cubicBezTo>
                      <a:cubicBezTo>
                        <a:pt x="22282" y="62626"/>
                        <a:pt x="41817" y="44587"/>
                        <a:pt x="41817" y="4458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9062993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59"/>
                <p:cNvSpPr/>
                <p:nvPr/>
              </p:nvSpPr>
              <p:spPr>
                <a:xfrm>
                  <a:off x="6113129" y="2653588"/>
                  <a:ext cx="187986" cy="491448"/>
                </a:xfrm>
                <a:custGeom>
                  <a:rect b="b" l="l" r="r" t="t"/>
                  <a:pathLst>
                    <a:path extrusionOk="0" h="491448" w="187986">
                      <a:moveTo>
                        <a:pt x="129798" y="0"/>
                      </a:moveTo>
                      <a:cubicBezTo>
                        <a:pt x="129798" y="0"/>
                        <a:pt x="-197848" y="355411"/>
                        <a:pt x="187987" y="491448"/>
                      </a:cubicBezTo>
                      <a:lnTo>
                        <a:pt x="187987" y="463684"/>
                      </a:lnTo>
                      <a:cubicBezTo>
                        <a:pt x="187987" y="463684"/>
                        <a:pt x="43595" y="341528"/>
                        <a:pt x="154736" y="174941"/>
                      </a:cubicBezTo>
                      <a:cubicBezTo>
                        <a:pt x="154778" y="174941"/>
                        <a:pt x="140895" y="16667"/>
                        <a:pt x="12979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9005D"/>
                    </a:gs>
                    <a:gs pos="50000">
                      <a:srgbClr val="110777"/>
                    </a:gs>
                    <a:gs pos="100000">
                      <a:srgbClr val="1A0F91"/>
                    </a:gs>
                  </a:gsLst>
                  <a:lin ang="6942873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0" name="Google Shape;1960;p59"/>
                <p:cNvSpPr/>
                <p:nvPr/>
              </p:nvSpPr>
              <p:spPr>
                <a:xfrm>
                  <a:off x="6297079" y="3095610"/>
                  <a:ext cx="101337" cy="48233"/>
                </a:xfrm>
                <a:custGeom>
                  <a:rect b="b" l="l" r="r" t="t"/>
                  <a:pathLst>
                    <a:path extrusionOk="0" h="48233" w="101337">
                      <a:moveTo>
                        <a:pt x="6947" y="24447"/>
                      </a:moveTo>
                      <a:cubicBezTo>
                        <a:pt x="6947" y="24447"/>
                        <a:pt x="56823" y="-8804"/>
                        <a:pt x="79143" y="2252"/>
                      </a:cubicBezTo>
                      <a:cubicBezTo>
                        <a:pt x="101462" y="13308"/>
                        <a:pt x="101337" y="30016"/>
                        <a:pt x="101337" y="30016"/>
                      </a:cubicBezTo>
                      <a:cubicBezTo>
                        <a:pt x="101337" y="30016"/>
                        <a:pt x="90240" y="52211"/>
                        <a:pt x="73573" y="46642"/>
                      </a:cubicBezTo>
                      <a:cubicBezTo>
                        <a:pt x="56906" y="41072"/>
                        <a:pt x="18044" y="52170"/>
                        <a:pt x="1377" y="46642"/>
                      </a:cubicBezTo>
                      <a:cubicBezTo>
                        <a:pt x="1377" y="46600"/>
                        <a:pt x="-4151" y="24447"/>
                        <a:pt x="6947" y="244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9B776"/>
                    </a:gs>
                    <a:gs pos="50000">
                      <a:srgbClr val="F6986B"/>
                    </a:gs>
                    <a:gs pos="100000">
                      <a:srgbClr val="F47960"/>
                    </a:gs>
                  </a:gsLst>
                  <a:lin ang="8369539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1" name="Google Shape;1961;p59"/>
                <p:cNvSpPr/>
                <p:nvPr/>
              </p:nvSpPr>
              <p:spPr>
                <a:xfrm>
                  <a:off x="6576060" y="2664686"/>
                  <a:ext cx="183897" cy="480350"/>
                </a:xfrm>
                <a:custGeom>
                  <a:rect b="b" l="l" r="r" t="t"/>
                  <a:pathLst>
                    <a:path extrusionOk="0" h="480350" w="183897">
                      <a:moveTo>
                        <a:pt x="44473" y="0"/>
                      </a:moveTo>
                      <a:cubicBezTo>
                        <a:pt x="44473" y="0"/>
                        <a:pt x="386001" y="344521"/>
                        <a:pt x="0" y="480351"/>
                      </a:cubicBezTo>
                      <a:lnTo>
                        <a:pt x="0" y="452587"/>
                      </a:lnTo>
                      <a:cubicBezTo>
                        <a:pt x="0" y="452587"/>
                        <a:pt x="144350" y="330431"/>
                        <a:pt x="33251" y="163844"/>
                      </a:cubicBezTo>
                      <a:cubicBezTo>
                        <a:pt x="33251" y="163844"/>
                        <a:pt x="22278" y="27764"/>
                        <a:pt x="4447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9005D"/>
                    </a:gs>
                    <a:gs pos="50000">
                      <a:srgbClr val="110777"/>
                    </a:gs>
                    <a:gs pos="100000">
                      <a:srgbClr val="1A0F91"/>
                    </a:gs>
                  </a:gsLst>
                  <a:lin ang="6942873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2" name="Google Shape;1962;p59"/>
                <p:cNvSpPr/>
                <p:nvPr/>
              </p:nvSpPr>
              <p:spPr>
                <a:xfrm>
                  <a:off x="6478925" y="3095610"/>
                  <a:ext cx="101327" cy="48233"/>
                </a:xfrm>
                <a:custGeom>
                  <a:rect b="b" l="l" r="r" t="t"/>
                  <a:pathLst>
                    <a:path extrusionOk="0" h="48233" w="101327">
                      <a:moveTo>
                        <a:pt x="94432" y="24447"/>
                      </a:moveTo>
                      <a:cubicBezTo>
                        <a:pt x="94432" y="24447"/>
                        <a:pt x="44556" y="-8804"/>
                        <a:pt x="22236" y="2252"/>
                      </a:cubicBezTo>
                      <a:cubicBezTo>
                        <a:pt x="-83" y="13308"/>
                        <a:pt x="0" y="30016"/>
                        <a:pt x="0" y="30016"/>
                      </a:cubicBezTo>
                      <a:cubicBezTo>
                        <a:pt x="0" y="30016"/>
                        <a:pt x="11139" y="52211"/>
                        <a:pt x="27765" y="46642"/>
                      </a:cubicBezTo>
                      <a:cubicBezTo>
                        <a:pt x="44390" y="41072"/>
                        <a:pt x="83294" y="52170"/>
                        <a:pt x="99961" y="46642"/>
                      </a:cubicBezTo>
                      <a:cubicBezTo>
                        <a:pt x="99961" y="46600"/>
                        <a:pt x="105447" y="24447"/>
                        <a:pt x="94432" y="244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9B776"/>
                    </a:gs>
                    <a:gs pos="50000">
                      <a:srgbClr val="F6986B"/>
                    </a:gs>
                    <a:gs pos="100000">
                      <a:srgbClr val="F47960"/>
                    </a:gs>
                  </a:gsLst>
                  <a:lin ang="270069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63" name="Google Shape;1963;p59"/>
              <p:cNvGrpSpPr/>
              <p:nvPr/>
            </p:nvGrpSpPr>
            <p:grpSpPr>
              <a:xfrm>
                <a:off x="3604095" y="2286332"/>
                <a:ext cx="644566" cy="814829"/>
                <a:chOff x="3604095" y="2286332"/>
                <a:chExt cx="644566" cy="814829"/>
              </a:xfrm>
            </p:grpSpPr>
            <p:sp>
              <p:nvSpPr>
                <p:cNvPr id="1964" name="Google Shape;1964;p59"/>
                <p:cNvSpPr/>
                <p:nvPr/>
              </p:nvSpPr>
              <p:spPr>
                <a:xfrm rot="10800000">
                  <a:off x="3626454" y="2286332"/>
                  <a:ext cx="622207" cy="718053"/>
                </a:xfrm>
                <a:custGeom>
                  <a:rect b="b" l="l" r="r" t="t"/>
                  <a:pathLst>
                    <a:path extrusionOk="0" h="718053" w="622207">
                      <a:moveTo>
                        <a:pt x="575573" y="0"/>
                      </a:moveTo>
                      <a:cubicBezTo>
                        <a:pt x="601329" y="0"/>
                        <a:pt x="622208" y="0"/>
                        <a:pt x="622208" y="0"/>
                      </a:cubicBezTo>
                      <a:lnTo>
                        <a:pt x="622208" y="718054"/>
                      </a:lnTo>
                      <a:cubicBezTo>
                        <a:pt x="622208" y="718054"/>
                        <a:pt x="601329" y="718054"/>
                        <a:pt x="575573" y="718054"/>
                      </a:cubicBezTo>
                      <a:lnTo>
                        <a:pt x="46634" y="718054"/>
                      </a:lnTo>
                      <a:cubicBezTo>
                        <a:pt x="20879" y="718054"/>
                        <a:pt x="0" y="718054"/>
                        <a:pt x="0" y="718054"/>
                      </a:cubicBezTo>
                      <a:lnTo>
                        <a:pt x="0" y="0"/>
                      </a:lnTo>
                      <a:cubicBezTo>
                        <a:pt x="0" y="0"/>
                        <a:pt x="20879" y="0"/>
                        <a:pt x="4663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AE3FE"/>
                    </a:gs>
                    <a:gs pos="50000">
                      <a:srgbClr val="E1E9FD"/>
                    </a:gs>
                    <a:gs pos="100000">
                      <a:srgbClr val="E9EFFD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5" name="Google Shape;1965;p59"/>
                <p:cNvSpPr/>
                <p:nvPr/>
              </p:nvSpPr>
              <p:spPr>
                <a:xfrm>
                  <a:off x="3604095" y="2444606"/>
                  <a:ext cx="474447" cy="656555"/>
                </a:xfrm>
                <a:custGeom>
                  <a:rect b="b" l="l" r="r" t="t"/>
                  <a:pathLst>
                    <a:path extrusionOk="0" h="656555" w="474447">
                      <a:moveTo>
                        <a:pt x="348344" y="0"/>
                      </a:moveTo>
                      <a:cubicBezTo>
                        <a:pt x="348344" y="0"/>
                        <a:pt x="355492" y="13633"/>
                        <a:pt x="310936" y="36036"/>
                      </a:cubicBezTo>
                      <a:cubicBezTo>
                        <a:pt x="285998" y="48505"/>
                        <a:pt x="237826" y="67167"/>
                        <a:pt x="232423" y="119163"/>
                      </a:cubicBezTo>
                      <a:cubicBezTo>
                        <a:pt x="229995" y="145864"/>
                        <a:pt x="210020" y="167643"/>
                        <a:pt x="183627" y="172365"/>
                      </a:cubicBezTo>
                      <a:cubicBezTo>
                        <a:pt x="117416" y="183795"/>
                        <a:pt x="15793" y="220204"/>
                        <a:pt x="1620" y="335751"/>
                      </a:cubicBezTo>
                      <a:cubicBezTo>
                        <a:pt x="-9228" y="423949"/>
                        <a:pt x="36242" y="456286"/>
                        <a:pt x="83542" y="467134"/>
                      </a:cubicBezTo>
                      <a:cubicBezTo>
                        <a:pt x="118455" y="474428"/>
                        <a:pt x="141398" y="507970"/>
                        <a:pt x="135538" y="543154"/>
                      </a:cubicBezTo>
                      <a:cubicBezTo>
                        <a:pt x="129469" y="576779"/>
                        <a:pt x="140193" y="615267"/>
                        <a:pt x="198756" y="644777"/>
                      </a:cubicBezTo>
                      <a:cubicBezTo>
                        <a:pt x="330056" y="710863"/>
                        <a:pt x="455495" y="477317"/>
                        <a:pt x="455495" y="477317"/>
                      </a:cubicBezTo>
                      <a:lnTo>
                        <a:pt x="474448" y="7344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59"/>
                <p:cNvSpPr/>
                <p:nvPr/>
              </p:nvSpPr>
              <p:spPr>
                <a:xfrm>
                  <a:off x="3905014" y="2655870"/>
                  <a:ext cx="291099" cy="391041"/>
                </a:xfrm>
                <a:custGeom>
                  <a:rect b="b" l="l" r="r" t="t"/>
                  <a:pathLst>
                    <a:path extrusionOk="0" h="391041" w="291099">
                      <a:moveTo>
                        <a:pt x="68829" y="367843"/>
                      </a:moveTo>
                      <a:cubicBezTo>
                        <a:pt x="107026" y="191197"/>
                        <a:pt x="0" y="93523"/>
                        <a:pt x="0" y="93523"/>
                      </a:cubicBezTo>
                      <a:cubicBezTo>
                        <a:pt x="52536" y="41610"/>
                        <a:pt x="140319" y="11102"/>
                        <a:pt x="173071" y="1168"/>
                      </a:cubicBezTo>
                      <a:cubicBezTo>
                        <a:pt x="181018" y="-1326"/>
                        <a:pt x="189680" y="225"/>
                        <a:pt x="196264" y="5325"/>
                      </a:cubicBezTo>
                      <a:cubicBezTo>
                        <a:pt x="224776" y="27437"/>
                        <a:pt x="300173" y="91902"/>
                        <a:pt x="290197" y="145810"/>
                      </a:cubicBezTo>
                      <a:cubicBezTo>
                        <a:pt x="282882" y="184630"/>
                        <a:pt x="213471" y="379065"/>
                        <a:pt x="213471" y="379065"/>
                      </a:cubicBezTo>
                      <a:cubicBezTo>
                        <a:pt x="213471" y="379065"/>
                        <a:pt x="146304" y="412399"/>
                        <a:pt x="68829" y="36784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7" name="Google Shape;1967;p59"/>
                <p:cNvSpPr/>
                <p:nvPr/>
              </p:nvSpPr>
              <p:spPr>
                <a:xfrm>
                  <a:off x="3981543" y="2523917"/>
                  <a:ext cx="96841" cy="177291"/>
                </a:xfrm>
                <a:custGeom>
                  <a:rect b="b" l="l" r="r" t="t"/>
                  <a:pathLst>
                    <a:path extrusionOk="0" h="177291" w="96841">
                      <a:moveTo>
                        <a:pt x="31329" y="14665"/>
                      </a:moveTo>
                      <a:lnTo>
                        <a:pt x="447" y="166871"/>
                      </a:lnTo>
                      <a:cubicBezTo>
                        <a:pt x="-2504" y="180296"/>
                        <a:pt x="9632" y="177885"/>
                        <a:pt x="23057" y="175184"/>
                      </a:cubicBezTo>
                      <a:cubicBezTo>
                        <a:pt x="45086" y="170612"/>
                        <a:pt x="73433" y="161509"/>
                        <a:pt x="82618" y="144094"/>
                      </a:cubicBezTo>
                      <a:cubicBezTo>
                        <a:pt x="83495" y="142295"/>
                        <a:pt x="84044" y="140349"/>
                        <a:pt x="84239" y="138359"/>
                      </a:cubicBezTo>
                      <a:lnTo>
                        <a:pt x="96708" y="32995"/>
                      </a:lnTo>
                      <a:cubicBezTo>
                        <a:pt x="97706" y="24628"/>
                        <a:pt x="93042" y="16610"/>
                        <a:pt x="85278" y="13335"/>
                      </a:cubicBezTo>
                      <a:lnTo>
                        <a:pt x="57056" y="1489"/>
                      </a:lnTo>
                      <a:cubicBezTo>
                        <a:pt x="47455" y="-2563"/>
                        <a:pt x="36387" y="1938"/>
                        <a:pt x="32334" y="11544"/>
                      </a:cubicBezTo>
                      <a:cubicBezTo>
                        <a:pt x="31910" y="12554"/>
                        <a:pt x="31574" y="13597"/>
                        <a:pt x="31329" y="1466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67000">
                      <a:srgbClr val="FEA8A5"/>
                    </a:gs>
                    <a:gs pos="100000">
                      <a:srgbClr val="FEB3B1"/>
                    </a:gs>
                  </a:gsLst>
                  <a:lin ang="6383552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8" name="Google Shape;1968;p59"/>
                <p:cNvSpPr/>
                <p:nvPr/>
              </p:nvSpPr>
              <p:spPr>
                <a:xfrm>
                  <a:off x="3988542" y="2394130"/>
                  <a:ext cx="144825" cy="173820"/>
                </a:xfrm>
                <a:custGeom>
                  <a:rect b="b" l="l" r="r" t="t"/>
                  <a:pathLst>
                    <a:path extrusionOk="0" h="173820" w="144825">
                      <a:moveTo>
                        <a:pt x="86385" y="5047"/>
                      </a:moveTo>
                      <a:cubicBezTo>
                        <a:pt x="86385" y="5047"/>
                        <a:pt x="122794" y="28697"/>
                        <a:pt x="139420" y="90336"/>
                      </a:cubicBezTo>
                      <a:cubicBezTo>
                        <a:pt x="156045" y="151975"/>
                        <a:pt x="131356" y="174669"/>
                        <a:pt x="105587" y="173796"/>
                      </a:cubicBezTo>
                      <a:cubicBezTo>
                        <a:pt x="79817" y="172923"/>
                        <a:pt x="42410" y="165483"/>
                        <a:pt x="9284" y="121841"/>
                      </a:cubicBezTo>
                      <a:cubicBezTo>
                        <a:pt x="-23842" y="78200"/>
                        <a:pt x="38711" y="-23756"/>
                        <a:pt x="86385" y="504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768714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59"/>
                <p:cNvSpPr/>
                <p:nvPr/>
              </p:nvSpPr>
              <p:spPr>
                <a:xfrm>
                  <a:off x="3944899" y="2341239"/>
                  <a:ext cx="173537" cy="198842"/>
                </a:xfrm>
                <a:custGeom>
                  <a:rect b="b" l="l" r="r" t="t"/>
                  <a:pathLst>
                    <a:path extrusionOk="0" h="198842" w="173537">
                      <a:moveTo>
                        <a:pt x="84972" y="149129"/>
                      </a:moveTo>
                      <a:cubicBezTo>
                        <a:pt x="84972" y="149129"/>
                        <a:pt x="70134" y="60640"/>
                        <a:pt x="144075" y="72818"/>
                      </a:cubicBezTo>
                      <a:lnTo>
                        <a:pt x="159288" y="88072"/>
                      </a:lnTo>
                      <a:cubicBezTo>
                        <a:pt x="159288" y="88072"/>
                        <a:pt x="194575" y="46758"/>
                        <a:pt x="154092" y="16832"/>
                      </a:cubicBezTo>
                      <a:cubicBezTo>
                        <a:pt x="113609" y="-13094"/>
                        <a:pt x="58496" y="-4199"/>
                        <a:pt x="28778" y="52244"/>
                      </a:cubicBezTo>
                      <a:cubicBezTo>
                        <a:pt x="-940" y="108688"/>
                        <a:pt x="-11207" y="148215"/>
                        <a:pt x="15145" y="182463"/>
                      </a:cubicBezTo>
                      <a:cubicBezTo>
                        <a:pt x="41496" y="216711"/>
                        <a:pt x="60241" y="186619"/>
                        <a:pt x="60241" y="186619"/>
                      </a:cubicBezTo>
                      <a:cubicBezTo>
                        <a:pt x="60241" y="186619"/>
                        <a:pt x="47772" y="156777"/>
                        <a:pt x="57415" y="143684"/>
                      </a:cubicBezTo>
                      <a:cubicBezTo>
                        <a:pt x="67058" y="130592"/>
                        <a:pt x="79943" y="150792"/>
                        <a:pt x="79943" y="15079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0" name="Google Shape;1970;p59"/>
                <p:cNvSpPr/>
                <p:nvPr/>
              </p:nvSpPr>
              <p:spPr>
                <a:xfrm>
                  <a:off x="3981342" y="2463584"/>
                  <a:ext cx="38554" cy="54881"/>
                </a:xfrm>
                <a:custGeom>
                  <a:rect b="b" l="l" r="r" t="t"/>
                  <a:pathLst>
                    <a:path extrusionOk="0" h="54881" w="38554">
                      <a:moveTo>
                        <a:pt x="38554" y="34598"/>
                      </a:moveTo>
                      <a:cubicBezTo>
                        <a:pt x="38554" y="34598"/>
                        <a:pt x="31156" y="-11122"/>
                        <a:pt x="8088" y="2553"/>
                      </a:cubicBezTo>
                      <a:cubicBezTo>
                        <a:pt x="-14980" y="16227"/>
                        <a:pt x="17315" y="45031"/>
                        <a:pt x="30242" y="5488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7688176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1" name="Google Shape;1971;p59"/>
                <p:cNvSpPr/>
                <p:nvPr/>
              </p:nvSpPr>
              <p:spPr>
                <a:xfrm>
                  <a:off x="3821601" y="2749559"/>
                  <a:ext cx="174062" cy="297316"/>
                </a:xfrm>
                <a:custGeom>
                  <a:rect b="b" l="l" r="r" t="t"/>
                  <a:pathLst>
                    <a:path extrusionOk="0" h="297316" w="174062">
                      <a:moveTo>
                        <a:pt x="83413" y="0"/>
                      </a:moveTo>
                      <a:cubicBezTo>
                        <a:pt x="83413" y="0"/>
                        <a:pt x="13503" y="118581"/>
                        <a:pt x="826" y="204784"/>
                      </a:cubicBezTo>
                      <a:cubicBezTo>
                        <a:pt x="-11851" y="290987"/>
                        <a:pt x="124893" y="324238"/>
                        <a:pt x="174063" y="273156"/>
                      </a:cubicBezTo>
                      <a:lnTo>
                        <a:pt x="164088" y="254827"/>
                      </a:lnTo>
                      <a:cubicBezTo>
                        <a:pt x="164088" y="254827"/>
                        <a:pt x="87735" y="253289"/>
                        <a:pt x="79755" y="210478"/>
                      </a:cubicBezTo>
                      <a:cubicBezTo>
                        <a:pt x="71775" y="167668"/>
                        <a:pt x="141768" y="80301"/>
                        <a:pt x="141768" y="80301"/>
                      </a:cubicBezTo>
                      <a:cubicBezTo>
                        <a:pt x="141768" y="80301"/>
                        <a:pt x="119324" y="13674"/>
                        <a:pt x="83413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67000">
                      <a:srgbClr val="FEA8A5"/>
                    </a:gs>
                    <a:gs pos="100000">
                      <a:srgbClr val="FEB3B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2" name="Google Shape;1972;p59"/>
                <p:cNvSpPr/>
                <p:nvPr/>
              </p:nvSpPr>
              <p:spPr>
                <a:xfrm>
                  <a:off x="3653715" y="2549414"/>
                  <a:ext cx="230789" cy="310620"/>
                </a:xfrm>
                <a:custGeom>
                  <a:rect b="b" l="l" r="r" t="t"/>
                  <a:pathLst>
                    <a:path extrusionOk="0" h="310620" w="230789">
                      <a:moveTo>
                        <a:pt x="49050" y="310621"/>
                      </a:moveTo>
                      <a:cubicBezTo>
                        <a:pt x="46839" y="310492"/>
                        <a:pt x="44698" y="309773"/>
                        <a:pt x="42857" y="308543"/>
                      </a:cubicBezTo>
                      <a:cubicBezTo>
                        <a:pt x="12017" y="289257"/>
                        <a:pt x="-4983" y="248650"/>
                        <a:pt x="1293" y="209746"/>
                      </a:cubicBezTo>
                      <a:cubicBezTo>
                        <a:pt x="4560" y="187584"/>
                        <a:pt x="15699" y="167339"/>
                        <a:pt x="32674" y="152721"/>
                      </a:cubicBezTo>
                      <a:cubicBezTo>
                        <a:pt x="44428" y="143843"/>
                        <a:pt x="57479" y="136835"/>
                        <a:pt x="71370" y="131939"/>
                      </a:cubicBezTo>
                      <a:cubicBezTo>
                        <a:pt x="93606" y="123044"/>
                        <a:pt x="116549" y="115313"/>
                        <a:pt x="139534" y="108455"/>
                      </a:cubicBezTo>
                      <a:lnTo>
                        <a:pt x="145187" y="106834"/>
                      </a:lnTo>
                      <a:cubicBezTo>
                        <a:pt x="158919" y="103381"/>
                        <a:pt x="172274" y="98563"/>
                        <a:pt x="185046" y="92453"/>
                      </a:cubicBezTo>
                      <a:cubicBezTo>
                        <a:pt x="201048" y="84141"/>
                        <a:pt x="212603" y="72087"/>
                        <a:pt x="217549" y="58745"/>
                      </a:cubicBezTo>
                      <a:cubicBezTo>
                        <a:pt x="220275" y="50212"/>
                        <a:pt x="221826" y="41347"/>
                        <a:pt x="222162" y="32394"/>
                      </a:cubicBezTo>
                      <a:cubicBezTo>
                        <a:pt x="223077" y="21463"/>
                        <a:pt x="223991" y="10199"/>
                        <a:pt x="229270" y="431"/>
                      </a:cubicBezTo>
                      <a:cubicBezTo>
                        <a:pt x="229490" y="32"/>
                        <a:pt x="229989" y="-117"/>
                        <a:pt x="230392" y="99"/>
                      </a:cubicBezTo>
                      <a:cubicBezTo>
                        <a:pt x="230770" y="315"/>
                        <a:pt x="230903" y="797"/>
                        <a:pt x="230683" y="1175"/>
                      </a:cubicBezTo>
                      <a:cubicBezTo>
                        <a:pt x="230683" y="1180"/>
                        <a:pt x="230683" y="1180"/>
                        <a:pt x="230683" y="1180"/>
                      </a:cubicBezTo>
                      <a:cubicBezTo>
                        <a:pt x="225571" y="10656"/>
                        <a:pt x="224656" y="21961"/>
                        <a:pt x="223742" y="32519"/>
                      </a:cubicBezTo>
                      <a:cubicBezTo>
                        <a:pt x="223414" y="41613"/>
                        <a:pt x="221830" y="50620"/>
                        <a:pt x="219045" y="59286"/>
                      </a:cubicBezTo>
                      <a:cubicBezTo>
                        <a:pt x="213933" y="73002"/>
                        <a:pt x="202129" y="85263"/>
                        <a:pt x="185794" y="93867"/>
                      </a:cubicBezTo>
                      <a:cubicBezTo>
                        <a:pt x="172930" y="100034"/>
                        <a:pt x="159480" y="104893"/>
                        <a:pt x="145644" y="108372"/>
                      </a:cubicBezTo>
                      <a:lnTo>
                        <a:pt x="139991" y="109993"/>
                      </a:lnTo>
                      <a:cubicBezTo>
                        <a:pt x="117048" y="116685"/>
                        <a:pt x="94271" y="124541"/>
                        <a:pt x="71952" y="133435"/>
                      </a:cubicBezTo>
                      <a:cubicBezTo>
                        <a:pt x="58223" y="138248"/>
                        <a:pt x="45322" y="145160"/>
                        <a:pt x="33713" y="153926"/>
                      </a:cubicBezTo>
                      <a:cubicBezTo>
                        <a:pt x="17017" y="168291"/>
                        <a:pt x="6065" y="188199"/>
                        <a:pt x="2873" y="209995"/>
                      </a:cubicBezTo>
                      <a:cubicBezTo>
                        <a:pt x="-3487" y="248275"/>
                        <a:pt x="13222" y="288260"/>
                        <a:pt x="43522" y="307171"/>
                      </a:cubicBezTo>
                      <a:cubicBezTo>
                        <a:pt x="45725" y="308543"/>
                        <a:pt x="49840" y="310205"/>
                        <a:pt x="51544" y="307753"/>
                      </a:cubicBezTo>
                      <a:cubicBezTo>
                        <a:pt x="51831" y="307454"/>
                        <a:pt x="52304" y="307445"/>
                        <a:pt x="52604" y="307728"/>
                      </a:cubicBezTo>
                      <a:cubicBezTo>
                        <a:pt x="52608" y="307736"/>
                        <a:pt x="52616" y="307745"/>
                        <a:pt x="52624" y="307753"/>
                      </a:cubicBezTo>
                      <a:cubicBezTo>
                        <a:pt x="52936" y="308061"/>
                        <a:pt x="52936" y="308559"/>
                        <a:pt x="52628" y="308871"/>
                      </a:cubicBezTo>
                      <a:cubicBezTo>
                        <a:pt x="52628" y="308871"/>
                        <a:pt x="52624" y="308875"/>
                        <a:pt x="52624" y="308875"/>
                      </a:cubicBezTo>
                      <a:cubicBezTo>
                        <a:pt x="51768" y="309981"/>
                        <a:pt x="50446" y="310629"/>
                        <a:pt x="49050" y="310621"/>
                      </a:cubicBezTo>
                      <a:close/>
                    </a:path>
                  </a:pathLst>
                </a:custGeom>
                <a:solidFill>
                  <a:srgbClr val="DCE5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3" name="Google Shape;1973;p59"/>
                <p:cNvSpPr/>
                <p:nvPr/>
              </p:nvSpPr>
              <p:spPr>
                <a:xfrm>
                  <a:off x="3674883" y="2720401"/>
                  <a:ext cx="24974" cy="103349"/>
                </a:xfrm>
                <a:custGeom>
                  <a:rect b="b" l="l" r="r" t="t"/>
                  <a:pathLst>
                    <a:path extrusionOk="0" h="103349" w="24974">
                      <a:moveTo>
                        <a:pt x="19486" y="103349"/>
                      </a:moveTo>
                      <a:cubicBezTo>
                        <a:pt x="19225" y="103345"/>
                        <a:pt x="18984" y="103220"/>
                        <a:pt x="18821" y="103017"/>
                      </a:cubicBezTo>
                      <a:cubicBezTo>
                        <a:pt x="7387" y="87634"/>
                        <a:pt x="845" y="69171"/>
                        <a:pt x="35" y="50023"/>
                      </a:cubicBezTo>
                      <a:cubicBezTo>
                        <a:pt x="-626" y="30538"/>
                        <a:pt x="8206" y="11947"/>
                        <a:pt x="23726" y="147"/>
                      </a:cubicBezTo>
                      <a:cubicBezTo>
                        <a:pt x="24083" y="-107"/>
                        <a:pt x="24574" y="-24"/>
                        <a:pt x="24827" y="334"/>
                      </a:cubicBezTo>
                      <a:cubicBezTo>
                        <a:pt x="25081" y="691"/>
                        <a:pt x="24998" y="1182"/>
                        <a:pt x="24640" y="1435"/>
                      </a:cubicBezTo>
                      <a:cubicBezTo>
                        <a:pt x="9586" y="12903"/>
                        <a:pt x="1007" y="30941"/>
                        <a:pt x="1614" y="49857"/>
                      </a:cubicBezTo>
                      <a:cubicBezTo>
                        <a:pt x="2399" y="68669"/>
                        <a:pt x="8817" y="86811"/>
                        <a:pt x="20027" y="101936"/>
                      </a:cubicBezTo>
                      <a:cubicBezTo>
                        <a:pt x="20272" y="102269"/>
                        <a:pt x="20201" y="102738"/>
                        <a:pt x="19869" y="102983"/>
                      </a:cubicBezTo>
                      <a:cubicBezTo>
                        <a:pt x="19852" y="102996"/>
                        <a:pt x="19835" y="103004"/>
                        <a:pt x="19819" y="103017"/>
                      </a:cubicBezTo>
                      <a:cubicBezTo>
                        <a:pt x="19757" y="103166"/>
                        <a:pt x="19636" y="103287"/>
                        <a:pt x="19486" y="103349"/>
                      </a:cubicBezTo>
                      <a:close/>
                    </a:path>
                  </a:pathLst>
                </a:custGeom>
                <a:solidFill>
                  <a:srgbClr val="DCE5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74" name="Google Shape;1974;p59"/>
              <p:cNvGrpSpPr/>
              <p:nvPr/>
            </p:nvGrpSpPr>
            <p:grpSpPr>
              <a:xfrm>
                <a:off x="7195284" y="2270829"/>
                <a:ext cx="631051" cy="1030025"/>
                <a:chOff x="7195284" y="2270829"/>
                <a:chExt cx="631051" cy="1030025"/>
              </a:xfrm>
            </p:grpSpPr>
            <p:sp>
              <p:nvSpPr>
                <p:cNvPr id="1975" name="Google Shape;1975;p59"/>
                <p:cNvSpPr/>
                <p:nvPr/>
              </p:nvSpPr>
              <p:spPr>
                <a:xfrm>
                  <a:off x="7204128" y="2270829"/>
                  <a:ext cx="622207" cy="718053"/>
                </a:xfrm>
                <a:custGeom>
                  <a:rect b="b" l="l" r="r" t="t"/>
                  <a:pathLst>
                    <a:path extrusionOk="0" h="718053" w="622207">
                      <a:moveTo>
                        <a:pt x="575573" y="0"/>
                      </a:moveTo>
                      <a:cubicBezTo>
                        <a:pt x="601329" y="0"/>
                        <a:pt x="622207" y="0"/>
                        <a:pt x="622207" y="0"/>
                      </a:cubicBezTo>
                      <a:lnTo>
                        <a:pt x="622207" y="718053"/>
                      </a:lnTo>
                      <a:cubicBezTo>
                        <a:pt x="622207" y="718053"/>
                        <a:pt x="601329" y="718053"/>
                        <a:pt x="575573" y="718053"/>
                      </a:cubicBezTo>
                      <a:lnTo>
                        <a:pt x="46634" y="718053"/>
                      </a:lnTo>
                      <a:cubicBezTo>
                        <a:pt x="20879" y="718053"/>
                        <a:pt x="0" y="718053"/>
                        <a:pt x="0" y="718053"/>
                      </a:cubicBezTo>
                      <a:lnTo>
                        <a:pt x="0" y="0"/>
                      </a:lnTo>
                      <a:cubicBezTo>
                        <a:pt x="0" y="0"/>
                        <a:pt x="20879" y="0"/>
                        <a:pt x="4663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AE3FE"/>
                    </a:gs>
                    <a:gs pos="50000">
                      <a:srgbClr val="E1E9FD"/>
                    </a:gs>
                    <a:gs pos="100000">
                      <a:srgbClr val="E9EFFD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6" name="Google Shape;1976;p59"/>
                <p:cNvSpPr/>
                <p:nvPr/>
              </p:nvSpPr>
              <p:spPr>
                <a:xfrm>
                  <a:off x="7360490" y="2446768"/>
                  <a:ext cx="446486" cy="636620"/>
                </a:xfrm>
                <a:custGeom>
                  <a:rect b="b" l="l" r="r" t="t"/>
                  <a:pathLst>
                    <a:path extrusionOk="0" h="636620" w="446486">
                      <a:moveTo>
                        <a:pt x="87408" y="0"/>
                      </a:moveTo>
                      <a:cubicBezTo>
                        <a:pt x="87408" y="0"/>
                        <a:pt x="112347" y="43309"/>
                        <a:pt x="151541" y="60558"/>
                      </a:cubicBezTo>
                      <a:cubicBezTo>
                        <a:pt x="175191" y="70908"/>
                        <a:pt x="220080" y="88240"/>
                        <a:pt x="226065" y="136453"/>
                      </a:cubicBezTo>
                      <a:cubicBezTo>
                        <a:pt x="228766" y="161246"/>
                        <a:pt x="247719" y="181164"/>
                        <a:pt x="272367" y="185083"/>
                      </a:cubicBezTo>
                      <a:cubicBezTo>
                        <a:pt x="334089" y="194559"/>
                        <a:pt x="429269" y="226647"/>
                        <a:pt x="444523" y="333839"/>
                      </a:cubicBezTo>
                      <a:cubicBezTo>
                        <a:pt x="456119" y="415678"/>
                        <a:pt x="414390" y="446726"/>
                        <a:pt x="370623" y="457449"/>
                      </a:cubicBezTo>
                      <a:cubicBezTo>
                        <a:pt x="338245" y="464906"/>
                        <a:pt x="317546" y="496544"/>
                        <a:pt x="323614" y="529188"/>
                      </a:cubicBezTo>
                      <a:cubicBezTo>
                        <a:pt x="329849" y="560319"/>
                        <a:pt x="320539" y="596314"/>
                        <a:pt x="266589" y="624785"/>
                      </a:cubicBezTo>
                      <a:cubicBezTo>
                        <a:pt x="145681" y="688585"/>
                        <a:pt x="24938" y="473659"/>
                        <a:pt x="24938" y="473659"/>
                      </a:cubicBezTo>
                      <a:lnTo>
                        <a:pt x="0" y="983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7" name="Google Shape;1977;p59"/>
                <p:cNvSpPr/>
                <p:nvPr/>
              </p:nvSpPr>
              <p:spPr>
                <a:xfrm>
                  <a:off x="7261746" y="2723682"/>
                  <a:ext cx="279005" cy="391182"/>
                </a:xfrm>
                <a:custGeom>
                  <a:rect b="b" l="l" r="r" t="t"/>
                  <a:pathLst>
                    <a:path extrusionOk="0" h="391182" w="279005">
                      <a:moveTo>
                        <a:pt x="231873" y="365743"/>
                      </a:moveTo>
                      <a:cubicBezTo>
                        <a:pt x="189353" y="185689"/>
                        <a:pt x="279006" y="51189"/>
                        <a:pt x="279006" y="51189"/>
                      </a:cubicBezTo>
                      <a:cubicBezTo>
                        <a:pt x="227883" y="2102"/>
                        <a:pt x="148496" y="-1140"/>
                        <a:pt x="112377" y="232"/>
                      </a:cubicBezTo>
                      <a:cubicBezTo>
                        <a:pt x="99908" y="735"/>
                        <a:pt x="87979" y="5257"/>
                        <a:pt x="78295" y="13117"/>
                      </a:cubicBezTo>
                      <a:cubicBezTo>
                        <a:pt x="49575" y="36434"/>
                        <a:pt x="-9404" y="91423"/>
                        <a:pt x="1278" y="142878"/>
                      </a:cubicBezTo>
                      <a:cubicBezTo>
                        <a:pt x="9590" y="182489"/>
                        <a:pt x="84405" y="380124"/>
                        <a:pt x="84405" y="380124"/>
                      </a:cubicBezTo>
                      <a:cubicBezTo>
                        <a:pt x="84405" y="380124"/>
                        <a:pt x="153442" y="412834"/>
                        <a:pt x="231873" y="36574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8" name="Google Shape;1978;p59"/>
                <p:cNvSpPr/>
                <p:nvPr/>
              </p:nvSpPr>
              <p:spPr>
                <a:xfrm>
                  <a:off x="7346554" y="2578765"/>
                  <a:ext cx="101888" cy="179831"/>
                </a:xfrm>
                <a:custGeom>
                  <a:rect b="b" l="l" r="r" t="t"/>
                  <a:pathLst>
                    <a:path extrusionOk="0" h="179831" w="101888">
                      <a:moveTo>
                        <a:pt x="66763" y="14805"/>
                      </a:moveTo>
                      <a:lnTo>
                        <a:pt x="101344" y="158823"/>
                      </a:lnTo>
                      <a:cubicBezTo>
                        <a:pt x="104670" y="172498"/>
                        <a:pt x="92242" y="176737"/>
                        <a:pt x="78359" y="178816"/>
                      </a:cubicBezTo>
                      <a:cubicBezTo>
                        <a:pt x="45649" y="183595"/>
                        <a:pt x="20877" y="171209"/>
                        <a:pt x="16804" y="148142"/>
                      </a:cubicBezTo>
                      <a:cubicBezTo>
                        <a:pt x="16430" y="146105"/>
                        <a:pt x="15308" y="144318"/>
                        <a:pt x="15016" y="142281"/>
                      </a:cubicBezTo>
                      <a:lnTo>
                        <a:pt x="178" y="34673"/>
                      </a:lnTo>
                      <a:cubicBezTo>
                        <a:pt x="-985" y="26140"/>
                        <a:pt x="3628" y="17869"/>
                        <a:pt x="11525" y="14390"/>
                      </a:cubicBezTo>
                      <a:lnTo>
                        <a:pt x="40163" y="1671"/>
                      </a:lnTo>
                      <a:cubicBezTo>
                        <a:pt x="49888" y="-2660"/>
                        <a:pt x="61277" y="1717"/>
                        <a:pt x="65641" y="11447"/>
                      </a:cubicBezTo>
                      <a:cubicBezTo>
                        <a:pt x="66098" y="12528"/>
                        <a:pt x="66472" y="13654"/>
                        <a:pt x="66763" y="14805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5339164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9" name="Google Shape;1979;p59"/>
                <p:cNvSpPr/>
                <p:nvPr/>
              </p:nvSpPr>
              <p:spPr>
                <a:xfrm>
                  <a:off x="7289728" y="2446714"/>
                  <a:ext cx="147557" cy="178669"/>
                </a:xfrm>
                <a:custGeom>
                  <a:rect b="b" l="l" r="r" t="t"/>
                  <a:pathLst>
                    <a:path extrusionOk="0" h="178669" w="147557">
                      <a:moveTo>
                        <a:pt x="57420" y="5540"/>
                      </a:moveTo>
                      <a:cubicBezTo>
                        <a:pt x="57420" y="5540"/>
                        <a:pt x="20636" y="30478"/>
                        <a:pt x="4842" y="93863"/>
                      </a:cubicBezTo>
                      <a:cubicBezTo>
                        <a:pt x="-10953" y="157247"/>
                        <a:pt x="14734" y="179983"/>
                        <a:pt x="41043" y="178611"/>
                      </a:cubicBezTo>
                      <a:cubicBezTo>
                        <a:pt x="67353" y="177239"/>
                        <a:pt x="105550" y="169052"/>
                        <a:pt x="138635" y="123581"/>
                      </a:cubicBezTo>
                      <a:cubicBezTo>
                        <a:pt x="171720" y="78110"/>
                        <a:pt x="105633" y="-24926"/>
                        <a:pt x="57420" y="554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7287741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0" name="Google Shape;1980;p59"/>
                <p:cNvSpPr/>
                <p:nvPr/>
              </p:nvSpPr>
              <p:spPr>
                <a:xfrm>
                  <a:off x="7302441" y="2392409"/>
                  <a:ext cx="179352" cy="202278"/>
                </a:xfrm>
                <a:custGeom>
                  <a:rect b="b" l="l" r="r" t="t"/>
                  <a:pathLst>
                    <a:path extrusionOk="0" h="202278" w="179352">
                      <a:moveTo>
                        <a:pt x="92422" y="152283"/>
                      </a:moveTo>
                      <a:cubicBezTo>
                        <a:pt x="92422" y="152283"/>
                        <a:pt x="105888" y="61424"/>
                        <a:pt x="30492" y="75307"/>
                      </a:cubicBezTo>
                      <a:lnTo>
                        <a:pt x="15238" y="91184"/>
                      </a:lnTo>
                      <a:cubicBezTo>
                        <a:pt x="15238" y="91184"/>
                        <a:pt x="-21670" y="49620"/>
                        <a:pt x="19395" y="18198"/>
                      </a:cubicBezTo>
                      <a:cubicBezTo>
                        <a:pt x="60460" y="-13224"/>
                        <a:pt x="116944" y="-5202"/>
                        <a:pt x="148242" y="52031"/>
                      </a:cubicBezTo>
                      <a:cubicBezTo>
                        <a:pt x="179539" y="109264"/>
                        <a:pt x="191011" y="149456"/>
                        <a:pt x="164867" y="185035"/>
                      </a:cubicBezTo>
                      <a:cubicBezTo>
                        <a:pt x="138724" y="220613"/>
                        <a:pt x="118815" y="190106"/>
                        <a:pt x="118815" y="190106"/>
                      </a:cubicBezTo>
                      <a:cubicBezTo>
                        <a:pt x="118815" y="190106"/>
                        <a:pt x="137560" y="157478"/>
                        <a:pt x="127543" y="144386"/>
                      </a:cubicBezTo>
                      <a:cubicBezTo>
                        <a:pt x="117526" y="131293"/>
                        <a:pt x="97950" y="153945"/>
                        <a:pt x="97950" y="1539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1" name="Google Shape;1981;p59"/>
                <p:cNvSpPr/>
                <p:nvPr/>
              </p:nvSpPr>
              <p:spPr>
                <a:xfrm>
                  <a:off x="7478881" y="3064766"/>
                  <a:ext cx="314812" cy="216779"/>
                </a:xfrm>
                <a:custGeom>
                  <a:rect b="b" l="l" r="r" t="t"/>
                  <a:pathLst>
                    <a:path extrusionOk="0" h="216779" w="314812">
                      <a:moveTo>
                        <a:pt x="4055" y="69714"/>
                      </a:moveTo>
                      <a:cubicBezTo>
                        <a:pt x="1146" y="70479"/>
                        <a:pt x="-600" y="73455"/>
                        <a:pt x="190" y="76364"/>
                      </a:cubicBezTo>
                      <a:cubicBezTo>
                        <a:pt x="273" y="76751"/>
                        <a:pt x="439" y="77129"/>
                        <a:pt x="606" y="77486"/>
                      </a:cubicBezTo>
                      <a:lnTo>
                        <a:pt x="71721" y="213857"/>
                      </a:lnTo>
                      <a:cubicBezTo>
                        <a:pt x="72926" y="216159"/>
                        <a:pt x="75587" y="217290"/>
                        <a:pt x="78080" y="216558"/>
                      </a:cubicBezTo>
                      <a:lnTo>
                        <a:pt x="310837" y="149391"/>
                      </a:lnTo>
                      <a:cubicBezTo>
                        <a:pt x="313704" y="148593"/>
                        <a:pt x="315409" y="145617"/>
                        <a:pt x="314619" y="142741"/>
                      </a:cubicBezTo>
                      <a:cubicBezTo>
                        <a:pt x="314578" y="142712"/>
                        <a:pt x="314578" y="142687"/>
                        <a:pt x="314578" y="142658"/>
                      </a:cubicBezTo>
                      <a:lnTo>
                        <a:pt x="274510" y="3960"/>
                      </a:lnTo>
                      <a:cubicBezTo>
                        <a:pt x="273679" y="1109"/>
                        <a:pt x="270728" y="-570"/>
                        <a:pt x="267860" y="17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CFFFB"/>
                    </a:gs>
                    <a:gs pos="50000">
                      <a:srgbClr val="9BFFFA"/>
                    </a:gs>
                    <a:gs pos="100000">
                      <a:srgbClr val="9BFFF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2" name="Google Shape;1982;p59"/>
                <p:cNvSpPr/>
                <p:nvPr/>
              </p:nvSpPr>
              <p:spPr>
                <a:xfrm>
                  <a:off x="7493447" y="3057211"/>
                  <a:ext cx="300549" cy="227124"/>
                </a:xfrm>
                <a:custGeom>
                  <a:rect b="b" l="l" r="r" t="t"/>
                  <a:pathLst>
                    <a:path extrusionOk="0" h="227124" w="300549">
                      <a:moveTo>
                        <a:pt x="4494" y="61225"/>
                      </a:moveTo>
                      <a:cubicBezTo>
                        <a:pt x="1419" y="61882"/>
                        <a:pt x="-535" y="64912"/>
                        <a:pt x="130" y="67984"/>
                      </a:cubicBezTo>
                      <a:cubicBezTo>
                        <a:pt x="172" y="68245"/>
                        <a:pt x="255" y="68499"/>
                        <a:pt x="338" y="68749"/>
                      </a:cubicBezTo>
                      <a:lnTo>
                        <a:pt x="57238" y="223365"/>
                      </a:lnTo>
                      <a:cubicBezTo>
                        <a:pt x="58277" y="226187"/>
                        <a:pt x="61311" y="227733"/>
                        <a:pt x="64180" y="226898"/>
                      </a:cubicBezTo>
                      <a:lnTo>
                        <a:pt x="296271" y="159814"/>
                      </a:lnTo>
                      <a:cubicBezTo>
                        <a:pt x="299222" y="159037"/>
                        <a:pt x="301051" y="156103"/>
                        <a:pt x="300427" y="153123"/>
                      </a:cubicBezTo>
                      <a:lnTo>
                        <a:pt x="268299" y="4325"/>
                      </a:lnTo>
                      <a:cubicBezTo>
                        <a:pt x="267550" y="1274"/>
                        <a:pt x="264475" y="-588"/>
                        <a:pt x="261399" y="168"/>
                      </a:cubicBezTo>
                      <a:cubicBezTo>
                        <a:pt x="261399" y="168"/>
                        <a:pt x="261399" y="168"/>
                        <a:pt x="261399" y="16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CFFFB"/>
                    </a:gs>
                    <a:gs pos="50000">
                      <a:srgbClr val="9BFFFA"/>
                    </a:gs>
                    <a:gs pos="100000">
                      <a:srgbClr val="9BFFF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3" name="Google Shape;1983;p59"/>
                <p:cNvSpPr/>
                <p:nvPr/>
              </p:nvSpPr>
              <p:spPr>
                <a:xfrm>
                  <a:off x="7512148" y="3067691"/>
                  <a:ext cx="281324" cy="216118"/>
                </a:xfrm>
                <a:custGeom>
                  <a:rect b="b" l="l" r="r" t="t"/>
                  <a:pathLst>
                    <a:path extrusionOk="0" h="216118" w="281324">
                      <a:moveTo>
                        <a:pt x="5993" y="35159"/>
                      </a:moveTo>
                      <a:cubicBezTo>
                        <a:pt x="2127" y="35749"/>
                        <a:pt x="-533" y="39353"/>
                        <a:pt x="91" y="43214"/>
                      </a:cubicBezTo>
                      <a:cubicBezTo>
                        <a:pt x="91" y="43384"/>
                        <a:pt x="132" y="43555"/>
                        <a:pt x="174" y="43721"/>
                      </a:cubicBezTo>
                      <a:lnTo>
                        <a:pt x="38828" y="210641"/>
                      </a:lnTo>
                      <a:cubicBezTo>
                        <a:pt x="39701" y="214444"/>
                        <a:pt x="43483" y="216813"/>
                        <a:pt x="47307" y="215936"/>
                      </a:cubicBezTo>
                      <a:cubicBezTo>
                        <a:pt x="47432" y="215907"/>
                        <a:pt x="47557" y="215874"/>
                        <a:pt x="47681" y="215836"/>
                      </a:cubicBezTo>
                      <a:lnTo>
                        <a:pt x="276281" y="149875"/>
                      </a:lnTo>
                      <a:cubicBezTo>
                        <a:pt x="279856" y="148827"/>
                        <a:pt x="281976" y="145182"/>
                        <a:pt x="281144" y="141562"/>
                      </a:cubicBezTo>
                      <a:lnTo>
                        <a:pt x="246023" y="5316"/>
                      </a:lnTo>
                      <a:cubicBezTo>
                        <a:pt x="245108" y="1804"/>
                        <a:pt x="241700" y="-461"/>
                        <a:pt x="238126" y="8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53D8FF"/>
                    </a:gs>
                    <a:gs pos="50000">
                      <a:srgbClr val="458CFB"/>
                    </a:gs>
                    <a:gs pos="100000">
                      <a:srgbClr val="3840F7"/>
                    </a:gs>
                  </a:gsLst>
                  <a:lin ang="4645427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4" name="Google Shape;1984;p59"/>
                <p:cNvSpPr/>
                <p:nvPr/>
              </p:nvSpPr>
              <p:spPr>
                <a:xfrm>
                  <a:off x="7486393" y="2774871"/>
                  <a:ext cx="223815" cy="391612"/>
                </a:xfrm>
                <a:custGeom>
                  <a:rect b="b" l="l" r="r" t="t"/>
                  <a:pathLst>
                    <a:path extrusionOk="0" h="391612" w="223815">
                      <a:moveTo>
                        <a:pt x="216623" y="391613"/>
                      </a:moveTo>
                      <a:cubicBezTo>
                        <a:pt x="264878" y="185706"/>
                        <a:pt x="54524" y="0"/>
                        <a:pt x="54524" y="0"/>
                      </a:cubicBezTo>
                      <a:cubicBezTo>
                        <a:pt x="4357" y="11472"/>
                        <a:pt x="-8486" y="44556"/>
                        <a:pt x="5022" y="92853"/>
                      </a:cubicBezTo>
                      <a:cubicBezTo>
                        <a:pt x="104069" y="185706"/>
                        <a:pt x="141226" y="290945"/>
                        <a:pt x="148832" y="379642"/>
                      </a:cubicBezTo>
                      <a:cubicBezTo>
                        <a:pt x="162008" y="375652"/>
                        <a:pt x="194386" y="369418"/>
                        <a:pt x="216623" y="39161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5" name="Google Shape;1985;p59"/>
                <p:cNvSpPr/>
                <p:nvPr/>
              </p:nvSpPr>
              <p:spPr>
                <a:xfrm>
                  <a:off x="7572381" y="3150526"/>
                  <a:ext cx="130634" cy="150328"/>
                </a:xfrm>
                <a:custGeom>
                  <a:rect b="b" l="l" r="r" t="t"/>
                  <a:pathLst>
                    <a:path extrusionOk="0" h="150328" w="130634">
                      <a:moveTo>
                        <a:pt x="62678" y="3820"/>
                      </a:moveTo>
                      <a:cubicBezTo>
                        <a:pt x="69536" y="30479"/>
                        <a:pt x="71905" y="58099"/>
                        <a:pt x="69661" y="85535"/>
                      </a:cubicBezTo>
                      <a:cubicBezTo>
                        <a:pt x="69162" y="90755"/>
                        <a:pt x="64922" y="94837"/>
                        <a:pt x="59685" y="95178"/>
                      </a:cubicBezTo>
                      <a:cubicBezTo>
                        <a:pt x="53742" y="95593"/>
                        <a:pt x="45637" y="96175"/>
                        <a:pt x="38405" y="96591"/>
                      </a:cubicBezTo>
                      <a:cubicBezTo>
                        <a:pt x="30466" y="97048"/>
                        <a:pt x="21779" y="92019"/>
                        <a:pt x="15753" y="87821"/>
                      </a:cubicBezTo>
                      <a:cubicBezTo>
                        <a:pt x="14173" y="86649"/>
                        <a:pt x="11970" y="86965"/>
                        <a:pt x="10807" y="88527"/>
                      </a:cubicBezTo>
                      <a:cubicBezTo>
                        <a:pt x="9975" y="89625"/>
                        <a:pt x="9851" y="91100"/>
                        <a:pt x="10516" y="92310"/>
                      </a:cubicBezTo>
                      <a:cubicBezTo>
                        <a:pt x="14922" y="100913"/>
                        <a:pt x="26102" y="108561"/>
                        <a:pt x="33791" y="113091"/>
                      </a:cubicBezTo>
                      <a:cubicBezTo>
                        <a:pt x="35537" y="114131"/>
                        <a:pt x="36119" y="116396"/>
                        <a:pt x="35080" y="118158"/>
                      </a:cubicBezTo>
                      <a:cubicBezTo>
                        <a:pt x="34623" y="118964"/>
                        <a:pt x="33874" y="119559"/>
                        <a:pt x="32960" y="119825"/>
                      </a:cubicBezTo>
                      <a:lnTo>
                        <a:pt x="0" y="129135"/>
                      </a:lnTo>
                      <a:cubicBezTo>
                        <a:pt x="54033" y="180134"/>
                        <a:pt x="89861" y="123067"/>
                        <a:pt x="89861" y="123067"/>
                      </a:cubicBezTo>
                      <a:cubicBezTo>
                        <a:pt x="111308" y="90867"/>
                        <a:pt x="125231" y="54262"/>
                        <a:pt x="130635" y="15957"/>
                      </a:cubicBezTo>
                      <a:cubicBezTo>
                        <a:pt x="108398" y="-6238"/>
                        <a:pt x="76020" y="-3"/>
                        <a:pt x="62678" y="382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C4421B"/>
                    </a:gs>
                    <a:gs pos="50000">
                      <a:srgbClr val="902818"/>
                    </a:gs>
                    <a:gs pos="100000">
                      <a:srgbClr val="5C0E16"/>
                    </a:gs>
                  </a:gsLst>
                  <a:lin ang="7048068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6" name="Google Shape;1986;p59"/>
                <p:cNvSpPr/>
                <p:nvPr/>
              </p:nvSpPr>
              <p:spPr>
                <a:xfrm rot="-2700000">
                  <a:off x="7195639" y="2640496"/>
                  <a:ext cx="1289" cy="1538"/>
                </a:xfrm>
                <a:custGeom>
                  <a:rect b="b" l="l" r="r" t="t"/>
                  <a:pathLst>
                    <a:path extrusionOk="0" h="1537" w="1288">
                      <a:moveTo>
                        <a:pt x="0" y="0"/>
                      </a:moveTo>
                      <a:lnTo>
                        <a:pt x="1288" y="0"/>
                      </a:lnTo>
                      <a:lnTo>
                        <a:pt x="1288" y="1538"/>
                      </a:lnTo>
                      <a:lnTo>
                        <a:pt x="0" y="1538"/>
                      </a:ln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7" name="Google Shape;1987;p59"/>
                <p:cNvSpPr/>
                <p:nvPr/>
              </p:nvSpPr>
              <p:spPr>
                <a:xfrm>
                  <a:off x="7508997" y="2525822"/>
                  <a:ext cx="256912" cy="357447"/>
                </a:xfrm>
                <a:custGeom>
                  <a:rect b="b" l="l" r="r" t="t"/>
                  <a:pathLst>
                    <a:path extrusionOk="0" h="357447" w="256912">
                      <a:moveTo>
                        <a:pt x="208483" y="357447"/>
                      </a:moveTo>
                      <a:cubicBezTo>
                        <a:pt x="236539" y="346017"/>
                        <a:pt x="256448" y="314928"/>
                        <a:pt x="256905" y="281885"/>
                      </a:cubicBezTo>
                      <a:cubicBezTo>
                        <a:pt x="257279" y="252042"/>
                        <a:pt x="243355" y="221493"/>
                        <a:pt x="218708" y="198009"/>
                      </a:cubicBezTo>
                      <a:cubicBezTo>
                        <a:pt x="198259" y="178599"/>
                        <a:pt x="170494" y="163719"/>
                        <a:pt x="136163" y="153785"/>
                      </a:cubicBezTo>
                      <a:cubicBezTo>
                        <a:pt x="132630" y="152746"/>
                        <a:pt x="129014" y="151749"/>
                        <a:pt x="125398" y="150793"/>
                      </a:cubicBezTo>
                      <a:cubicBezTo>
                        <a:pt x="101831" y="144309"/>
                        <a:pt x="77475" y="137659"/>
                        <a:pt x="63052" y="118789"/>
                      </a:cubicBezTo>
                      <a:cubicBezTo>
                        <a:pt x="52121" y="104574"/>
                        <a:pt x="49170" y="86161"/>
                        <a:pt x="46427" y="68289"/>
                      </a:cubicBezTo>
                      <a:cubicBezTo>
                        <a:pt x="45512" y="62719"/>
                        <a:pt x="44598" y="56942"/>
                        <a:pt x="43434" y="51414"/>
                      </a:cubicBezTo>
                      <a:cubicBezTo>
                        <a:pt x="38738" y="28928"/>
                        <a:pt x="24564" y="1995"/>
                        <a:pt x="0" y="0"/>
                      </a:cubicBezTo>
                      <a:lnTo>
                        <a:pt x="0" y="1538"/>
                      </a:lnTo>
                      <a:cubicBezTo>
                        <a:pt x="23692" y="3450"/>
                        <a:pt x="37407" y="29759"/>
                        <a:pt x="42021" y="51705"/>
                      </a:cubicBezTo>
                      <a:cubicBezTo>
                        <a:pt x="43185" y="57233"/>
                        <a:pt x="44099" y="62969"/>
                        <a:pt x="45014" y="68538"/>
                      </a:cubicBezTo>
                      <a:cubicBezTo>
                        <a:pt x="47923" y="86577"/>
                        <a:pt x="50915" y="105239"/>
                        <a:pt x="62096" y="119745"/>
                      </a:cubicBezTo>
                      <a:cubicBezTo>
                        <a:pt x="76893" y="138989"/>
                        <a:pt x="101540" y="145722"/>
                        <a:pt x="125314" y="152248"/>
                      </a:cubicBezTo>
                      <a:cubicBezTo>
                        <a:pt x="128930" y="153245"/>
                        <a:pt x="132547" y="154243"/>
                        <a:pt x="136079" y="155282"/>
                      </a:cubicBezTo>
                      <a:cubicBezTo>
                        <a:pt x="170162" y="165132"/>
                        <a:pt x="197719" y="179887"/>
                        <a:pt x="217960" y="199131"/>
                      </a:cubicBezTo>
                      <a:cubicBezTo>
                        <a:pt x="242316" y="222324"/>
                        <a:pt x="256074" y="252457"/>
                        <a:pt x="255658" y="281843"/>
                      </a:cubicBezTo>
                      <a:cubicBezTo>
                        <a:pt x="255242" y="314304"/>
                        <a:pt x="235708" y="344812"/>
                        <a:pt x="208234" y="355992"/>
                      </a:cubicBezTo>
                      <a:close/>
                    </a:path>
                  </a:pathLst>
                </a:custGeom>
                <a:solidFill>
                  <a:srgbClr val="F0F0F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8" name="Google Shape;1988;p59"/>
                <p:cNvSpPr/>
                <p:nvPr/>
              </p:nvSpPr>
              <p:spPr>
                <a:xfrm>
                  <a:off x="7586097" y="2683057"/>
                  <a:ext cx="132939" cy="188989"/>
                </a:xfrm>
                <a:custGeom>
                  <a:rect b="b" l="l" r="r" t="t"/>
                  <a:pathLst>
                    <a:path extrusionOk="0" h="188989" w="132939">
                      <a:moveTo>
                        <a:pt x="89902" y="188990"/>
                      </a:moveTo>
                      <a:cubicBezTo>
                        <a:pt x="117708" y="178931"/>
                        <a:pt x="136038" y="146636"/>
                        <a:pt x="132505" y="113843"/>
                      </a:cubicBezTo>
                      <a:cubicBezTo>
                        <a:pt x="129429" y="85746"/>
                        <a:pt x="111723" y="58023"/>
                        <a:pt x="84208" y="37823"/>
                      </a:cubicBezTo>
                      <a:cubicBezTo>
                        <a:pt x="60849" y="20740"/>
                        <a:pt x="33833" y="10349"/>
                        <a:pt x="457" y="0"/>
                      </a:cubicBezTo>
                      <a:lnTo>
                        <a:pt x="0" y="1496"/>
                      </a:lnTo>
                      <a:cubicBezTo>
                        <a:pt x="33251" y="11804"/>
                        <a:pt x="60101" y="22278"/>
                        <a:pt x="83127" y="38904"/>
                      </a:cubicBezTo>
                      <a:cubicBezTo>
                        <a:pt x="110434" y="58854"/>
                        <a:pt x="127767" y="86161"/>
                        <a:pt x="130759" y="113718"/>
                      </a:cubicBezTo>
                      <a:cubicBezTo>
                        <a:pt x="134251" y="145847"/>
                        <a:pt x="116378" y="177435"/>
                        <a:pt x="89195" y="18724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89" name="Google Shape;1989;p59"/>
              <p:cNvGrpSpPr/>
              <p:nvPr/>
            </p:nvGrpSpPr>
            <p:grpSpPr>
              <a:xfrm>
                <a:off x="3927583" y="3227416"/>
                <a:ext cx="692782" cy="838994"/>
                <a:chOff x="3927583" y="3227416"/>
                <a:chExt cx="692782" cy="838994"/>
              </a:xfrm>
            </p:grpSpPr>
            <p:sp>
              <p:nvSpPr>
                <p:cNvPr id="1990" name="Google Shape;1990;p59"/>
                <p:cNvSpPr/>
                <p:nvPr/>
              </p:nvSpPr>
              <p:spPr>
                <a:xfrm rot="10800000">
                  <a:off x="3927583" y="3227416"/>
                  <a:ext cx="692782" cy="799476"/>
                </a:xfrm>
                <a:custGeom>
                  <a:rect b="b" l="l" r="r" t="t"/>
                  <a:pathLst>
                    <a:path extrusionOk="0" h="799476" w="692782">
                      <a:moveTo>
                        <a:pt x="646148" y="0"/>
                      </a:moveTo>
                      <a:cubicBezTo>
                        <a:pt x="671904" y="0"/>
                        <a:pt x="692783" y="0"/>
                        <a:pt x="692783" y="0"/>
                      </a:cubicBezTo>
                      <a:lnTo>
                        <a:pt x="692783" y="799477"/>
                      </a:lnTo>
                      <a:cubicBezTo>
                        <a:pt x="692783" y="799477"/>
                        <a:pt x="671904" y="799477"/>
                        <a:pt x="646148" y="799477"/>
                      </a:cubicBezTo>
                      <a:lnTo>
                        <a:pt x="46634" y="799477"/>
                      </a:lnTo>
                      <a:cubicBezTo>
                        <a:pt x="20879" y="799477"/>
                        <a:pt x="0" y="799477"/>
                        <a:pt x="0" y="799477"/>
                      </a:cubicBezTo>
                      <a:lnTo>
                        <a:pt x="0" y="0"/>
                      </a:lnTo>
                      <a:cubicBezTo>
                        <a:pt x="0" y="0"/>
                        <a:pt x="20879" y="0"/>
                        <a:pt x="4663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DAE3FE"/>
                    </a:gs>
                    <a:gs pos="50000">
                      <a:srgbClr val="E1E9FD"/>
                    </a:gs>
                    <a:gs pos="100000">
                      <a:srgbClr val="E9EFFD"/>
                    </a:gs>
                  </a:gsLst>
                  <a:lin ang="1080002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1" name="Google Shape;1991;p59"/>
                <p:cNvSpPr/>
                <p:nvPr/>
              </p:nvSpPr>
              <p:spPr>
                <a:xfrm>
                  <a:off x="4357143" y="3610051"/>
                  <a:ext cx="148008" cy="447307"/>
                </a:xfrm>
                <a:custGeom>
                  <a:rect b="b" l="l" r="r" t="t"/>
                  <a:pathLst>
                    <a:path extrusionOk="0" h="447307" w="148008">
                      <a:moveTo>
                        <a:pt x="61764" y="0"/>
                      </a:moveTo>
                      <a:cubicBezTo>
                        <a:pt x="101540" y="157069"/>
                        <a:pt x="107484" y="309732"/>
                        <a:pt x="148008" y="447308"/>
                      </a:cubicBezTo>
                      <a:lnTo>
                        <a:pt x="94599" y="447308"/>
                      </a:lnTo>
                      <a:cubicBezTo>
                        <a:pt x="34913" y="322201"/>
                        <a:pt x="22153" y="162431"/>
                        <a:pt x="0" y="540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3224263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2" name="Google Shape;1992;p59"/>
                <p:cNvSpPr/>
                <p:nvPr/>
              </p:nvSpPr>
              <p:spPr>
                <a:xfrm>
                  <a:off x="3955597" y="3280814"/>
                  <a:ext cx="516125" cy="711734"/>
                </a:xfrm>
                <a:custGeom>
                  <a:rect b="b" l="l" r="r" t="t"/>
                  <a:pathLst>
                    <a:path extrusionOk="0" h="711734" w="516125">
                      <a:moveTo>
                        <a:pt x="9602" y="394159"/>
                      </a:moveTo>
                      <a:cubicBezTo>
                        <a:pt x="38987" y="285428"/>
                        <a:pt x="129845" y="196066"/>
                        <a:pt x="231094" y="173456"/>
                      </a:cubicBezTo>
                      <a:cubicBezTo>
                        <a:pt x="249382" y="168992"/>
                        <a:pt x="260588" y="150554"/>
                        <a:pt x="256124" y="132266"/>
                      </a:cubicBezTo>
                      <a:cubicBezTo>
                        <a:pt x="256095" y="132142"/>
                        <a:pt x="256066" y="132017"/>
                        <a:pt x="256032" y="131892"/>
                      </a:cubicBezTo>
                      <a:lnTo>
                        <a:pt x="256032" y="131518"/>
                      </a:lnTo>
                      <a:cubicBezTo>
                        <a:pt x="241360" y="68258"/>
                        <a:pt x="281926" y="17883"/>
                        <a:pt x="343067" y="3668"/>
                      </a:cubicBezTo>
                      <a:cubicBezTo>
                        <a:pt x="404207" y="-10546"/>
                        <a:pt x="462811" y="16885"/>
                        <a:pt x="477483" y="80145"/>
                      </a:cubicBezTo>
                      <a:cubicBezTo>
                        <a:pt x="486993" y="123313"/>
                        <a:pt x="475580" y="168435"/>
                        <a:pt x="446685" y="201885"/>
                      </a:cubicBezTo>
                      <a:cubicBezTo>
                        <a:pt x="434951" y="214429"/>
                        <a:pt x="434399" y="233748"/>
                        <a:pt x="445396" y="246940"/>
                      </a:cubicBezTo>
                      <a:cubicBezTo>
                        <a:pt x="507118" y="319220"/>
                        <a:pt x="532223" y="429571"/>
                        <a:pt x="505539" y="528243"/>
                      </a:cubicBezTo>
                      <a:cubicBezTo>
                        <a:pt x="466220" y="673716"/>
                        <a:pt x="329558" y="738514"/>
                        <a:pt x="192648" y="701522"/>
                      </a:cubicBezTo>
                      <a:cubicBezTo>
                        <a:pt x="55737" y="664530"/>
                        <a:pt x="-29718" y="539548"/>
                        <a:pt x="9602" y="3941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3" name="Google Shape;1993;p59"/>
                <p:cNvSpPr/>
                <p:nvPr/>
              </p:nvSpPr>
              <p:spPr>
                <a:xfrm>
                  <a:off x="4233222" y="3598808"/>
                  <a:ext cx="258640" cy="467602"/>
                </a:xfrm>
                <a:custGeom>
                  <a:rect b="b" l="l" r="r" t="t"/>
                  <a:pathLst>
                    <a:path extrusionOk="0" h="467602" w="258640">
                      <a:moveTo>
                        <a:pt x="171013" y="7128"/>
                      </a:moveTo>
                      <a:cubicBezTo>
                        <a:pt x="147696" y="-353"/>
                        <a:pt x="79573" y="-14609"/>
                        <a:pt x="13653" y="44078"/>
                      </a:cubicBezTo>
                      <a:cubicBezTo>
                        <a:pt x="2377" y="53991"/>
                        <a:pt x="-2432" y="69366"/>
                        <a:pt x="1184" y="83938"/>
                      </a:cubicBezTo>
                      <a:cubicBezTo>
                        <a:pt x="17394" y="148445"/>
                        <a:pt x="46904" y="363744"/>
                        <a:pt x="5340" y="445043"/>
                      </a:cubicBezTo>
                      <a:cubicBezTo>
                        <a:pt x="5340" y="445043"/>
                        <a:pt x="87720" y="500031"/>
                        <a:pt x="166483" y="438309"/>
                      </a:cubicBezTo>
                      <a:cubicBezTo>
                        <a:pt x="166483" y="438309"/>
                        <a:pt x="204139" y="287309"/>
                        <a:pt x="250982" y="221597"/>
                      </a:cubicBezTo>
                      <a:cubicBezTo>
                        <a:pt x="283318" y="176209"/>
                        <a:pt x="204056" y="48027"/>
                        <a:pt x="183981" y="17020"/>
                      </a:cubicBezTo>
                      <a:cubicBezTo>
                        <a:pt x="180922" y="12332"/>
                        <a:pt x="176346" y="8837"/>
                        <a:pt x="171013" y="7128"/>
                      </a:cubicBezTo>
                      <a:close/>
                    </a:path>
                  </a:pathLst>
                </a:custGeom>
                <a:solidFill>
                  <a:srgbClr val="20818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4" name="Google Shape;1994;p59"/>
                <p:cNvSpPr/>
                <p:nvPr/>
              </p:nvSpPr>
              <p:spPr>
                <a:xfrm>
                  <a:off x="4301988" y="3477172"/>
                  <a:ext cx="86244" cy="146302"/>
                </a:xfrm>
                <a:custGeom>
                  <a:rect b="b" l="l" r="r" t="t"/>
                  <a:pathLst>
                    <a:path extrusionOk="0" h="146302" w="86244">
                      <a:moveTo>
                        <a:pt x="39943" y="0"/>
                      </a:moveTo>
                      <a:cubicBezTo>
                        <a:pt x="39943" y="0"/>
                        <a:pt x="3408" y="97425"/>
                        <a:pt x="0" y="140610"/>
                      </a:cubicBezTo>
                      <a:cubicBezTo>
                        <a:pt x="24996" y="151013"/>
                        <a:pt x="53675" y="146965"/>
                        <a:pt x="74815" y="130053"/>
                      </a:cubicBezTo>
                      <a:cubicBezTo>
                        <a:pt x="74815" y="130053"/>
                        <a:pt x="80426" y="32170"/>
                        <a:pt x="86245" y="1471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4819095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5" name="Google Shape;1995;p59"/>
                <p:cNvSpPr/>
                <p:nvPr/>
              </p:nvSpPr>
              <p:spPr>
                <a:xfrm>
                  <a:off x="4300102" y="3343293"/>
                  <a:ext cx="143806" cy="173834"/>
                </a:xfrm>
                <a:custGeom>
                  <a:rect b="b" l="l" r="r" t="t"/>
                  <a:pathLst>
                    <a:path extrusionOk="0" h="173834" w="143806">
                      <a:moveTo>
                        <a:pt x="92495" y="1083"/>
                      </a:moveTo>
                      <a:cubicBezTo>
                        <a:pt x="92495" y="1083"/>
                        <a:pt x="180776" y="129681"/>
                        <a:pt x="125746" y="165509"/>
                      </a:cubicBezTo>
                      <a:cubicBezTo>
                        <a:pt x="70716" y="201337"/>
                        <a:pt x="7997" y="109938"/>
                        <a:pt x="7997" y="109938"/>
                      </a:cubicBezTo>
                      <a:cubicBezTo>
                        <a:pt x="7997" y="109938"/>
                        <a:pt x="-11705" y="40111"/>
                        <a:pt x="10740" y="16960"/>
                      </a:cubicBezTo>
                      <a:cubicBezTo>
                        <a:pt x="33184" y="-6191"/>
                        <a:pt x="92495" y="1083"/>
                        <a:pt x="92495" y="1083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6960406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6" name="Google Shape;1996;p59"/>
                <p:cNvSpPr/>
                <p:nvPr/>
              </p:nvSpPr>
              <p:spPr>
                <a:xfrm>
                  <a:off x="4275618" y="3311213"/>
                  <a:ext cx="122866" cy="143140"/>
                </a:xfrm>
                <a:custGeom>
                  <a:rect b="b" l="l" r="r" t="t"/>
                  <a:pathLst>
                    <a:path extrusionOk="0" h="143140" w="122866">
                      <a:moveTo>
                        <a:pt x="75582" y="2032"/>
                      </a:moveTo>
                      <a:cubicBezTo>
                        <a:pt x="75582" y="2032"/>
                        <a:pt x="117146" y="12672"/>
                        <a:pt x="122549" y="31625"/>
                      </a:cubicBezTo>
                      <a:cubicBezTo>
                        <a:pt x="127952" y="50579"/>
                        <a:pt x="62780" y="66871"/>
                        <a:pt x="44575" y="67370"/>
                      </a:cubicBezTo>
                      <a:lnTo>
                        <a:pt x="28490" y="143141"/>
                      </a:lnTo>
                      <a:cubicBezTo>
                        <a:pt x="28490" y="143141"/>
                        <a:pt x="-13489" y="70778"/>
                        <a:pt x="4466" y="29797"/>
                      </a:cubicBezTo>
                      <a:cubicBezTo>
                        <a:pt x="22422" y="-11185"/>
                        <a:pt x="75582" y="2032"/>
                        <a:pt x="75582" y="20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7" name="Google Shape;1997;p59"/>
                <p:cNvSpPr/>
                <p:nvPr/>
              </p:nvSpPr>
              <p:spPr>
                <a:xfrm>
                  <a:off x="4274093" y="3420308"/>
                  <a:ext cx="51918" cy="47102"/>
                </a:xfrm>
                <a:custGeom>
                  <a:rect b="b" l="l" r="r" t="t"/>
                  <a:pathLst>
                    <a:path extrusionOk="0" h="47102" w="51918">
                      <a:moveTo>
                        <a:pt x="51919" y="23945"/>
                      </a:moveTo>
                      <a:cubicBezTo>
                        <a:pt x="51919" y="23945"/>
                        <a:pt x="17379" y="-17619"/>
                        <a:pt x="2832" y="8774"/>
                      </a:cubicBezTo>
                      <a:cubicBezTo>
                        <a:pt x="-11715" y="35167"/>
                        <a:pt x="33714" y="56032"/>
                        <a:pt x="49841" y="4323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696075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8" name="Google Shape;1998;p59"/>
                <p:cNvSpPr/>
                <p:nvPr/>
              </p:nvSpPr>
              <p:spPr>
                <a:xfrm>
                  <a:off x="4091757" y="3648037"/>
                  <a:ext cx="232118" cy="364889"/>
                </a:xfrm>
                <a:custGeom>
                  <a:rect b="b" l="l" r="r" t="t"/>
                  <a:pathLst>
                    <a:path extrusionOk="0" h="364889" w="232118">
                      <a:moveTo>
                        <a:pt x="145558" y="7484"/>
                      </a:moveTo>
                      <a:cubicBezTo>
                        <a:pt x="145558" y="7484"/>
                        <a:pt x="33087" y="97428"/>
                        <a:pt x="3202" y="222701"/>
                      </a:cubicBezTo>
                      <a:cubicBezTo>
                        <a:pt x="-26682" y="347973"/>
                        <a:pt x="162433" y="364890"/>
                        <a:pt x="162433" y="364890"/>
                      </a:cubicBezTo>
                      <a:cubicBezTo>
                        <a:pt x="162433" y="364890"/>
                        <a:pt x="188701" y="336710"/>
                        <a:pt x="219001" y="347516"/>
                      </a:cubicBezTo>
                      <a:cubicBezTo>
                        <a:pt x="249301" y="358322"/>
                        <a:pt x="222326" y="297640"/>
                        <a:pt x="186623" y="296933"/>
                      </a:cubicBezTo>
                      <a:cubicBezTo>
                        <a:pt x="150919" y="296226"/>
                        <a:pt x="166922" y="324989"/>
                        <a:pt x="116837" y="301090"/>
                      </a:cubicBezTo>
                      <a:cubicBezTo>
                        <a:pt x="68041" y="277897"/>
                        <a:pt x="38947" y="208361"/>
                        <a:pt x="166464" y="106281"/>
                      </a:cubicBezTo>
                      <a:cubicBezTo>
                        <a:pt x="173883" y="100374"/>
                        <a:pt x="179723" y="92719"/>
                        <a:pt x="183464" y="84002"/>
                      </a:cubicBezTo>
                      <a:cubicBezTo>
                        <a:pt x="208984" y="23112"/>
                        <a:pt x="190405" y="-17496"/>
                        <a:pt x="145558" y="748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F928E"/>
                    </a:gs>
                    <a:gs pos="50000">
                      <a:srgbClr val="FEA29F"/>
                    </a:gs>
                    <a:gs pos="100000">
                      <a:srgbClr val="FEB3B1"/>
                    </a:gs>
                  </a:gsLst>
                  <a:lin ang="18289156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9" name="Google Shape;1999;p59"/>
                <p:cNvSpPr/>
                <p:nvPr/>
              </p:nvSpPr>
              <p:spPr>
                <a:xfrm>
                  <a:off x="3986251" y="3345623"/>
                  <a:ext cx="257631" cy="468089"/>
                </a:xfrm>
                <a:custGeom>
                  <a:rect b="b" l="l" r="r" t="t"/>
                  <a:pathLst>
                    <a:path extrusionOk="0" h="468089" w="257631">
                      <a:moveTo>
                        <a:pt x="21508" y="468090"/>
                      </a:moveTo>
                      <a:lnTo>
                        <a:pt x="24168" y="466219"/>
                      </a:lnTo>
                      <a:cubicBezTo>
                        <a:pt x="-313" y="431431"/>
                        <a:pt x="-3472" y="381222"/>
                        <a:pt x="15855" y="335169"/>
                      </a:cubicBezTo>
                      <a:cubicBezTo>
                        <a:pt x="31275" y="298593"/>
                        <a:pt x="58915" y="265134"/>
                        <a:pt x="102848" y="229930"/>
                      </a:cubicBezTo>
                      <a:cubicBezTo>
                        <a:pt x="119183" y="216796"/>
                        <a:pt x="136515" y="204327"/>
                        <a:pt x="153306" y="192273"/>
                      </a:cubicBezTo>
                      <a:cubicBezTo>
                        <a:pt x="173506" y="177768"/>
                        <a:pt x="194371" y="162763"/>
                        <a:pt x="213740" y="146553"/>
                      </a:cubicBezTo>
                      <a:cubicBezTo>
                        <a:pt x="231155" y="131881"/>
                        <a:pt x="249443" y="113676"/>
                        <a:pt x="253308" y="89861"/>
                      </a:cubicBezTo>
                      <a:cubicBezTo>
                        <a:pt x="254589" y="77599"/>
                        <a:pt x="254040" y="65217"/>
                        <a:pt x="251687" y="53118"/>
                      </a:cubicBezTo>
                      <a:cubicBezTo>
                        <a:pt x="248986" y="33957"/>
                        <a:pt x="246409" y="15711"/>
                        <a:pt x="257631" y="2037"/>
                      </a:cubicBezTo>
                      <a:lnTo>
                        <a:pt x="255096" y="0"/>
                      </a:lnTo>
                      <a:cubicBezTo>
                        <a:pt x="243001" y="14963"/>
                        <a:pt x="245785" y="34581"/>
                        <a:pt x="248487" y="53576"/>
                      </a:cubicBezTo>
                      <a:cubicBezTo>
                        <a:pt x="250752" y="65351"/>
                        <a:pt x="251301" y="77391"/>
                        <a:pt x="250108" y="89320"/>
                      </a:cubicBezTo>
                      <a:cubicBezTo>
                        <a:pt x="246409" y="112097"/>
                        <a:pt x="228578" y="129762"/>
                        <a:pt x="211620" y="144059"/>
                      </a:cubicBezTo>
                      <a:cubicBezTo>
                        <a:pt x="192376" y="160269"/>
                        <a:pt x="171553" y="175232"/>
                        <a:pt x="151394" y="189779"/>
                      </a:cubicBezTo>
                      <a:cubicBezTo>
                        <a:pt x="134769" y="201833"/>
                        <a:pt x="117229" y="214302"/>
                        <a:pt x="100811" y="227519"/>
                      </a:cubicBezTo>
                      <a:cubicBezTo>
                        <a:pt x="56463" y="263098"/>
                        <a:pt x="28532" y="296931"/>
                        <a:pt x="12863" y="334005"/>
                      </a:cubicBezTo>
                      <a:cubicBezTo>
                        <a:pt x="-6922" y="380972"/>
                        <a:pt x="-3763" y="432511"/>
                        <a:pt x="21508" y="46809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E7062"/>
                    </a:gs>
                    <a:gs pos="50000">
                      <a:srgbClr val="FE8178"/>
                    </a:gs>
                    <a:gs pos="100000">
                      <a:srgbClr val="FF928E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0" name="Google Shape;2000;p59"/>
                <p:cNvSpPr/>
                <p:nvPr/>
              </p:nvSpPr>
              <p:spPr>
                <a:xfrm>
                  <a:off x="4062935" y="3549576"/>
                  <a:ext cx="124961" cy="285126"/>
                </a:xfrm>
                <a:custGeom>
                  <a:rect b="b" l="l" r="r" t="t"/>
                  <a:pathLst>
                    <a:path extrusionOk="0" h="285126" w="124961">
                      <a:moveTo>
                        <a:pt x="9955" y="285126"/>
                      </a:moveTo>
                      <a:lnTo>
                        <a:pt x="12989" y="284004"/>
                      </a:lnTo>
                      <a:cubicBezTo>
                        <a:pt x="-3636" y="237910"/>
                        <a:pt x="1185" y="181217"/>
                        <a:pt x="26373" y="128473"/>
                      </a:cubicBezTo>
                      <a:cubicBezTo>
                        <a:pt x="51560" y="75729"/>
                        <a:pt x="92209" y="33666"/>
                        <a:pt x="124961" y="2369"/>
                      </a:cubicBezTo>
                      <a:lnTo>
                        <a:pt x="122717" y="0"/>
                      </a:lnTo>
                      <a:cubicBezTo>
                        <a:pt x="89965" y="31464"/>
                        <a:pt x="48651" y="74357"/>
                        <a:pt x="23463" y="127102"/>
                      </a:cubicBezTo>
                      <a:cubicBezTo>
                        <a:pt x="-2099" y="180594"/>
                        <a:pt x="-7045" y="238201"/>
                        <a:pt x="9955" y="285126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E7062"/>
                    </a:gs>
                    <a:gs pos="50000">
                      <a:srgbClr val="FE8178"/>
                    </a:gs>
                    <a:gs pos="100000">
                      <a:srgbClr val="FF928E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01" name="Google Shape;2001;p59"/>
              <p:cNvSpPr/>
              <p:nvPr/>
            </p:nvSpPr>
            <p:spPr>
              <a:xfrm>
                <a:off x="3043522" y="5874900"/>
                <a:ext cx="108575" cy="92308"/>
              </a:xfrm>
              <a:custGeom>
                <a:rect b="b" l="l" r="r" t="t"/>
                <a:pathLst>
                  <a:path extrusionOk="0" h="92308" w="108575">
                    <a:moveTo>
                      <a:pt x="108318" y="77885"/>
                    </a:moveTo>
                    <a:cubicBezTo>
                      <a:pt x="104369" y="52532"/>
                      <a:pt x="98010" y="15873"/>
                      <a:pt x="93105" y="6521"/>
                    </a:cubicBezTo>
                    <a:cubicBezTo>
                      <a:pt x="85416" y="-8151"/>
                      <a:pt x="59106" y="6521"/>
                      <a:pt x="59106" y="6521"/>
                    </a:cubicBezTo>
                    <a:cubicBezTo>
                      <a:pt x="59106" y="6521"/>
                      <a:pt x="40652" y="15124"/>
                      <a:pt x="32173" y="29505"/>
                    </a:cubicBezTo>
                    <a:cubicBezTo>
                      <a:pt x="26728" y="38650"/>
                      <a:pt x="11765" y="64668"/>
                      <a:pt x="1624" y="82333"/>
                    </a:cubicBezTo>
                    <a:cubicBezTo>
                      <a:pt x="518" y="84245"/>
                      <a:pt x="-43" y="86448"/>
                      <a:pt x="3" y="88651"/>
                    </a:cubicBezTo>
                    <a:lnTo>
                      <a:pt x="105325" y="92308"/>
                    </a:lnTo>
                    <a:cubicBezTo>
                      <a:pt x="108051" y="88027"/>
                      <a:pt x="109115" y="82915"/>
                      <a:pt x="108318" y="778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2" name="Google Shape;2002;p59"/>
              <p:cNvSpPr/>
              <p:nvPr/>
            </p:nvSpPr>
            <p:spPr>
              <a:xfrm>
                <a:off x="3089443" y="5784035"/>
                <a:ext cx="70418" cy="124377"/>
              </a:xfrm>
              <a:custGeom>
                <a:rect b="b" l="l" r="r" t="t"/>
                <a:pathLst>
                  <a:path extrusionOk="0" h="124377" w="70418">
                    <a:moveTo>
                      <a:pt x="70419" y="13177"/>
                    </a:moveTo>
                    <a:cubicBezTo>
                      <a:pt x="69504" y="16211"/>
                      <a:pt x="55913" y="82173"/>
                      <a:pt x="49969" y="111142"/>
                    </a:cubicBezTo>
                    <a:cubicBezTo>
                      <a:pt x="48302" y="119123"/>
                      <a:pt x="41083" y="124734"/>
                      <a:pt x="32928" y="124360"/>
                    </a:cubicBezTo>
                    <a:cubicBezTo>
                      <a:pt x="28481" y="124110"/>
                      <a:pt x="23285" y="123736"/>
                      <a:pt x="17840" y="123029"/>
                    </a:cubicBezTo>
                    <a:cubicBezTo>
                      <a:pt x="8194" y="121741"/>
                      <a:pt x="870" y="113719"/>
                      <a:pt x="508" y="103994"/>
                    </a:cubicBezTo>
                    <a:cubicBezTo>
                      <a:pt x="-489" y="78640"/>
                      <a:pt x="-946" y="29927"/>
                      <a:pt x="8364" y="11057"/>
                    </a:cubicBezTo>
                    <a:cubicBezTo>
                      <a:pt x="21207" y="-15003"/>
                      <a:pt x="70419" y="13177"/>
                      <a:pt x="70419" y="1317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3" name="Google Shape;2003;p59"/>
              <p:cNvSpPr/>
              <p:nvPr/>
            </p:nvSpPr>
            <p:spPr>
              <a:xfrm>
                <a:off x="3451472" y="5872359"/>
                <a:ext cx="227602" cy="96150"/>
              </a:xfrm>
              <a:custGeom>
                <a:rect b="b" l="l" r="r" t="t"/>
                <a:pathLst>
                  <a:path extrusionOk="0" h="96150" w="227602">
                    <a:moveTo>
                      <a:pt x="86286" y="94849"/>
                    </a:moveTo>
                    <a:cubicBezTo>
                      <a:pt x="140319" y="97342"/>
                      <a:pt x="192523" y="95804"/>
                      <a:pt x="227603" y="93975"/>
                    </a:cubicBezTo>
                    <a:cubicBezTo>
                      <a:pt x="195806" y="71365"/>
                      <a:pt x="122654" y="22195"/>
                      <a:pt x="61348" y="2535"/>
                    </a:cubicBezTo>
                    <a:lnTo>
                      <a:pt x="19327" y="0"/>
                    </a:lnTo>
                    <a:cubicBezTo>
                      <a:pt x="19327" y="0"/>
                      <a:pt x="5071" y="21654"/>
                      <a:pt x="0" y="71240"/>
                    </a:cubicBezTo>
                    <a:cubicBezTo>
                      <a:pt x="7024" y="80010"/>
                      <a:pt x="27349" y="92022"/>
                      <a:pt x="86286" y="948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4" name="Google Shape;2004;p59"/>
              <p:cNvSpPr/>
              <p:nvPr/>
            </p:nvSpPr>
            <p:spPr>
              <a:xfrm>
                <a:off x="3462569" y="5795093"/>
                <a:ext cx="58688" cy="93019"/>
              </a:xfrm>
              <a:custGeom>
                <a:rect b="b" l="l" r="r" t="t"/>
                <a:pathLst>
                  <a:path extrusionOk="0" h="93019" w="58688">
                    <a:moveTo>
                      <a:pt x="0" y="20989"/>
                    </a:moveTo>
                    <a:cubicBezTo>
                      <a:pt x="5819" y="20989"/>
                      <a:pt x="-2328" y="51123"/>
                      <a:pt x="6484" y="80924"/>
                    </a:cubicBezTo>
                    <a:cubicBezTo>
                      <a:pt x="7926" y="87658"/>
                      <a:pt x="13666" y="92604"/>
                      <a:pt x="20532" y="93019"/>
                    </a:cubicBezTo>
                    <a:cubicBezTo>
                      <a:pt x="25063" y="93019"/>
                      <a:pt x="30466" y="93019"/>
                      <a:pt x="35911" y="92562"/>
                    </a:cubicBezTo>
                    <a:cubicBezTo>
                      <a:pt x="44137" y="91939"/>
                      <a:pt x="50733" y="85496"/>
                      <a:pt x="51539" y="77308"/>
                    </a:cubicBezTo>
                    <a:lnTo>
                      <a:pt x="58688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5" name="Google Shape;2005;p59"/>
              <p:cNvSpPr/>
              <p:nvPr/>
            </p:nvSpPr>
            <p:spPr>
              <a:xfrm>
                <a:off x="3086563" y="4956754"/>
                <a:ext cx="539267" cy="880044"/>
              </a:xfrm>
              <a:custGeom>
                <a:rect b="b" l="l" r="r" t="t"/>
                <a:pathLst>
                  <a:path extrusionOk="0" h="880044" w="539267">
                    <a:moveTo>
                      <a:pt x="539268" y="37532"/>
                    </a:moveTo>
                    <a:cubicBezTo>
                      <a:pt x="536691" y="50209"/>
                      <a:pt x="444710" y="586588"/>
                      <a:pt x="439141" y="864191"/>
                    </a:cubicBezTo>
                    <a:cubicBezTo>
                      <a:pt x="439033" y="868888"/>
                      <a:pt x="435496" y="872795"/>
                      <a:pt x="430828" y="873377"/>
                    </a:cubicBezTo>
                    <a:cubicBezTo>
                      <a:pt x="412104" y="876120"/>
                      <a:pt x="393072" y="875995"/>
                      <a:pt x="374385" y="873003"/>
                    </a:cubicBezTo>
                    <a:cubicBezTo>
                      <a:pt x="371367" y="872462"/>
                      <a:pt x="369102" y="869969"/>
                      <a:pt x="368898" y="866893"/>
                    </a:cubicBezTo>
                    <a:cubicBezTo>
                      <a:pt x="365698" y="815188"/>
                      <a:pt x="339804" y="377855"/>
                      <a:pt x="371475" y="171949"/>
                    </a:cubicBezTo>
                    <a:cubicBezTo>
                      <a:pt x="371475" y="171949"/>
                      <a:pt x="109998" y="722293"/>
                      <a:pt x="70388" y="874042"/>
                    </a:cubicBezTo>
                    <a:cubicBezTo>
                      <a:pt x="69416" y="877783"/>
                      <a:pt x="65924" y="880276"/>
                      <a:pt x="62076" y="880027"/>
                    </a:cubicBezTo>
                    <a:cubicBezTo>
                      <a:pt x="44078" y="879279"/>
                      <a:pt x="26264" y="876120"/>
                      <a:pt x="9123" y="870592"/>
                    </a:cubicBezTo>
                    <a:cubicBezTo>
                      <a:pt x="2490" y="868181"/>
                      <a:pt x="-1276" y="861199"/>
                      <a:pt x="395" y="854341"/>
                    </a:cubicBezTo>
                    <a:cubicBezTo>
                      <a:pt x="22507" y="763524"/>
                      <a:pt x="177706" y="137825"/>
                      <a:pt x="28302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2006;p59"/>
              <p:cNvSpPr/>
              <p:nvPr/>
            </p:nvSpPr>
            <p:spPr>
              <a:xfrm>
                <a:off x="3454837" y="5089271"/>
                <a:ext cx="42132" cy="42884"/>
              </a:xfrm>
              <a:custGeom>
                <a:rect b="b" l="l" r="r" t="t"/>
                <a:pathLst>
                  <a:path extrusionOk="0" h="42884" w="42132">
                    <a:moveTo>
                      <a:pt x="3368" y="42881"/>
                    </a:moveTo>
                    <a:cubicBezTo>
                      <a:pt x="2479" y="42881"/>
                      <a:pt x="1627" y="42507"/>
                      <a:pt x="999" y="41884"/>
                    </a:cubicBezTo>
                    <a:cubicBezTo>
                      <a:pt x="-331" y="40553"/>
                      <a:pt x="-335" y="38392"/>
                      <a:pt x="999" y="37062"/>
                    </a:cubicBezTo>
                    <a:cubicBezTo>
                      <a:pt x="999" y="37062"/>
                      <a:pt x="999" y="37062"/>
                      <a:pt x="999" y="37062"/>
                    </a:cubicBezTo>
                    <a:lnTo>
                      <a:pt x="36037" y="1234"/>
                    </a:lnTo>
                    <a:cubicBezTo>
                      <a:pt x="37259" y="-220"/>
                      <a:pt x="39437" y="-428"/>
                      <a:pt x="40896" y="819"/>
                    </a:cubicBezTo>
                    <a:cubicBezTo>
                      <a:pt x="42359" y="2024"/>
                      <a:pt x="42550" y="4185"/>
                      <a:pt x="41328" y="5681"/>
                    </a:cubicBezTo>
                    <a:cubicBezTo>
                      <a:pt x="41212" y="5806"/>
                      <a:pt x="41079" y="5931"/>
                      <a:pt x="40942" y="6056"/>
                    </a:cubicBezTo>
                    <a:lnTo>
                      <a:pt x="5945" y="41842"/>
                    </a:lnTo>
                    <a:cubicBezTo>
                      <a:pt x="5272" y="42548"/>
                      <a:pt x="4337" y="42923"/>
                      <a:pt x="3368" y="428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CB236D"/>
                  </a:gs>
                  <a:gs pos="50000">
                    <a:srgbClr val="8B236D"/>
                  </a:gs>
                  <a:gs pos="100000">
                    <a:srgbClr val="4C246D"/>
                  </a:gs>
                </a:gsLst>
                <a:lin ang="76634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7" name="Google Shape;2007;p59"/>
              <p:cNvSpPr/>
              <p:nvPr/>
            </p:nvSpPr>
            <p:spPr>
              <a:xfrm>
                <a:off x="3437091" y="4267089"/>
                <a:ext cx="683222" cy="329807"/>
              </a:xfrm>
              <a:custGeom>
                <a:rect b="b" l="l" r="r" t="t"/>
                <a:pathLst>
                  <a:path extrusionOk="0" h="329807" w="683222">
                    <a:moveTo>
                      <a:pt x="512521" y="55279"/>
                    </a:moveTo>
                    <a:cubicBezTo>
                      <a:pt x="455621" y="70866"/>
                      <a:pt x="395594" y="71032"/>
                      <a:pt x="338619" y="55695"/>
                    </a:cubicBezTo>
                    <a:cubicBezTo>
                      <a:pt x="262100" y="35661"/>
                      <a:pt x="111224" y="2452"/>
                      <a:pt x="8520" y="20948"/>
                    </a:cubicBezTo>
                    <a:lnTo>
                      <a:pt x="0" y="289698"/>
                    </a:lnTo>
                    <a:lnTo>
                      <a:pt x="351130" y="329807"/>
                    </a:lnTo>
                    <a:lnTo>
                      <a:pt x="354288" y="258484"/>
                    </a:lnTo>
                    <a:cubicBezTo>
                      <a:pt x="354288" y="258484"/>
                      <a:pt x="567759" y="227644"/>
                      <a:pt x="683223" y="87284"/>
                    </a:cubicBezTo>
                    <a:cubicBezTo>
                      <a:pt x="658995" y="60309"/>
                      <a:pt x="637395" y="31090"/>
                      <a:pt x="618716" y="0"/>
                    </a:cubicBezTo>
                    <a:cubicBezTo>
                      <a:pt x="587785" y="25977"/>
                      <a:pt x="551537" y="44847"/>
                      <a:pt x="512521" y="552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8" name="Google Shape;2008;p59"/>
              <p:cNvSpPr/>
              <p:nvPr/>
            </p:nvSpPr>
            <p:spPr>
              <a:xfrm>
                <a:off x="4055807" y="4039985"/>
                <a:ext cx="140325" cy="314345"/>
              </a:xfrm>
              <a:custGeom>
                <a:rect b="b" l="l" r="r" t="t"/>
                <a:pathLst>
                  <a:path extrusionOk="0" h="314345" w="140325">
                    <a:moveTo>
                      <a:pt x="130801" y="15088"/>
                    </a:moveTo>
                    <a:lnTo>
                      <a:pt x="92604" y="0"/>
                    </a:lnTo>
                    <a:cubicBezTo>
                      <a:pt x="92604" y="0"/>
                      <a:pt x="100916" y="140984"/>
                      <a:pt x="0" y="227062"/>
                    </a:cubicBezTo>
                    <a:cubicBezTo>
                      <a:pt x="18679" y="258152"/>
                      <a:pt x="40279" y="287371"/>
                      <a:pt x="64507" y="314346"/>
                    </a:cubicBezTo>
                    <a:cubicBezTo>
                      <a:pt x="121407" y="245225"/>
                      <a:pt x="158856" y="146969"/>
                      <a:pt x="130801" y="1508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7349559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9" name="Google Shape;2009;p59"/>
              <p:cNvSpPr/>
              <p:nvPr/>
            </p:nvSpPr>
            <p:spPr>
              <a:xfrm>
                <a:off x="3590627" y="4138699"/>
                <a:ext cx="124150" cy="176689"/>
              </a:xfrm>
              <a:custGeom>
                <a:rect b="b" l="l" r="r" t="t"/>
                <a:pathLst>
                  <a:path extrusionOk="0" h="176689" w="124150">
                    <a:moveTo>
                      <a:pt x="23151" y="0"/>
                    </a:moveTo>
                    <a:cubicBezTo>
                      <a:pt x="23151" y="0"/>
                      <a:pt x="2743" y="121615"/>
                      <a:pt x="0" y="159854"/>
                    </a:cubicBezTo>
                    <a:cubicBezTo>
                      <a:pt x="0" y="159854"/>
                      <a:pt x="98464" y="187036"/>
                      <a:pt x="124151" y="172323"/>
                    </a:cubicBezTo>
                    <a:lnTo>
                      <a:pt x="120950" y="25229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6138784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0" name="Google Shape;2010;p59"/>
              <p:cNvSpPr/>
              <p:nvPr/>
            </p:nvSpPr>
            <p:spPr>
              <a:xfrm>
                <a:off x="3593132" y="4026602"/>
                <a:ext cx="168233" cy="189191"/>
              </a:xfrm>
              <a:custGeom>
                <a:rect b="b" l="l" r="r" t="t"/>
                <a:pathLst>
                  <a:path extrusionOk="0" h="189191" w="168233">
                    <a:moveTo>
                      <a:pt x="131246" y="0"/>
                    </a:moveTo>
                    <a:cubicBezTo>
                      <a:pt x="131246" y="0"/>
                      <a:pt x="163957" y="75147"/>
                      <a:pt x="166160" y="114632"/>
                    </a:cubicBezTo>
                    <a:cubicBezTo>
                      <a:pt x="168363" y="154118"/>
                      <a:pt x="176883" y="179680"/>
                      <a:pt x="131246" y="187618"/>
                    </a:cubicBezTo>
                    <a:cubicBezTo>
                      <a:pt x="85609" y="195557"/>
                      <a:pt x="47204" y="172821"/>
                      <a:pt x="26381" y="133585"/>
                    </a:cubicBezTo>
                    <a:cubicBezTo>
                      <a:pt x="26381" y="133585"/>
                      <a:pt x="-6246" y="73027"/>
                      <a:pt x="1069" y="48214"/>
                    </a:cubicBezTo>
                    <a:cubicBezTo>
                      <a:pt x="8384" y="23400"/>
                      <a:pt x="131246" y="0"/>
                      <a:pt x="13124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446013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1" name="Google Shape;2011;p59"/>
              <p:cNvSpPr/>
              <p:nvPr/>
            </p:nvSpPr>
            <p:spPr>
              <a:xfrm>
                <a:off x="3534430" y="3944491"/>
                <a:ext cx="232358" cy="229173"/>
              </a:xfrm>
              <a:custGeom>
                <a:rect b="b" l="l" r="r" t="t"/>
                <a:pathLst>
                  <a:path extrusionOk="0" h="229173" w="232358">
                    <a:moveTo>
                      <a:pt x="100669" y="187391"/>
                    </a:moveTo>
                    <a:lnTo>
                      <a:pt x="106447" y="187391"/>
                    </a:lnTo>
                    <a:cubicBezTo>
                      <a:pt x="106447" y="187391"/>
                      <a:pt x="82673" y="138637"/>
                      <a:pt x="103537" y="130075"/>
                    </a:cubicBezTo>
                    <a:cubicBezTo>
                      <a:pt x="124402" y="121513"/>
                      <a:pt x="207155" y="104638"/>
                      <a:pt x="224986" y="75294"/>
                    </a:cubicBezTo>
                    <a:cubicBezTo>
                      <a:pt x="242194" y="47031"/>
                      <a:pt x="226857" y="10454"/>
                      <a:pt x="203872" y="230"/>
                    </a:cubicBezTo>
                    <a:cubicBezTo>
                      <a:pt x="202388" y="-377"/>
                      <a:pt x="200688" y="255"/>
                      <a:pt x="199965" y="1685"/>
                    </a:cubicBezTo>
                    <a:lnTo>
                      <a:pt x="198095" y="5301"/>
                    </a:lnTo>
                    <a:cubicBezTo>
                      <a:pt x="197276" y="6814"/>
                      <a:pt x="195380" y="7375"/>
                      <a:pt x="193868" y="6556"/>
                    </a:cubicBezTo>
                    <a:cubicBezTo>
                      <a:pt x="193132" y="6157"/>
                      <a:pt x="192592" y="5479"/>
                      <a:pt x="192359" y="4677"/>
                    </a:cubicBezTo>
                    <a:lnTo>
                      <a:pt x="192359" y="4677"/>
                    </a:lnTo>
                    <a:cubicBezTo>
                      <a:pt x="191910" y="3039"/>
                      <a:pt x="190223" y="2071"/>
                      <a:pt x="188581" y="2520"/>
                    </a:cubicBezTo>
                    <a:cubicBezTo>
                      <a:pt x="187841" y="2720"/>
                      <a:pt x="187201" y="3193"/>
                      <a:pt x="186789" y="3846"/>
                    </a:cubicBezTo>
                    <a:cubicBezTo>
                      <a:pt x="181345" y="12616"/>
                      <a:pt x="166548" y="26914"/>
                      <a:pt x="126896" y="34229"/>
                    </a:cubicBezTo>
                    <a:cubicBezTo>
                      <a:pt x="70577" y="44620"/>
                      <a:pt x="33378" y="67480"/>
                      <a:pt x="32464" y="106300"/>
                    </a:cubicBezTo>
                    <a:cubicBezTo>
                      <a:pt x="32451" y="108000"/>
                      <a:pt x="31063" y="109363"/>
                      <a:pt x="29363" y="109351"/>
                    </a:cubicBezTo>
                    <a:cubicBezTo>
                      <a:pt x="28764" y="109347"/>
                      <a:pt x="28182" y="109168"/>
                      <a:pt x="27684" y="108836"/>
                    </a:cubicBezTo>
                    <a:cubicBezTo>
                      <a:pt x="23527" y="106300"/>
                      <a:pt x="16877" y="105095"/>
                      <a:pt x="7983" y="112576"/>
                    </a:cubicBezTo>
                    <a:cubicBezTo>
                      <a:pt x="-7479" y="125586"/>
                      <a:pt x="-1161" y="159294"/>
                      <a:pt x="32921" y="187017"/>
                    </a:cubicBezTo>
                    <a:cubicBezTo>
                      <a:pt x="34297" y="188010"/>
                      <a:pt x="34608" y="189935"/>
                      <a:pt x="33615" y="191310"/>
                    </a:cubicBezTo>
                    <a:cubicBezTo>
                      <a:pt x="33424" y="191576"/>
                      <a:pt x="33187" y="191813"/>
                      <a:pt x="32921" y="192004"/>
                    </a:cubicBezTo>
                    <a:cubicBezTo>
                      <a:pt x="26769" y="196161"/>
                      <a:pt x="17625" y="205513"/>
                      <a:pt x="41234" y="218190"/>
                    </a:cubicBezTo>
                    <a:cubicBezTo>
                      <a:pt x="64842" y="230867"/>
                      <a:pt x="79846" y="229744"/>
                      <a:pt x="85291" y="228373"/>
                    </a:cubicBezTo>
                    <a:cubicBezTo>
                      <a:pt x="86733" y="227999"/>
                      <a:pt x="87706" y="226669"/>
                      <a:pt x="87619" y="225172"/>
                    </a:cubicBezTo>
                    <a:lnTo>
                      <a:pt x="85499" y="190675"/>
                    </a:lnTo>
                    <a:cubicBezTo>
                      <a:pt x="85382" y="188979"/>
                      <a:pt x="86667" y="187511"/>
                      <a:pt x="88358" y="187399"/>
                    </a:cubicBezTo>
                    <a:cubicBezTo>
                      <a:pt x="88433" y="187395"/>
                      <a:pt x="88504" y="187391"/>
                      <a:pt x="88575" y="1873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2" name="Google Shape;2012;p59"/>
              <p:cNvSpPr/>
              <p:nvPr/>
            </p:nvSpPr>
            <p:spPr>
              <a:xfrm>
                <a:off x="3595412" y="4102150"/>
                <a:ext cx="41100" cy="57994"/>
              </a:xfrm>
              <a:custGeom>
                <a:rect b="b" l="l" r="r" t="t"/>
                <a:pathLst>
                  <a:path extrusionOk="0" h="57994" w="41100">
                    <a:moveTo>
                      <a:pt x="41101" y="36922"/>
                    </a:moveTo>
                    <a:cubicBezTo>
                      <a:pt x="41101" y="36922"/>
                      <a:pt x="28632" y="-11084"/>
                      <a:pt x="7102" y="2383"/>
                    </a:cubicBezTo>
                    <a:cubicBezTo>
                      <a:pt x="-14428" y="15849"/>
                      <a:pt x="18241" y="56416"/>
                      <a:pt x="35573" y="579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8554489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3" name="Google Shape;2013;p59"/>
              <p:cNvSpPr/>
              <p:nvPr/>
            </p:nvSpPr>
            <p:spPr>
              <a:xfrm>
                <a:off x="4093339" y="3953782"/>
                <a:ext cx="120285" cy="103534"/>
              </a:xfrm>
              <a:custGeom>
                <a:rect b="b" l="l" r="r" t="t"/>
                <a:pathLst>
                  <a:path extrusionOk="0" h="103534" w="120285">
                    <a:moveTo>
                      <a:pt x="0" y="0"/>
                    </a:moveTo>
                    <a:lnTo>
                      <a:pt x="0" y="49876"/>
                    </a:lnTo>
                    <a:cubicBezTo>
                      <a:pt x="0" y="49876"/>
                      <a:pt x="36950" y="101498"/>
                      <a:pt x="85081" y="103535"/>
                    </a:cubicBezTo>
                    <a:cubicBezTo>
                      <a:pt x="85081" y="103535"/>
                      <a:pt x="108190" y="102205"/>
                      <a:pt x="120285" y="73194"/>
                    </a:cubicBezTo>
                    <a:lnTo>
                      <a:pt x="55654" y="67915"/>
                    </a:lnTo>
                    <a:cubicBezTo>
                      <a:pt x="55654" y="67915"/>
                      <a:pt x="29801" y="42603"/>
                      <a:pt x="21863" y="37823"/>
                    </a:cubicBezTo>
                    <a:cubicBezTo>
                      <a:pt x="21863" y="37781"/>
                      <a:pt x="16002" y="1538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734921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4" name="Google Shape;2014;p59"/>
              <p:cNvSpPr/>
              <p:nvPr/>
            </p:nvSpPr>
            <p:spPr>
              <a:xfrm>
                <a:off x="3159516" y="4545407"/>
                <a:ext cx="757521" cy="463023"/>
              </a:xfrm>
              <a:custGeom>
                <a:rect b="b" l="l" r="r" t="t"/>
                <a:pathLst>
                  <a:path extrusionOk="0" h="463023" w="757521">
                    <a:moveTo>
                      <a:pt x="741924" y="33"/>
                    </a:moveTo>
                    <a:cubicBezTo>
                      <a:pt x="749987" y="-507"/>
                      <a:pt x="756958" y="5603"/>
                      <a:pt x="757490" y="13666"/>
                    </a:cubicBezTo>
                    <a:cubicBezTo>
                      <a:pt x="757560" y="14747"/>
                      <a:pt x="757514" y="15828"/>
                      <a:pt x="757344" y="16908"/>
                    </a:cubicBezTo>
                    <a:lnTo>
                      <a:pt x="692588" y="423525"/>
                    </a:lnTo>
                    <a:cubicBezTo>
                      <a:pt x="691578" y="430467"/>
                      <a:pt x="685784" y="435704"/>
                      <a:pt x="678789" y="435994"/>
                    </a:cubicBezTo>
                    <a:lnTo>
                      <a:pt x="31103" y="463011"/>
                    </a:lnTo>
                    <a:cubicBezTo>
                      <a:pt x="23035" y="463343"/>
                      <a:pt x="16227" y="457067"/>
                      <a:pt x="15890" y="449004"/>
                    </a:cubicBezTo>
                    <a:lnTo>
                      <a:pt x="13" y="62670"/>
                    </a:lnTo>
                    <a:cubicBezTo>
                      <a:pt x="-320" y="54731"/>
                      <a:pt x="5736" y="47998"/>
                      <a:pt x="13646" y="4749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59"/>
              <p:cNvSpPr/>
              <p:nvPr/>
            </p:nvSpPr>
            <p:spPr>
              <a:xfrm>
                <a:off x="3132007" y="4517449"/>
                <a:ext cx="734358" cy="498546"/>
              </a:xfrm>
              <a:custGeom>
                <a:rect b="b" l="l" r="r" t="t"/>
                <a:pathLst>
                  <a:path extrusionOk="0" h="498546" w="734358">
                    <a:moveTo>
                      <a:pt x="717727" y="61"/>
                    </a:moveTo>
                    <a:cubicBezTo>
                      <a:pt x="726144" y="-687"/>
                      <a:pt x="733563" y="5547"/>
                      <a:pt x="734298" y="13943"/>
                    </a:cubicBezTo>
                    <a:cubicBezTo>
                      <a:pt x="734352" y="14567"/>
                      <a:pt x="734369" y="15149"/>
                      <a:pt x="734352" y="15730"/>
                    </a:cubicBezTo>
                    <a:lnTo>
                      <a:pt x="721177" y="456721"/>
                    </a:lnTo>
                    <a:cubicBezTo>
                      <a:pt x="720923" y="464742"/>
                      <a:pt x="714527" y="471226"/>
                      <a:pt x="706505" y="471559"/>
                    </a:cubicBezTo>
                    <a:lnTo>
                      <a:pt x="60772" y="498533"/>
                    </a:lnTo>
                    <a:cubicBezTo>
                      <a:pt x="52734" y="498866"/>
                      <a:pt x="45805" y="492922"/>
                      <a:pt x="44895" y="484942"/>
                    </a:cubicBezTo>
                    <a:lnTo>
                      <a:pt x="89" y="79739"/>
                    </a:lnTo>
                    <a:cubicBezTo>
                      <a:pt x="-817" y="71301"/>
                      <a:pt x="5272" y="63736"/>
                      <a:pt x="13693" y="62864"/>
                    </a:cubicBezTo>
                    <a:cubicBezTo>
                      <a:pt x="13772" y="62822"/>
                      <a:pt x="13851" y="62822"/>
                      <a:pt x="13930" y="62822"/>
                    </a:cubicBezTo>
                    <a:close/>
                  </a:path>
                </a:pathLst>
              </a:custGeom>
              <a:solidFill>
                <a:srgbClr val="DCE5F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6" name="Google Shape;2016;p59"/>
              <p:cNvSpPr/>
              <p:nvPr/>
            </p:nvSpPr>
            <p:spPr>
              <a:xfrm>
                <a:off x="3150670" y="4494740"/>
                <a:ext cx="700327" cy="521008"/>
              </a:xfrm>
              <a:custGeom>
                <a:rect b="b" l="l" r="r" t="t"/>
                <a:pathLst>
                  <a:path extrusionOk="0" h="521008" w="700327">
                    <a:moveTo>
                      <a:pt x="634557" y="283"/>
                    </a:moveTo>
                    <a:cubicBezTo>
                      <a:pt x="644824" y="-1504"/>
                      <a:pt x="654603" y="5354"/>
                      <a:pt x="656403" y="15620"/>
                    </a:cubicBezTo>
                    <a:cubicBezTo>
                      <a:pt x="656478" y="16036"/>
                      <a:pt x="656540" y="16493"/>
                      <a:pt x="656586" y="16909"/>
                    </a:cubicBezTo>
                    <a:lnTo>
                      <a:pt x="700228" y="473610"/>
                    </a:lnTo>
                    <a:cubicBezTo>
                      <a:pt x="701292" y="483959"/>
                      <a:pt x="693748" y="493228"/>
                      <a:pt x="683382" y="494308"/>
                    </a:cubicBezTo>
                    <a:cubicBezTo>
                      <a:pt x="682987" y="494350"/>
                      <a:pt x="682588" y="494392"/>
                      <a:pt x="682189" y="494392"/>
                    </a:cubicBezTo>
                    <a:lnTo>
                      <a:pt x="46266" y="520992"/>
                    </a:lnTo>
                    <a:cubicBezTo>
                      <a:pt x="36033" y="521408"/>
                      <a:pt x="27317" y="513636"/>
                      <a:pt x="26606" y="503411"/>
                    </a:cubicBezTo>
                    <a:lnTo>
                      <a:pt x="47" y="127634"/>
                    </a:lnTo>
                    <a:cubicBezTo>
                      <a:pt x="-631" y="117950"/>
                      <a:pt x="6115" y="109304"/>
                      <a:pt x="15675" y="1076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503733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7" name="Google Shape;2017;p59"/>
              <p:cNvSpPr/>
              <p:nvPr/>
            </p:nvSpPr>
            <p:spPr>
              <a:xfrm>
                <a:off x="3210943" y="4288037"/>
                <a:ext cx="320829" cy="429102"/>
              </a:xfrm>
              <a:custGeom>
                <a:rect b="b" l="l" r="r" t="t"/>
                <a:pathLst>
                  <a:path extrusionOk="0" h="429102" w="320829">
                    <a:moveTo>
                      <a:pt x="320830" y="145057"/>
                    </a:moveTo>
                    <a:lnTo>
                      <a:pt x="234668" y="0"/>
                    </a:lnTo>
                    <a:cubicBezTo>
                      <a:pt x="234668" y="0"/>
                      <a:pt x="54490" y="154367"/>
                      <a:pt x="0" y="369043"/>
                    </a:cubicBezTo>
                    <a:lnTo>
                      <a:pt x="95596" y="429103"/>
                    </a:lnTo>
                    <a:cubicBezTo>
                      <a:pt x="134791" y="359027"/>
                      <a:pt x="203080" y="265799"/>
                      <a:pt x="320830" y="14505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8" name="Google Shape;2018;p59"/>
              <p:cNvSpPr/>
              <p:nvPr/>
            </p:nvSpPr>
            <p:spPr>
              <a:xfrm>
                <a:off x="3195620" y="4657039"/>
                <a:ext cx="169607" cy="395234"/>
              </a:xfrm>
              <a:custGeom>
                <a:rect b="b" l="l" r="r" t="t"/>
                <a:pathLst>
                  <a:path extrusionOk="0" h="395234" w="169607">
                    <a:moveTo>
                      <a:pt x="147703" y="378604"/>
                    </a:moveTo>
                    <a:cubicBezTo>
                      <a:pt x="138738" y="378437"/>
                      <a:pt x="130658" y="373158"/>
                      <a:pt x="126921" y="365012"/>
                    </a:cubicBezTo>
                    <a:cubicBezTo>
                      <a:pt x="117154" y="343773"/>
                      <a:pt x="97827" y="303331"/>
                      <a:pt x="87893" y="290198"/>
                    </a:cubicBezTo>
                    <a:cubicBezTo>
                      <a:pt x="87893" y="290198"/>
                      <a:pt x="98949" y="284794"/>
                      <a:pt x="118567" y="289366"/>
                    </a:cubicBezTo>
                    <a:cubicBezTo>
                      <a:pt x="138185" y="293938"/>
                      <a:pt x="154728" y="285916"/>
                      <a:pt x="155310" y="275068"/>
                    </a:cubicBezTo>
                    <a:lnTo>
                      <a:pt x="63870" y="235790"/>
                    </a:lnTo>
                    <a:cubicBezTo>
                      <a:pt x="60586" y="226439"/>
                      <a:pt x="47244" y="173985"/>
                      <a:pt x="111044" y="60060"/>
                    </a:cubicBezTo>
                    <a:lnTo>
                      <a:pt x="15448" y="0"/>
                    </a:lnTo>
                    <a:cubicBezTo>
                      <a:pt x="-4960" y="80384"/>
                      <a:pt x="-7786" y="169164"/>
                      <a:pt x="23137" y="261519"/>
                    </a:cubicBezTo>
                    <a:cubicBezTo>
                      <a:pt x="23137" y="261519"/>
                      <a:pt x="41134" y="366425"/>
                      <a:pt x="77627" y="387623"/>
                    </a:cubicBezTo>
                    <a:cubicBezTo>
                      <a:pt x="114120" y="408820"/>
                      <a:pt x="169607" y="379019"/>
                      <a:pt x="169607" y="3790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9" name="Google Shape;2019;p59"/>
              <p:cNvSpPr/>
              <p:nvPr/>
            </p:nvSpPr>
            <p:spPr>
              <a:xfrm>
                <a:off x="8189581" y="4103993"/>
                <a:ext cx="303642" cy="540368"/>
              </a:xfrm>
              <a:custGeom>
                <a:rect b="b" l="l" r="r" t="t"/>
                <a:pathLst>
                  <a:path extrusionOk="0" h="540368" w="303642">
                    <a:moveTo>
                      <a:pt x="84311" y="3200"/>
                    </a:moveTo>
                    <a:cubicBezTo>
                      <a:pt x="84311" y="3200"/>
                      <a:pt x="-123507" y="269540"/>
                      <a:pt x="113406" y="540369"/>
                    </a:cubicBezTo>
                    <a:lnTo>
                      <a:pt x="202643" y="532056"/>
                    </a:lnTo>
                    <a:cubicBezTo>
                      <a:pt x="202643" y="532056"/>
                      <a:pt x="30902" y="256282"/>
                      <a:pt x="107379" y="36493"/>
                    </a:cubicBezTo>
                    <a:lnTo>
                      <a:pt x="233774" y="45720"/>
                    </a:lnTo>
                    <a:lnTo>
                      <a:pt x="303642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6483934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59"/>
              <p:cNvSpPr/>
              <p:nvPr/>
            </p:nvSpPr>
            <p:spPr>
              <a:xfrm>
                <a:off x="7627079" y="3457453"/>
                <a:ext cx="1079589" cy="676184"/>
              </a:xfrm>
              <a:custGeom>
                <a:rect b="b" l="l" r="r" t="t"/>
                <a:pathLst>
                  <a:path extrusionOk="0" h="676184" w="1079589">
                    <a:moveTo>
                      <a:pt x="33376" y="51058"/>
                    </a:moveTo>
                    <a:lnTo>
                      <a:pt x="1021011" y="59"/>
                    </a:lnTo>
                    <a:cubicBezTo>
                      <a:pt x="1040380" y="-938"/>
                      <a:pt x="1056714" y="10741"/>
                      <a:pt x="1057254" y="26037"/>
                    </a:cubicBezTo>
                    <a:lnTo>
                      <a:pt x="1079574" y="624096"/>
                    </a:lnTo>
                    <a:cubicBezTo>
                      <a:pt x="1080156" y="639475"/>
                      <a:pt x="1064570" y="652484"/>
                      <a:pt x="1045076" y="652900"/>
                    </a:cubicBezTo>
                    <a:cubicBezTo>
                      <a:pt x="866353" y="656640"/>
                      <a:pt x="72487" y="673681"/>
                      <a:pt x="37407" y="676175"/>
                    </a:cubicBezTo>
                    <a:cubicBezTo>
                      <a:pt x="2328" y="678669"/>
                      <a:pt x="291" y="197736"/>
                      <a:pt x="0" y="78989"/>
                    </a:cubicBezTo>
                    <a:cubicBezTo>
                      <a:pt x="166" y="64317"/>
                      <a:pt x="14797" y="52014"/>
                      <a:pt x="33376" y="51058"/>
                    </a:cubicBezTo>
                    <a:close/>
                  </a:path>
                </a:pathLst>
              </a:custGeom>
              <a:solidFill>
                <a:srgbClr val="DE7FD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59"/>
              <p:cNvSpPr/>
              <p:nvPr/>
            </p:nvSpPr>
            <p:spPr>
              <a:xfrm>
                <a:off x="7654719" y="3478358"/>
                <a:ext cx="1024460" cy="633573"/>
              </a:xfrm>
              <a:custGeom>
                <a:rect b="b" l="l" r="r" t="t"/>
                <a:pathLst>
                  <a:path extrusionOk="0" h="633573" w="1024460">
                    <a:moveTo>
                      <a:pt x="25644" y="633573"/>
                    </a:moveTo>
                    <a:lnTo>
                      <a:pt x="24938" y="631080"/>
                    </a:lnTo>
                    <a:cubicBezTo>
                      <a:pt x="10058" y="576382"/>
                      <a:pt x="249" y="351273"/>
                      <a:pt x="0" y="57501"/>
                    </a:cubicBezTo>
                    <a:cubicBezTo>
                      <a:pt x="208" y="53827"/>
                      <a:pt x="3284" y="50968"/>
                      <a:pt x="6941" y="51017"/>
                    </a:cubicBezTo>
                    <a:lnTo>
                      <a:pt x="994576" y="19"/>
                    </a:lnTo>
                    <a:cubicBezTo>
                      <a:pt x="996363" y="-106"/>
                      <a:pt x="998109" y="393"/>
                      <a:pt x="999564" y="1432"/>
                    </a:cubicBezTo>
                    <a:cubicBezTo>
                      <a:pt x="1001143" y="2517"/>
                      <a:pt x="1002099" y="4271"/>
                      <a:pt x="1002182" y="6170"/>
                    </a:cubicBezTo>
                    <a:lnTo>
                      <a:pt x="1024460" y="604313"/>
                    </a:lnTo>
                    <a:cubicBezTo>
                      <a:pt x="1024377" y="608066"/>
                      <a:pt x="1021260" y="611050"/>
                      <a:pt x="1017519" y="611004"/>
                    </a:cubicBezTo>
                    <a:lnTo>
                      <a:pt x="1017519" y="611004"/>
                    </a:lnTo>
                    <a:cubicBezTo>
                      <a:pt x="875205" y="613997"/>
                      <a:pt x="158690" y="629126"/>
                      <a:pt x="28305" y="633490"/>
                    </a:cubicBezTo>
                    <a:close/>
                    <a:moveTo>
                      <a:pt x="995075" y="6669"/>
                    </a:moveTo>
                    <a:lnTo>
                      <a:pt x="995075" y="6669"/>
                    </a:lnTo>
                    <a:lnTo>
                      <a:pt x="7481" y="57668"/>
                    </a:lnTo>
                    <a:cubicBezTo>
                      <a:pt x="7190" y="57651"/>
                      <a:pt x="6900" y="57738"/>
                      <a:pt x="6692" y="57917"/>
                    </a:cubicBezTo>
                    <a:cubicBezTo>
                      <a:pt x="7024" y="346410"/>
                      <a:pt x="16459" y="568526"/>
                      <a:pt x="30840" y="626840"/>
                    </a:cubicBezTo>
                    <a:cubicBezTo>
                      <a:pt x="168000" y="622351"/>
                      <a:pt x="876037" y="607430"/>
                      <a:pt x="1017395" y="604437"/>
                    </a:cubicBezTo>
                    <a:lnTo>
                      <a:pt x="1017395" y="604437"/>
                    </a:lnTo>
                    <a:cubicBezTo>
                      <a:pt x="1017644" y="604433"/>
                      <a:pt x="1017852" y="604342"/>
                      <a:pt x="1018018" y="604188"/>
                    </a:cubicBezTo>
                    <a:lnTo>
                      <a:pt x="995616" y="6503"/>
                    </a:lnTo>
                    <a:cubicBezTo>
                      <a:pt x="995616" y="6503"/>
                      <a:pt x="995366" y="6669"/>
                      <a:pt x="995075" y="6669"/>
                    </a:cubicBezTo>
                    <a:close/>
                  </a:path>
                </a:pathLst>
              </a:custGeom>
              <a:solidFill>
                <a:srgbClr val="FFFFFF">
                  <a:alpha val="768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59"/>
              <p:cNvSpPr/>
              <p:nvPr/>
            </p:nvSpPr>
            <p:spPr>
              <a:xfrm>
                <a:off x="8305990" y="3537560"/>
                <a:ext cx="296952" cy="67009"/>
              </a:xfrm>
              <a:custGeom>
                <a:rect b="b" l="l" r="r" t="t"/>
                <a:pathLst>
                  <a:path extrusionOk="0" h="67009" w="296952">
                    <a:moveTo>
                      <a:pt x="73" y="40113"/>
                    </a:moveTo>
                    <a:lnTo>
                      <a:pt x="73" y="40113"/>
                    </a:lnTo>
                    <a:cubicBezTo>
                      <a:pt x="738" y="55242"/>
                      <a:pt x="6308" y="67295"/>
                      <a:pt x="12542" y="67004"/>
                    </a:cubicBezTo>
                    <a:lnTo>
                      <a:pt x="286862" y="54785"/>
                    </a:lnTo>
                    <a:cubicBezTo>
                      <a:pt x="293097" y="54494"/>
                      <a:pt x="297586" y="42025"/>
                      <a:pt x="296879" y="26896"/>
                    </a:cubicBezTo>
                    <a:lnTo>
                      <a:pt x="296879" y="26896"/>
                    </a:lnTo>
                    <a:cubicBezTo>
                      <a:pt x="296214" y="11766"/>
                      <a:pt x="290645" y="-246"/>
                      <a:pt x="284410" y="4"/>
                    </a:cubicBezTo>
                    <a:lnTo>
                      <a:pt x="10090" y="12473"/>
                    </a:lnTo>
                    <a:cubicBezTo>
                      <a:pt x="3856" y="12515"/>
                      <a:pt x="-633" y="25025"/>
                      <a:pt x="73" y="40113"/>
                    </a:cubicBezTo>
                    <a:close/>
                  </a:path>
                </a:pathLst>
              </a:custGeom>
              <a:solidFill>
                <a:srgbClr val="FFFFFF">
                  <a:alpha val="768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59"/>
              <p:cNvSpPr/>
              <p:nvPr/>
            </p:nvSpPr>
            <p:spPr>
              <a:xfrm>
                <a:off x="8307210" y="3625554"/>
                <a:ext cx="297151" cy="39818"/>
              </a:xfrm>
              <a:custGeom>
                <a:rect b="b" l="l" r="r" t="t"/>
                <a:pathLst>
                  <a:path extrusionOk="0" h="39818" w="297151">
                    <a:moveTo>
                      <a:pt x="16" y="26601"/>
                    </a:moveTo>
                    <a:lnTo>
                      <a:pt x="16" y="26601"/>
                    </a:lnTo>
                    <a:cubicBezTo>
                      <a:pt x="-275" y="33488"/>
                      <a:pt x="5004" y="39353"/>
                      <a:pt x="11862" y="39818"/>
                    </a:cubicBezTo>
                    <a:lnTo>
                      <a:pt x="286390" y="27349"/>
                    </a:lnTo>
                    <a:cubicBezTo>
                      <a:pt x="293206" y="26414"/>
                      <a:pt x="297986" y="20121"/>
                      <a:pt x="297030" y="13300"/>
                    </a:cubicBezTo>
                    <a:cubicBezTo>
                      <a:pt x="297030" y="13259"/>
                      <a:pt x="297030" y="13217"/>
                      <a:pt x="297030" y="13176"/>
                    </a:cubicBezTo>
                    <a:lnTo>
                      <a:pt x="297030" y="13176"/>
                    </a:lnTo>
                    <a:cubicBezTo>
                      <a:pt x="297445" y="6301"/>
                      <a:pt x="292167" y="403"/>
                      <a:pt x="285309" y="8"/>
                    </a:cubicBezTo>
                    <a:cubicBezTo>
                      <a:pt x="285268" y="4"/>
                      <a:pt x="285226" y="4"/>
                      <a:pt x="285184" y="0"/>
                    </a:cubicBezTo>
                    <a:lnTo>
                      <a:pt x="10864" y="12220"/>
                    </a:lnTo>
                    <a:cubicBezTo>
                      <a:pt x="4463" y="12677"/>
                      <a:pt x="-316" y="19036"/>
                      <a:pt x="16" y="266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59"/>
              <p:cNvSpPr/>
              <p:nvPr/>
            </p:nvSpPr>
            <p:spPr>
              <a:xfrm>
                <a:off x="8307210" y="3682579"/>
                <a:ext cx="297151" cy="39818"/>
              </a:xfrm>
              <a:custGeom>
                <a:rect b="b" l="l" r="r" t="t"/>
                <a:pathLst>
                  <a:path extrusionOk="0" h="39818" w="297151">
                    <a:moveTo>
                      <a:pt x="16" y="26601"/>
                    </a:moveTo>
                    <a:lnTo>
                      <a:pt x="16" y="26601"/>
                    </a:lnTo>
                    <a:cubicBezTo>
                      <a:pt x="-275" y="33488"/>
                      <a:pt x="5004" y="39353"/>
                      <a:pt x="11862" y="39818"/>
                    </a:cubicBezTo>
                    <a:lnTo>
                      <a:pt x="286390" y="27349"/>
                    </a:lnTo>
                    <a:cubicBezTo>
                      <a:pt x="293206" y="26414"/>
                      <a:pt x="297986" y="20125"/>
                      <a:pt x="297030" y="13300"/>
                    </a:cubicBezTo>
                    <a:cubicBezTo>
                      <a:pt x="297030" y="13259"/>
                      <a:pt x="297030" y="13217"/>
                      <a:pt x="297030" y="13176"/>
                    </a:cubicBezTo>
                    <a:lnTo>
                      <a:pt x="297030" y="13176"/>
                    </a:lnTo>
                    <a:cubicBezTo>
                      <a:pt x="297445" y="6301"/>
                      <a:pt x="292167" y="403"/>
                      <a:pt x="285309" y="8"/>
                    </a:cubicBezTo>
                    <a:cubicBezTo>
                      <a:pt x="285268" y="4"/>
                      <a:pt x="285226" y="0"/>
                      <a:pt x="285184" y="0"/>
                    </a:cubicBezTo>
                    <a:lnTo>
                      <a:pt x="10864" y="12220"/>
                    </a:lnTo>
                    <a:cubicBezTo>
                      <a:pt x="4463" y="12677"/>
                      <a:pt x="-316" y="19036"/>
                      <a:pt x="16" y="266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5" name="Google Shape;2025;p59"/>
              <p:cNvSpPr/>
              <p:nvPr/>
            </p:nvSpPr>
            <p:spPr>
              <a:xfrm>
                <a:off x="7883065" y="3550095"/>
                <a:ext cx="388020" cy="490887"/>
              </a:xfrm>
              <a:custGeom>
                <a:rect b="b" l="l" r="r" t="t"/>
                <a:pathLst>
                  <a:path extrusionOk="0" h="490887" w="388020">
                    <a:moveTo>
                      <a:pt x="47969" y="490888"/>
                    </a:moveTo>
                    <a:lnTo>
                      <a:pt x="36996" y="490888"/>
                    </a:lnTo>
                    <a:cubicBezTo>
                      <a:pt x="30346" y="490850"/>
                      <a:pt x="24777" y="485859"/>
                      <a:pt x="23987" y="479250"/>
                    </a:cubicBezTo>
                    <a:lnTo>
                      <a:pt x="88" y="273177"/>
                    </a:lnTo>
                    <a:cubicBezTo>
                      <a:pt x="-743" y="265974"/>
                      <a:pt x="4411" y="259449"/>
                      <a:pt x="11601" y="258601"/>
                    </a:cubicBezTo>
                    <a:cubicBezTo>
                      <a:pt x="11643" y="258597"/>
                      <a:pt x="11684" y="258593"/>
                      <a:pt x="11726" y="258588"/>
                    </a:cubicBezTo>
                    <a:cubicBezTo>
                      <a:pt x="24486" y="256780"/>
                      <a:pt x="36747" y="252321"/>
                      <a:pt x="47720" y="245496"/>
                    </a:cubicBezTo>
                    <a:cubicBezTo>
                      <a:pt x="53165" y="241922"/>
                      <a:pt x="59441" y="225338"/>
                      <a:pt x="64969" y="210707"/>
                    </a:cubicBezTo>
                    <a:cubicBezTo>
                      <a:pt x="73489" y="188138"/>
                      <a:pt x="84088" y="160000"/>
                      <a:pt x="103581" y="137722"/>
                    </a:cubicBezTo>
                    <a:cubicBezTo>
                      <a:pt x="135211" y="101603"/>
                      <a:pt x="129974" y="47362"/>
                      <a:pt x="129268" y="41294"/>
                    </a:cubicBezTo>
                    <a:cubicBezTo>
                      <a:pt x="127689" y="27952"/>
                      <a:pt x="137996" y="8376"/>
                      <a:pt x="154206" y="2141"/>
                    </a:cubicBezTo>
                    <a:cubicBezTo>
                      <a:pt x="164057" y="-1683"/>
                      <a:pt x="183716" y="-3678"/>
                      <a:pt x="205204" y="26040"/>
                    </a:cubicBezTo>
                    <a:cubicBezTo>
                      <a:pt x="231972" y="63115"/>
                      <a:pt x="220292" y="113074"/>
                      <a:pt x="212561" y="146159"/>
                    </a:cubicBezTo>
                    <a:cubicBezTo>
                      <a:pt x="210276" y="154671"/>
                      <a:pt x="208613" y="163337"/>
                      <a:pt x="207574" y="172095"/>
                    </a:cubicBezTo>
                    <a:lnTo>
                      <a:pt x="207574" y="172718"/>
                    </a:lnTo>
                    <a:cubicBezTo>
                      <a:pt x="214265" y="176874"/>
                      <a:pt x="244690" y="172219"/>
                      <a:pt x="262978" y="169393"/>
                    </a:cubicBezTo>
                    <a:cubicBezTo>
                      <a:pt x="272663" y="167897"/>
                      <a:pt x="282679" y="166317"/>
                      <a:pt x="292405" y="165237"/>
                    </a:cubicBezTo>
                    <a:cubicBezTo>
                      <a:pt x="326446" y="161080"/>
                      <a:pt x="366430" y="162784"/>
                      <a:pt x="373912" y="209585"/>
                    </a:cubicBezTo>
                    <a:cubicBezTo>
                      <a:pt x="376364" y="225242"/>
                      <a:pt x="371417" y="241148"/>
                      <a:pt x="360445" y="252603"/>
                    </a:cubicBezTo>
                    <a:cubicBezTo>
                      <a:pt x="375449" y="265488"/>
                      <a:pt x="383222" y="279537"/>
                      <a:pt x="383596" y="294500"/>
                    </a:cubicBezTo>
                    <a:cubicBezTo>
                      <a:pt x="383596" y="306420"/>
                      <a:pt x="379398" y="317958"/>
                      <a:pt x="371792" y="327127"/>
                    </a:cubicBezTo>
                    <a:cubicBezTo>
                      <a:pt x="384843" y="338852"/>
                      <a:pt x="390620" y="356683"/>
                      <a:pt x="386921" y="373845"/>
                    </a:cubicBezTo>
                    <a:cubicBezTo>
                      <a:pt x="384385" y="385989"/>
                      <a:pt x="378068" y="397016"/>
                      <a:pt x="368840" y="405308"/>
                    </a:cubicBezTo>
                    <a:cubicBezTo>
                      <a:pt x="373870" y="410853"/>
                      <a:pt x="376572" y="418114"/>
                      <a:pt x="376364" y="425591"/>
                    </a:cubicBezTo>
                    <a:cubicBezTo>
                      <a:pt x="375740" y="448451"/>
                      <a:pt x="348183" y="471311"/>
                      <a:pt x="310859" y="479832"/>
                    </a:cubicBezTo>
                    <a:cubicBezTo>
                      <a:pt x="265513" y="490181"/>
                      <a:pt x="93689" y="490888"/>
                      <a:pt x="47969" y="490888"/>
                    </a:cubicBezTo>
                    <a:close/>
                    <a:moveTo>
                      <a:pt x="27603" y="282238"/>
                    </a:moveTo>
                    <a:lnTo>
                      <a:pt x="48759" y="464578"/>
                    </a:lnTo>
                    <a:cubicBezTo>
                      <a:pt x="94770" y="464578"/>
                      <a:pt x="263103" y="463788"/>
                      <a:pt x="304833" y="454187"/>
                    </a:cubicBezTo>
                    <a:cubicBezTo>
                      <a:pt x="334509" y="447329"/>
                      <a:pt x="349763" y="431660"/>
                      <a:pt x="349971" y="424843"/>
                    </a:cubicBezTo>
                    <a:cubicBezTo>
                      <a:pt x="349971" y="422183"/>
                      <a:pt x="345108" y="418983"/>
                      <a:pt x="337502" y="416821"/>
                    </a:cubicBezTo>
                    <a:cubicBezTo>
                      <a:pt x="330519" y="414793"/>
                      <a:pt x="326529" y="407499"/>
                      <a:pt x="328565" y="400537"/>
                    </a:cubicBezTo>
                    <a:cubicBezTo>
                      <a:pt x="330062" y="395362"/>
                      <a:pt x="334592" y="391638"/>
                      <a:pt x="339954" y="391135"/>
                    </a:cubicBezTo>
                    <a:cubicBezTo>
                      <a:pt x="349015" y="390304"/>
                      <a:pt x="358574" y="379996"/>
                      <a:pt x="360736" y="368649"/>
                    </a:cubicBezTo>
                    <a:cubicBezTo>
                      <a:pt x="362357" y="360336"/>
                      <a:pt x="360985" y="348865"/>
                      <a:pt x="344983" y="340427"/>
                    </a:cubicBezTo>
                    <a:cubicBezTo>
                      <a:pt x="338582" y="337048"/>
                      <a:pt x="336088" y="329101"/>
                      <a:pt x="339497" y="322684"/>
                    </a:cubicBezTo>
                    <a:cubicBezTo>
                      <a:pt x="340453" y="320867"/>
                      <a:pt x="341824" y="319300"/>
                      <a:pt x="343487" y="318108"/>
                    </a:cubicBezTo>
                    <a:cubicBezTo>
                      <a:pt x="343487" y="318108"/>
                      <a:pt x="357286" y="307592"/>
                      <a:pt x="356912" y="294998"/>
                    </a:cubicBezTo>
                    <a:cubicBezTo>
                      <a:pt x="356538" y="282405"/>
                      <a:pt x="343071" y="271598"/>
                      <a:pt x="331973" y="264407"/>
                    </a:cubicBezTo>
                    <a:cubicBezTo>
                      <a:pt x="328150" y="261897"/>
                      <a:pt x="325864" y="257599"/>
                      <a:pt x="325947" y="253019"/>
                    </a:cubicBezTo>
                    <a:cubicBezTo>
                      <a:pt x="326072" y="248418"/>
                      <a:pt x="328565" y="244212"/>
                      <a:pt x="332555" y="241922"/>
                    </a:cubicBezTo>
                    <a:cubicBezTo>
                      <a:pt x="333221" y="241547"/>
                      <a:pt x="350470" y="231032"/>
                      <a:pt x="347685" y="213700"/>
                    </a:cubicBezTo>
                    <a:cubicBezTo>
                      <a:pt x="345606" y="200607"/>
                      <a:pt x="343279" y="185728"/>
                      <a:pt x="295190" y="191339"/>
                    </a:cubicBezTo>
                    <a:cubicBezTo>
                      <a:pt x="285963" y="192378"/>
                      <a:pt x="276195" y="193915"/>
                      <a:pt x="266760" y="195495"/>
                    </a:cubicBezTo>
                    <a:cubicBezTo>
                      <a:pt x="231680" y="200940"/>
                      <a:pt x="203916" y="205221"/>
                      <a:pt x="189327" y="192087"/>
                    </a:cubicBezTo>
                    <a:cubicBezTo>
                      <a:pt x="183383" y="186721"/>
                      <a:pt x="180308" y="178895"/>
                      <a:pt x="181015" y="170931"/>
                    </a:cubicBezTo>
                    <a:cubicBezTo>
                      <a:pt x="182054" y="160565"/>
                      <a:pt x="183924" y="150307"/>
                      <a:pt x="186667" y="140257"/>
                    </a:cubicBezTo>
                    <a:cubicBezTo>
                      <a:pt x="193692" y="110165"/>
                      <a:pt x="203293" y="68934"/>
                      <a:pt x="183591" y="41543"/>
                    </a:cubicBezTo>
                    <a:cubicBezTo>
                      <a:pt x="175902" y="30945"/>
                      <a:pt x="168337" y="25167"/>
                      <a:pt x="163807" y="26663"/>
                    </a:cubicBezTo>
                    <a:cubicBezTo>
                      <a:pt x="159235" y="29111"/>
                      <a:pt x="156076" y="33555"/>
                      <a:pt x="155245" y="38675"/>
                    </a:cubicBezTo>
                    <a:cubicBezTo>
                      <a:pt x="156035" y="45616"/>
                      <a:pt x="162311" y="110539"/>
                      <a:pt x="123241" y="155054"/>
                    </a:cubicBezTo>
                    <a:cubicBezTo>
                      <a:pt x="106865" y="173757"/>
                      <a:pt x="97596" y="198321"/>
                      <a:pt x="89408" y="220018"/>
                    </a:cubicBezTo>
                    <a:cubicBezTo>
                      <a:pt x="81220" y="241714"/>
                      <a:pt x="74612" y="259170"/>
                      <a:pt x="62101" y="267442"/>
                    </a:cubicBezTo>
                    <a:cubicBezTo>
                      <a:pt x="51502" y="274183"/>
                      <a:pt x="39823" y="279129"/>
                      <a:pt x="27603" y="282072"/>
                    </a:cubicBezTo>
                    <a:close/>
                  </a:path>
                </a:pathLst>
              </a:custGeom>
              <a:solidFill>
                <a:srgbClr val="FFFFFF">
                  <a:alpha val="768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6" name="Google Shape;2026;p59"/>
              <p:cNvSpPr/>
              <p:nvPr/>
            </p:nvSpPr>
            <p:spPr>
              <a:xfrm>
                <a:off x="8387819" y="5340927"/>
                <a:ext cx="315019" cy="722126"/>
              </a:xfrm>
              <a:custGeom>
                <a:rect b="b" l="l" r="r" t="t"/>
                <a:pathLst>
                  <a:path extrusionOk="0" h="722126" w="315019">
                    <a:moveTo>
                      <a:pt x="0" y="70118"/>
                    </a:moveTo>
                    <a:cubicBezTo>
                      <a:pt x="0" y="70118"/>
                      <a:pt x="168499" y="437416"/>
                      <a:pt x="256946" y="589663"/>
                    </a:cubicBezTo>
                    <a:cubicBezTo>
                      <a:pt x="256946" y="589663"/>
                      <a:pt x="274486" y="685260"/>
                      <a:pt x="256946" y="715477"/>
                    </a:cubicBezTo>
                    <a:lnTo>
                      <a:pt x="241983" y="722127"/>
                    </a:lnTo>
                    <a:lnTo>
                      <a:pt x="311810" y="720048"/>
                    </a:lnTo>
                    <a:cubicBezTo>
                      <a:pt x="311810" y="720048"/>
                      <a:pt x="318003" y="591201"/>
                      <a:pt x="313182" y="584094"/>
                    </a:cubicBezTo>
                    <a:cubicBezTo>
                      <a:pt x="309691" y="579688"/>
                      <a:pt x="304287" y="577194"/>
                      <a:pt x="298635" y="577402"/>
                    </a:cubicBezTo>
                    <a:cubicBezTo>
                      <a:pt x="298635" y="577402"/>
                      <a:pt x="268667" y="340115"/>
                      <a:pt x="181966" y="289449"/>
                    </a:cubicBezTo>
                    <a:lnTo>
                      <a:pt x="978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7" name="Google Shape;2027;p59"/>
              <p:cNvSpPr/>
              <p:nvPr/>
            </p:nvSpPr>
            <p:spPr>
              <a:xfrm>
                <a:off x="8599959" y="5917497"/>
                <a:ext cx="129650" cy="164505"/>
              </a:xfrm>
              <a:custGeom>
                <a:rect b="b" l="l" r="r" t="t"/>
                <a:pathLst>
                  <a:path extrusionOk="0" h="164505" w="129650">
                    <a:moveTo>
                      <a:pt x="0" y="163470"/>
                    </a:moveTo>
                    <a:cubicBezTo>
                      <a:pt x="0" y="165174"/>
                      <a:pt x="54532" y="164384"/>
                      <a:pt x="84208" y="163844"/>
                    </a:cubicBezTo>
                    <a:cubicBezTo>
                      <a:pt x="95181" y="163636"/>
                      <a:pt x="104533" y="155947"/>
                      <a:pt x="106860" y="145224"/>
                    </a:cubicBezTo>
                    <a:lnTo>
                      <a:pt x="129263" y="27474"/>
                    </a:lnTo>
                    <a:cubicBezTo>
                      <a:pt x="131425" y="16293"/>
                      <a:pt x="124317" y="5362"/>
                      <a:pt x="113178" y="2868"/>
                    </a:cubicBezTo>
                    <a:lnTo>
                      <a:pt x="100709" y="0"/>
                    </a:lnTo>
                    <a:cubicBezTo>
                      <a:pt x="100709" y="0"/>
                      <a:pt x="82878" y="24481"/>
                      <a:pt x="88489" y="47549"/>
                    </a:cubicBezTo>
                    <a:cubicBezTo>
                      <a:pt x="94100" y="70617"/>
                      <a:pt x="99130" y="130302"/>
                      <a:pt x="84915" y="137285"/>
                    </a:cubicBezTo>
                    <a:cubicBezTo>
                      <a:pt x="70700" y="144268"/>
                      <a:pt x="29885" y="145598"/>
                      <a:pt x="29885" y="145598"/>
                    </a:cubicBezTo>
                    <a:cubicBezTo>
                      <a:pt x="29885" y="145598"/>
                      <a:pt x="915" y="148299"/>
                      <a:pt x="0" y="16347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592461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8" name="Google Shape;2028;p59"/>
              <p:cNvSpPr/>
              <p:nvPr/>
            </p:nvSpPr>
            <p:spPr>
              <a:xfrm>
                <a:off x="8224995" y="6021947"/>
                <a:ext cx="181456" cy="72694"/>
              </a:xfrm>
              <a:custGeom>
                <a:rect b="b" l="l" r="r" t="t"/>
                <a:pathLst>
                  <a:path extrusionOk="0" h="72694" w="181456">
                    <a:moveTo>
                      <a:pt x="3094" y="61140"/>
                    </a:moveTo>
                    <a:cubicBezTo>
                      <a:pt x="143" y="62844"/>
                      <a:pt x="-896" y="66627"/>
                      <a:pt x="850" y="69619"/>
                    </a:cubicBezTo>
                    <a:cubicBezTo>
                      <a:pt x="1930" y="71531"/>
                      <a:pt x="4008" y="72695"/>
                      <a:pt x="6211" y="72695"/>
                    </a:cubicBezTo>
                    <a:cubicBezTo>
                      <a:pt x="56088" y="72196"/>
                      <a:pt x="167187" y="70617"/>
                      <a:pt x="177079" y="66502"/>
                    </a:cubicBezTo>
                    <a:cubicBezTo>
                      <a:pt x="189840" y="61182"/>
                      <a:pt x="172424" y="15296"/>
                      <a:pt x="154095" y="0"/>
                    </a:cubicBezTo>
                    <a:lnTo>
                      <a:pt x="52846" y="33251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592461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9" name="Google Shape;2029;p59"/>
              <p:cNvSpPr/>
              <p:nvPr/>
            </p:nvSpPr>
            <p:spPr>
              <a:xfrm>
                <a:off x="8196667" y="5387603"/>
                <a:ext cx="182422" cy="675325"/>
              </a:xfrm>
              <a:custGeom>
                <a:rect b="b" l="l" r="r" t="t"/>
                <a:pathLst>
                  <a:path extrusionOk="0" h="675325" w="182422">
                    <a:moveTo>
                      <a:pt x="0" y="0"/>
                    </a:moveTo>
                    <a:cubicBezTo>
                      <a:pt x="0" y="0"/>
                      <a:pt x="108897" y="526819"/>
                      <a:pt x="139695" y="629606"/>
                    </a:cubicBezTo>
                    <a:lnTo>
                      <a:pt x="66834" y="675326"/>
                    </a:lnTo>
                    <a:cubicBezTo>
                      <a:pt x="66834" y="675326"/>
                      <a:pt x="103327" y="669133"/>
                      <a:pt x="130427" y="667013"/>
                    </a:cubicBezTo>
                    <a:cubicBezTo>
                      <a:pt x="157526" y="664893"/>
                      <a:pt x="182423" y="633762"/>
                      <a:pt x="182423" y="633762"/>
                    </a:cubicBezTo>
                    <a:lnTo>
                      <a:pt x="173694" y="619797"/>
                    </a:lnTo>
                    <a:cubicBezTo>
                      <a:pt x="173694" y="619797"/>
                      <a:pt x="146387" y="95846"/>
                      <a:pt x="152912" y="3636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0" name="Google Shape;2030;p59"/>
              <p:cNvSpPr/>
              <p:nvPr/>
            </p:nvSpPr>
            <p:spPr>
              <a:xfrm>
                <a:off x="7803676" y="4003480"/>
                <a:ext cx="357122" cy="706552"/>
              </a:xfrm>
              <a:custGeom>
                <a:rect b="b" l="l" r="r" t="t"/>
                <a:pathLst>
                  <a:path extrusionOk="0" h="706552" w="357122">
                    <a:moveTo>
                      <a:pt x="122662" y="155294"/>
                    </a:moveTo>
                    <a:cubicBezTo>
                      <a:pt x="122662" y="155294"/>
                      <a:pt x="107616" y="429323"/>
                      <a:pt x="357122" y="569393"/>
                    </a:cubicBezTo>
                    <a:lnTo>
                      <a:pt x="297063" y="706553"/>
                    </a:lnTo>
                    <a:cubicBezTo>
                      <a:pt x="297063" y="706553"/>
                      <a:pt x="71164" y="569933"/>
                      <a:pt x="79519" y="197273"/>
                    </a:cubicBezTo>
                    <a:cubicBezTo>
                      <a:pt x="79685" y="186592"/>
                      <a:pt x="75903" y="176242"/>
                      <a:pt x="68920" y="168179"/>
                    </a:cubicBezTo>
                    <a:lnTo>
                      <a:pt x="20914" y="112484"/>
                    </a:lnTo>
                    <a:cubicBezTo>
                      <a:pt x="2626" y="91270"/>
                      <a:pt x="-4232" y="62479"/>
                      <a:pt x="2584" y="35300"/>
                    </a:cubicBezTo>
                    <a:lnTo>
                      <a:pt x="8902" y="10071"/>
                    </a:lnTo>
                    <a:cubicBezTo>
                      <a:pt x="10565" y="3034"/>
                      <a:pt x="17630" y="-1313"/>
                      <a:pt x="24655" y="357"/>
                    </a:cubicBezTo>
                    <a:cubicBezTo>
                      <a:pt x="25901" y="653"/>
                      <a:pt x="27107" y="1122"/>
                      <a:pt x="28188" y="1758"/>
                    </a:cubicBezTo>
                    <a:lnTo>
                      <a:pt x="33217" y="4668"/>
                    </a:lnTo>
                    <a:cubicBezTo>
                      <a:pt x="49177" y="13949"/>
                      <a:pt x="61854" y="28026"/>
                      <a:pt x="69377" y="44901"/>
                    </a:cubicBezTo>
                    <a:lnTo>
                      <a:pt x="92985" y="97562"/>
                    </a:lnTo>
                    <a:cubicBezTo>
                      <a:pt x="101755" y="117268"/>
                      <a:pt x="122080" y="129234"/>
                      <a:pt x="143568" y="127363"/>
                    </a:cubicBezTo>
                    <a:lnTo>
                      <a:pt x="158157" y="126117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1" name="Google Shape;2031;p59"/>
              <p:cNvSpPr/>
              <p:nvPr/>
            </p:nvSpPr>
            <p:spPr>
              <a:xfrm>
                <a:off x="8092004" y="4551859"/>
                <a:ext cx="331559" cy="403481"/>
              </a:xfrm>
              <a:custGeom>
                <a:rect b="b" l="l" r="r" t="t"/>
                <a:pathLst>
                  <a:path extrusionOk="0" h="403481" w="331559">
                    <a:moveTo>
                      <a:pt x="60107" y="481"/>
                    </a:moveTo>
                    <a:cubicBezTo>
                      <a:pt x="101671" y="12036"/>
                      <a:pt x="243279" y="49235"/>
                      <a:pt x="331560" y="47739"/>
                    </a:cubicBezTo>
                    <a:lnTo>
                      <a:pt x="277527" y="353606"/>
                    </a:lnTo>
                    <a:lnTo>
                      <a:pt x="281683" y="403482"/>
                    </a:lnTo>
                    <a:lnTo>
                      <a:pt x="105038" y="402526"/>
                    </a:lnTo>
                    <a:cubicBezTo>
                      <a:pt x="105038" y="402526"/>
                      <a:pt x="55161" y="286979"/>
                      <a:pt x="16008" y="229372"/>
                    </a:cubicBezTo>
                    <a:cubicBezTo>
                      <a:pt x="4703" y="212746"/>
                      <a:pt x="13141" y="192920"/>
                      <a:pt x="19542" y="173843"/>
                    </a:cubicBezTo>
                    <a:lnTo>
                      <a:pt x="10730" y="167941"/>
                    </a:lnTo>
                    <a:cubicBezTo>
                      <a:pt x="1794" y="161997"/>
                      <a:pt x="-2113" y="150900"/>
                      <a:pt x="1129" y="140675"/>
                    </a:cubicBezTo>
                    <a:lnTo>
                      <a:pt x="44147" y="9001"/>
                    </a:lnTo>
                    <a:cubicBezTo>
                      <a:pt x="46350" y="2351"/>
                      <a:pt x="53374" y="-1390"/>
                      <a:pt x="60107" y="48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2" name="Google Shape;2032;p59"/>
              <p:cNvSpPr/>
              <p:nvPr/>
            </p:nvSpPr>
            <p:spPr>
              <a:xfrm>
                <a:off x="8169990" y="4922298"/>
                <a:ext cx="336866" cy="544662"/>
              </a:xfrm>
              <a:custGeom>
                <a:rect b="b" l="l" r="r" t="t"/>
                <a:pathLst>
                  <a:path extrusionOk="0" h="544662" w="336866">
                    <a:moveTo>
                      <a:pt x="12794" y="6151"/>
                    </a:moveTo>
                    <a:lnTo>
                      <a:pt x="16286" y="36368"/>
                    </a:lnTo>
                    <a:cubicBezTo>
                      <a:pt x="16286" y="36368"/>
                      <a:pt x="-33590" y="185997"/>
                      <a:pt x="41224" y="535132"/>
                    </a:cubicBezTo>
                    <a:cubicBezTo>
                      <a:pt x="41224" y="535132"/>
                      <a:pt x="203323" y="581101"/>
                      <a:pt x="336867" y="471124"/>
                    </a:cubicBezTo>
                    <a:cubicBezTo>
                      <a:pt x="336867" y="471124"/>
                      <a:pt x="299459" y="141400"/>
                      <a:pt x="288944" y="126146"/>
                    </a:cubicBezTo>
                    <a:cubicBezTo>
                      <a:pt x="237778" y="49627"/>
                      <a:pt x="203696" y="33001"/>
                      <a:pt x="203696" y="33001"/>
                    </a:cubicBezTo>
                    <a:lnTo>
                      <a:pt x="202159" y="0"/>
                    </a:lnTo>
                    <a:cubicBezTo>
                      <a:pt x="202159" y="0"/>
                      <a:pt x="59512" y="25811"/>
                      <a:pt x="12794" y="615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3" name="Google Shape;2033;p59"/>
              <p:cNvSpPr/>
              <p:nvPr/>
            </p:nvSpPr>
            <p:spPr>
              <a:xfrm>
                <a:off x="8251940" y="4463726"/>
                <a:ext cx="111439" cy="136414"/>
              </a:xfrm>
              <a:custGeom>
                <a:rect b="b" l="l" r="r" t="t"/>
                <a:pathLst>
                  <a:path extrusionOk="0" h="136414" w="111439">
                    <a:moveTo>
                      <a:pt x="7" y="113261"/>
                    </a:moveTo>
                    <a:cubicBezTo>
                      <a:pt x="-575" y="112430"/>
                      <a:pt x="36915" y="0"/>
                      <a:pt x="36915" y="0"/>
                    </a:cubicBezTo>
                    <a:lnTo>
                      <a:pt x="90657" y="4863"/>
                    </a:lnTo>
                    <a:lnTo>
                      <a:pt x="111439" y="132422"/>
                    </a:lnTo>
                    <a:cubicBezTo>
                      <a:pt x="111439" y="132422"/>
                      <a:pt x="27439" y="149422"/>
                      <a:pt x="7" y="11326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9B776"/>
                  </a:gs>
                  <a:gs pos="50000">
                    <a:srgbClr val="F6986B"/>
                  </a:gs>
                  <a:gs pos="100000">
                    <a:srgbClr val="F4796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59"/>
              <p:cNvSpPr/>
              <p:nvPr/>
            </p:nvSpPr>
            <p:spPr>
              <a:xfrm>
                <a:off x="8235451" y="4280959"/>
                <a:ext cx="204205" cy="200831"/>
              </a:xfrm>
              <a:custGeom>
                <a:rect b="b" l="l" r="r" t="t"/>
                <a:pathLst>
                  <a:path extrusionOk="0" h="200831" w="204205">
                    <a:moveTo>
                      <a:pt x="94303" y="5415"/>
                    </a:moveTo>
                    <a:cubicBezTo>
                      <a:pt x="90687" y="7660"/>
                      <a:pt x="-20537" y="53629"/>
                      <a:pt x="3362" y="169135"/>
                    </a:cubicBezTo>
                    <a:cubicBezTo>
                      <a:pt x="4775" y="175992"/>
                      <a:pt x="9430" y="181728"/>
                      <a:pt x="15831" y="184555"/>
                    </a:cubicBezTo>
                    <a:cubicBezTo>
                      <a:pt x="45133" y="197647"/>
                      <a:pt x="77345" y="202968"/>
                      <a:pt x="109308" y="200058"/>
                    </a:cubicBezTo>
                    <a:cubicBezTo>
                      <a:pt x="167497" y="194115"/>
                      <a:pt x="205777" y="92408"/>
                      <a:pt x="204156" y="62898"/>
                    </a:cubicBezTo>
                    <a:cubicBezTo>
                      <a:pt x="202535" y="33388"/>
                      <a:pt x="129798" y="-16530"/>
                      <a:pt x="94303" y="54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1000">
                    <a:srgbClr val="FE7163"/>
                  </a:gs>
                  <a:gs pos="16000">
                    <a:srgbClr val="FE8076"/>
                  </a:gs>
                  <a:gs pos="34000">
                    <a:srgbClr val="FF8A84"/>
                  </a:gs>
                  <a:gs pos="57000">
                    <a:srgbClr val="FF908C"/>
                  </a:gs>
                  <a:gs pos="100000">
                    <a:srgbClr val="FF928E"/>
                  </a:gs>
                </a:gsLst>
                <a:lin ang="3996037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59"/>
              <p:cNvSpPr/>
              <p:nvPr/>
            </p:nvSpPr>
            <p:spPr>
              <a:xfrm>
                <a:off x="8252369" y="4238807"/>
                <a:ext cx="395657" cy="612758"/>
              </a:xfrm>
              <a:custGeom>
                <a:rect b="b" l="l" r="r" t="t"/>
                <a:pathLst>
                  <a:path extrusionOk="0" h="612758" w="395657">
                    <a:moveTo>
                      <a:pt x="111218" y="2678"/>
                    </a:moveTo>
                    <a:cubicBezTo>
                      <a:pt x="108309" y="3052"/>
                      <a:pt x="46919" y="24416"/>
                      <a:pt x="77386" y="68889"/>
                    </a:cubicBezTo>
                    <a:cubicBezTo>
                      <a:pt x="107852" y="113362"/>
                      <a:pt x="119198" y="139547"/>
                      <a:pt x="104817" y="159040"/>
                    </a:cubicBezTo>
                    <a:cubicBezTo>
                      <a:pt x="91725" y="176830"/>
                      <a:pt x="62672" y="166688"/>
                      <a:pt x="65207" y="203721"/>
                    </a:cubicBezTo>
                    <a:cubicBezTo>
                      <a:pt x="65789" y="211120"/>
                      <a:pt x="62422" y="218227"/>
                      <a:pt x="56354" y="222467"/>
                    </a:cubicBezTo>
                    <a:cubicBezTo>
                      <a:pt x="28964" y="241004"/>
                      <a:pt x="-37829" y="298030"/>
                      <a:pt x="28340" y="379369"/>
                    </a:cubicBezTo>
                    <a:cubicBezTo>
                      <a:pt x="33785" y="385895"/>
                      <a:pt x="34741" y="395080"/>
                      <a:pt x="30709" y="402562"/>
                    </a:cubicBezTo>
                    <a:cubicBezTo>
                      <a:pt x="11299" y="437309"/>
                      <a:pt x="-29392" y="539140"/>
                      <a:pt x="117993" y="595625"/>
                    </a:cubicBezTo>
                    <a:cubicBezTo>
                      <a:pt x="263466" y="651445"/>
                      <a:pt x="316210" y="556264"/>
                      <a:pt x="330882" y="518192"/>
                    </a:cubicBezTo>
                    <a:cubicBezTo>
                      <a:pt x="334124" y="510004"/>
                      <a:pt x="342229" y="504850"/>
                      <a:pt x="350999" y="505349"/>
                    </a:cubicBezTo>
                    <a:cubicBezTo>
                      <a:pt x="367001" y="506097"/>
                      <a:pt x="389653" y="503437"/>
                      <a:pt x="388406" y="482073"/>
                    </a:cubicBezTo>
                    <a:cubicBezTo>
                      <a:pt x="387783" y="469063"/>
                      <a:pt x="379678" y="457426"/>
                      <a:pt x="370076" y="448116"/>
                    </a:cubicBezTo>
                    <a:cubicBezTo>
                      <a:pt x="362097" y="440260"/>
                      <a:pt x="361930" y="427417"/>
                      <a:pt x="369786" y="419437"/>
                    </a:cubicBezTo>
                    <a:cubicBezTo>
                      <a:pt x="371032" y="418148"/>
                      <a:pt x="372446" y="417068"/>
                      <a:pt x="373984" y="416153"/>
                    </a:cubicBezTo>
                    <a:cubicBezTo>
                      <a:pt x="383668" y="410958"/>
                      <a:pt x="390775" y="402063"/>
                      <a:pt x="393643" y="391464"/>
                    </a:cubicBezTo>
                    <a:cubicBezTo>
                      <a:pt x="402455" y="358754"/>
                      <a:pt x="384832" y="260996"/>
                      <a:pt x="291105" y="244412"/>
                    </a:cubicBezTo>
                    <a:cubicBezTo>
                      <a:pt x="282627" y="242666"/>
                      <a:pt x="275935" y="236183"/>
                      <a:pt x="273940" y="227787"/>
                    </a:cubicBezTo>
                    <a:cubicBezTo>
                      <a:pt x="273940" y="227662"/>
                      <a:pt x="273940" y="227579"/>
                      <a:pt x="273940" y="227455"/>
                    </a:cubicBezTo>
                    <a:cubicBezTo>
                      <a:pt x="272485" y="219931"/>
                      <a:pt x="275394" y="212200"/>
                      <a:pt x="281463" y="207504"/>
                    </a:cubicBezTo>
                    <a:cubicBezTo>
                      <a:pt x="296426" y="196531"/>
                      <a:pt x="315628" y="174253"/>
                      <a:pt x="300042" y="139007"/>
                    </a:cubicBezTo>
                    <a:cubicBezTo>
                      <a:pt x="286201" y="107543"/>
                      <a:pt x="259684" y="96945"/>
                      <a:pt x="239983" y="93578"/>
                    </a:cubicBezTo>
                    <a:cubicBezTo>
                      <a:pt x="228843" y="91749"/>
                      <a:pt x="221320" y="81233"/>
                      <a:pt x="223191" y="70094"/>
                    </a:cubicBezTo>
                    <a:cubicBezTo>
                      <a:pt x="223232" y="69803"/>
                      <a:pt x="223274" y="69471"/>
                      <a:pt x="223357" y="69180"/>
                    </a:cubicBezTo>
                    <a:cubicBezTo>
                      <a:pt x="230090" y="38090"/>
                      <a:pt x="224271" y="-12160"/>
                      <a:pt x="111218" y="267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6" name="Google Shape;2036;p59"/>
              <p:cNvSpPr/>
              <p:nvPr/>
            </p:nvSpPr>
            <p:spPr>
              <a:xfrm>
                <a:off x="5503385" y="4398347"/>
                <a:ext cx="25602" cy="1555602"/>
              </a:xfrm>
              <a:custGeom>
                <a:rect b="b" l="l" r="r" t="t"/>
                <a:pathLst>
                  <a:path extrusionOk="0" h="1555602" w="25602">
                    <a:moveTo>
                      <a:pt x="12801" y="1555602"/>
                    </a:moveTo>
                    <a:cubicBezTo>
                      <a:pt x="5736" y="1555602"/>
                      <a:pt x="0" y="1549867"/>
                      <a:pt x="0" y="1542801"/>
                    </a:cubicBezTo>
                    <a:lnTo>
                      <a:pt x="0" y="12802"/>
                    </a:lnTo>
                    <a:cubicBezTo>
                      <a:pt x="0" y="5736"/>
                      <a:pt x="5736" y="0"/>
                      <a:pt x="12801" y="0"/>
                    </a:cubicBezTo>
                    <a:cubicBezTo>
                      <a:pt x="19867" y="0"/>
                      <a:pt x="25603" y="5736"/>
                      <a:pt x="25603" y="12802"/>
                    </a:cubicBezTo>
                    <a:lnTo>
                      <a:pt x="25603" y="1542801"/>
                    </a:lnTo>
                    <a:cubicBezTo>
                      <a:pt x="25603" y="1549867"/>
                      <a:pt x="19867" y="1555602"/>
                      <a:pt x="12801" y="155560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7" name="Google Shape;2037;p59"/>
              <p:cNvSpPr/>
              <p:nvPr/>
            </p:nvSpPr>
            <p:spPr>
              <a:xfrm>
                <a:off x="5156661" y="4398347"/>
                <a:ext cx="25603" cy="1555602"/>
              </a:xfrm>
              <a:custGeom>
                <a:rect b="b" l="l" r="r" t="t"/>
                <a:pathLst>
                  <a:path extrusionOk="0" h="1555602" w="25603">
                    <a:moveTo>
                      <a:pt x="12802" y="1555602"/>
                    </a:moveTo>
                    <a:cubicBezTo>
                      <a:pt x="5736" y="1555602"/>
                      <a:pt x="0" y="1549867"/>
                      <a:pt x="0" y="1542801"/>
                    </a:cubicBezTo>
                    <a:lnTo>
                      <a:pt x="0" y="12802"/>
                    </a:lnTo>
                    <a:cubicBezTo>
                      <a:pt x="0" y="5736"/>
                      <a:pt x="5736" y="0"/>
                      <a:pt x="12802" y="0"/>
                    </a:cubicBezTo>
                    <a:cubicBezTo>
                      <a:pt x="19868" y="0"/>
                      <a:pt x="25603" y="5736"/>
                      <a:pt x="25603" y="12802"/>
                    </a:cubicBezTo>
                    <a:lnTo>
                      <a:pt x="25603" y="1542801"/>
                    </a:lnTo>
                    <a:cubicBezTo>
                      <a:pt x="25603" y="1549867"/>
                      <a:pt x="19868" y="1555602"/>
                      <a:pt x="12802" y="155560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8" name="Google Shape;2038;p59"/>
              <p:cNvSpPr/>
              <p:nvPr/>
            </p:nvSpPr>
            <p:spPr>
              <a:xfrm>
                <a:off x="4304449" y="4398352"/>
                <a:ext cx="680166" cy="1565323"/>
              </a:xfrm>
              <a:custGeom>
                <a:rect b="b" l="l" r="r" t="t"/>
                <a:pathLst>
                  <a:path extrusionOk="0" h="1565323" w="680166">
                    <a:moveTo>
                      <a:pt x="12793" y="1565323"/>
                    </a:moveTo>
                    <a:cubicBezTo>
                      <a:pt x="5723" y="1565323"/>
                      <a:pt x="-4" y="1559587"/>
                      <a:pt x="0" y="1552521"/>
                    </a:cubicBezTo>
                    <a:cubicBezTo>
                      <a:pt x="4" y="1550776"/>
                      <a:pt x="353" y="1549072"/>
                      <a:pt x="1031" y="1547492"/>
                    </a:cubicBezTo>
                    <a:lnTo>
                      <a:pt x="655575" y="7809"/>
                    </a:lnTo>
                    <a:cubicBezTo>
                      <a:pt x="658343" y="1283"/>
                      <a:pt x="665858" y="-1751"/>
                      <a:pt x="672367" y="1034"/>
                    </a:cubicBezTo>
                    <a:cubicBezTo>
                      <a:pt x="678876" y="3819"/>
                      <a:pt x="681910" y="11300"/>
                      <a:pt x="679142" y="17826"/>
                    </a:cubicBezTo>
                    <a:lnTo>
                      <a:pt x="24556" y="1557717"/>
                    </a:lnTo>
                    <a:cubicBezTo>
                      <a:pt x="22503" y="1562372"/>
                      <a:pt x="17881" y="1565364"/>
                      <a:pt x="12793" y="156532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9" name="Google Shape;2039;p59"/>
              <p:cNvSpPr/>
              <p:nvPr/>
            </p:nvSpPr>
            <p:spPr>
              <a:xfrm>
                <a:off x="4708816" y="4398518"/>
                <a:ext cx="680139" cy="1565156"/>
              </a:xfrm>
              <a:custGeom>
                <a:rect b="b" l="l" r="r" t="t"/>
                <a:pathLst>
                  <a:path extrusionOk="0" h="1565156" w="680139">
                    <a:moveTo>
                      <a:pt x="12758" y="1565157"/>
                    </a:moveTo>
                    <a:cubicBezTo>
                      <a:pt x="11029" y="1565157"/>
                      <a:pt x="9316" y="1564783"/>
                      <a:pt x="7728" y="1564118"/>
                    </a:cubicBezTo>
                    <a:cubicBezTo>
                      <a:pt x="1328" y="1561333"/>
                      <a:pt x="-1682" y="1553935"/>
                      <a:pt x="953" y="1547492"/>
                    </a:cubicBezTo>
                    <a:lnTo>
                      <a:pt x="655539" y="7809"/>
                    </a:lnTo>
                    <a:cubicBezTo>
                      <a:pt x="658324" y="1283"/>
                      <a:pt x="665805" y="-1751"/>
                      <a:pt x="672331" y="1034"/>
                    </a:cubicBezTo>
                    <a:cubicBezTo>
                      <a:pt x="678856" y="3819"/>
                      <a:pt x="681891" y="11300"/>
                      <a:pt x="679106" y="17826"/>
                    </a:cubicBezTo>
                    <a:lnTo>
                      <a:pt x="24520" y="1557551"/>
                    </a:lnTo>
                    <a:cubicBezTo>
                      <a:pt x="22450" y="1562206"/>
                      <a:pt x="17837" y="1565157"/>
                      <a:pt x="12758" y="1565157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0" name="Google Shape;2040;p59"/>
              <p:cNvSpPr/>
              <p:nvPr/>
            </p:nvSpPr>
            <p:spPr>
              <a:xfrm>
                <a:off x="4918585" y="4389161"/>
                <a:ext cx="635674" cy="36077"/>
              </a:xfrm>
              <a:custGeom>
                <a:rect b="b" l="l" r="r" t="t"/>
                <a:pathLst>
                  <a:path extrusionOk="0" h="36077" w="635674">
                    <a:moveTo>
                      <a:pt x="622873" y="0"/>
                    </a:moveTo>
                    <a:cubicBezTo>
                      <a:pt x="629943" y="0"/>
                      <a:pt x="635674" y="0"/>
                      <a:pt x="635674" y="0"/>
                    </a:cubicBezTo>
                    <a:lnTo>
                      <a:pt x="635674" y="36078"/>
                    </a:lnTo>
                    <a:cubicBezTo>
                      <a:pt x="635674" y="36078"/>
                      <a:pt x="629943" y="36078"/>
                      <a:pt x="622873" y="36078"/>
                    </a:cubicBezTo>
                    <a:lnTo>
                      <a:pt x="12801" y="36078"/>
                    </a:lnTo>
                    <a:cubicBezTo>
                      <a:pt x="5731" y="36078"/>
                      <a:pt x="0" y="36078"/>
                      <a:pt x="0" y="36078"/>
                    </a:cubicBezTo>
                    <a:lnTo>
                      <a:pt x="0" y="0"/>
                    </a:lnTo>
                    <a:cubicBezTo>
                      <a:pt x="0" y="0"/>
                      <a:pt x="5731" y="0"/>
                      <a:pt x="1280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1" name="Google Shape;2041;p59"/>
              <p:cNvSpPr/>
              <p:nvPr/>
            </p:nvSpPr>
            <p:spPr>
              <a:xfrm>
                <a:off x="4858172" y="4633690"/>
                <a:ext cx="432596" cy="25624"/>
              </a:xfrm>
              <a:custGeom>
                <a:rect b="b" l="l" r="r" t="t"/>
                <a:pathLst>
                  <a:path extrusionOk="0" h="25624" w="432596">
                    <a:moveTo>
                      <a:pt x="419066" y="25593"/>
                    </a:moveTo>
                    <a:lnTo>
                      <a:pt x="13529" y="25593"/>
                    </a:lnTo>
                    <a:cubicBezTo>
                      <a:pt x="6472" y="26008"/>
                      <a:pt x="420" y="20606"/>
                      <a:pt x="21" y="13539"/>
                    </a:cubicBezTo>
                    <a:cubicBezTo>
                      <a:pt x="-382" y="6474"/>
                      <a:pt x="5013" y="447"/>
                      <a:pt x="12070" y="31"/>
                    </a:cubicBezTo>
                    <a:cubicBezTo>
                      <a:pt x="12557" y="-10"/>
                      <a:pt x="13043" y="-10"/>
                      <a:pt x="13529" y="31"/>
                    </a:cubicBezTo>
                    <a:lnTo>
                      <a:pt x="419066" y="31"/>
                    </a:lnTo>
                    <a:cubicBezTo>
                      <a:pt x="426131" y="-384"/>
                      <a:pt x="432158" y="5019"/>
                      <a:pt x="432574" y="12085"/>
                    </a:cubicBezTo>
                    <a:cubicBezTo>
                      <a:pt x="432990" y="19150"/>
                      <a:pt x="427587" y="25177"/>
                      <a:pt x="420520" y="25593"/>
                    </a:cubicBezTo>
                    <a:cubicBezTo>
                      <a:pt x="420022" y="25635"/>
                      <a:pt x="419565" y="25635"/>
                      <a:pt x="419066" y="2559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2" name="Google Shape;2042;p59"/>
              <p:cNvSpPr/>
              <p:nvPr/>
            </p:nvSpPr>
            <p:spPr>
              <a:xfrm>
                <a:off x="4747301" y="4924999"/>
                <a:ext cx="405536" cy="25603"/>
              </a:xfrm>
              <a:custGeom>
                <a:rect b="b" l="l" r="r" t="t"/>
                <a:pathLst>
                  <a:path extrusionOk="0" h="25603" w="405536">
                    <a:moveTo>
                      <a:pt x="0" y="0"/>
                    </a:moveTo>
                    <a:lnTo>
                      <a:pt x="405536" y="0"/>
                    </a:lnTo>
                    <a:lnTo>
                      <a:pt x="405536" y="25604"/>
                    </a:lnTo>
                    <a:lnTo>
                      <a:pt x="0" y="25604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3" name="Google Shape;2043;p59"/>
              <p:cNvSpPr/>
              <p:nvPr/>
            </p:nvSpPr>
            <p:spPr>
              <a:xfrm>
                <a:off x="4626850" y="5216194"/>
                <a:ext cx="405494" cy="25603"/>
              </a:xfrm>
              <a:custGeom>
                <a:rect b="b" l="l" r="r" t="t"/>
                <a:pathLst>
                  <a:path extrusionOk="0" h="25603" w="405494">
                    <a:moveTo>
                      <a:pt x="0" y="0"/>
                    </a:moveTo>
                    <a:lnTo>
                      <a:pt x="405495" y="0"/>
                    </a:lnTo>
                    <a:lnTo>
                      <a:pt x="405495" y="25603"/>
                    </a:lnTo>
                    <a:lnTo>
                      <a:pt x="0" y="25603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4" name="Google Shape;2044;p59"/>
              <p:cNvSpPr/>
              <p:nvPr/>
            </p:nvSpPr>
            <p:spPr>
              <a:xfrm>
                <a:off x="4487736" y="5507389"/>
                <a:ext cx="431098" cy="25602"/>
              </a:xfrm>
              <a:custGeom>
                <a:rect b="b" l="l" r="r" t="t"/>
                <a:pathLst>
                  <a:path extrusionOk="0" h="25602" w="431098">
                    <a:moveTo>
                      <a:pt x="418297" y="25603"/>
                    </a:moveTo>
                    <a:lnTo>
                      <a:pt x="12802" y="25603"/>
                    </a:lnTo>
                    <a:cubicBezTo>
                      <a:pt x="5732" y="25603"/>
                      <a:pt x="0" y="19867"/>
                      <a:pt x="0" y="12801"/>
                    </a:cubicBezTo>
                    <a:cubicBezTo>
                      <a:pt x="0" y="5736"/>
                      <a:pt x="5732" y="0"/>
                      <a:pt x="12802" y="0"/>
                    </a:cubicBezTo>
                    <a:lnTo>
                      <a:pt x="418297" y="0"/>
                    </a:lnTo>
                    <a:cubicBezTo>
                      <a:pt x="425366" y="0"/>
                      <a:pt x="431098" y="5736"/>
                      <a:pt x="431098" y="12801"/>
                    </a:cubicBezTo>
                    <a:cubicBezTo>
                      <a:pt x="431098" y="19867"/>
                      <a:pt x="425366" y="25603"/>
                      <a:pt x="418297" y="256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5" name="Google Shape;2045;p59"/>
              <p:cNvSpPr/>
              <p:nvPr/>
            </p:nvSpPr>
            <p:spPr>
              <a:xfrm>
                <a:off x="4365581" y="5798584"/>
                <a:ext cx="431139" cy="25603"/>
              </a:xfrm>
              <a:custGeom>
                <a:rect b="b" l="l" r="r" t="t"/>
                <a:pathLst>
                  <a:path extrusionOk="0" h="25603" w="431139">
                    <a:moveTo>
                      <a:pt x="418338" y="25603"/>
                    </a:moveTo>
                    <a:lnTo>
                      <a:pt x="12802" y="25603"/>
                    </a:lnTo>
                    <a:cubicBezTo>
                      <a:pt x="5732" y="25603"/>
                      <a:pt x="0" y="19868"/>
                      <a:pt x="0" y="12801"/>
                    </a:cubicBezTo>
                    <a:cubicBezTo>
                      <a:pt x="0" y="5736"/>
                      <a:pt x="5732" y="0"/>
                      <a:pt x="12802" y="0"/>
                    </a:cubicBezTo>
                    <a:lnTo>
                      <a:pt x="418338" y="0"/>
                    </a:lnTo>
                    <a:cubicBezTo>
                      <a:pt x="425408" y="0"/>
                      <a:pt x="431140" y="5736"/>
                      <a:pt x="431140" y="12801"/>
                    </a:cubicBezTo>
                    <a:cubicBezTo>
                      <a:pt x="431140" y="19868"/>
                      <a:pt x="425408" y="25603"/>
                      <a:pt x="418338" y="256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6" name="Google Shape;2046;p59"/>
              <p:cNvSpPr/>
              <p:nvPr/>
            </p:nvSpPr>
            <p:spPr>
              <a:xfrm>
                <a:off x="5053697" y="3020886"/>
                <a:ext cx="1088064" cy="823500"/>
              </a:xfrm>
              <a:custGeom>
                <a:rect b="b" l="l" r="r" t="t"/>
                <a:pathLst>
                  <a:path extrusionOk="0" h="823500" w="1088064">
                    <a:moveTo>
                      <a:pt x="1044381" y="0"/>
                    </a:moveTo>
                    <a:lnTo>
                      <a:pt x="38956" y="660363"/>
                    </a:lnTo>
                    <a:cubicBezTo>
                      <a:pt x="-974" y="686669"/>
                      <a:pt x="-12017" y="740365"/>
                      <a:pt x="14292" y="780291"/>
                    </a:cubicBezTo>
                    <a:cubicBezTo>
                      <a:pt x="15514" y="782149"/>
                      <a:pt x="16811" y="783961"/>
                      <a:pt x="18174" y="785719"/>
                    </a:cubicBezTo>
                    <a:lnTo>
                      <a:pt x="23245" y="792286"/>
                    </a:lnTo>
                    <a:cubicBezTo>
                      <a:pt x="50449" y="827428"/>
                      <a:pt x="101011" y="833862"/>
                      <a:pt x="136132" y="806659"/>
                    </a:cubicBezTo>
                    <a:cubicBezTo>
                      <a:pt x="136257" y="806551"/>
                      <a:pt x="136423" y="806443"/>
                      <a:pt x="136548" y="806335"/>
                    </a:cubicBezTo>
                    <a:lnTo>
                      <a:pt x="1088064" y="59727"/>
                    </a:ln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7" name="Google Shape;2047;p59"/>
              <p:cNvSpPr/>
              <p:nvPr/>
            </p:nvSpPr>
            <p:spPr>
              <a:xfrm>
                <a:off x="5926525" y="2050012"/>
                <a:ext cx="1241045" cy="1221051"/>
              </a:xfrm>
              <a:custGeom>
                <a:rect b="b" l="l" r="r" t="t"/>
                <a:pathLst>
                  <a:path extrusionOk="0" h="1221051" w="1241045">
                    <a:moveTo>
                      <a:pt x="480329" y="17072"/>
                    </a:moveTo>
                    <a:cubicBezTo>
                      <a:pt x="146573" y="96043"/>
                      <a:pt x="-61245" y="425560"/>
                      <a:pt x="16188" y="753330"/>
                    </a:cubicBezTo>
                    <a:cubicBezTo>
                      <a:pt x="93621" y="1081102"/>
                      <a:pt x="426961" y="1282851"/>
                      <a:pt x="760717" y="1203964"/>
                    </a:cubicBezTo>
                    <a:cubicBezTo>
                      <a:pt x="1094473" y="1125076"/>
                      <a:pt x="1302291" y="795518"/>
                      <a:pt x="1224858" y="467747"/>
                    </a:cubicBezTo>
                    <a:cubicBezTo>
                      <a:pt x="1147425" y="139976"/>
                      <a:pt x="814085" y="-61774"/>
                      <a:pt x="480329" y="17072"/>
                    </a:cubicBezTo>
                    <a:close/>
                    <a:moveTo>
                      <a:pt x="740143" y="1116805"/>
                    </a:moveTo>
                    <a:cubicBezTo>
                      <a:pt x="455391" y="1184096"/>
                      <a:pt x="171012" y="1011940"/>
                      <a:pt x="104967" y="732341"/>
                    </a:cubicBezTo>
                    <a:cubicBezTo>
                      <a:pt x="38923" y="452742"/>
                      <a:pt x="216192" y="171523"/>
                      <a:pt x="500903" y="104273"/>
                    </a:cubicBezTo>
                    <a:cubicBezTo>
                      <a:pt x="785614" y="37023"/>
                      <a:pt x="1070034" y="209138"/>
                      <a:pt x="1136120" y="488736"/>
                    </a:cubicBezTo>
                    <a:cubicBezTo>
                      <a:pt x="1202206" y="768335"/>
                      <a:pt x="1024896" y="1049555"/>
                      <a:pt x="740143" y="111680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8" name="Google Shape;2048;p59"/>
              <p:cNvSpPr/>
              <p:nvPr/>
            </p:nvSpPr>
            <p:spPr>
              <a:xfrm>
                <a:off x="5966949" y="2089900"/>
                <a:ext cx="774844" cy="774249"/>
              </a:xfrm>
              <a:custGeom>
                <a:rect b="b" l="l" r="r" t="t"/>
                <a:pathLst>
                  <a:path extrusionOk="0" h="774249" w="774844">
                    <a:moveTo>
                      <a:pt x="38109" y="774250"/>
                    </a:moveTo>
                    <a:cubicBezTo>
                      <a:pt x="37195" y="774254"/>
                      <a:pt x="36363" y="773672"/>
                      <a:pt x="36031" y="772795"/>
                    </a:cubicBezTo>
                    <a:cubicBezTo>
                      <a:pt x="30918" y="759204"/>
                      <a:pt x="26305" y="745239"/>
                      <a:pt x="22273" y="731232"/>
                    </a:cubicBezTo>
                    <a:cubicBezTo>
                      <a:pt x="21941" y="730064"/>
                      <a:pt x="22606" y="728838"/>
                      <a:pt x="23770" y="728493"/>
                    </a:cubicBezTo>
                    <a:cubicBezTo>
                      <a:pt x="23770" y="728493"/>
                      <a:pt x="23770" y="728489"/>
                      <a:pt x="23770" y="728489"/>
                    </a:cubicBezTo>
                    <a:cubicBezTo>
                      <a:pt x="24975" y="728144"/>
                      <a:pt x="26222" y="728825"/>
                      <a:pt x="26554" y="730018"/>
                    </a:cubicBezTo>
                    <a:cubicBezTo>
                      <a:pt x="26554" y="730018"/>
                      <a:pt x="26554" y="730022"/>
                      <a:pt x="26554" y="730026"/>
                    </a:cubicBezTo>
                    <a:cubicBezTo>
                      <a:pt x="30710" y="743867"/>
                      <a:pt x="35158" y="757708"/>
                      <a:pt x="40187" y="771216"/>
                    </a:cubicBezTo>
                    <a:cubicBezTo>
                      <a:pt x="40644" y="772351"/>
                      <a:pt x="40062" y="773627"/>
                      <a:pt x="38940" y="774071"/>
                    </a:cubicBezTo>
                    <a:cubicBezTo>
                      <a:pt x="38940" y="774075"/>
                      <a:pt x="38899" y="774080"/>
                      <a:pt x="38899" y="774084"/>
                    </a:cubicBezTo>
                    <a:cubicBezTo>
                      <a:pt x="38649" y="774179"/>
                      <a:pt x="38400" y="774238"/>
                      <a:pt x="38109" y="774250"/>
                    </a:cubicBezTo>
                    <a:close/>
                    <a:moveTo>
                      <a:pt x="3071" y="607331"/>
                    </a:moveTo>
                    <a:cubicBezTo>
                      <a:pt x="1866" y="607355"/>
                      <a:pt x="868" y="606412"/>
                      <a:pt x="826" y="605211"/>
                    </a:cubicBezTo>
                    <a:cubicBezTo>
                      <a:pt x="-1335" y="565476"/>
                      <a:pt x="743" y="525629"/>
                      <a:pt x="7061" y="486339"/>
                    </a:cubicBezTo>
                    <a:cubicBezTo>
                      <a:pt x="25058" y="374840"/>
                      <a:pt x="75683" y="271168"/>
                      <a:pt x="152534" y="188411"/>
                    </a:cubicBezTo>
                    <a:cubicBezTo>
                      <a:pt x="310351" y="18519"/>
                      <a:pt x="553082" y="-43136"/>
                      <a:pt x="772871" y="30843"/>
                    </a:cubicBezTo>
                    <a:cubicBezTo>
                      <a:pt x="774118" y="30988"/>
                      <a:pt x="774991" y="32102"/>
                      <a:pt x="774824" y="33337"/>
                    </a:cubicBezTo>
                    <a:cubicBezTo>
                      <a:pt x="774700" y="34567"/>
                      <a:pt x="773577" y="35448"/>
                      <a:pt x="772331" y="35303"/>
                    </a:cubicBezTo>
                    <a:cubicBezTo>
                      <a:pt x="772039" y="35265"/>
                      <a:pt x="771749" y="35161"/>
                      <a:pt x="771458" y="34999"/>
                    </a:cubicBezTo>
                    <a:cubicBezTo>
                      <a:pt x="667840" y="-56"/>
                      <a:pt x="556449" y="-5226"/>
                      <a:pt x="450046" y="20078"/>
                    </a:cubicBezTo>
                    <a:cubicBezTo>
                      <a:pt x="220407" y="74360"/>
                      <a:pt x="48251" y="257614"/>
                      <a:pt x="11466" y="486962"/>
                    </a:cubicBezTo>
                    <a:cubicBezTo>
                      <a:pt x="5232" y="525953"/>
                      <a:pt x="3154" y="565493"/>
                      <a:pt x="5274" y="604920"/>
                    </a:cubicBezTo>
                    <a:cubicBezTo>
                      <a:pt x="5357" y="606133"/>
                      <a:pt x="4401" y="607177"/>
                      <a:pt x="3195" y="607247"/>
                    </a:cubicBezTo>
                    <a:cubicBezTo>
                      <a:pt x="3195" y="607247"/>
                      <a:pt x="3195" y="607247"/>
                      <a:pt x="3195" y="60724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9" name="Google Shape;2049;p59"/>
              <p:cNvSpPr/>
              <p:nvPr/>
            </p:nvSpPr>
            <p:spPr>
              <a:xfrm>
                <a:off x="5079135" y="3619966"/>
                <a:ext cx="152621" cy="198983"/>
              </a:xfrm>
              <a:custGeom>
                <a:rect b="b" l="l" r="r" t="t"/>
                <a:pathLst>
                  <a:path extrusionOk="0" h="198983" w="152621">
                    <a:moveTo>
                      <a:pt x="68424" y="198983"/>
                    </a:moveTo>
                    <a:lnTo>
                      <a:pt x="68175" y="198983"/>
                    </a:lnTo>
                    <a:cubicBezTo>
                      <a:pt x="31723" y="195284"/>
                      <a:pt x="9528" y="180197"/>
                      <a:pt x="2172" y="154136"/>
                    </a:cubicBezTo>
                    <a:cubicBezTo>
                      <a:pt x="-4973" y="127116"/>
                      <a:pt x="5892" y="98545"/>
                      <a:pt x="29188" y="83104"/>
                    </a:cubicBezTo>
                    <a:lnTo>
                      <a:pt x="149099" y="392"/>
                    </a:lnTo>
                    <a:cubicBezTo>
                      <a:pt x="150138" y="-306"/>
                      <a:pt x="151510" y="-48"/>
                      <a:pt x="152216" y="974"/>
                    </a:cubicBezTo>
                    <a:cubicBezTo>
                      <a:pt x="152923" y="1943"/>
                      <a:pt x="152673" y="3293"/>
                      <a:pt x="151717" y="3992"/>
                    </a:cubicBezTo>
                    <a:cubicBezTo>
                      <a:pt x="151676" y="4013"/>
                      <a:pt x="151676" y="4029"/>
                      <a:pt x="151634" y="4050"/>
                    </a:cubicBezTo>
                    <a:lnTo>
                      <a:pt x="31723" y="86803"/>
                    </a:lnTo>
                    <a:cubicBezTo>
                      <a:pt x="10023" y="101172"/>
                      <a:pt x="-131" y="127752"/>
                      <a:pt x="6453" y="152931"/>
                    </a:cubicBezTo>
                    <a:cubicBezTo>
                      <a:pt x="13269" y="177038"/>
                      <a:pt x="34176" y="191045"/>
                      <a:pt x="68798" y="194495"/>
                    </a:cubicBezTo>
                    <a:cubicBezTo>
                      <a:pt x="70003" y="194711"/>
                      <a:pt x="70835" y="195875"/>
                      <a:pt x="70627" y="197097"/>
                    </a:cubicBezTo>
                    <a:cubicBezTo>
                      <a:pt x="70461" y="198098"/>
                      <a:pt x="69588" y="198859"/>
                      <a:pt x="68590" y="1989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0" name="Google Shape;2050;p59"/>
              <p:cNvSpPr/>
              <p:nvPr/>
            </p:nvSpPr>
            <p:spPr>
              <a:xfrm>
                <a:off x="5264231" y="3583751"/>
                <a:ext cx="20020" cy="15201"/>
              </a:xfrm>
              <a:custGeom>
                <a:rect b="b" l="l" r="r" t="t"/>
                <a:pathLst>
                  <a:path extrusionOk="0" h="15201" w="20020">
                    <a:moveTo>
                      <a:pt x="2242" y="15202"/>
                    </a:moveTo>
                    <a:cubicBezTo>
                      <a:pt x="1493" y="15198"/>
                      <a:pt x="787" y="14844"/>
                      <a:pt x="371" y="14246"/>
                    </a:cubicBezTo>
                    <a:cubicBezTo>
                      <a:pt x="-294" y="13219"/>
                      <a:pt x="-45" y="11843"/>
                      <a:pt x="953" y="11128"/>
                    </a:cubicBezTo>
                    <a:lnTo>
                      <a:pt x="16498" y="405"/>
                    </a:lnTo>
                    <a:cubicBezTo>
                      <a:pt x="17495" y="-302"/>
                      <a:pt x="18909" y="-60"/>
                      <a:pt x="19615" y="946"/>
                    </a:cubicBezTo>
                    <a:cubicBezTo>
                      <a:pt x="20322" y="1935"/>
                      <a:pt x="20072" y="3310"/>
                      <a:pt x="19116" y="4017"/>
                    </a:cubicBezTo>
                    <a:cubicBezTo>
                      <a:pt x="19075" y="4034"/>
                      <a:pt x="19075" y="4050"/>
                      <a:pt x="19033" y="4063"/>
                    </a:cubicBezTo>
                    <a:lnTo>
                      <a:pt x="3488" y="14786"/>
                    </a:lnTo>
                    <a:cubicBezTo>
                      <a:pt x="3114" y="15061"/>
                      <a:pt x="2699" y="15206"/>
                      <a:pt x="2242" y="1520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1" name="Google Shape;2051;p59"/>
              <p:cNvSpPr/>
              <p:nvPr/>
            </p:nvSpPr>
            <p:spPr>
              <a:xfrm>
                <a:off x="5245732" y="3719571"/>
                <a:ext cx="173860" cy="672624"/>
              </a:xfrm>
              <a:custGeom>
                <a:rect b="b" l="l" r="r" t="t"/>
                <a:pathLst>
                  <a:path extrusionOk="0" h="672624" w="173860">
                    <a:moveTo>
                      <a:pt x="173861" y="0"/>
                    </a:moveTo>
                    <a:lnTo>
                      <a:pt x="74815" y="24938"/>
                    </a:lnTo>
                    <a:lnTo>
                      <a:pt x="99753" y="210645"/>
                    </a:lnTo>
                    <a:cubicBezTo>
                      <a:pt x="99753" y="210645"/>
                      <a:pt x="62636" y="247636"/>
                      <a:pt x="50167" y="297139"/>
                    </a:cubicBezTo>
                    <a:cubicBezTo>
                      <a:pt x="37698" y="346641"/>
                      <a:pt x="26351" y="554625"/>
                      <a:pt x="26351" y="554625"/>
                    </a:cubicBezTo>
                    <a:lnTo>
                      <a:pt x="2868" y="568799"/>
                    </a:lnTo>
                    <a:lnTo>
                      <a:pt x="0" y="580686"/>
                    </a:lnTo>
                    <a:lnTo>
                      <a:pt x="68372" y="672624"/>
                    </a:lnTo>
                    <a:lnTo>
                      <a:pt x="57067" y="599431"/>
                    </a:lnTo>
                    <a:cubicBezTo>
                      <a:pt x="55238" y="587835"/>
                      <a:pt x="58355" y="564268"/>
                      <a:pt x="57399" y="563770"/>
                    </a:cubicBezTo>
                    <a:cubicBezTo>
                      <a:pt x="94516" y="464723"/>
                      <a:pt x="173777" y="185540"/>
                      <a:pt x="173777" y="18554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7473723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2" name="Google Shape;2052;p59"/>
              <p:cNvSpPr/>
              <p:nvPr/>
            </p:nvSpPr>
            <p:spPr>
              <a:xfrm>
                <a:off x="5345277" y="3546251"/>
                <a:ext cx="154496" cy="851223"/>
              </a:xfrm>
              <a:custGeom>
                <a:rect b="b" l="l" r="r" t="t"/>
                <a:pathLst>
                  <a:path extrusionOk="0" h="851223" w="154496">
                    <a:moveTo>
                      <a:pt x="103244" y="755253"/>
                    </a:moveTo>
                    <a:cubicBezTo>
                      <a:pt x="102163" y="755253"/>
                      <a:pt x="101124" y="755253"/>
                      <a:pt x="100043" y="755253"/>
                    </a:cubicBezTo>
                    <a:cubicBezTo>
                      <a:pt x="104823" y="695567"/>
                      <a:pt x="126686" y="432761"/>
                      <a:pt x="148590" y="334255"/>
                    </a:cubicBezTo>
                    <a:cubicBezTo>
                      <a:pt x="173528" y="222864"/>
                      <a:pt x="111432" y="0"/>
                      <a:pt x="111432" y="0"/>
                    </a:cubicBezTo>
                    <a:lnTo>
                      <a:pt x="0" y="111349"/>
                    </a:lnTo>
                    <a:lnTo>
                      <a:pt x="61930" y="321827"/>
                    </a:lnTo>
                    <a:cubicBezTo>
                      <a:pt x="19493" y="385461"/>
                      <a:pt x="68829" y="758245"/>
                      <a:pt x="67790" y="757954"/>
                    </a:cubicBezTo>
                    <a:lnTo>
                      <a:pt x="67790" y="758744"/>
                    </a:lnTo>
                    <a:lnTo>
                      <a:pt x="51664" y="780981"/>
                    </a:lnTo>
                    <a:lnTo>
                      <a:pt x="53617" y="793034"/>
                    </a:lnTo>
                    <a:lnTo>
                      <a:pt x="152289" y="851223"/>
                    </a:lnTo>
                    <a:lnTo>
                      <a:pt x="113469" y="788213"/>
                    </a:lnTo>
                    <a:cubicBezTo>
                      <a:pt x="107400" y="778237"/>
                      <a:pt x="103909" y="766932"/>
                      <a:pt x="103244" y="75525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617075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3" name="Google Shape;2053;p59"/>
              <p:cNvSpPr/>
              <p:nvPr/>
            </p:nvSpPr>
            <p:spPr>
              <a:xfrm>
                <a:off x="5226779" y="3052059"/>
                <a:ext cx="118498" cy="455371"/>
              </a:xfrm>
              <a:custGeom>
                <a:rect b="b" l="l" r="r" t="t"/>
                <a:pathLst>
                  <a:path extrusionOk="0" h="455371" w="118498">
                    <a:moveTo>
                      <a:pt x="96428" y="0"/>
                    </a:moveTo>
                    <a:cubicBezTo>
                      <a:pt x="96428" y="0"/>
                      <a:pt x="-120534" y="301045"/>
                      <a:pt x="96428" y="455371"/>
                    </a:cubicBezTo>
                    <a:lnTo>
                      <a:pt x="118498" y="435670"/>
                    </a:lnTo>
                    <a:cubicBezTo>
                      <a:pt x="118498" y="435670"/>
                      <a:pt x="10807" y="308693"/>
                      <a:pt x="118498" y="1530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3639886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4" name="Google Shape;2054;p59"/>
              <p:cNvSpPr/>
              <p:nvPr/>
            </p:nvSpPr>
            <p:spPr>
              <a:xfrm>
                <a:off x="5389194" y="4313141"/>
                <a:ext cx="123129" cy="93601"/>
              </a:xfrm>
              <a:custGeom>
                <a:rect b="b" l="l" r="r" t="t"/>
                <a:pathLst>
                  <a:path extrusionOk="0" h="93601" w="123129">
                    <a:moveTo>
                      <a:pt x="114940" y="93560"/>
                    </a:moveTo>
                    <a:lnTo>
                      <a:pt x="83435" y="93560"/>
                    </a:lnTo>
                    <a:cubicBezTo>
                      <a:pt x="77532" y="93560"/>
                      <a:pt x="72005" y="90858"/>
                      <a:pt x="68388" y="86203"/>
                    </a:cubicBezTo>
                    <a:cubicBezTo>
                      <a:pt x="58580" y="73443"/>
                      <a:pt x="38213" y="48547"/>
                      <a:pt x="28487" y="47881"/>
                    </a:cubicBezTo>
                    <a:cubicBezTo>
                      <a:pt x="15395" y="47009"/>
                      <a:pt x="17099" y="93601"/>
                      <a:pt x="17099" y="93601"/>
                    </a:cubicBezTo>
                    <a:lnTo>
                      <a:pt x="9742" y="93601"/>
                    </a:lnTo>
                    <a:lnTo>
                      <a:pt x="432" y="35786"/>
                    </a:lnTo>
                    <a:cubicBezTo>
                      <a:pt x="-1896" y="21239"/>
                      <a:pt x="5336" y="6816"/>
                      <a:pt x="18429" y="0"/>
                    </a:cubicBezTo>
                    <a:lnTo>
                      <a:pt x="18429" y="0"/>
                    </a:lnTo>
                    <a:cubicBezTo>
                      <a:pt x="18429" y="0"/>
                      <a:pt x="21421" y="22112"/>
                      <a:pt x="37631" y="31921"/>
                    </a:cubicBezTo>
                    <a:cubicBezTo>
                      <a:pt x="53841" y="41730"/>
                      <a:pt x="103676" y="76768"/>
                      <a:pt x="103676" y="76768"/>
                    </a:cubicBezTo>
                    <a:cubicBezTo>
                      <a:pt x="107957" y="76269"/>
                      <a:pt x="112238" y="76394"/>
                      <a:pt x="116477" y="77101"/>
                    </a:cubicBezTo>
                    <a:cubicBezTo>
                      <a:pt x="120967" y="78015"/>
                      <a:pt x="123876" y="82379"/>
                      <a:pt x="122962" y="86910"/>
                    </a:cubicBezTo>
                    <a:cubicBezTo>
                      <a:pt x="122213" y="90734"/>
                      <a:pt x="118847" y="93518"/>
                      <a:pt x="114940" y="9356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1473D"/>
                  </a:gs>
                  <a:gs pos="50000">
                    <a:srgbClr val="E5534B"/>
                  </a:gs>
                  <a:gs pos="100000">
                    <a:srgbClr val="E9605A"/>
                  </a:gs>
                </a:gsLst>
                <a:lin ang="3565631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59"/>
              <p:cNvSpPr/>
              <p:nvPr/>
            </p:nvSpPr>
            <p:spPr>
              <a:xfrm>
                <a:off x="5219422" y="4279558"/>
                <a:ext cx="108063" cy="124040"/>
              </a:xfrm>
              <a:custGeom>
                <a:rect b="b" l="l" r="r" t="t"/>
                <a:pathLst>
                  <a:path extrusionOk="0" h="124040" w="108063">
                    <a:moveTo>
                      <a:pt x="97009" y="123569"/>
                    </a:moveTo>
                    <a:lnTo>
                      <a:pt x="67915" y="111349"/>
                    </a:lnTo>
                    <a:cubicBezTo>
                      <a:pt x="62512" y="109105"/>
                      <a:pt x="58439" y="104533"/>
                      <a:pt x="56901" y="98880"/>
                    </a:cubicBezTo>
                    <a:cubicBezTo>
                      <a:pt x="52745" y="83335"/>
                      <a:pt x="43683" y="52495"/>
                      <a:pt x="34997" y="48131"/>
                    </a:cubicBezTo>
                    <a:cubicBezTo>
                      <a:pt x="23276" y="42229"/>
                      <a:pt x="6775" y="85787"/>
                      <a:pt x="6775" y="85787"/>
                    </a:cubicBezTo>
                    <a:lnTo>
                      <a:pt x="0" y="82961"/>
                    </a:lnTo>
                    <a:lnTo>
                      <a:pt x="13841" y="26019"/>
                    </a:lnTo>
                    <a:cubicBezTo>
                      <a:pt x="17332" y="11721"/>
                      <a:pt x="29593" y="1247"/>
                      <a:pt x="44265" y="0"/>
                    </a:cubicBezTo>
                    <a:lnTo>
                      <a:pt x="44265" y="0"/>
                    </a:lnTo>
                    <a:cubicBezTo>
                      <a:pt x="44265" y="0"/>
                      <a:pt x="38446" y="21571"/>
                      <a:pt x="49627" y="36909"/>
                    </a:cubicBezTo>
                    <a:cubicBezTo>
                      <a:pt x="60808" y="52245"/>
                      <a:pt x="93103" y="103826"/>
                      <a:pt x="93103" y="103826"/>
                    </a:cubicBezTo>
                    <a:cubicBezTo>
                      <a:pt x="97217" y="105031"/>
                      <a:pt x="101166" y="106818"/>
                      <a:pt x="104782" y="109105"/>
                    </a:cubicBezTo>
                    <a:cubicBezTo>
                      <a:pt x="108439" y="111889"/>
                      <a:pt x="109146" y="117085"/>
                      <a:pt x="106361" y="120742"/>
                    </a:cubicBezTo>
                    <a:cubicBezTo>
                      <a:pt x="104200" y="123610"/>
                      <a:pt x="100418" y="124774"/>
                      <a:pt x="97009" y="123569"/>
                    </a:cubicBezTo>
                    <a:close/>
                  </a:path>
                </a:pathLst>
              </a:custGeom>
              <a:gradFill>
                <a:gsLst>
                  <a:gs pos="0">
                    <a:srgbClr val="E1473D"/>
                  </a:gs>
                  <a:gs pos="50000">
                    <a:srgbClr val="E5534B"/>
                  </a:gs>
                  <a:gs pos="100000">
                    <a:srgbClr val="E9605A"/>
                  </a:gs>
                </a:gsLst>
                <a:lin ang="4943824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2056;p59"/>
              <p:cNvSpPr/>
              <p:nvPr/>
            </p:nvSpPr>
            <p:spPr>
              <a:xfrm>
                <a:off x="5271750" y="3356471"/>
                <a:ext cx="241390" cy="520557"/>
              </a:xfrm>
              <a:custGeom>
                <a:rect b="b" l="l" r="r" t="t"/>
                <a:pathLst>
                  <a:path extrusionOk="0" h="520557" w="241390">
                    <a:moveTo>
                      <a:pt x="213347" y="1870"/>
                    </a:moveTo>
                    <a:cubicBezTo>
                      <a:pt x="213347" y="1870"/>
                      <a:pt x="209690" y="28305"/>
                      <a:pt x="215052" y="100958"/>
                    </a:cubicBezTo>
                    <a:cubicBezTo>
                      <a:pt x="220413" y="173611"/>
                      <a:pt x="245892" y="344230"/>
                      <a:pt x="240696" y="507492"/>
                    </a:cubicBezTo>
                    <a:cubicBezTo>
                      <a:pt x="240696" y="507492"/>
                      <a:pt x="168209" y="527484"/>
                      <a:pt x="42230" y="518008"/>
                    </a:cubicBezTo>
                    <a:cubicBezTo>
                      <a:pt x="42230" y="518008"/>
                      <a:pt x="-10930" y="263139"/>
                      <a:pt x="2038" y="166255"/>
                    </a:cubicBezTo>
                    <a:cubicBezTo>
                      <a:pt x="15006" y="69370"/>
                      <a:pt x="85165" y="0"/>
                      <a:pt x="851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7" name="Google Shape;2057;p59"/>
              <p:cNvSpPr/>
              <p:nvPr/>
            </p:nvSpPr>
            <p:spPr>
              <a:xfrm>
                <a:off x="5356208" y="2893036"/>
                <a:ext cx="84207" cy="159022"/>
              </a:xfrm>
              <a:custGeom>
                <a:rect b="b" l="l" r="r" t="t"/>
                <a:pathLst>
                  <a:path extrusionOk="0" h="159022" w="84207">
                    <a:moveTo>
                      <a:pt x="75313" y="54822"/>
                    </a:moveTo>
                    <a:lnTo>
                      <a:pt x="84208" y="159023"/>
                    </a:lnTo>
                    <a:lnTo>
                      <a:pt x="0" y="159023"/>
                    </a:lnTo>
                    <a:lnTo>
                      <a:pt x="20948" y="0"/>
                    </a:lnTo>
                    <a:lnTo>
                      <a:pt x="75313" y="54822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8210027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8" name="Google Shape;2058;p59"/>
              <p:cNvSpPr/>
              <p:nvPr/>
            </p:nvSpPr>
            <p:spPr>
              <a:xfrm>
                <a:off x="5303694" y="3034618"/>
                <a:ext cx="231042" cy="333432"/>
              </a:xfrm>
              <a:custGeom>
                <a:rect b="b" l="l" r="r" t="t"/>
                <a:pathLst>
                  <a:path extrusionOk="0" h="333432" w="231042">
                    <a:moveTo>
                      <a:pt x="27576" y="3019"/>
                    </a:moveTo>
                    <a:cubicBezTo>
                      <a:pt x="56670" y="1439"/>
                      <a:pt x="121593" y="-1553"/>
                      <a:pt x="167604" y="982"/>
                    </a:cubicBezTo>
                    <a:cubicBezTo>
                      <a:pt x="191794" y="2287"/>
                      <a:pt x="212119" y="19698"/>
                      <a:pt x="217106" y="43418"/>
                    </a:cubicBezTo>
                    <a:lnTo>
                      <a:pt x="228328" y="97202"/>
                    </a:lnTo>
                    <a:cubicBezTo>
                      <a:pt x="232485" y="117236"/>
                      <a:pt x="231861" y="137972"/>
                      <a:pt x="226499" y="157718"/>
                    </a:cubicBezTo>
                    <a:lnTo>
                      <a:pt x="181403" y="323225"/>
                    </a:lnTo>
                    <a:cubicBezTo>
                      <a:pt x="181403" y="323225"/>
                      <a:pt x="141294" y="347290"/>
                      <a:pt x="53304" y="321521"/>
                    </a:cubicBezTo>
                    <a:cubicBezTo>
                      <a:pt x="53304" y="321521"/>
                      <a:pt x="-24005" y="137186"/>
                      <a:pt x="7584" y="19270"/>
                    </a:cubicBezTo>
                    <a:cubicBezTo>
                      <a:pt x="10036" y="10093"/>
                      <a:pt x="18099" y="3530"/>
                      <a:pt x="27576" y="30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9" name="Google Shape;2059;p59"/>
              <p:cNvSpPr/>
              <p:nvPr/>
            </p:nvSpPr>
            <p:spPr>
              <a:xfrm>
                <a:off x="5452714" y="3045745"/>
                <a:ext cx="329868" cy="280803"/>
              </a:xfrm>
              <a:custGeom>
                <a:rect b="b" l="l" r="r" t="t"/>
                <a:pathLst>
                  <a:path extrusionOk="0" h="280803" w="329868">
                    <a:moveTo>
                      <a:pt x="65884" y="22649"/>
                    </a:moveTo>
                    <a:cubicBezTo>
                      <a:pt x="78353" y="55318"/>
                      <a:pt x="89450" y="89566"/>
                      <a:pt x="101504" y="121653"/>
                    </a:cubicBezTo>
                    <a:cubicBezTo>
                      <a:pt x="107614" y="137697"/>
                      <a:pt x="113973" y="153450"/>
                      <a:pt x="120457" y="167872"/>
                    </a:cubicBezTo>
                    <a:cubicBezTo>
                      <a:pt x="123824" y="175104"/>
                      <a:pt x="127523" y="181713"/>
                      <a:pt x="130889" y="187698"/>
                    </a:cubicBezTo>
                    <a:cubicBezTo>
                      <a:pt x="133549" y="192353"/>
                      <a:pt x="136625" y="196751"/>
                      <a:pt x="140075" y="200832"/>
                    </a:cubicBezTo>
                    <a:cubicBezTo>
                      <a:pt x="140491" y="201206"/>
                      <a:pt x="139160" y="201456"/>
                      <a:pt x="138745" y="201456"/>
                    </a:cubicBezTo>
                    <a:cubicBezTo>
                      <a:pt x="138329" y="201456"/>
                      <a:pt x="147057" y="202869"/>
                      <a:pt x="149759" y="203326"/>
                    </a:cubicBezTo>
                    <a:lnTo>
                      <a:pt x="160150" y="203326"/>
                    </a:lnTo>
                    <a:cubicBezTo>
                      <a:pt x="176484" y="202187"/>
                      <a:pt x="192694" y="199951"/>
                      <a:pt x="208696" y="196634"/>
                    </a:cubicBezTo>
                    <a:cubicBezTo>
                      <a:pt x="242737" y="190317"/>
                      <a:pt x="278108" y="181380"/>
                      <a:pt x="314434" y="174647"/>
                    </a:cubicBezTo>
                    <a:lnTo>
                      <a:pt x="314725" y="174647"/>
                    </a:lnTo>
                    <a:cubicBezTo>
                      <a:pt x="321666" y="173350"/>
                      <a:pt x="328358" y="177931"/>
                      <a:pt x="329647" y="184880"/>
                    </a:cubicBezTo>
                    <a:cubicBezTo>
                      <a:pt x="330478" y="189315"/>
                      <a:pt x="328940" y="193862"/>
                      <a:pt x="325532" y="196842"/>
                    </a:cubicBezTo>
                    <a:cubicBezTo>
                      <a:pt x="310985" y="209265"/>
                      <a:pt x="295481" y="220562"/>
                      <a:pt x="279230" y="230633"/>
                    </a:cubicBezTo>
                    <a:cubicBezTo>
                      <a:pt x="270917" y="235579"/>
                      <a:pt x="262854" y="240442"/>
                      <a:pt x="254292" y="245139"/>
                    </a:cubicBezTo>
                    <a:cubicBezTo>
                      <a:pt x="245729" y="249836"/>
                      <a:pt x="237126" y="253867"/>
                      <a:pt x="228231" y="257941"/>
                    </a:cubicBezTo>
                    <a:cubicBezTo>
                      <a:pt x="209694" y="266420"/>
                      <a:pt x="190325" y="272991"/>
                      <a:pt x="170458" y="277559"/>
                    </a:cubicBezTo>
                    <a:cubicBezTo>
                      <a:pt x="164847" y="278515"/>
                      <a:pt x="159319" y="279512"/>
                      <a:pt x="153542" y="280260"/>
                    </a:cubicBezTo>
                    <a:cubicBezTo>
                      <a:pt x="147057" y="280510"/>
                      <a:pt x="141073" y="281050"/>
                      <a:pt x="134131" y="280676"/>
                    </a:cubicBezTo>
                    <a:cubicBezTo>
                      <a:pt x="130349" y="280302"/>
                      <a:pt x="126608" y="279845"/>
                      <a:pt x="122826" y="279263"/>
                    </a:cubicBezTo>
                    <a:cubicBezTo>
                      <a:pt x="120831" y="279042"/>
                      <a:pt x="118877" y="278697"/>
                      <a:pt x="116924" y="278224"/>
                    </a:cubicBezTo>
                    <a:cubicBezTo>
                      <a:pt x="114347" y="277434"/>
                      <a:pt x="111770" y="276561"/>
                      <a:pt x="109235" y="275605"/>
                    </a:cubicBezTo>
                    <a:cubicBezTo>
                      <a:pt x="104704" y="273822"/>
                      <a:pt x="100340" y="271623"/>
                      <a:pt x="96184" y="269038"/>
                    </a:cubicBezTo>
                    <a:cubicBezTo>
                      <a:pt x="92609" y="266669"/>
                      <a:pt x="89367" y="264217"/>
                      <a:pt x="86208" y="261681"/>
                    </a:cubicBezTo>
                    <a:cubicBezTo>
                      <a:pt x="76441" y="253244"/>
                      <a:pt x="67879" y="243447"/>
                      <a:pt x="60896" y="232587"/>
                    </a:cubicBezTo>
                    <a:cubicBezTo>
                      <a:pt x="54952" y="223559"/>
                      <a:pt x="49633" y="214128"/>
                      <a:pt x="44977" y="204365"/>
                    </a:cubicBezTo>
                    <a:cubicBezTo>
                      <a:pt x="36207" y="186472"/>
                      <a:pt x="28892" y="167918"/>
                      <a:pt x="23032" y="148878"/>
                    </a:cubicBezTo>
                    <a:cubicBezTo>
                      <a:pt x="11269" y="112439"/>
                      <a:pt x="3580" y="74799"/>
                      <a:pt x="130" y="36656"/>
                    </a:cubicBezTo>
                    <a:cubicBezTo>
                      <a:pt x="-1491" y="18110"/>
                      <a:pt x="12225" y="1759"/>
                      <a:pt x="30762" y="130"/>
                    </a:cubicBezTo>
                    <a:cubicBezTo>
                      <a:pt x="45767" y="-1188"/>
                      <a:pt x="59857" y="7636"/>
                      <a:pt x="65219" y="2173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2328042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0" name="Google Shape;2060;p59"/>
              <p:cNvSpPr/>
              <p:nvPr/>
            </p:nvSpPr>
            <p:spPr>
              <a:xfrm>
                <a:off x="5755711" y="3181654"/>
                <a:ext cx="94462" cy="67596"/>
              </a:xfrm>
              <a:custGeom>
                <a:rect b="b" l="l" r="r" t="t"/>
                <a:pathLst>
                  <a:path extrusionOk="0" h="67596" w="94462">
                    <a:moveTo>
                      <a:pt x="7" y="55363"/>
                    </a:moveTo>
                    <a:lnTo>
                      <a:pt x="15011" y="19701"/>
                    </a:lnTo>
                    <a:lnTo>
                      <a:pt x="93982" y="0"/>
                    </a:lnTo>
                    <a:cubicBezTo>
                      <a:pt x="93982" y="0"/>
                      <a:pt x="100300" y="13675"/>
                      <a:pt x="67091" y="19701"/>
                    </a:cubicBezTo>
                    <a:cubicBezTo>
                      <a:pt x="67091" y="19701"/>
                      <a:pt x="78936" y="32794"/>
                      <a:pt x="72618" y="48214"/>
                    </a:cubicBezTo>
                    <a:cubicBezTo>
                      <a:pt x="66301" y="63634"/>
                      <a:pt x="-783" y="79096"/>
                      <a:pt x="7" y="5536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2328042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1" name="Google Shape;2061;p59"/>
              <p:cNvSpPr/>
              <p:nvPr/>
            </p:nvSpPr>
            <p:spPr>
              <a:xfrm>
                <a:off x="5372505" y="2810755"/>
                <a:ext cx="109371" cy="150767"/>
              </a:xfrm>
              <a:custGeom>
                <a:rect b="b" l="l" r="r" t="t"/>
                <a:pathLst>
                  <a:path extrusionOk="0" h="150767" w="109371">
                    <a:moveTo>
                      <a:pt x="94678" y="16777"/>
                    </a:moveTo>
                    <a:cubicBezTo>
                      <a:pt x="97671" y="18564"/>
                      <a:pt x="121362" y="102107"/>
                      <a:pt x="101537" y="137311"/>
                    </a:cubicBezTo>
                    <a:cubicBezTo>
                      <a:pt x="81711" y="172516"/>
                      <a:pt x="21069" y="133155"/>
                      <a:pt x="4652" y="82489"/>
                    </a:cubicBezTo>
                    <a:cubicBezTo>
                      <a:pt x="-11766" y="31823"/>
                      <a:pt x="14585" y="-30439"/>
                      <a:pt x="94678" y="1677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4137734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2" name="Google Shape;2062;p59"/>
              <p:cNvSpPr/>
              <p:nvPr/>
            </p:nvSpPr>
            <p:spPr>
              <a:xfrm>
                <a:off x="5172161" y="2763596"/>
                <a:ext cx="314313" cy="419889"/>
              </a:xfrm>
              <a:custGeom>
                <a:rect b="b" l="l" r="r" t="t"/>
                <a:pathLst>
                  <a:path extrusionOk="0" h="419889" w="314313">
                    <a:moveTo>
                      <a:pt x="118086" y="98850"/>
                    </a:moveTo>
                    <a:cubicBezTo>
                      <a:pt x="111643" y="103642"/>
                      <a:pt x="105824" y="109228"/>
                      <a:pt x="100754" y="115475"/>
                    </a:cubicBezTo>
                    <a:cubicBezTo>
                      <a:pt x="90363" y="129981"/>
                      <a:pt x="90820" y="149807"/>
                      <a:pt x="82258" y="165351"/>
                    </a:cubicBezTo>
                    <a:cubicBezTo>
                      <a:pt x="73197" y="181977"/>
                      <a:pt x="56779" y="187837"/>
                      <a:pt x="42440" y="198311"/>
                    </a:cubicBezTo>
                    <a:cubicBezTo>
                      <a:pt x="27518" y="209197"/>
                      <a:pt x="17169" y="225216"/>
                      <a:pt x="13345" y="243283"/>
                    </a:cubicBezTo>
                    <a:cubicBezTo>
                      <a:pt x="9438" y="262818"/>
                      <a:pt x="19622" y="282062"/>
                      <a:pt x="16961" y="300350"/>
                    </a:cubicBezTo>
                    <a:cubicBezTo>
                      <a:pt x="15008" y="313609"/>
                      <a:pt x="585" y="320467"/>
                      <a:pt x="45" y="334806"/>
                    </a:cubicBezTo>
                    <a:cubicBezTo>
                      <a:pt x="-703" y="349079"/>
                      <a:pt x="7942" y="362180"/>
                      <a:pt x="21326" y="367143"/>
                    </a:cubicBezTo>
                    <a:cubicBezTo>
                      <a:pt x="29056" y="370052"/>
                      <a:pt x="38367" y="370468"/>
                      <a:pt x="43728" y="376744"/>
                    </a:cubicBezTo>
                    <a:cubicBezTo>
                      <a:pt x="50171" y="384309"/>
                      <a:pt x="47261" y="396071"/>
                      <a:pt x="51002" y="405257"/>
                    </a:cubicBezTo>
                    <a:cubicBezTo>
                      <a:pt x="62141" y="432522"/>
                      <a:pt x="90737" y="414235"/>
                      <a:pt x="108817" y="409413"/>
                    </a:cubicBezTo>
                    <a:cubicBezTo>
                      <a:pt x="129599" y="404010"/>
                      <a:pt x="150838" y="417019"/>
                      <a:pt x="172368" y="417726"/>
                    </a:cubicBezTo>
                    <a:cubicBezTo>
                      <a:pt x="201629" y="417447"/>
                      <a:pt x="225985" y="395182"/>
                      <a:pt x="228895" y="366062"/>
                    </a:cubicBezTo>
                    <a:cubicBezTo>
                      <a:pt x="229393" y="357999"/>
                      <a:pt x="228188" y="349894"/>
                      <a:pt x="229144" y="341914"/>
                    </a:cubicBezTo>
                    <a:cubicBezTo>
                      <a:pt x="231139" y="325787"/>
                      <a:pt x="240740" y="318306"/>
                      <a:pt x="251962" y="308663"/>
                    </a:cubicBezTo>
                    <a:cubicBezTo>
                      <a:pt x="263766" y="298264"/>
                      <a:pt x="270375" y="283226"/>
                      <a:pt x="270125" y="267515"/>
                    </a:cubicBezTo>
                    <a:cubicBezTo>
                      <a:pt x="269419" y="236758"/>
                      <a:pt x="247100" y="212983"/>
                      <a:pt x="236875" y="185385"/>
                    </a:cubicBezTo>
                    <a:cubicBezTo>
                      <a:pt x="231305" y="170630"/>
                      <a:pt x="227439" y="158202"/>
                      <a:pt x="235670" y="144071"/>
                    </a:cubicBezTo>
                    <a:cubicBezTo>
                      <a:pt x="243899" y="129939"/>
                      <a:pt x="258446" y="118509"/>
                      <a:pt x="272287" y="109241"/>
                    </a:cubicBezTo>
                    <a:cubicBezTo>
                      <a:pt x="282927" y="102133"/>
                      <a:pt x="294066" y="95400"/>
                      <a:pt x="302504" y="85799"/>
                    </a:cubicBezTo>
                    <a:cubicBezTo>
                      <a:pt x="310941" y="76197"/>
                      <a:pt x="316511" y="63022"/>
                      <a:pt x="313477" y="50594"/>
                    </a:cubicBezTo>
                    <a:cubicBezTo>
                      <a:pt x="305164" y="16429"/>
                      <a:pt x="242070" y="-4187"/>
                      <a:pt x="211188" y="718"/>
                    </a:cubicBezTo>
                    <a:cubicBezTo>
                      <a:pt x="188120" y="4542"/>
                      <a:pt x="169957" y="15431"/>
                      <a:pt x="157904" y="35590"/>
                    </a:cubicBezTo>
                    <a:cubicBezTo>
                      <a:pt x="147928" y="52215"/>
                      <a:pt x="140405" y="73413"/>
                      <a:pt x="128185" y="88666"/>
                    </a:cubicBezTo>
                    <a:cubicBezTo>
                      <a:pt x="125151" y="92382"/>
                      <a:pt x="121785" y="95795"/>
                      <a:pt x="118086" y="9885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59"/>
              <p:cNvSpPr/>
              <p:nvPr/>
            </p:nvSpPr>
            <p:spPr>
              <a:xfrm>
                <a:off x="4279259" y="4233342"/>
                <a:ext cx="40188" cy="29231"/>
              </a:xfrm>
              <a:custGeom>
                <a:rect b="b" l="l" r="r" t="t"/>
                <a:pathLst>
                  <a:path extrusionOk="0" h="29231" w="40188">
                    <a:moveTo>
                      <a:pt x="37775" y="9266"/>
                    </a:moveTo>
                    <a:cubicBezTo>
                      <a:pt x="27633" y="15209"/>
                      <a:pt x="17783" y="21735"/>
                      <a:pt x="8140" y="28343"/>
                    </a:cubicBezTo>
                    <a:cubicBezTo>
                      <a:pt x="5734" y="29964"/>
                      <a:pt x="2483" y="29299"/>
                      <a:pt x="879" y="26889"/>
                    </a:cubicBezTo>
                    <a:cubicBezTo>
                      <a:pt x="-667" y="24562"/>
                      <a:pt x="-123" y="21444"/>
                      <a:pt x="2113" y="19782"/>
                    </a:cubicBezTo>
                    <a:lnTo>
                      <a:pt x="2113" y="19782"/>
                    </a:lnTo>
                    <a:cubicBezTo>
                      <a:pt x="12047" y="13007"/>
                      <a:pt x="22230" y="6606"/>
                      <a:pt x="32704" y="662"/>
                    </a:cubicBezTo>
                    <a:cubicBezTo>
                      <a:pt x="35090" y="-709"/>
                      <a:pt x="38145" y="122"/>
                      <a:pt x="39521" y="2491"/>
                    </a:cubicBezTo>
                    <a:cubicBezTo>
                      <a:pt x="40896" y="4860"/>
                      <a:pt x="40078" y="7936"/>
                      <a:pt x="37692" y="9307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4" name="Google Shape;2064;p59"/>
              <p:cNvSpPr/>
              <p:nvPr/>
            </p:nvSpPr>
            <p:spPr>
              <a:xfrm>
                <a:off x="4198627" y="4296410"/>
                <a:ext cx="36567" cy="36593"/>
              </a:xfrm>
              <a:custGeom>
                <a:rect b="b" l="l" r="r" t="t"/>
                <a:pathLst>
                  <a:path extrusionOk="0" h="36593" w="36567">
                    <a:moveTo>
                      <a:pt x="34283" y="9997"/>
                    </a:moveTo>
                    <a:lnTo>
                      <a:pt x="9636" y="35227"/>
                    </a:lnTo>
                    <a:lnTo>
                      <a:pt x="9345" y="35559"/>
                    </a:lnTo>
                    <a:cubicBezTo>
                      <a:pt x="6610" y="37429"/>
                      <a:pt x="2885" y="36681"/>
                      <a:pt x="1032" y="33980"/>
                    </a:cubicBezTo>
                    <a:cubicBezTo>
                      <a:pt x="-344" y="31943"/>
                      <a:pt x="-344" y="29283"/>
                      <a:pt x="1032" y="27246"/>
                    </a:cubicBezTo>
                    <a:lnTo>
                      <a:pt x="1032" y="27246"/>
                    </a:lnTo>
                    <a:lnTo>
                      <a:pt x="26635" y="1768"/>
                    </a:lnTo>
                    <a:cubicBezTo>
                      <a:pt x="28850" y="-518"/>
                      <a:pt x="32508" y="-601"/>
                      <a:pt x="34802" y="1601"/>
                    </a:cubicBezTo>
                    <a:cubicBezTo>
                      <a:pt x="37097" y="3846"/>
                      <a:pt x="37163" y="7504"/>
                      <a:pt x="34948" y="979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5" name="Google Shape;2065;p59"/>
              <p:cNvSpPr/>
              <p:nvPr/>
            </p:nvSpPr>
            <p:spPr>
              <a:xfrm>
                <a:off x="4133965" y="4377153"/>
                <a:ext cx="31986" cy="43387"/>
              </a:xfrm>
              <a:custGeom>
                <a:rect b="b" l="l" r="r" t="t"/>
                <a:pathLst>
                  <a:path extrusionOk="0" h="43387" w="31986">
                    <a:moveTo>
                      <a:pt x="30947" y="9929"/>
                    </a:moveTo>
                    <a:lnTo>
                      <a:pt x="12409" y="39855"/>
                    </a:lnTo>
                    <a:lnTo>
                      <a:pt x="12160" y="40271"/>
                    </a:lnTo>
                    <a:cubicBezTo>
                      <a:pt x="10256" y="43347"/>
                      <a:pt x="6208" y="44303"/>
                      <a:pt x="3120" y="42432"/>
                    </a:cubicBezTo>
                    <a:cubicBezTo>
                      <a:pt x="32" y="40520"/>
                      <a:pt x="-925" y="36447"/>
                      <a:pt x="979" y="33371"/>
                    </a:cubicBezTo>
                    <a:lnTo>
                      <a:pt x="979" y="33371"/>
                    </a:lnTo>
                    <a:lnTo>
                      <a:pt x="20306" y="2781"/>
                    </a:lnTo>
                    <a:cubicBezTo>
                      <a:pt x="22305" y="-129"/>
                      <a:pt x="26291" y="-877"/>
                      <a:pt x="29205" y="1118"/>
                    </a:cubicBezTo>
                    <a:cubicBezTo>
                      <a:pt x="31944" y="2988"/>
                      <a:pt x="32792" y="6646"/>
                      <a:pt x="31154" y="95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6" name="Google Shape;2066;p59"/>
              <p:cNvSpPr/>
              <p:nvPr/>
            </p:nvSpPr>
            <p:spPr>
              <a:xfrm>
                <a:off x="4091234" y="4471252"/>
                <a:ext cx="25754" cy="47517"/>
              </a:xfrm>
              <a:custGeom>
                <a:rect b="b" l="l" r="r" t="t"/>
                <a:pathLst>
                  <a:path extrusionOk="0" h="47517" w="25754">
                    <a:moveTo>
                      <a:pt x="25131" y="9308"/>
                    </a:moveTo>
                    <a:lnTo>
                      <a:pt x="13701" y="42558"/>
                    </a:lnTo>
                    <a:lnTo>
                      <a:pt x="13701" y="43057"/>
                    </a:lnTo>
                    <a:cubicBezTo>
                      <a:pt x="12234" y="46715"/>
                      <a:pt x="8094" y="48461"/>
                      <a:pt x="4453" y="47006"/>
                    </a:cubicBezTo>
                    <a:cubicBezTo>
                      <a:pt x="1078" y="45634"/>
                      <a:pt x="-726" y="41935"/>
                      <a:pt x="276" y="38444"/>
                    </a:cubicBezTo>
                    <a:lnTo>
                      <a:pt x="276" y="38444"/>
                    </a:lnTo>
                    <a:lnTo>
                      <a:pt x="12371" y="4362"/>
                    </a:lnTo>
                    <a:cubicBezTo>
                      <a:pt x="13796" y="787"/>
                      <a:pt x="17841" y="-917"/>
                      <a:pt x="21398" y="496"/>
                    </a:cubicBezTo>
                    <a:cubicBezTo>
                      <a:pt x="24728" y="1826"/>
                      <a:pt x="26490" y="5483"/>
                      <a:pt x="25463" y="893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7" name="Google Shape;2067;p59"/>
              <p:cNvSpPr/>
              <p:nvPr/>
            </p:nvSpPr>
            <p:spPr>
              <a:xfrm>
                <a:off x="4069879" y="4573565"/>
                <a:ext cx="19695" cy="51363"/>
              </a:xfrm>
              <a:custGeom>
                <a:rect b="b" l="l" r="r" t="t"/>
                <a:pathLst>
                  <a:path extrusionOk="0" h="51363" w="19695">
                    <a:moveTo>
                      <a:pt x="19428" y="8867"/>
                    </a:moveTo>
                    <a:lnTo>
                      <a:pt x="15272" y="43781"/>
                    </a:lnTo>
                    <a:lnTo>
                      <a:pt x="15272" y="44279"/>
                    </a:lnTo>
                    <a:cubicBezTo>
                      <a:pt x="14952" y="48477"/>
                      <a:pt x="11278" y="51636"/>
                      <a:pt x="7067" y="51345"/>
                    </a:cubicBezTo>
                    <a:cubicBezTo>
                      <a:pt x="2857" y="51013"/>
                      <a:pt x="-298" y="47313"/>
                      <a:pt x="22" y="43116"/>
                    </a:cubicBezTo>
                    <a:cubicBezTo>
                      <a:pt x="39" y="42908"/>
                      <a:pt x="64" y="42658"/>
                      <a:pt x="101" y="42450"/>
                    </a:cubicBezTo>
                    <a:lnTo>
                      <a:pt x="101" y="42450"/>
                    </a:lnTo>
                    <a:lnTo>
                      <a:pt x="4840" y="6539"/>
                    </a:lnTo>
                    <a:cubicBezTo>
                      <a:pt x="5355" y="2466"/>
                      <a:pt x="9087" y="-443"/>
                      <a:pt x="13173" y="56"/>
                    </a:cubicBezTo>
                    <a:cubicBezTo>
                      <a:pt x="17259" y="596"/>
                      <a:pt x="20152" y="4337"/>
                      <a:pt x="19636" y="84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8" name="Google Shape;2068;p59"/>
              <p:cNvSpPr/>
              <p:nvPr/>
            </p:nvSpPr>
            <p:spPr>
              <a:xfrm>
                <a:off x="4067482" y="4680059"/>
                <a:ext cx="18734" cy="53649"/>
              </a:xfrm>
              <a:custGeom>
                <a:rect b="b" l="l" r="r" t="t"/>
                <a:pathLst>
                  <a:path extrusionOk="0" h="53649" w="18734">
                    <a:moveTo>
                      <a:pt x="16007" y="7612"/>
                    </a:moveTo>
                    <a:lnTo>
                      <a:pt x="18459" y="42775"/>
                    </a:lnTo>
                    <a:lnTo>
                      <a:pt x="18459" y="43232"/>
                    </a:lnTo>
                    <a:cubicBezTo>
                      <a:pt x="19627" y="47680"/>
                      <a:pt x="16975" y="52210"/>
                      <a:pt x="12532" y="53374"/>
                    </a:cubicBezTo>
                    <a:cubicBezTo>
                      <a:pt x="8093" y="54538"/>
                      <a:pt x="3546" y="51919"/>
                      <a:pt x="2378" y="47472"/>
                    </a:cubicBezTo>
                    <a:cubicBezTo>
                      <a:pt x="2112" y="46433"/>
                      <a:pt x="2041" y="45394"/>
                      <a:pt x="2166" y="44355"/>
                    </a:cubicBezTo>
                    <a:lnTo>
                      <a:pt x="2166" y="44355"/>
                    </a:lnTo>
                    <a:lnTo>
                      <a:pt x="5" y="8277"/>
                    </a:lnTo>
                    <a:cubicBezTo>
                      <a:pt x="-145" y="3830"/>
                      <a:pt x="3326" y="131"/>
                      <a:pt x="7752" y="6"/>
                    </a:cubicBezTo>
                    <a:cubicBezTo>
                      <a:pt x="11987" y="-160"/>
                      <a:pt x="15599" y="3040"/>
                      <a:pt x="16007" y="723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9" name="Google Shape;2069;p59"/>
              <p:cNvSpPr/>
              <p:nvPr/>
            </p:nvSpPr>
            <p:spPr>
              <a:xfrm>
                <a:off x="4079614" y="4786421"/>
                <a:ext cx="24804" cy="51476"/>
              </a:xfrm>
              <a:custGeom>
                <a:rect b="b" l="l" r="r" t="t"/>
                <a:pathLst>
                  <a:path extrusionOk="0" h="51476" w="24804">
                    <a:moveTo>
                      <a:pt x="16925" y="6116"/>
                    </a:moveTo>
                    <a:lnTo>
                      <a:pt x="24614" y="40613"/>
                    </a:lnTo>
                    <a:lnTo>
                      <a:pt x="24614" y="40946"/>
                    </a:lnTo>
                    <a:cubicBezTo>
                      <a:pt x="25612" y="45642"/>
                      <a:pt x="22594" y="50297"/>
                      <a:pt x="17877" y="51295"/>
                    </a:cubicBezTo>
                    <a:cubicBezTo>
                      <a:pt x="13230" y="52251"/>
                      <a:pt x="8650" y="49341"/>
                      <a:pt x="7573" y="44728"/>
                    </a:cubicBezTo>
                    <a:lnTo>
                      <a:pt x="7573" y="44728"/>
                    </a:lnTo>
                    <a:lnTo>
                      <a:pt x="50" y="9482"/>
                    </a:lnTo>
                    <a:cubicBezTo>
                      <a:pt x="-457" y="4785"/>
                      <a:pt x="2939" y="546"/>
                      <a:pt x="7640" y="47"/>
                    </a:cubicBezTo>
                    <a:cubicBezTo>
                      <a:pt x="11634" y="-368"/>
                      <a:pt x="15391" y="2000"/>
                      <a:pt x="16676" y="582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0" name="Google Shape;2070;p59"/>
              <p:cNvSpPr/>
              <p:nvPr/>
            </p:nvSpPr>
            <p:spPr>
              <a:xfrm>
                <a:off x="4104959" y="4889236"/>
                <a:ext cx="29328" cy="52183"/>
              </a:xfrm>
              <a:custGeom>
                <a:rect b="b" l="l" r="r" t="t"/>
                <a:pathLst>
                  <a:path extrusionOk="0" h="52183" w="29328">
                    <a:moveTo>
                      <a:pt x="17806" y="6170"/>
                    </a:moveTo>
                    <a:lnTo>
                      <a:pt x="28862" y="39670"/>
                    </a:lnTo>
                    <a:lnTo>
                      <a:pt x="28862" y="40044"/>
                    </a:lnTo>
                    <a:cubicBezTo>
                      <a:pt x="30458" y="44908"/>
                      <a:pt x="27823" y="50103"/>
                      <a:pt x="22981" y="51724"/>
                    </a:cubicBezTo>
                    <a:cubicBezTo>
                      <a:pt x="18139" y="53303"/>
                      <a:pt x="12918" y="50685"/>
                      <a:pt x="11323" y="45822"/>
                    </a:cubicBezTo>
                    <a:lnTo>
                      <a:pt x="11323" y="45822"/>
                    </a:lnTo>
                    <a:lnTo>
                      <a:pt x="308" y="11449"/>
                    </a:lnTo>
                    <a:cubicBezTo>
                      <a:pt x="-984" y="6586"/>
                      <a:pt x="1908" y="1598"/>
                      <a:pt x="6767" y="310"/>
                    </a:cubicBezTo>
                    <a:cubicBezTo>
                      <a:pt x="11260" y="-896"/>
                      <a:pt x="15928" y="1515"/>
                      <a:pt x="17599" y="583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1" name="Google Shape;2071;p59"/>
              <p:cNvSpPr/>
              <p:nvPr/>
            </p:nvSpPr>
            <p:spPr>
              <a:xfrm>
                <a:off x="4141633" y="4988558"/>
                <a:ext cx="34535" cy="51770"/>
              </a:xfrm>
              <a:custGeom>
                <a:rect b="b" l="l" r="r" t="t"/>
                <a:pathLst>
                  <a:path extrusionOk="0" h="51770" w="34535">
                    <a:moveTo>
                      <a:pt x="18416" y="5811"/>
                    </a:moveTo>
                    <a:lnTo>
                      <a:pt x="33587" y="37690"/>
                    </a:lnTo>
                    <a:lnTo>
                      <a:pt x="33587" y="38023"/>
                    </a:lnTo>
                    <a:cubicBezTo>
                      <a:pt x="35881" y="42803"/>
                      <a:pt x="33874" y="48539"/>
                      <a:pt x="29098" y="50824"/>
                    </a:cubicBezTo>
                    <a:cubicBezTo>
                      <a:pt x="24322" y="53110"/>
                      <a:pt x="18591" y="51115"/>
                      <a:pt x="16296" y="46336"/>
                    </a:cubicBezTo>
                    <a:lnTo>
                      <a:pt x="16296" y="46336"/>
                    </a:lnTo>
                    <a:lnTo>
                      <a:pt x="959" y="13667"/>
                    </a:lnTo>
                    <a:cubicBezTo>
                      <a:pt x="-1335" y="8970"/>
                      <a:pt x="627" y="3276"/>
                      <a:pt x="5344" y="948"/>
                    </a:cubicBezTo>
                    <a:cubicBezTo>
                      <a:pt x="10062" y="-1338"/>
                      <a:pt x="15748" y="657"/>
                      <a:pt x="18042" y="535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59"/>
              <p:cNvSpPr/>
              <p:nvPr/>
            </p:nvSpPr>
            <p:spPr>
              <a:xfrm>
                <a:off x="4191325" y="5082879"/>
                <a:ext cx="39417" cy="50086"/>
              </a:xfrm>
              <a:custGeom>
                <a:rect b="b" l="l" r="r" t="t"/>
                <a:pathLst>
                  <a:path extrusionOk="0" h="50086" w="39417">
                    <a:moveTo>
                      <a:pt x="18309" y="4884"/>
                    </a:moveTo>
                    <a:lnTo>
                      <a:pt x="37553" y="34353"/>
                    </a:lnTo>
                    <a:lnTo>
                      <a:pt x="37802" y="34727"/>
                    </a:lnTo>
                    <a:cubicBezTo>
                      <a:pt x="40799" y="39299"/>
                      <a:pt x="39506" y="45450"/>
                      <a:pt x="34913" y="48484"/>
                    </a:cubicBezTo>
                    <a:cubicBezTo>
                      <a:pt x="30320" y="51477"/>
                      <a:pt x="24173" y="50147"/>
                      <a:pt x="21177" y="45575"/>
                    </a:cubicBezTo>
                    <a:lnTo>
                      <a:pt x="21177" y="45575"/>
                    </a:lnTo>
                    <a:lnTo>
                      <a:pt x="1558" y="15192"/>
                    </a:lnTo>
                    <a:cubicBezTo>
                      <a:pt x="-1380" y="10620"/>
                      <a:pt x="-42" y="4510"/>
                      <a:pt x="4551" y="1559"/>
                    </a:cubicBezTo>
                    <a:cubicBezTo>
                      <a:pt x="9144" y="-1392"/>
                      <a:pt x="15245" y="-20"/>
                      <a:pt x="18184" y="455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3" name="Google Shape;2073;p59"/>
              <p:cNvSpPr/>
              <p:nvPr/>
            </p:nvSpPr>
            <p:spPr>
              <a:xfrm>
                <a:off x="4253809" y="5169460"/>
                <a:ext cx="44242" cy="47097"/>
              </a:xfrm>
              <a:custGeom>
                <a:rect b="b" l="l" r="r" t="t"/>
                <a:pathLst>
                  <a:path extrusionOk="0" h="47097" w="44242">
                    <a:moveTo>
                      <a:pt x="17838" y="3591"/>
                    </a:moveTo>
                    <a:cubicBezTo>
                      <a:pt x="21662" y="8038"/>
                      <a:pt x="25444" y="12485"/>
                      <a:pt x="29476" y="16767"/>
                    </a:cubicBezTo>
                    <a:lnTo>
                      <a:pt x="41321" y="29734"/>
                    </a:lnTo>
                    <a:lnTo>
                      <a:pt x="41571" y="30025"/>
                    </a:lnTo>
                    <a:cubicBezTo>
                      <a:pt x="45370" y="34182"/>
                      <a:pt x="45083" y="40624"/>
                      <a:pt x="40927" y="44407"/>
                    </a:cubicBezTo>
                    <a:cubicBezTo>
                      <a:pt x="36770" y="48230"/>
                      <a:pt x="30324" y="47939"/>
                      <a:pt x="26525" y="43783"/>
                    </a:cubicBezTo>
                    <a:lnTo>
                      <a:pt x="26525" y="43783"/>
                    </a:lnTo>
                    <a:lnTo>
                      <a:pt x="14347" y="30358"/>
                    </a:lnTo>
                    <a:cubicBezTo>
                      <a:pt x="10190" y="25910"/>
                      <a:pt x="6366" y="21297"/>
                      <a:pt x="2459" y="16725"/>
                    </a:cubicBezTo>
                    <a:cubicBezTo>
                      <a:pt x="-1190" y="12485"/>
                      <a:pt x="-724" y="6126"/>
                      <a:pt x="3498" y="2468"/>
                    </a:cubicBezTo>
                    <a:cubicBezTo>
                      <a:pt x="7721" y="-1189"/>
                      <a:pt x="14106" y="-732"/>
                      <a:pt x="17755" y="350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2074;p59"/>
              <p:cNvSpPr/>
              <p:nvPr/>
            </p:nvSpPr>
            <p:spPr>
              <a:xfrm>
                <a:off x="4329158" y="5244871"/>
                <a:ext cx="49194" cy="43321"/>
              </a:xfrm>
              <a:custGeom>
                <a:rect b="b" l="l" r="r" t="t"/>
                <a:pathLst>
                  <a:path extrusionOk="0" h="43321" w="49194">
                    <a:moveTo>
                      <a:pt x="17137" y="2329"/>
                    </a:moveTo>
                    <a:lnTo>
                      <a:pt x="44652" y="24068"/>
                    </a:lnTo>
                    <a:lnTo>
                      <a:pt x="45151" y="24442"/>
                    </a:lnTo>
                    <a:cubicBezTo>
                      <a:pt x="49744" y="28058"/>
                      <a:pt x="50542" y="34708"/>
                      <a:pt x="46938" y="39280"/>
                    </a:cubicBezTo>
                    <a:cubicBezTo>
                      <a:pt x="43335" y="43852"/>
                      <a:pt x="36693" y="44683"/>
                      <a:pt x="32100" y="41067"/>
                    </a:cubicBezTo>
                    <a:lnTo>
                      <a:pt x="32100" y="41067"/>
                    </a:lnTo>
                    <a:lnTo>
                      <a:pt x="3712" y="18415"/>
                    </a:lnTo>
                    <a:cubicBezTo>
                      <a:pt x="-694" y="14716"/>
                      <a:pt x="-1259" y="8107"/>
                      <a:pt x="2453" y="3701"/>
                    </a:cubicBezTo>
                    <a:cubicBezTo>
                      <a:pt x="6015" y="-497"/>
                      <a:pt x="12253" y="-1245"/>
                      <a:pt x="16680" y="208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59"/>
              <p:cNvSpPr/>
              <p:nvPr/>
            </p:nvSpPr>
            <p:spPr>
              <a:xfrm>
                <a:off x="4415991" y="5306037"/>
                <a:ext cx="52949" cy="38691"/>
              </a:xfrm>
              <a:custGeom>
                <a:rect b="b" l="l" r="r" t="t"/>
                <a:pathLst>
                  <a:path extrusionOk="0" h="38691" w="52949">
                    <a:moveTo>
                      <a:pt x="16424" y="1638"/>
                    </a:moveTo>
                    <a:lnTo>
                      <a:pt x="47264" y="18264"/>
                    </a:lnTo>
                    <a:lnTo>
                      <a:pt x="47804" y="18555"/>
                    </a:lnTo>
                    <a:cubicBezTo>
                      <a:pt x="52912" y="21713"/>
                      <a:pt x="54484" y="28447"/>
                      <a:pt x="51308" y="33560"/>
                    </a:cubicBezTo>
                    <a:cubicBezTo>
                      <a:pt x="48403" y="38215"/>
                      <a:pt x="42451" y="40002"/>
                      <a:pt x="37455" y="37674"/>
                    </a:cubicBezTo>
                    <a:lnTo>
                      <a:pt x="37455" y="37674"/>
                    </a:lnTo>
                    <a:lnTo>
                      <a:pt x="5617" y="20217"/>
                    </a:lnTo>
                    <a:cubicBezTo>
                      <a:pt x="397" y="17391"/>
                      <a:pt x="-1532" y="10824"/>
                      <a:pt x="1315" y="5587"/>
                    </a:cubicBezTo>
                    <a:cubicBezTo>
                      <a:pt x="4162" y="391"/>
                      <a:pt x="10705" y="-1520"/>
                      <a:pt x="15925" y="13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59"/>
              <p:cNvSpPr/>
              <p:nvPr/>
            </p:nvSpPr>
            <p:spPr>
              <a:xfrm>
                <a:off x="4513572" y="5351865"/>
                <a:ext cx="55222" cy="33872"/>
              </a:xfrm>
              <a:custGeom>
                <a:rect b="b" l="l" r="r" t="t"/>
                <a:pathLst>
                  <a:path extrusionOk="0" h="33872" w="55222">
                    <a:moveTo>
                      <a:pt x="13940" y="575"/>
                    </a:moveTo>
                    <a:lnTo>
                      <a:pt x="47191" y="12130"/>
                    </a:lnTo>
                    <a:lnTo>
                      <a:pt x="47732" y="12130"/>
                    </a:lnTo>
                    <a:cubicBezTo>
                      <a:pt x="53563" y="14167"/>
                      <a:pt x="56634" y="20567"/>
                      <a:pt x="54590" y="26386"/>
                    </a:cubicBezTo>
                    <a:cubicBezTo>
                      <a:pt x="52549" y="32205"/>
                      <a:pt x="46165" y="35281"/>
                      <a:pt x="40333" y="33244"/>
                    </a:cubicBezTo>
                    <a:lnTo>
                      <a:pt x="40333" y="33244"/>
                    </a:lnTo>
                    <a:lnTo>
                      <a:pt x="6210" y="21066"/>
                    </a:lnTo>
                    <a:cubicBezTo>
                      <a:pt x="706" y="18365"/>
                      <a:pt x="-1563" y="11714"/>
                      <a:pt x="1139" y="6228"/>
                    </a:cubicBezTo>
                    <a:cubicBezTo>
                      <a:pt x="3404" y="1614"/>
                      <a:pt x="8550" y="-879"/>
                      <a:pt x="13566" y="28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7" name="Google Shape;2077;p59"/>
              <p:cNvSpPr/>
              <p:nvPr/>
            </p:nvSpPr>
            <p:spPr>
              <a:xfrm>
                <a:off x="4615089" y="5382205"/>
                <a:ext cx="57434" cy="29963"/>
              </a:xfrm>
              <a:custGeom>
                <a:rect b="b" l="l" r="r" t="t"/>
                <a:pathLst>
                  <a:path extrusionOk="0" h="29963" w="57434">
                    <a:moveTo>
                      <a:pt x="13465" y="285"/>
                    </a:moveTo>
                    <a:lnTo>
                      <a:pt x="48004" y="7226"/>
                    </a:lnTo>
                    <a:lnTo>
                      <a:pt x="48461" y="7226"/>
                    </a:lnTo>
                    <a:cubicBezTo>
                      <a:pt x="54662" y="8639"/>
                      <a:pt x="58553" y="14791"/>
                      <a:pt x="57148" y="20984"/>
                    </a:cubicBezTo>
                    <a:cubicBezTo>
                      <a:pt x="55789" y="26969"/>
                      <a:pt x="49978" y="30834"/>
                      <a:pt x="43931" y="29795"/>
                    </a:cubicBezTo>
                    <a:lnTo>
                      <a:pt x="43931" y="29795"/>
                    </a:lnTo>
                    <a:lnTo>
                      <a:pt x="8518" y="22480"/>
                    </a:lnTo>
                    <a:cubicBezTo>
                      <a:pt x="2413" y="20859"/>
                      <a:pt x="-1228" y="14624"/>
                      <a:pt x="380" y="8515"/>
                    </a:cubicBezTo>
                    <a:cubicBezTo>
                      <a:pt x="1864" y="2904"/>
                      <a:pt x="7334" y="-713"/>
                      <a:pt x="13090" y="11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8" name="Google Shape;2078;p59"/>
              <p:cNvSpPr/>
              <p:nvPr/>
            </p:nvSpPr>
            <p:spPr>
              <a:xfrm>
                <a:off x="4719712" y="5399502"/>
                <a:ext cx="59459" cy="27615"/>
              </a:xfrm>
              <a:custGeom>
                <a:rect b="b" l="l" r="r" t="t"/>
                <a:pathLst>
                  <a:path extrusionOk="0" h="27615" w="59459">
                    <a:moveTo>
                      <a:pt x="13416" y="113"/>
                    </a:moveTo>
                    <a:lnTo>
                      <a:pt x="48496" y="3979"/>
                    </a:lnTo>
                    <a:lnTo>
                      <a:pt x="48912" y="3979"/>
                    </a:lnTo>
                    <a:cubicBezTo>
                      <a:pt x="55420" y="4685"/>
                      <a:pt x="60109" y="10546"/>
                      <a:pt x="59385" y="17071"/>
                    </a:cubicBezTo>
                    <a:cubicBezTo>
                      <a:pt x="58662" y="23597"/>
                      <a:pt x="52802" y="28252"/>
                      <a:pt x="46293" y="27545"/>
                    </a:cubicBezTo>
                    <a:lnTo>
                      <a:pt x="46293" y="27545"/>
                    </a:lnTo>
                    <a:lnTo>
                      <a:pt x="10424" y="23389"/>
                    </a:lnTo>
                    <a:cubicBezTo>
                      <a:pt x="3985" y="22682"/>
                      <a:pt x="-649" y="16863"/>
                      <a:pt x="74" y="10421"/>
                    </a:cubicBezTo>
                    <a:cubicBezTo>
                      <a:pt x="798" y="3979"/>
                      <a:pt x="6604" y="-635"/>
                      <a:pt x="13042" y="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9" name="Google Shape;2079;p59"/>
              <p:cNvSpPr/>
              <p:nvPr/>
            </p:nvSpPr>
            <p:spPr>
              <a:xfrm>
                <a:off x="4826126" y="5407428"/>
                <a:ext cx="60227" cy="24566"/>
              </a:xfrm>
              <a:custGeom>
                <a:rect b="b" l="l" r="r" t="t"/>
                <a:pathLst>
                  <a:path extrusionOk="0" h="24566" w="60227">
                    <a:moveTo>
                      <a:pt x="12574" y="1"/>
                    </a:moveTo>
                    <a:lnTo>
                      <a:pt x="47861" y="375"/>
                    </a:lnTo>
                    <a:lnTo>
                      <a:pt x="48277" y="375"/>
                    </a:lnTo>
                    <a:cubicBezTo>
                      <a:pt x="54956" y="458"/>
                      <a:pt x="60306" y="5945"/>
                      <a:pt x="60227" y="12595"/>
                    </a:cubicBezTo>
                    <a:cubicBezTo>
                      <a:pt x="60148" y="19287"/>
                      <a:pt x="54666" y="24648"/>
                      <a:pt x="47986" y="24565"/>
                    </a:cubicBezTo>
                    <a:lnTo>
                      <a:pt x="47986" y="24565"/>
                    </a:lnTo>
                    <a:lnTo>
                      <a:pt x="11909" y="24108"/>
                    </a:lnTo>
                    <a:cubicBezTo>
                      <a:pt x="5250" y="24025"/>
                      <a:pt x="-78" y="18580"/>
                      <a:pt x="1" y="11888"/>
                    </a:cubicBezTo>
                    <a:cubicBezTo>
                      <a:pt x="80" y="5238"/>
                      <a:pt x="5541" y="-82"/>
                      <a:pt x="12200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0" name="Google Shape;2080;p59"/>
              <p:cNvSpPr/>
              <p:nvPr/>
            </p:nvSpPr>
            <p:spPr>
              <a:xfrm>
                <a:off x="4933231" y="5402622"/>
                <a:ext cx="60277" cy="27224"/>
              </a:xfrm>
              <a:custGeom>
                <a:rect b="b" l="l" r="r" t="t"/>
                <a:pathLst>
                  <a:path extrusionOk="0" h="27224" w="60277">
                    <a:moveTo>
                      <a:pt x="11331" y="2853"/>
                    </a:moveTo>
                    <a:lnTo>
                      <a:pt x="46577" y="68"/>
                    </a:lnTo>
                    <a:lnTo>
                      <a:pt x="46785" y="68"/>
                    </a:lnTo>
                    <a:cubicBezTo>
                      <a:pt x="53498" y="-639"/>
                      <a:pt x="59508" y="4225"/>
                      <a:pt x="60210" y="10958"/>
                    </a:cubicBezTo>
                    <a:cubicBezTo>
                      <a:pt x="60913" y="17650"/>
                      <a:pt x="56041" y="23677"/>
                      <a:pt x="49329" y="24383"/>
                    </a:cubicBezTo>
                    <a:cubicBezTo>
                      <a:pt x="49117" y="24383"/>
                      <a:pt x="48909" y="24424"/>
                      <a:pt x="48697" y="24424"/>
                    </a:cubicBezTo>
                    <a:lnTo>
                      <a:pt x="48697" y="24424"/>
                    </a:lnTo>
                    <a:lnTo>
                      <a:pt x="12745" y="27209"/>
                    </a:lnTo>
                    <a:cubicBezTo>
                      <a:pt x="6028" y="27542"/>
                      <a:pt x="325" y="22346"/>
                      <a:pt x="14" y="15613"/>
                    </a:cubicBezTo>
                    <a:cubicBezTo>
                      <a:pt x="-290" y="9171"/>
                      <a:pt x="4473" y="3643"/>
                      <a:pt x="10874" y="2936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1" name="Google Shape;2081;p59"/>
              <p:cNvSpPr/>
              <p:nvPr/>
            </p:nvSpPr>
            <p:spPr>
              <a:xfrm>
                <a:off x="5037139" y="5388641"/>
                <a:ext cx="60730" cy="30628"/>
              </a:xfrm>
              <a:custGeom>
                <a:rect b="b" l="l" r="r" t="t"/>
                <a:pathLst>
                  <a:path extrusionOk="0" h="30628" w="60730">
                    <a:moveTo>
                      <a:pt x="12870" y="5612"/>
                    </a:moveTo>
                    <a:lnTo>
                      <a:pt x="47825" y="1"/>
                    </a:lnTo>
                    <a:lnTo>
                      <a:pt x="48116" y="1"/>
                    </a:lnTo>
                    <a:cubicBezTo>
                      <a:pt x="55003" y="-82"/>
                      <a:pt x="60647" y="5446"/>
                      <a:pt x="60730" y="12304"/>
                    </a:cubicBezTo>
                    <a:cubicBezTo>
                      <a:pt x="60792" y="17832"/>
                      <a:pt x="57255" y="22695"/>
                      <a:pt x="52023" y="24357"/>
                    </a:cubicBezTo>
                    <a:lnTo>
                      <a:pt x="52023" y="24357"/>
                    </a:lnTo>
                    <a:lnTo>
                      <a:pt x="16486" y="29968"/>
                    </a:lnTo>
                    <a:cubicBezTo>
                      <a:pt x="9964" y="32171"/>
                      <a:pt x="2882" y="28680"/>
                      <a:pt x="667" y="22196"/>
                    </a:cubicBezTo>
                    <a:cubicBezTo>
                      <a:pt x="-1549" y="15670"/>
                      <a:pt x="1938" y="8563"/>
                      <a:pt x="8460" y="6360"/>
                    </a:cubicBezTo>
                    <a:cubicBezTo>
                      <a:pt x="9811" y="5903"/>
                      <a:pt x="11232" y="5654"/>
                      <a:pt x="12662" y="56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2" name="Google Shape;2082;p59"/>
              <p:cNvSpPr/>
              <p:nvPr/>
            </p:nvSpPr>
            <p:spPr>
              <a:xfrm>
                <a:off x="5143274" y="5366352"/>
                <a:ext cx="62444" cy="33557"/>
              </a:xfrm>
              <a:custGeom>
                <a:rect b="b" l="l" r="r" t="t"/>
                <a:pathLst>
                  <a:path extrusionOk="0" h="33557" w="62444">
                    <a:moveTo>
                      <a:pt x="11309" y="8657"/>
                    </a:moveTo>
                    <a:lnTo>
                      <a:pt x="45807" y="635"/>
                    </a:lnTo>
                    <a:lnTo>
                      <a:pt x="46057" y="635"/>
                    </a:lnTo>
                    <a:cubicBezTo>
                      <a:pt x="52582" y="-1526"/>
                      <a:pt x="59648" y="2007"/>
                      <a:pt x="61809" y="8532"/>
                    </a:cubicBezTo>
                    <a:cubicBezTo>
                      <a:pt x="63970" y="15099"/>
                      <a:pt x="60438" y="22123"/>
                      <a:pt x="53912" y="24326"/>
                    </a:cubicBezTo>
                    <a:cubicBezTo>
                      <a:pt x="53164" y="24534"/>
                      <a:pt x="52416" y="24742"/>
                      <a:pt x="51668" y="24825"/>
                    </a:cubicBezTo>
                    <a:lnTo>
                      <a:pt x="51668" y="24825"/>
                    </a:lnTo>
                    <a:lnTo>
                      <a:pt x="16630" y="32847"/>
                    </a:lnTo>
                    <a:cubicBezTo>
                      <a:pt x="10145" y="35133"/>
                      <a:pt x="2997" y="31725"/>
                      <a:pt x="711" y="25240"/>
                    </a:cubicBezTo>
                    <a:cubicBezTo>
                      <a:pt x="-1575" y="18715"/>
                      <a:pt x="1833" y="11608"/>
                      <a:pt x="8358" y="9322"/>
                    </a:cubicBezTo>
                    <a:cubicBezTo>
                      <a:pt x="9231" y="9031"/>
                      <a:pt x="10145" y="8823"/>
                      <a:pt x="11060" y="869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3" name="Google Shape;2083;p59"/>
              <p:cNvSpPr/>
              <p:nvPr/>
            </p:nvSpPr>
            <p:spPr>
              <a:xfrm>
                <a:off x="5248086" y="5338149"/>
                <a:ext cx="59485" cy="35295"/>
              </a:xfrm>
              <a:custGeom>
                <a:rect b="b" l="l" r="r" t="t"/>
                <a:pathLst>
                  <a:path extrusionOk="0" h="35295" w="59485">
                    <a:moveTo>
                      <a:pt x="9326" y="10674"/>
                    </a:moveTo>
                    <a:lnTo>
                      <a:pt x="43325" y="533"/>
                    </a:lnTo>
                    <a:lnTo>
                      <a:pt x="43325" y="533"/>
                    </a:lnTo>
                    <a:cubicBezTo>
                      <a:pt x="49975" y="-1462"/>
                      <a:pt x="56958" y="2320"/>
                      <a:pt x="58953" y="8970"/>
                    </a:cubicBezTo>
                    <a:cubicBezTo>
                      <a:pt x="60948" y="15620"/>
                      <a:pt x="57166" y="22603"/>
                      <a:pt x="50515" y="24598"/>
                    </a:cubicBezTo>
                    <a:lnTo>
                      <a:pt x="50515" y="24598"/>
                    </a:lnTo>
                    <a:lnTo>
                      <a:pt x="16059" y="34781"/>
                    </a:lnTo>
                    <a:cubicBezTo>
                      <a:pt x="9451" y="36735"/>
                      <a:pt x="2468" y="32953"/>
                      <a:pt x="514" y="26344"/>
                    </a:cubicBezTo>
                    <a:cubicBezTo>
                      <a:pt x="-1439" y="19735"/>
                      <a:pt x="2343" y="12753"/>
                      <a:pt x="8952" y="1079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4" name="Google Shape;2084;p59"/>
              <p:cNvSpPr/>
              <p:nvPr/>
            </p:nvSpPr>
            <p:spPr>
              <a:xfrm>
                <a:off x="5349787" y="5303853"/>
                <a:ext cx="58997" cy="37197"/>
              </a:xfrm>
              <a:custGeom>
                <a:rect b="b" l="l" r="r" t="t"/>
                <a:pathLst>
                  <a:path extrusionOk="0" h="37197" w="58997">
                    <a:moveTo>
                      <a:pt x="8998" y="12676"/>
                    </a:moveTo>
                    <a:lnTo>
                      <a:pt x="42249" y="706"/>
                    </a:lnTo>
                    <a:lnTo>
                      <a:pt x="42249" y="706"/>
                    </a:lnTo>
                    <a:cubicBezTo>
                      <a:pt x="48816" y="-1581"/>
                      <a:pt x="56006" y="1870"/>
                      <a:pt x="58292" y="8436"/>
                    </a:cubicBezTo>
                    <a:cubicBezTo>
                      <a:pt x="60579" y="15003"/>
                      <a:pt x="57128" y="22194"/>
                      <a:pt x="50562" y="24480"/>
                    </a:cubicBezTo>
                    <a:lnTo>
                      <a:pt x="50562" y="24480"/>
                    </a:lnTo>
                    <a:lnTo>
                      <a:pt x="16729" y="36492"/>
                    </a:lnTo>
                    <a:cubicBezTo>
                      <a:pt x="10162" y="38778"/>
                      <a:pt x="3012" y="35328"/>
                      <a:pt x="727" y="28803"/>
                    </a:cubicBezTo>
                    <a:cubicBezTo>
                      <a:pt x="-1601" y="22236"/>
                      <a:pt x="1849" y="15045"/>
                      <a:pt x="8416" y="1275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5" name="Google Shape;2085;p59"/>
              <p:cNvSpPr/>
              <p:nvPr/>
            </p:nvSpPr>
            <p:spPr>
              <a:xfrm>
                <a:off x="5449595" y="5264252"/>
                <a:ext cx="59509" cy="39530"/>
              </a:xfrm>
              <a:custGeom>
                <a:rect b="b" l="l" r="r" t="t"/>
                <a:pathLst>
                  <a:path extrusionOk="0" h="39530" w="59509">
                    <a:moveTo>
                      <a:pt x="8735" y="14703"/>
                    </a:moveTo>
                    <a:lnTo>
                      <a:pt x="41529" y="1112"/>
                    </a:lnTo>
                    <a:lnTo>
                      <a:pt x="41529" y="1112"/>
                    </a:lnTo>
                    <a:cubicBezTo>
                      <a:pt x="47972" y="-1756"/>
                      <a:pt x="55494" y="1112"/>
                      <a:pt x="58404" y="7554"/>
                    </a:cubicBezTo>
                    <a:cubicBezTo>
                      <a:pt x="61272" y="13997"/>
                      <a:pt x="58363" y="21520"/>
                      <a:pt x="51962" y="24429"/>
                    </a:cubicBezTo>
                    <a:cubicBezTo>
                      <a:pt x="51712" y="24512"/>
                      <a:pt x="51504" y="24595"/>
                      <a:pt x="51296" y="24679"/>
                    </a:cubicBezTo>
                    <a:lnTo>
                      <a:pt x="51296" y="24679"/>
                    </a:lnTo>
                    <a:lnTo>
                      <a:pt x="18046" y="38353"/>
                    </a:lnTo>
                    <a:cubicBezTo>
                      <a:pt x="11645" y="41304"/>
                      <a:pt x="4122" y="38519"/>
                      <a:pt x="1171" y="32119"/>
                    </a:cubicBezTo>
                    <a:cubicBezTo>
                      <a:pt x="-1780" y="25718"/>
                      <a:pt x="1046" y="18195"/>
                      <a:pt x="7405" y="15243"/>
                    </a:cubicBezTo>
                    <a:cubicBezTo>
                      <a:pt x="7696" y="15119"/>
                      <a:pt x="8029" y="14994"/>
                      <a:pt x="8320" y="1487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6" name="Google Shape;2086;p59"/>
              <p:cNvSpPr/>
              <p:nvPr/>
            </p:nvSpPr>
            <p:spPr>
              <a:xfrm>
                <a:off x="5548651" y="5220606"/>
                <a:ext cx="57495" cy="40569"/>
              </a:xfrm>
              <a:custGeom>
                <a:rect b="b" l="l" r="r" t="t"/>
                <a:pathLst>
                  <a:path extrusionOk="0" h="40569" w="57495">
                    <a:moveTo>
                      <a:pt x="7437" y="16079"/>
                    </a:moveTo>
                    <a:lnTo>
                      <a:pt x="39566" y="1033"/>
                    </a:lnTo>
                    <a:lnTo>
                      <a:pt x="39566" y="1033"/>
                    </a:lnTo>
                    <a:cubicBezTo>
                      <a:pt x="46133" y="-1752"/>
                      <a:pt x="53698" y="1283"/>
                      <a:pt x="56483" y="7849"/>
                    </a:cubicBezTo>
                    <a:cubicBezTo>
                      <a:pt x="59101" y="14084"/>
                      <a:pt x="56483" y="21275"/>
                      <a:pt x="50497" y="24351"/>
                    </a:cubicBezTo>
                    <a:lnTo>
                      <a:pt x="50497" y="24351"/>
                    </a:lnTo>
                    <a:lnTo>
                      <a:pt x="17995" y="39480"/>
                    </a:lnTo>
                    <a:cubicBezTo>
                      <a:pt x="11510" y="42347"/>
                      <a:pt x="3904" y="39355"/>
                      <a:pt x="1078" y="32871"/>
                    </a:cubicBezTo>
                    <a:cubicBezTo>
                      <a:pt x="-1665" y="26595"/>
                      <a:pt x="995" y="19238"/>
                      <a:pt x="7147" y="16204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7" name="Google Shape;2087;p59"/>
              <p:cNvSpPr/>
              <p:nvPr/>
            </p:nvSpPr>
            <p:spPr>
              <a:xfrm>
                <a:off x="5644742" y="5172367"/>
                <a:ext cx="57711" cy="42573"/>
              </a:xfrm>
              <a:custGeom>
                <a:rect b="b" l="l" r="r" t="t"/>
                <a:pathLst>
                  <a:path extrusionOk="0" h="42573" w="57711">
                    <a:moveTo>
                      <a:pt x="7192" y="17809"/>
                    </a:moveTo>
                    <a:lnTo>
                      <a:pt x="38738" y="1474"/>
                    </a:lnTo>
                    <a:lnTo>
                      <a:pt x="38738" y="1474"/>
                    </a:lnTo>
                    <a:cubicBezTo>
                      <a:pt x="45098" y="-1851"/>
                      <a:pt x="52912" y="643"/>
                      <a:pt x="56237" y="7002"/>
                    </a:cubicBezTo>
                    <a:cubicBezTo>
                      <a:pt x="59562" y="13362"/>
                      <a:pt x="57068" y="21176"/>
                      <a:pt x="50709" y="24500"/>
                    </a:cubicBezTo>
                    <a:lnTo>
                      <a:pt x="50709" y="24500"/>
                    </a:lnTo>
                    <a:lnTo>
                      <a:pt x="18871" y="41126"/>
                    </a:lnTo>
                    <a:cubicBezTo>
                      <a:pt x="12512" y="44409"/>
                      <a:pt x="4698" y="41916"/>
                      <a:pt x="1456" y="35598"/>
                    </a:cubicBezTo>
                    <a:cubicBezTo>
                      <a:pt x="-1828" y="29239"/>
                      <a:pt x="624" y="21425"/>
                      <a:pt x="6984" y="181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8" name="Google Shape;2088;p59"/>
              <p:cNvSpPr/>
              <p:nvPr/>
            </p:nvSpPr>
            <p:spPr>
              <a:xfrm>
                <a:off x="5738784" y="5120943"/>
                <a:ext cx="56958" cy="43646"/>
              </a:xfrm>
              <a:custGeom>
                <a:rect b="b" l="l" r="r" t="t"/>
                <a:pathLst>
                  <a:path extrusionOk="0" h="43646" w="56958">
                    <a:moveTo>
                      <a:pt x="7083" y="18940"/>
                    </a:moveTo>
                    <a:lnTo>
                      <a:pt x="37965" y="1400"/>
                    </a:lnTo>
                    <a:lnTo>
                      <a:pt x="37965" y="1400"/>
                    </a:lnTo>
                    <a:cubicBezTo>
                      <a:pt x="44407" y="-1842"/>
                      <a:pt x="52304" y="735"/>
                      <a:pt x="55547" y="7178"/>
                    </a:cubicBezTo>
                    <a:cubicBezTo>
                      <a:pt x="58581" y="13204"/>
                      <a:pt x="56586" y="20519"/>
                      <a:pt x="50891" y="24135"/>
                    </a:cubicBezTo>
                    <a:lnTo>
                      <a:pt x="50891" y="24135"/>
                    </a:lnTo>
                    <a:lnTo>
                      <a:pt x="19719" y="41800"/>
                    </a:lnTo>
                    <a:cubicBezTo>
                      <a:pt x="13526" y="45499"/>
                      <a:pt x="5504" y="43463"/>
                      <a:pt x="1846" y="37270"/>
                    </a:cubicBezTo>
                    <a:cubicBezTo>
                      <a:pt x="-1853" y="31077"/>
                      <a:pt x="184" y="23055"/>
                      <a:pt x="6376" y="19356"/>
                    </a:cubicBezTo>
                    <a:cubicBezTo>
                      <a:pt x="6501" y="19272"/>
                      <a:pt x="6668" y="19189"/>
                      <a:pt x="6834" y="19106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9" name="Google Shape;2089;p59"/>
              <p:cNvSpPr/>
              <p:nvPr/>
            </p:nvSpPr>
            <p:spPr>
              <a:xfrm>
                <a:off x="5831389" y="5065385"/>
                <a:ext cx="56807" cy="45128"/>
              </a:xfrm>
              <a:custGeom>
                <a:rect b="b" l="l" r="r" t="t"/>
                <a:pathLst>
                  <a:path extrusionOk="0" h="45128" w="56807">
                    <a:moveTo>
                      <a:pt x="6458" y="20673"/>
                    </a:moveTo>
                    <a:lnTo>
                      <a:pt x="36675" y="1970"/>
                    </a:lnTo>
                    <a:lnTo>
                      <a:pt x="36675" y="1970"/>
                    </a:lnTo>
                    <a:cubicBezTo>
                      <a:pt x="42868" y="-1854"/>
                      <a:pt x="50973" y="57"/>
                      <a:pt x="54839" y="6250"/>
                    </a:cubicBezTo>
                    <a:cubicBezTo>
                      <a:pt x="58662" y="12402"/>
                      <a:pt x="56750" y="20549"/>
                      <a:pt x="50557" y="24372"/>
                    </a:cubicBezTo>
                    <a:lnTo>
                      <a:pt x="50557" y="24372"/>
                    </a:lnTo>
                    <a:lnTo>
                      <a:pt x="20050" y="43159"/>
                    </a:lnTo>
                    <a:cubicBezTo>
                      <a:pt x="13857" y="46983"/>
                      <a:pt x="5793" y="45071"/>
                      <a:pt x="1970" y="38878"/>
                    </a:cubicBezTo>
                    <a:cubicBezTo>
                      <a:pt x="-1854" y="32685"/>
                      <a:pt x="57" y="24622"/>
                      <a:pt x="6250" y="2079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0" name="Google Shape;2090;p59"/>
              <p:cNvSpPr/>
              <p:nvPr/>
            </p:nvSpPr>
            <p:spPr>
              <a:xfrm>
                <a:off x="5921095" y="5006862"/>
                <a:ext cx="56485" cy="46666"/>
              </a:xfrm>
              <a:custGeom>
                <a:rect b="b" l="l" r="r" t="t"/>
                <a:pathLst>
                  <a:path extrusionOk="0" h="46666" w="56485">
                    <a:moveTo>
                      <a:pt x="6572" y="21964"/>
                    </a:moveTo>
                    <a:lnTo>
                      <a:pt x="35999" y="2096"/>
                    </a:lnTo>
                    <a:lnTo>
                      <a:pt x="35999" y="2096"/>
                    </a:lnTo>
                    <a:cubicBezTo>
                      <a:pt x="42192" y="-1852"/>
                      <a:pt x="50422" y="-65"/>
                      <a:pt x="54370" y="6128"/>
                    </a:cubicBezTo>
                    <a:cubicBezTo>
                      <a:pt x="58236" y="12113"/>
                      <a:pt x="56657" y="20052"/>
                      <a:pt x="50838" y="24166"/>
                    </a:cubicBezTo>
                    <a:lnTo>
                      <a:pt x="50838" y="24166"/>
                    </a:lnTo>
                    <a:lnTo>
                      <a:pt x="21036" y="44159"/>
                    </a:lnTo>
                    <a:cubicBezTo>
                      <a:pt x="15093" y="48440"/>
                      <a:pt x="6822" y="47110"/>
                      <a:pt x="2541" y="41166"/>
                    </a:cubicBezTo>
                    <a:cubicBezTo>
                      <a:pt x="-1782" y="35264"/>
                      <a:pt x="-452" y="26951"/>
                      <a:pt x="5491" y="22670"/>
                    </a:cubicBezTo>
                    <a:cubicBezTo>
                      <a:pt x="5741" y="22504"/>
                      <a:pt x="5990" y="22338"/>
                      <a:pt x="6240" y="221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59"/>
              <p:cNvSpPr/>
              <p:nvPr/>
            </p:nvSpPr>
            <p:spPr>
              <a:xfrm>
                <a:off x="6008882" y="4943185"/>
                <a:ext cx="56610" cy="49231"/>
              </a:xfrm>
              <a:custGeom>
                <a:rect b="b" l="l" r="r" t="t"/>
                <a:pathLst>
                  <a:path extrusionOk="0" h="49231" w="56610">
                    <a:moveTo>
                      <a:pt x="6069" y="24791"/>
                    </a:moveTo>
                    <a:lnTo>
                      <a:pt x="20159" y="14234"/>
                    </a:lnTo>
                    <a:cubicBezTo>
                      <a:pt x="24856" y="10701"/>
                      <a:pt x="29552" y="7252"/>
                      <a:pt x="34207" y="3552"/>
                    </a:cubicBezTo>
                    <a:cubicBezTo>
                      <a:pt x="39610" y="-1436"/>
                      <a:pt x="48048" y="-1144"/>
                      <a:pt x="53077" y="4259"/>
                    </a:cubicBezTo>
                    <a:cubicBezTo>
                      <a:pt x="58065" y="9662"/>
                      <a:pt x="57732" y="18100"/>
                      <a:pt x="52329" y="23129"/>
                    </a:cubicBezTo>
                    <a:cubicBezTo>
                      <a:pt x="51872" y="23544"/>
                      <a:pt x="51373" y="23960"/>
                      <a:pt x="50833" y="24334"/>
                    </a:cubicBezTo>
                    <a:lnTo>
                      <a:pt x="50833" y="24334"/>
                    </a:lnTo>
                    <a:cubicBezTo>
                      <a:pt x="46178" y="28033"/>
                      <a:pt x="41315" y="31608"/>
                      <a:pt x="36493" y="35266"/>
                    </a:cubicBezTo>
                    <a:lnTo>
                      <a:pt x="21987" y="46114"/>
                    </a:lnTo>
                    <a:cubicBezTo>
                      <a:pt x="16335" y="50852"/>
                      <a:pt x="7897" y="50104"/>
                      <a:pt x="3118" y="44451"/>
                    </a:cubicBezTo>
                    <a:cubicBezTo>
                      <a:pt x="-1621" y="38798"/>
                      <a:pt x="-873" y="30361"/>
                      <a:pt x="4780" y="25581"/>
                    </a:cubicBezTo>
                    <a:cubicBezTo>
                      <a:pt x="5154" y="25290"/>
                      <a:pt x="5570" y="24999"/>
                      <a:pt x="5985" y="2470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2" name="Google Shape;2092;p59"/>
              <p:cNvSpPr/>
              <p:nvPr/>
            </p:nvSpPr>
            <p:spPr>
              <a:xfrm>
                <a:off x="6094232" y="4876198"/>
                <a:ext cx="54184" cy="49417"/>
              </a:xfrm>
              <a:custGeom>
                <a:rect b="b" l="l" r="r" t="t"/>
                <a:pathLst>
                  <a:path extrusionOk="0" h="49417" w="54184">
                    <a:moveTo>
                      <a:pt x="4510" y="26150"/>
                    </a:moveTo>
                    <a:lnTo>
                      <a:pt x="31942" y="3498"/>
                    </a:lnTo>
                    <a:lnTo>
                      <a:pt x="31942" y="3498"/>
                    </a:lnTo>
                    <a:cubicBezTo>
                      <a:pt x="37346" y="-1449"/>
                      <a:pt x="45700" y="-1116"/>
                      <a:pt x="50688" y="4287"/>
                    </a:cubicBezTo>
                    <a:cubicBezTo>
                      <a:pt x="55633" y="9691"/>
                      <a:pt x="55301" y="18045"/>
                      <a:pt x="49898" y="23032"/>
                    </a:cubicBezTo>
                    <a:cubicBezTo>
                      <a:pt x="49565" y="23324"/>
                      <a:pt x="49191" y="23614"/>
                      <a:pt x="48817" y="23905"/>
                    </a:cubicBezTo>
                    <a:lnTo>
                      <a:pt x="21260" y="46765"/>
                    </a:lnTo>
                    <a:cubicBezTo>
                      <a:pt x="15358" y="51171"/>
                      <a:pt x="7046" y="49966"/>
                      <a:pt x="2640" y="44064"/>
                    </a:cubicBezTo>
                    <a:cubicBezTo>
                      <a:pt x="-1433" y="38577"/>
                      <a:pt x="-727" y="30930"/>
                      <a:pt x="4302" y="26316"/>
                    </a:cubicBezTo>
                    <a:lnTo>
                      <a:pt x="4302" y="26316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3" name="Google Shape;2093;p59"/>
              <p:cNvSpPr/>
              <p:nvPr/>
            </p:nvSpPr>
            <p:spPr>
              <a:xfrm>
                <a:off x="6175094" y="4806798"/>
                <a:ext cx="53612" cy="50396"/>
              </a:xfrm>
              <a:custGeom>
                <a:rect b="b" l="l" r="r" t="t"/>
                <a:pathLst>
                  <a:path extrusionOk="0" h="50396" w="53612">
                    <a:moveTo>
                      <a:pt x="5155" y="26802"/>
                    </a:moveTo>
                    <a:lnTo>
                      <a:pt x="31839" y="3278"/>
                    </a:lnTo>
                    <a:lnTo>
                      <a:pt x="31839" y="3278"/>
                    </a:lnTo>
                    <a:cubicBezTo>
                      <a:pt x="37284" y="-1502"/>
                      <a:pt x="45555" y="-1003"/>
                      <a:pt x="50335" y="4442"/>
                    </a:cubicBezTo>
                    <a:cubicBezTo>
                      <a:pt x="55115" y="9886"/>
                      <a:pt x="54616" y="18157"/>
                      <a:pt x="49171" y="22937"/>
                    </a:cubicBezTo>
                    <a:lnTo>
                      <a:pt x="22362" y="46670"/>
                    </a:lnTo>
                    <a:cubicBezTo>
                      <a:pt x="17167" y="51741"/>
                      <a:pt x="8813" y="51616"/>
                      <a:pt x="3742" y="46421"/>
                    </a:cubicBezTo>
                    <a:cubicBezTo>
                      <a:pt x="-1329" y="41184"/>
                      <a:pt x="-1246" y="32871"/>
                      <a:pt x="3991" y="27800"/>
                    </a:cubicBezTo>
                    <a:cubicBezTo>
                      <a:pt x="4282" y="27509"/>
                      <a:pt x="4573" y="27218"/>
                      <a:pt x="4905" y="26969"/>
                    </a:cubicBezTo>
                    <a:lnTo>
                      <a:pt x="4905" y="26969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4" name="Google Shape;2094;p59"/>
              <p:cNvSpPr/>
              <p:nvPr/>
            </p:nvSpPr>
            <p:spPr>
              <a:xfrm>
                <a:off x="6255286" y="4734445"/>
                <a:ext cx="52133" cy="50517"/>
              </a:xfrm>
              <a:custGeom>
                <a:rect b="b" l="l" r="r" t="t"/>
                <a:pathLst>
                  <a:path extrusionOk="0" h="50517" w="52133">
                    <a:moveTo>
                      <a:pt x="4308" y="27833"/>
                    </a:moveTo>
                    <a:lnTo>
                      <a:pt x="30244" y="3519"/>
                    </a:lnTo>
                    <a:lnTo>
                      <a:pt x="30244" y="3519"/>
                    </a:lnTo>
                    <a:cubicBezTo>
                      <a:pt x="35481" y="-1386"/>
                      <a:pt x="43669" y="-1136"/>
                      <a:pt x="48615" y="4100"/>
                    </a:cubicBezTo>
                    <a:cubicBezTo>
                      <a:pt x="53519" y="9296"/>
                      <a:pt x="53270" y="17526"/>
                      <a:pt x="48033" y="22430"/>
                    </a:cubicBezTo>
                    <a:lnTo>
                      <a:pt x="21931" y="46994"/>
                    </a:lnTo>
                    <a:cubicBezTo>
                      <a:pt x="16694" y="51898"/>
                      <a:pt x="8464" y="51649"/>
                      <a:pt x="3519" y="46454"/>
                    </a:cubicBezTo>
                    <a:cubicBezTo>
                      <a:pt x="-1386" y="41217"/>
                      <a:pt x="-1137" y="32946"/>
                      <a:pt x="4101" y="28041"/>
                    </a:cubicBezTo>
                    <a:lnTo>
                      <a:pt x="4101" y="28041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5" name="Google Shape;2095;p59"/>
              <p:cNvSpPr/>
              <p:nvPr/>
            </p:nvSpPr>
            <p:spPr>
              <a:xfrm>
                <a:off x="6332673" y="4659688"/>
                <a:ext cx="51102" cy="51081"/>
              </a:xfrm>
              <a:custGeom>
                <a:rect b="b" l="l" r="r" t="t"/>
                <a:pathLst>
                  <a:path extrusionOk="0" h="51081" w="51102">
                    <a:moveTo>
                      <a:pt x="3980" y="28689"/>
                    </a:moveTo>
                    <a:lnTo>
                      <a:pt x="29167" y="3751"/>
                    </a:lnTo>
                    <a:lnTo>
                      <a:pt x="29167" y="3751"/>
                    </a:lnTo>
                    <a:cubicBezTo>
                      <a:pt x="34197" y="-1278"/>
                      <a:pt x="42343" y="-1236"/>
                      <a:pt x="47330" y="3793"/>
                    </a:cubicBezTo>
                    <a:cubicBezTo>
                      <a:pt x="52360" y="8780"/>
                      <a:pt x="52360" y="16927"/>
                      <a:pt x="47330" y="21956"/>
                    </a:cubicBezTo>
                    <a:lnTo>
                      <a:pt x="22018" y="47310"/>
                    </a:lnTo>
                    <a:cubicBezTo>
                      <a:pt x="16989" y="52339"/>
                      <a:pt x="8801" y="52339"/>
                      <a:pt x="3772" y="47310"/>
                    </a:cubicBezTo>
                    <a:cubicBezTo>
                      <a:pt x="-1257" y="42281"/>
                      <a:pt x="-1257" y="34093"/>
                      <a:pt x="3772" y="29063"/>
                    </a:cubicBezTo>
                    <a:lnTo>
                      <a:pt x="3772" y="29063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6" name="Google Shape;2096;p59"/>
              <p:cNvSpPr/>
              <p:nvPr/>
            </p:nvSpPr>
            <p:spPr>
              <a:xfrm>
                <a:off x="6407846" y="4582734"/>
                <a:ext cx="50120" cy="51539"/>
              </a:xfrm>
              <a:custGeom>
                <a:rect b="b" l="l" r="r" t="t"/>
                <a:pathLst>
                  <a:path extrusionOk="0" h="51539" w="50120">
                    <a:moveTo>
                      <a:pt x="3663" y="29790"/>
                    </a:moveTo>
                    <a:lnTo>
                      <a:pt x="28144" y="3979"/>
                    </a:lnTo>
                    <a:lnTo>
                      <a:pt x="28144" y="3979"/>
                    </a:lnTo>
                    <a:cubicBezTo>
                      <a:pt x="32965" y="-1133"/>
                      <a:pt x="41029" y="-1341"/>
                      <a:pt x="46141" y="3481"/>
                    </a:cubicBezTo>
                    <a:cubicBezTo>
                      <a:pt x="51253" y="8302"/>
                      <a:pt x="51461" y="16365"/>
                      <a:pt x="46640" y="21477"/>
                    </a:cubicBezTo>
                    <a:lnTo>
                      <a:pt x="22075" y="47538"/>
                    </a:lnTo>
                    <a:cubicBezTo>
                      <a:pt x="17213" y="52650"/>
                      <a:pt x="9149" y="52900"/>
                      <a:pt x="3995" y="48078"/>
                    </a:cubicBezTo>
                    <a:cubicBezTo>
                      <a:pt x="-1117" y="43215"/>
                      <a:pt x="-1366" y="35110"/>
                      <a:pt x="3497" y="29998"/>
                    </a:cubicBezTo>
                    <a:lnTo>
                      <a:pt x="3497" y="29998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7" name="Google Shape;2097;p59"/>
              <p:cNvSpPr/>
              <p:nvPr/>
            </p:nvSpPr>
            <p:spPr>
              <a:xfrm>
                <a:off x="6480822" y="4503890"/>
                <a:ext cx="49087" cy="51748"/>
              </a:xfrm>
              <a:custGeom>
                <a:rect b="b" l="l" r="r" t="t"/>
                <a:pathLst>
                  <a:path extrusionOk="0" h="51748" w="49087">
                    <a:moveTo>
                      <a:pt x="3382" y="30702"/>
                    </a:moveTo>
                    <a:lnTo>
                      <a:pt x="27156" y="4226"/>
                    </a:lnTo>
                    <a:lnTo>
                      <a:pt x="27156" y="4226"/>
                    </a:lnTo>
                    <a:cubicBezTo>
                      <a:pt x="31728" y="-970"/>
                      <a:pt x="39667" y="-1427"/>
                      <a:pt x="44862" y="3145"/>
                    </a:cubicBezTo>
                    <a:cubicBezTo>
                      <a:pt x="50058" y="7717"/>
                      <a:pt x="50515" y="15656"/>
                      <a:pt x="45943" y="20851"/>
                    </a:cubicBezTo>
                    <a:lnTo>
                      <a:pt x="22085" y="47535"/>
                    </a:lnTo>
                    <a:cubicBezTo>
                      <a:pt x="17430" y="52731"/>
                      <a:pt x="9408" y="53188"/>
                      <a:pt x="4213" y="48533"/>
                    </a:cubicBezTo>
                    <a:cubicBezTo>
                      <a:pt x="-983" y="43878"/>
                      <a:pt x="-1440" y="35856"/>
                      <a:pt x="3215" y="30660"/>
                    </a:cubicBezTo>
                    <a:lnTo>
                      <a:pt x="3215" y="30660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8" name="Google Shape;2098;p59"/>
              <p:cNvSpPr/>
              <p:nvPr/>
            </p:nvSpPr>
            <p:spPr>
              <a:xfrm>
                <a:off x="6551714" y="4422938"/>
                <a:ext cx="48217" cy="52221"/>
              </a:xfrm>
              <a:custGeom>
                <a:rect b="b" l="l" r="r" t="t"/>
                <a:pathLst>
                  <a:path extrusionOk="0" h="52221" w="48217">
                    <a:moveTo>
                      <a:pt x="3149" y="31436"/>
                    </a:moveTo>
                    <a:lnTo>
                      <a:pt x="26258" y="4378"/>
                    </a:lnTo>
                    <a:lnTo>
                      <a:pt x="26258" y="4378"/>
                    </a:lnTo>
                    <a:cubicBezTo>
                      <a:pt x="30705" y="-859"/>
                      <a:pt x="38602" y="-1482"/>
                      <a:pt x="43839" y="2965"/>
                    </a:cubicBezTo>
                    <a:cubicBezTo>
                      <a:pt x="49076" y="7413"/>
                      <a:pt x="49700" y="15309"/>
                      <a:pt x="45253" y="20546"/>
                    </a:cubicBezTo>
                    <a:lnTo>
                      <a:pt x="22060" y="47812"/>
                    </a:lnTo>
                    <a:cubicBezTo>
                      <a:pt x="17571" y="53091"/>
                      <a:pt x="9674" y="53714"/>
                      <a:pt x="4395" y="49225"/>
                    </a:cubicBezTo>
                    <a:cubicBezTo>
                      <a:pt x="-842" y="44778"/>
                      <a:pt x="-1507" y="36881"/>
                      <a:pt x="2982" y="31602"/>
                    </a:cubicBezTo>
                    <a:lnTo>
                      <a:pt x="2982" y="31602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9" name="Google Shape;2099;p59"/>
              <p:cNvSpPr/>
              <p:nvPr/>
            </p:nvSpPr>
            <p:spPr>
              <a:xfrm>
                <a:off x="6619899" y="4341742"/>
                <a:ext cx="47290" cy="52344"/>
              </a:xfrm>
              <a:custGeom>
                <a:rect b="b" l="l" r="r" t="t"/>
                <a:pathLst>
                  <a:path extrusionOk="0" h="52344" w="47290">
                    <a:moveTo>
                      <a:pt x="3751" y="30960"/>
                    </a:moveTo>
                    <a:lnTo>
                      <a:pt x="26278" y="3403"/>
                    </a:lnTo>
                    <a:lnTo>
                      <a:pt x="26278" y="3403"/>
                    </a:lnTo>
                    <a:cubicBezTo>
                      <a:pt x="31307" y="-1335"/>
                      <a:pt x="39163" y="-1086"/>
                      <a:pt x="43901" y="3902"/>
                    </a:cubicBezTo>
                    <a:cubicBezTo>
                      <a:pt x="47767" y="8017"/>
                      <a:pt x="48390" y="14210"/>
                      <a:pt x="45439" y="19031"/>
                    </a:cubicBezTo>
                    <a:lnTo>
                      <a:pt x="22870" y="46754"/>
                    </a:lnTo>
                    <a:cubicBezTo>
                      <a:pt x="19088" y="52490"/>
                      <a:pt x="11316" y="54069"/>
                      <a:pt x="5580" y="50287"/>
                    </a:cubicBezTo>
                    <a:cubicBezTo>
                      <a:pt x="-156" y="46463"/>
                      <a:pt x="-1735" y="38732"/>
                      <a:pt x="2089" y="32997"/>
                    </a:cubicBezTo>
                    <a:cubicBezTo>
                      <a:pt x="2546" y="32290"/>
                      <a:pt x="3045" y="31666"/>
                      <a:pt x="3626" y="31084"/>
                    </a:cubicBezTo>
                    <a:lnTo>
                      <a:pt x="3626" y="31084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0" name="Google Shape;2100;p59"/>
              <p:cNvSpPr/>
              <p:nvPr/>
            </p:nvSpPr>
            <p:spPr>
              <a:xfrm>
                <a:off x="6686568" y="4257004"/>
                <a:ext cx="48228" cy="54538"/>
              </a:xfrm>
              <a:custGeom>
                <a:rect b="b" l="l" r="r" t="t"/>
                <a:pathLst>
                  <a:path extrusionOk="0" h="54538" w="48228">
                    <a:moveTo>
                      <a:pt x="4249" y="32612"/>
                    </a:moveTo>
                    <a:lnTo>
                      <a:pt x="26361" y="4681"/>
                    </a:lnTo>
                    <a:lnTo>
                      <a:pt x="26361" y="4681"/>
                    </a:lnTo>
                    <a:cubicBezTo>
                      <a:pt x="30558" y="-639"/>
                      <a:pt x="38248" y="-1553"/>
                      <a:pt x="43568" y="2603"/>
                    </a:cubicBezTo>
                    <a:cubicBezTo>
                      <a:pt x="48846" y="6801"/>
                      <a:pt x="49802" y="14490"/>
                      <a:pt x="45605" y="19810"/>
                    </a:cubicBezTo>
                    <a:lnTo>
                      <a:pt x="23493" y="47907"/>
                    </a:lnTo>
                    <a:cubicBezTo>
                      <a:pt x="20251" y="53975"/>
                      <a:pt x="12728" y="56303"/>
                      <a:pt x="6618" y="53103"/>
                    </a:cubicBezTo>
                    <a:cubicBezTo>
                      <a:pt x="550" y="49860"/>
                      <a:pt x="-1778" y="42338"/>
                      <a:pt x="1464" y="36228"/>
                    </a:cubicBezTo>
                    <a:cubicBezTo>
                      <a:pt x="2171" y="34898"/>
                      <a:pt x="3085" y="33734"/>
                      <a:pt x="4207" y="32736"/>
                    </a:cubicBezTo>
                    <a:lnTo>
                      <a:pt x="4207" y="32736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1" name="Google Shape;2101;p59"/>
              <p:cNvSpPr/>
              <p:nvPr/>
            </p:nvSpPr>
            <p:spPr>
              <a:xfrm>
                <a:off x="6754187" y="4172567"/>
                <a:ext cx="46051" cy="52544"/>
              </a:xfrm>
              <a:custGeom>
                <a:rect b="b" l="l" r="r" t="t"/>
                <a:pathLst>
                  <a:path extrusionOk="0" h="52544" w="46051">
                    <a:moveTo>
                      <a:pt x="2591" y="32924"/>
                    </a:moveTo>
                    <a:lnTo>
                      <a:pt x="24370" y="4702"/>
                    </a:lnTo>
                    <a:lnTo>
                      <a:pt x="24370" y="4702"/>
                    </a:lnTo>
                    <a:cubicBezTo>
                      <a:pt x="28443" y="-576"/>
                      <a:pt x="36050" y="-1574"/>
                      <a:pt x="41328" y="2541"/>
                    </a:cubicBezTo>
                    <a:cubicBezTo>
                      <a:pt x="46648" y="6614"/>
                      <a:pt x="47605" y="14220"/>
                      <a:pt x="43531" y="19499"/>
                    </a:cubicBezTo>
                    <a:lnTo>
                      <a:pt x="21752" y="47804"/>
                    </a:lnTo>
                    <a:cubicBezTo>
                      <a:pt x="17678" y="53124"/>
                      <a:pt x="10031" y="54121"/>
                      <a:pt x="4711" y="50007"/>
                    </a:cubicBezTo>
                    <a:cubicBezTo>
                      <a:pt x="-568" y="45933"/>
                      <a:pt x="-1566" y="38327"/>
                      <a:pt x="2508" y="33007"/>
                    </a:cubicBezTo>
                    <a:lnTo>
                      <a:pt x="2508" y="33007"/>
                    </a:ln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2" name="Google Shape;2102;p59"/>
              <p:cNvSpPr/>
              <p:nvPr/>
            </p:nvSpPr>
            <p:spPr>
              <a:xfrm>
                <a:off x="6819563" y="4088274"/>
                <a:ext cx="45050" cy="51663"/>
              </a:xfrm>
              <a:custGeom>
                <a:rect b="b" l="l" r="r" t="t"/>
                <a:pathLst>
                  <a:path extrusionOk="0" h="51663" w="45050">
                    <a:moveTo>
                      <a:pt x="2471" y="32428"/>
                    </a:moveTo>
                    <a:lnTo>
                      <a:pt x="24250" y="4164"/>
                    </a:lnTo>
                    <a:cubicBezTo>
                      <a:pt x="28489" y="-807"/>
                      <a:pt x="35929" y="-1413"/>
                      <a:pt x="40876" y="2809"/>
                    </a:cubicBezTo>
                    <a:cubicBezTo>
                      <a:pt x="45489" y="6716"/>
                      <a:pt x="46403" y="13475"/>
                      <a:pt x="42995" y="18462"/>
                    </a:cubicBezTo>
                    <a:lnTo>
                      <a:pt x="21465" y="46933"/>
                    </a:lnTo>
                    <a:cubicBezTo>
                      <a:pt x="17475" y="52191"/>
                      <a:pt x="9994" y="53222"/>
                      <a:pt x="4715" y="49240"/>
                    </a:cubicBezTo>
                    <a:cubicBezTo>
                      <a:pt x="-522" y="45258"/>
                      <a:pt x="-1561" y="37769"/>
                      <a:pt x="2429" y="325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3" name="Google Shape;2103;p59"/>
              <p:cNvSpPr/>
              <p:nvPr/>
            </p:nvSpPr>
            <p:spPr>
              <a:xfrm>
                <a:off x="6884806" y="4003359"/>
                <a:ext cx="44761" cy="51305"/>
              </a:xfrm>
              <a:custGeom>
                <a:rect b="b" l="l" r="r" t="t"/>
                <a:pathLst>
                  <a:path extrusionOk="0" h="51305" w="44761">
                    <a:moveTo>
                      <a:pt x="2565" y="32470"/>
                    </a:moveTo>
                    <a:lnTo>
                      <a:pt x="24428" y="4248"/>
                    </a:lnTo>
                    <a:cubicBezTo>
                      <a:pt x="28376" y="-661"/>
                      <a:pt x="35608" y="-1430"/>
                      <a:pt x="40513" y="2540"/>
                    </a:cubicBezTo>
                    <a:cubicBezTo>
                      <a:pt x="45251" y="6372"/>
                      <a:pt x="46165" y="13251"/>
                      <a:pt x="42549" y="18172"/>
                    </a:cubicBezTo>
                    <a:lnTo>
                      <a:pt x="42549" y="18172"/>
                    </a:lnTo>
                    <a:lnTo>
                      <a:pt x="20936" y="46518"/>
                    </a:lnTo>
                    <a:lnTo>
                      <a:pt x="20936" y="46518"/>
                    </a:lnTo>
                    <a:cubicBezTo>
                      <a:pt x="17196" y="51689"/>
                      <a:pt x="9963" y="52852"/>
                      <a:pt x="4809" y="49116"/>
                    </a:cubicBezTo>
                    <a:cubicBezTo>
                      <a:pt x="-386" y="45379"/>
                      <a:pt x="-1550" y="38156"/>
                      <a:pt x="2191" y="32981"/>
                    </a:cubicBezTo>
                    <a:cubicBezTo>
                      <a:pt x="2315" y="32823"/>
                      <a:pt x="2440" y="32665"/>
                      <a:pt x="2565" y="3251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4" name="Google Shape;2104;p59"/>
              <p:cNvSpPr/>
              <p:nvPr/>
            </p:nvSpPr>
            <p:spPr>
              <a:xfrm>
                <a:off x="6950932" y="3919214"/>
                <a:ext cx="44483" cy="50225"/>
              </a:xfrm>
              <a:custGeom>
                <a:rect b="b" l="l" r="r" t="t"/>
                <a:pathLst>
                  <a:path extrusionOk="0" h="50225" w="44483">
                    <a:moveTo>
                      <a:pt x="2443" y="32157"/>
                    </a:moveTo>
                    <a:lnTo>
                      <a:pt x="24762" y="4185"/>
                    </a:lnTo>
                    <a:cubicBezTo>
                      <a:pt x="28545" y="-599"/>
                      <a:pt x="35527" y="-1401"/>
                      <a:pt x="40307" y="2398"/>
                    </a:cubicBezTo>
                    <a:cubicBezTo>
                      <a:pt x="45087" y="6197"/>
                      <a:pt x="45876" y="13159"/>
                      <a:pt x="42094" y="17943"/>
                    </a:cubicBezTo>
                    <a:lnTo>
                      <a:pt x="42094" y="17943"/>
                    </a:lnTo>
                    <a:lnTo>
                      <a:pt x="19982" y="45957"/>
                    </a:lnTo>
                    <a:lnTo>
                      <a:pt x="19982" y="45957"/>
                    </a:lnTo>
                    <a:cubicBezTo>
                      <a:pt x="16158" y="50811"/>
                      <a:pt x="9134" y="51651"/>
                      <a:pt x="4271" y="47827"/>
                    </a:cubicBezTo>
                    <a:cubicBezTo>
                      <a:pt x="-592" y="44003"/>
                      <a:pt x="-1423" y="36971"/>
                      <a:pt x="2401" y="32116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5" name="Google Shape;2105;p59"/>
              <p:cNvSpPr/>
              <p:nvPr/>
            </p:nvSpPr>
            <p:spPr>
              <a:xfrm>
                <a:off x="7018657" y="3837184"/>
                <a:ext cx="44280" cy="48457"/>
              </a:xfrm>
              <a:custGeom>
                <a:rect b="b" l="l" r="r" t="t"/>
                <a:pathLst>
                  <a:path extrusionOk="0" h="48457" w="44280">
                    <a:moveTo>
                      <a:pt x="2465" y="30894"/>
                    </a:moveTo>
                    <a:lnTo>
                      <a:pt x="25616" y="3587"/>
                    </a:lnTo>
                    <a:cubicBezTo>
                      <a:pt x="29523" y="-823"/>
                      <a:pt x="36298" y="-1222"/>
                      <a:pt x="40704" y="2698"/>
                    </a:cubicBezTo>
                    <a:cubicBezTo>
                      <a:pt x="44944" y="6471"/>
                      <a:pt x="45484" y="12906"/>
                      <a:pt x="41951" y="17344"/>
                    </a:cubicBezTo>
                    <a:lnTo>
                      <a:pt x="41951" y="17344"/>
                    </a:lnTo>
                    <a:lnTo>
                      <a:pt x="19132" y="44569"/>
                    </a:lnTo>
                    <a:lnTo>
                      <a:pt x="19132" y="44569"/>
                    </a:lnTo>
                    <a:cubicBezTo>
                      <a:pt x="15309" y="49161"/>
                      <a:pt x="8451" y="49772"/>
                      <a:pt x="3879" y="45940"/>
                    </a:cubicBezTo>
                    <a:cubicBezTo>
                      <a:pt x="-694" y="42108"/>
                      <a:pt x="-1317" y="35279"/>
                      <a:pt x="2507" y="30686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6" name="Google Shape;2106;p59"/>
              <p:cNvSpPr/>
              <p:nvPr/>
            </p:nvSpPr>
            <p:spPr>
              <a:xfrm>
                <a:off x="7089342" y="3757621"/>
                <a:ext cx="44919" cy="46728"/>
              </a:xfrm>
              <a:custGeom>
                <a:rect b="b" l="l" r="r" t="t"/>
                <a:pathLst>
                  <a:path extrusionOk="0" h="46728" w="44919">
                    <a:moveTo>
                      <a:pt x="2522" y="29491"/>
                    </a:moveTo>
                    <a:lnTo>
                      <a:pt x="27045" y="3306"/>
                    </a:lnTo>
                    <a:cubicBezTo>
                      <a:pt x="30911" y="-871"/>
                      <a:pt x="37436" y="-1125"/>
                      <a:pt x="41634" y="2745"/>
                    </a:cubicBezTo>
                    <a:cubicBezTo>
                      <a:pt x="45790" y="6614"/>
                      <a:pt x="46039" y="13136"/>
                      <a:pt x="42174" y="17313"/>
                    </a:cubicBezTo>
                    <a:lnTo>
                      <a:pt x="42174" y="17313"/>
                    </a:lnTo>
                    <a:lnTo>
                      <a:pt x="18109" y="43373"/>
                    </a:lnTo>
                    <a:lnTo>
                      <a:pt x="18109" y="43373"/>
                    </a:lnTo>
                    <a:cubicBezTo>
                      <a:pt x="14202" y="47608"/>
                      <a:pt x="7593" y="47870"/>
                      <a:pt x="3354" y="43955"/>
                    </a:cubicBezTo>
                    <a:cubicBezTo>
                      <a:pt x="-886" y="40040"/>
                      <a:pt x="-1135" y="33435"/>
                      <a:pt x="2772" y="292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7" name="Google Shape;2107;p59"/>
              <p:cNvSpPr/>
              <p:nvPr/>
            </p:nvSpPr>
            <p:spPr>
              <a:xfrm>
                <a:off x="7164346" y="3683303"/>
                <a:ext cx="45710" cy="43721"/>
              </a:xfrm>
              <a:custGeom>
                <a:rect b="b" l="l" r="r" t="t"/>
                <a:pathLst>
                  <a:path extrusionOk="0" h="43721" w="45710">
                    <a:moveTo>
                      <a:pt x="2873" y="26791"/>
                    </a:moveTo>
                    <a:lnTo>
                      <a:pt x="29308" y="2394"/>
                    </a:lnTo>
                    <a:cubicBezTo>
                      <a:pt x="33464" y="-1177"/>
                      <a:pt x="39740" y="-699"/>
                      <a:pt x="43315" y="3466"/>
                    </a:cubicBezTo>
                    <a:cubicBezTo>
                      <a:pt x="46682" y="7381"/>
                      <a:pt x="46474" y="13221"/>
                      <a:pt x="42858" y="16899"/>
                    </a:cubicBezTo>
                    <a:lnTo>
                      <a:pt x="42608" y="16899"/>
                    </a:lnTo>
                    <a:lnTo>
                      <a:pt x="16797" y="41131"/>
                    </a:lnTo>
                    <a:lnTo>
                      <a:pt x="16797" y="41131"/>
                    </a:lnTo>
                    <a:cubicBezTo>
                      <a:pt x="12682" y="44851"/>
                      <a:pt x="6323" y="44526"/>
                      <a:pt x="2583" y="40399"/>
                    </a:cubicBezTo>
                    <a:cubicBezTo>
                      <a:pt x="-1033" y="36389"/>
                      <a:pt x="-826" y="30233"/>
                      <a:pt x="3040" y="2645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8" name="Google Shape;2108;p59"/>
              <p:cNvSpPr/>
              <p:nvPr/>
            </p:nvSpPr>
            <p:spPr>
              <a:xfrm>
                <a:off x="7245631" y="3616145"/>
                <a:ext cx="47157" cy="40116"/>
              </a:xfrm>
              <a:custGeom>
                <a:rect b="b" l="l" r="r" t="t"/>
                <a:pathLst>
                  <a:path extrusionOk="0" h="40116" w="47157">
                    <a:moveTo>
                      <a:pt x="3219" y="23250"/>
                    </a:moveTo>
                    <a:lnTo>
                      <a:pt x="32313" y="1595"/>
                    </a:lnTo>
                    <a:cubicBezTo>
                      <a:pt x="36719" y="-1323"/>
                      <a:pt x="42663" y="-126"/>
                      <a:pt x="45572" y="4276"/>
                    </a:cubicBezTo>
                    <a:cubicBezTo>
                      <a:pt x="48232" y="8312"/>
                      <a:pt x="47484" y="13715"/>
                      <a:pt x="43785" y="16849"/>
                    </a:cubicBezTo>
                    <a:lnTo>
                      <a:pt x="43494" y="16849"/>
                    </a:lnTo>
                    <a:lnTo>
                      <a:pt x="15397" y="38254"/>
                    </a:lnTo>
                    <a:lnTo>
                      <a:pt x="15106" y="38462"/>
                    </a:lnTo>
                    <a:cubicBezTo>
                      <a:pt x="10659" y="41450"/>
                      <a:pt x="4632" y="40278"/>
                      <a:pt x="1681" y="35843"/>
                    </a:cubicBezTo>
                    <a:cubicBezTo>
                      <a:pt x="-1104" y="31770"/>
                      <a:pt x="-356" y="26284"/>
                      <a:pt x="3385" y="230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9" name="Google Shape;2109;p59"/>
              <p:cNvSpPr/>
              <p:nvPr/>
            </p:nvSpPr>
            <p:spPr>
              <a:xfrm>
                <a:off x="7333740" y="3559372"/>
                <a:ext cx="49587" cy="35789"/>
              </a:xfrm>
              <a:custGeom>
                <a:rect b="b" l="l" r="r" t="t"/>
                <a:pathLst>
                  <a:path extrusionOk="0" h="35789" w="49587">
                    <a:moveTo>
                      <a:pt x="4388" y="18841"/>
                    </a:moveTo>
                    <a:lnTo>
                      <a:pt x="35935" y="1176"/>
                    </a:lnTo>
                    <a:cubicBezTo>
                      <a:pt x="40341" y="-1301"/>
                      <a:pt x="45910" y="262"/>
                      <a:pt x="48404" y="4668"/>
                    </a:cubicBezTo>
                    <a:cubicBezTo>
                      <a:pt x="50898" y="9073"/>
                      <a:pt x="49319" y="14659"/>
                      <a:pt x="44913" y="17137"/>
                    </a:cubicBezTo>
                    <a:lnTo>
                      <a:pt x="44497" y="17386"/>
                    </a:lnTo>
                    <a:lnTo>
                      <a:pt x="13906" y="34801"/>
                    </a:lnTo>
                    <a:lnTo>
                      <a:pt x="13491" y="34801"/>
                    </a:lnTo>
                    <a:cubicBezTo>
                      <a:pt x="8877" y="37104"/>
                      <a:pt x="3307" y="35246"/>
                      <a:pt x="980" y="30649"/>
                    </a:cubicBezTo>
                    <a:cubicBezTo>
                      <a:pt x="-1140" y="26389"/>
                      <a:pt x="273" y="21202"/>
                      <a:pt x="4305" y="186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0" name="Google Shape;2110;p59"/>
              <p:cNvSpPr/>
              <p:nvPr/>
            </p:nvSpPr>
            <p:spPr>
              <a:xfrm>
                <a:off x="7429922" y="3517368"/>
                <a:ext cx="50881" cy="29661"/>
              </a:xfrm>
              <a:custGeom>
                <a:rect b="b" l="l" r="r" t="t"/>
                <a:pathLst>
                  <a:path extrusionOk="0" h="29661" w="50881">
                    <a:moveTo>
                      <a:pt x="5424" y="13006"/>
                    </a:moveTo>
                    <a:lnTo>
                      <a:pt x="39382" y="537"/>
                    </a:lnTo>
                    <a:cubicBezTo>
                      <a:pt x="43788" y="-1105"/>
                      <a:pt x="48734" y="1147"/>
                      <a:pt x="50355" y="5566"/>
                    </a:cubicBezTo>
                    <a:cubicBezTo>
                      <a:pt x="51975" y="9984"/>
                      <a:pt x="49731" y="14897"/>
                      <a:pt x="45325" y="16538"/>
                    </a:cubicBezTo>
                    <a:lnTo>
                      <a:pt x="44910" y="16538"/>
                    </a:lnTo>
                    <a:lnTo>
                      <a:pt x="11950" y="29008"/>
                    </a:lnTo>
                    <a:lnTo>
                      <a:pt x="11534" y="29215"/>
                    </a:lnTo>
                    <a:cubicBezTo>
                      <a:pt x="6921" y="30737"/>
                      <a:pt x="1975" y="28243"/>
                      <a:pt x="437" y="23646"/>
                    </a:cubicBezTo>
                    <a:cubicBezTo>
                      <a:pt x="-977" y="19332"/>
                      <a:pt x="1143" y="14643"/>
                      <a:pt x="5300" y="1283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1" name="Google Shape;2111;p59"/>
              <p:cNvSpPr/>
              <p:nvPr/>
            </p:nvSpPr>
            <p:spPr>
              <a:xfrm>
                <a:off x="7533769" y="3491939"/>
                <a:ext cx="49648" cy="22598"/>
              </a:xfrm>
              <a:custGeom>
                <a:rect b="b" l="l" r="r" t="t"/>
                <a:pathLst>
                  <a:path extrusionOk="0" h="22598" w="49648">
                    <a:moveTo>
                      <a:pt x="5195" y="6846"/>
                    </a:moveTo>
                    <a:lnTo>
                      <a:pt x="40649" y="71"/>
                    </a:lnTo>
                    <a:cubicBezTo>
                      <a:pt x="45013" y="-511"/>
                      <a:pt x="49003" y="2544"/>
                      <a:pt x="49585" y="6888"/>
                    </a:cubicBezTo>
                    <a:cubicBezTo>
                      <a:pt x="50084" y="10857"/>
                      <a:pt x="47590" y="14593"/>
                      <a:pt x="43725" y="15616"/>
                    </a:cubicBezTo>
                    <a:lnTo>
                      <a:pt x="43309" y="15616"/>
                    </a:lnTo>
                    <a:lnTo>
                      <a:pt x="8728" y="22599"/>
                    </a:lnTo>
                    <a:lnTo>
                      <a:pt x="8313" y="22599"/>
                    </a:lnTo>
                    <a:cubicBezTo>
                      <a:pt x="3740" y="22590"/>
                      <a:pt x="0" y="18862"/>
                      <a:pt x="0" y="14269"/>
                    </a:cubicBezTo>
                    <a:cubicBezTo>
                      <a:pt x="42" y="10944"/>
                      <a:pt x="1995" y="7943"/>
                      <a:pt x="5071" y="663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2" name="Google Shape;2112;p59"/>
              <p:cNvSpPr/>
              <p:nvPr/>
            </p:nvSpPr>
            <p:spPr>
              <a:xfrm>
                <a:off x="7639465" y="3482575"/>
                <a:ext cx="49714" cy="16376"/>
              </a:xfrm>
              <a:custGeom>
                <a:rect b="b" l="l" r="r" t="t"/>
                <a:pathLst>
                  <a:path extrusionOk="0" h="16376" w="49714">
                    <a:moveTo>
                      <a:pt x="6609" y="1413"/>
                    </a:moveTo>
                    <a:cubicBezTo>
                      <a:pt x="12636" y="1122"/>
                      <a:pt x="18621" y="707"/>
                      <a:pt x="24606" y="540"/>
                    </a:cubicBezTo>
                    <a:lnTo>
                      <a:pt x="42645" y="0"/>
                    </a:lnTo>
                    <a:cubicBezTo>
                      <a:pt x="46676" y="133"/>
                      <a:pt x="49835" y="3516"/>
                      <a:pt x="49711" y="7552"/>
                    </a:cubicBezTo>
                    <a:cubicBezTo>
                      <a:pt x="49586" y="11214"/>
                      <a:pt x="46801" y="14219"/>
                      <a:pt x="43144" y="14589"/>
                    </a:cubicBezTo>
                    <a:lnTo>
                      <a:pt x="43144" y="14589"/>
                    </a:lnTo>
                    <a:lnTo>
                      <a:pt x="25479" y="15337"/>
                    </a:lnTo>
                    <a:cubicBezTo>
                      <a:pt x="19618" y="15337"/>
                      <a:pt x="13758" y="16044"/>
                      <a:pt x="7856" y="16376"/>
                    </a:cubicBezTo>
                    <a:lnTo>
                      <a:pt x="7607" y="16376"/>
                    </a:lnTo>
                    <a:cubicBezTo>
                      <a:pt x="3451" y="16426"/>
                      <a:pt x="42" y="13097"/>
                      <a:pt x="0" y="8940"/>
                    </a:cubicBezTo>
                    <a:cubicBezTo>
                      <a:pt x="-41" y="5058"/>
                      <a:pt x="2869" y="1779"/>
                      <a:pt x="6734" y="13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3" name="Google Shape;2113;p59"/>
              <p:cNvSpPr/>
              <p:nvPr/>
            </p:nvSpPr>
            <p:spPr>
              <a:xfrm>
                <a:off x="7745993" y="3484653"/>
                <a:ext cx="50022" cy="16775"/>
              </a:xfrm>
              <a:custGeom>
                <a:rect b="b" l="l" r="r" t="t"/>
                <a:pathLst>
                  <a:path extrusionOk="0" h="16775" w="50022">
                    <a:moveTo>
                      <a:pt x="8064" y="0"/>
                    </a:moveTo>
                    <a:lnTo>
                      <a:pt x="43891" y="3408"/>
                    </a:lnTo>
                    <a:cubicBezTo>
                      <a:pt x="47591" y="3728"/>
                      <a:pt x="50292" y="6979"/>
                      <a:pt x="50001" y="10661"/>
                    </a:cubicBezTo>
                    <a:cubicBezTo>
                      <a:pt x="49669" y="14344"/>
                      <a:pt x="46427" y="17070"/>
                      <a:pt x="42728" y="16750"/>
                    </a:cubicBezTo>
                    <a:lnTo>
                      <a:pt x="42436" y="16750"/>
                    </a:lnTo>
                    <a:lnTo>
                      <a:pt x="7149" y="13799"/>
                    </a:lnTo>
                    <a:lnTo>
                      <a:pt x="6858" y="13799"/>
                    </a:lnTo>
                    <a:cubicBezTo>
                      <a:pt x="3034" y="13770"/>
                      <a:pt x="0" y="10653"/>
                      <a:pt x="0" y="6846"/>
                    </a:cubicBezTo>
                    <a:cubicBezTo>
                      <a:pt x="42" y="3034"/>
                      <a:pt x="3159" y="-29"/>
                      <a:pt x="6983" y="0"/>
                    </a:cubicBezTo>
                    <a:cubicBezTo>
                      <a:pt x="7315" y="4"/>
                      <a:pt x="7648" y="29"/>
                      <a:pt x="7980" y="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4" name="Google Shape;2114;p59"/>
              <p:cNvSpPr/>
              <p:nvPr/>
            </p:nvSpPr>
            <p:spPr>
              <a:xfrm>
                <a:off x="7852941" y="3499532"/>
                <a:ext cx="47752" cy="19921"/>
              </a:xfrm>
              <a:custGeom>
                <a:rect b="b" l="l" r="r" t="t"/>
                <a:pathLst>
                  <a:path extrusionOk="0" h="19921" w="47752">
                    <a:moveTo>
                      <a:pt x="7975" y="125"/>
                    </a:moveTo>
                    <a:lnTo>
                      <a:pt x="43013" y="8064"/>
                    </a:lnTo>
                    <a:cubicBezTo>
                      <a:pt x="46255" y="8762"/>
                      <a:pt x="48292" y="11954"/>
                      <a:pt x="47627" y="15192"/>
                    </a:cubicBezTo>
                    <a:cubicBezTo>
                      <a:pt x="46920" y="18430"/>
                      <a:pt x="43720" y="20483"/>
                      <a:pt x="40478" y="19785"/>
                    </a:cubicBezTo>
                    <a:lnTo>
                      <a:pt x="40229" y="19785"/>
                    </a:lnTo>
                    <a:lnTo>
                      <a:pt x="5523" y="12470"/>
                    </a:lnTo>
                    <a:lnTo>
                      <a:pt x="5273" y="12470"/>
                    </a:lnTo>
                    <a:cubicBezTo>
                      <a:pt x="1865" y="11909"/>
                      <a:pt x="-462" y="8683"/>
                      <a:pt x="78" y="5263"/>
                    </a:cubicBezTo>
                    <a:cubicBezTo>
                      <a:pt x="660" y="1842"/>
                      <a:pt x="3902" y="-477"/>
                      <a:pt x="7310" y="84"/>
                    </a:cubicBezTo>
                    <a:cubicBezTo>
                      <a:pt x="7518" y="117"/>
                      <a:pt x="7684" y="159"/>
                      <a:pt x="7892" y="20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5" name="Google Shape;2115;p59"/>
              <p:cNvSpPr/>
              <p:nvPr/>
            </p:nvSpPr>
            <p:spPr>
              <a:xfrm>
                <a:off x="7958037" y="3527134"/>
                <a:ext cx="44203" cy="22205"/>
              </a:xfrm>
              <a:custGeom>
                <a:rect b="b" l="l" r="r" t="t"/>
                <a:pathLst>
                  <a:path extrusionOk="0" h="22205" w="44203">
                    <a:moveTo>
                      <a:pt x="6913" y="247"/>
                    </a:moveTo>
                    <a:lnTo>
                      <a:pt x="40746" y="12175"/>
                    </a:lnTo>
                    <a:cubicBezTo>
                      <a:pt x="43447" y="13119"/>
                      <a:pt x="44861" y="16057"/>
                      <a:pt x="43905" y="18742"/>
                    </a:cubicBezTo>
                    <a:cubicBezTo>
                      <a:pt x="42949" y="21407"/>
                      <a:pt x="40081" y="22828"/>
                      <a:pt x="37379" y="21943"/>
                    </a:cubicBezTo>
                    <a:lnTo>
                      <a:pt x="37379" y="21943"/>
                    </a:lnTo>
                    <a:lnTo>
                      <a:pt x="3713" y="10638"/>
                    </a:lnTo>
                    <a:lnTo>
                      <a:pt x="3713" y="10638"/>
                    </a:lnTo>
                    <a:cubicBezTo>
                      <a:pt x="845" y="9673"/>
                      <a:pt x="-693" y="6577"/>
                      <a:pt x="304" y="3717"/>
                    </a:cubicBezTo>
                    <a:cubicBezTo>
                      <a:pt x="1261" y="858"/>
                      <a:pt x="4336" y="-676"/>
                      <a:pt x="7204" y="28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6" name="Google Shape;2116;p59"/>
              <p:cNvSpPr/>
              <p:nvPr/>
            </p:nvSpPr>
            <p:spPr>
              <a:xfrm>
                <a:off x="5556942" y="4962931"/>
                <a:ext cx="104854" cy="934241"/>
              </a:xfrm>
              <a:custGeom>
                <a:rect b="b" l="l" r="r" t="t"/>
                <a:pathLst>
                  <a:path extrusionOk="0" h="934241" w="104854">
                    <a:moveTo>
                      <a:pt x="1474" y="934242"/>
                    </a:moveTo>
                    <a:cubicBezTo>
                      <a:pt x="1474" y="934242"/>
                      <a:pt x="197945" y="480284"/>
                      <a:pt x="49189" y="2053"/>
                    </a:cubicBezTo>
                    <a:cubicBezTo>
                      <a:pt x="48274" y="224"/>
                      <a:pt x="46071" y="-524"/>
                      <a:pt x="44242" y="390"/>
                    </a:cubicBezTo>
                    <a:cubicBezTo>
                      <a:pt x="43245" y="889"/>
                      <a:pt x="42539" y="1762"/>
                      <a:pt x="42289" y="2801"/>
                    </a:cubicBezTo>
                    <a:cubicBezTo>
                      <a:pt x="6420" y="292042"/>
                      <a:pt x="-4304" y="605307"/>
                      <a:pt x="1474" y="934242"/>
                    </a:cubicBezTo>
                    <a:close/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7" name="Google Shape;2117;p59"/>
              <p:cNvSpPr/>
              <p:nvPr/>
            </p:nvSpPr>
            <p:spPr>
              <a:xfrm>
                <a:off x="5556660" y="5085268"/>
                <a:ext cx="61225" cy="802376"/>
              </a:xfrm>
              <a:custGeom>
                <a:rect b="b" l="l" r="r" t="t"/>
                <a:pathLst>
                  <a:path extrusionOk="0" h="802376" w="61225">
                    <a:moveTo>
                      <a:pt x="2503" y="802346"/>
                    </a:moveTo>
                    <a:cubicBezTo>
                      <a:pt x="2296" y="802387"/>
                      <a:pt x="2046" y="802387"/>
                      <a:pt x="1839" y="802346"/>
                    </a:cubicBezTo>
                    <a:cubicBezTo>
                      <a:pt x="508" y="801971"/>
                      <a:pt x="-281" y="800558"/>
                      <a:pt x="93" y="799229"/>
                    </a:cubicBezTo>
                    <a:cubicBezTo>
                      <a:pt x="34798" y="675867"/>
                      <a:pt x="48016" y="465846"/>
                      <a:pt x="53003" y="311396"/>
                    </a:cubicBezTo>
                    <a:cubicBezTo>
                      <a:pt x="58407" y="143978"/>
                      <a:pt x="55539" y="3825"/>
                      <a:pt x="55497" y="2578"/>
                    </a:cubicBezTo>
                    <a:cubicBezTo>
                      <a:pt x="55455" y="1207"/>
                      <a:pt x="56536" y="43"/>
                      <a:pt x="57908" y="1"/>
                    </a:cubicBezTo>
                    <a:cubicBezTo>
                      <a:pt x="57908" y="1"/>
                      <a:pt x="57950" y="1"/>
                      <a:pt x="57950" y="1"/>
                    </a:cubicBezTo>
                    <a:lnTo>
                      <a:pt x="57950" y="1"/>
                    </a:lnTo>
                    <a:cubicBezTo>
                      <a:pt x="59321" y="-40"/>
                      <a:pt x="60402" y="1040"/>
                      <a:pt x="60443" y="2412"/>
                    </a:cubicBezTo>
                    <a:cubicBezTo>
                      <a:pt x="60443" y="2412"/>
                      <a:pt x="60443" y="2453"/>
                      <a:pt x="60443" y="2453"/>
                    </a:cubicBezTo>
                    <a:cubicBezTo>
                      <a:pt x="60443" y="3867"/>
                      <a:pt x="63353" y="143770"/>
                      <a:pt x="57950" y="311562"/>
                    </a:cubicBezTo>
                    <a:cubicBezTo>
                      <a:pt x="52962" y="466304"/>
                      <a:pt x="39703" y="676741"/>
                      <a:pt x="4873" y="800600"/>
                    </a:cubicBezTo>
                    <a:cubicBezTo>
                      <a:pt x="4540" y="801639"/>
                      <a:pt x="3584" y="802346"/>
                      <a:pt x="2503" y="80234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8" name="Google Shape;2118;p59"/>
              <p:cNvSpPr/>
              <p:nvPr/>
            </p:nvSpPr>
            <p:spPr>
              <a:xfrm>
                <a:off x="5398520" y="4700228"/>
                <a:ext cx="146956" cy="1122836"/>
              </a:xfrm>
              <a:custGeom>
                <a:rect b="b" l="l" r="r" t="t"/>
                <a:pathLst>
                  <a:path extrusionOk="0" h="1122836" w="146956">
                    <a:moveTo>
                      <a:pt x="114882" y="1122837"/>
                    </a:moveTo>
                    <a:cubicBezTo>
                      <a:pt x="114882" y="1122837"/>
                      <a:pt x="236248" y="565884"/>
                      <a:pt x="6816" y="2240"/>
                    </a:cubicBezTo>
                    <a:cubicBezTo>
                      <a:pt x="6110" y="411"/>
                      <a:pt x="4032" y="-462"/>
                      <a:pt x="2245" y="245"/>
                    </a:cubicBezTo>
                    <a:cubicBezTo>
                      <a:pt x="873" y="785"/>
                      <a:pt x="0" y="2115"/>
                      <a:pt x="0" y="3569"/>
                    </a:cubicBezTo>
                    <a:cubicBezTo>
                      <a:pt x="12428" y="352787"/>
                      <a:pt x="54074" y="729021"/>
                      <a:pt x="114882" y="1122837"/>
                    </a:cubicBezTo>
                    <a:close/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9" name="Google Shape;2119;p59"/>
              <p:cNvSpPr/>
              <p:nvPr/>
            </p:nvSpPr>
            <p:spPr>
              <a:xfrm>
                <a:off x="5432103" y="4846622"/>
                <a:ext cx="87282" cy="964565"/>
              </a:xfrm>
              <a:custGeom>
                <a:rect b="b" l="l" r="r" t="t"/>
                <a:pathLst>
                  <a:path extrusionOk="0" h="964565" w="87282">
                    <a:moveTo>
                      <a:pt x="79928" y="964555"/>
                    </a:moveTo>
                    <a:lnTo>
                      <a:pt x="79928" y="964555"/>
                    </a:lnTo>
                    <a:cubicBezTo>
                      <a:pt x="78556" y="964431"/>
                      <a:pt x="77559" y="963225"/>
                      <a:pt x="77683" y="961854"/>
                    </a:cubicBezTo>
                    <a:cubicBezTo>
                      <a:pt x="77683" y="961812"/>
                      <a:pt x="77683" y="961812"/>
                      <a:pt x="77683" y="961812"/>
                    </a:cubicBezTo>
                    <a:cubicBezTo>
                      <a:pt x="104949" y="674233"/>
                      <a:pt x="1082" y="9589"/>
                      <a:pt x="43" y="2897"/>
                    </a:cubicBezTo>
                    <a:cubicBezTo>
                      <a:pt x="-207" y="1567"/>
                      <a:pt x="666" y="279"/>
                      <a:pt x="2037" y="29"/>
                    </a:cubicBezTo>
                    <a:cubicBezTo>
                      <a:pt x="2037" y="29"/>
                      <a:pt x="2079" y="29"/>
                      <a:pt x="2121" y="29"/>
                    </a:cubicBezTo>
                    <a:cubicBezTo>
                      <a:pt x="3492" y="-178"/>
                      <a:pt x="4781" y="736"/>
                      <a:pt x="5030" y="2108"/>
                    </a:cubicBezTo>
                    <a:cubicBezTo>
                      <a:pt x="6069" y="8799"/>
                      <a:pt x="110020" y="674067"/>
                      <a:pt x="82713" y="962228"/>
                    </a:cubicBezTo>
                    <a:cubicBezTo>
                      <a:pt x="82588" y="963641"/>
                      <a:pt x="81382" y="964680"/>
                      <a:pt x="80011" y="964555"/>
                    </a:cubicBezTo>
                    <a:cubicBezTo>
                      <a:pt x="79969" y="964555"/>
                      <a:pt x="79969" y="964555"/>
                      <a:pt x="79928" y="964555"/>
                    </a:cubicBezTo>
                    <a:close/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0" name="Google Shape;2120;p59"/>
              <p:cNvSpPr/>
              <p:nvPr/>
            </p:nvSpPr>
            <p:spPr>
              <a:xfrm>
                <a:off x="5256785" y="5049644"/>
                <a:ext cx="242129" cy="924587"/>
              </a:xfrm>
              <a:custGeom>
                <a:rect b="b" l="l" r="r" t="t"/>
                <a:pathLst>
                  <a:path extrusionOk="0" h="924587" w="242129">
                    <a:moveTo>
                      <a:pt x="237332" y="924588"/>
                    </a:moveTo>
                    <a:cubicBezTo>
                      <a:pt x="237332" y="924588"/>
                      <a:pt x="295521" y="438708"/>
                      <a:pt x="6612" y="1418"/>
                    </a:cubicBezTo>
                    <a:cubicBezTo>
                      <a:pt x="4700" y="-1409"/>
                      <a:pt x="-537" y="337"/>
                      <a:pt x="45" y="3621"/>
                    </a:cubicBezTo>
                    <a:cubicBezTo>
                      <a:pt x="50919" y="294483"/>
                      <a:pt x="133714" y="603592"/>
                      <a:pt x="237332" y="924588"/>
                    </a:cubicBezTo>
                    <a:close/>
                  </a:path>
                </a:pathLst>
              </a:custGeom>
              <a:solidFill>
                <a:srgbClr val="20818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1" name="Google Shape;2121;p59"/>
              <p:cNvSpPr/>
              <p:nvPr/>
            </p:nvSpPr>
            <p:spPr>
              <a:xfrm>
                <a:off x="5305798" y="5166966"/>
                <a:ext cx="187987" cy="797872"/>
              </a:xfrm>
              <a:custGeom>
                <a:rect b="b" l="l" r="r" t="t"/>
                <a:pathLst>
                  <a:path extrusionOk="0" h="797872" w="187987">
                    <a:moveTo>
                      <a:pt x="185451" y="797789"/>
                    </a:moveTo>
                    <a:cubicBezTo>
                      <a:pt x="184080" y="797789"/>
                      <a:pt x="182957" y="796667"/>
                      <a:pt x="182957" y="795295"/>
                    </a:cubicBezTo>
                    <a:cubicBezTo>
                      <a:pt x="180380" y="667196"/>
                      <a:pt x="130795" y="458630"/>
                      <a:pt x="89688" y="306382"/>
                    </a:cubicBezTo>
                    <a:cubicBezTo>
                      <a:pt x="45132" y="141208"/>
                      <a:pt x="576" y="4672"/>
                      <a:pt x="119" y="3300"/>
                    </a:cubicBezTo>
                    <a:cubicBezTo>
                      <a:pt x="-297" y="1970"/>
                      <a:pt x="410" y="557"/>
                      <a:pt x="1740" y="100"/>
                    </a:cubicBezTo>
                    <a:cubicBezTo>
                      <a:pt x="3070" y="-274"/>
                      <a:pt x="4483" y="432"/>
                      <a:pt x="4940" y="1721"/>
                    </a:cubicBezTo>
                    <a:cubicBezTo>
                      <a:pt x="5356" y="3092"/>
                      <a:pt x="49954" y="139754"/>
                      <a:pt x="94551" y="305136"/>
                    </a:cubicBezTo>
                    <a:cubicBezTo>
                      <a:pt x="135741" y="457716"/>
                      <a:pt x="185409" y="666739"/>
                      <a:pt x="187986" y="795295"/>
                    </a:cubicBezTo>
                    <a:cubicBezTo>
                      <a:pt x="188028" y="796667"/>
                      <a:pt x="186906" y="797831"/>
                      <a:pt x="185534" y="7978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2" name="Google Shape;2122;p59"/>
              <p:cNvSpPr/>
              <p:nvPr/>
            </p:nvSpPr>
            <p:spPr>
              <a:xfrm>
                <a:off x="5342649" y="5706687"/>
                <a:ext cx="326200" cy="281552"/>
              </a:xfrm>
              <a:custGeom>
                <a:rect b="b" l="l" r="r" t="t"/>
                <a:pathLst>
                  <a:path extrusionOk="0" h="281552" w="326200">
                    <a:moveTo>
                      <a:pt x="31931" y="0"/>
                    </a:moveTo>
                    <a:lnTo>
                      <a:pt x="298977" y="0"/>
                    </a:lnTo>
                    <a:cubicBezTo>
                      <a:pt x="314023" y="42"/>
                      <a:pt x="326242" y="12261"/>
                      <a:pt x="326201" y="27307"/>
                    </a:cubicBezTo>
                    <a:cubicBezTo>
                      <a:pt x="326201" y="29303"/>
                      <a:pt x="325993" y="31298"/>
                      <a:pt x="325536" y="33251"/>
                    </a:cubicBezTo>
                    <a:cubicBezTo>
                      <a:pt x="308411" y="107276"/>
                      <a:pt x="288128" y="182381"/>
                      <a:pt x="246066" y="258609"/>
                    </a:cubicBezTo>
                    <a:cubicBezTo>
                      <a:pt x="238335" y="272699"/>
                      <a:pt x="223580" y="281510"/>
                      <a:pt x="207495" y="281552"/>
                    </a:cubicBezTo>
                    <a:lnTo>
                      <a:pt x="120212" y="281552"/>
                    </a:lnTo>
                    <a:cubicBezTo>
                      <a:pt x="104376" y="281552"/>
                      <a:pt x="89870" y="272824"/>
                      <a:pt x="82388" y="258900"/>
                    </a:cubicBezTo>
                    <a:cubicBezTo>
                      <a:pt x="48805" y="196555"/>
                      <a:pt x="16510" y="122156"/>
                      <a:pt x="550" y="37740"/>
                    </a:cubicBezTo>
                    <a:cubicBezTo>
                      <a:pt x="-2692" y="20449"/>
                      <a:pt x="8738" y="3782"/>
                      <a:pt x="26028" y="540"/>
                    </a:cubicBezTo>
                    <a:cubicBezTo>
                      <a:pt x="27982" y="166"/>
                      <a:pt x="29935" y="0"/>
                      <a:pt x="31931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E1473D"/>
                  </a:gs>
                  <a:gs pos="50000">
                    <a:srgbClr val="E5534B"/>
                  </a:gs>
                  <a:gs pos="100000">
                    <a:srgbClr val="E9605A"/>
                  </a:gs>
                </a:gsLst>
                <a:lin ang="15177308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3" name="Google Shape;2123;p59"/>
              <p:cNvSpPr/>
              <p:nvPr/>
            </p:nvSpPr>
            <p:spPr>
              <a:xfrm>
                <a:off x="6592590" y="5885410"/>
                <a:ext cx="243591" cy="115654"/>
              </a:xfrm>
              <a:custGeom>
                <a:rect b="b" l="l" r="r" t="t"/>
                <a:pathLst>
                  <a:path extrusionOk="0" h="115654" w="243591">
                    <a:moveTo>
                      <a:pt x="232851" y="0"/>
                    </a:moveTo>
                    <a:cubicBezTo>
                      <a:pt x="232851" y="0"/>
                      <a:pt x="240000" y="40483"/>
                      <a:pt x="243492" y="80550"/>
                    </a:cubicBezTo>
                    <a:cubicBezTo>
                      <a:pt x="244780" y="95721"/>
                      <a:pt x="233516" y="109105"/>
                      <a:pt x="218345" y="110393"/>
                    </a:cubicBezTo>
                    <a:cubicBezTo>
                      <a:pt x="217930" y="110434"/>
                      <a:pt x="217514" y="110476"/>
                      <a:pt x="217098" y="110476"/>
                    </a:cubicBezTo>
                    <a:cubicBezTo>
                      <a:pt x="163731" y="112721"/>
                      <a:pt x="49555" y="117043"/>
                      <a:pt x="8615" y="115214"/>
                    </a:cubicBezTo>
                    <a:cubicBezTo>
                      <a:pt x="3627" y="115007"/>
                      <a:pt x="-238" y="110809"/>
                      <a:pt x="11" y="105821"/>
                    </a:cubicBezTo>
                    <a:cubicBezTo>
                      <a:pt x="53" y="104740"/>
                      <a:pt x="261" y="103701"/>
                      <a:pt x="677" y="102745"/>
                    </a:cubicBezTo>
                    <a:lnTo>
                      <a:pt x="677" y="102745"/>
                    </a:lnTo>
                    <a:cubicBezTo>
                      <a:pt x="2588" y="97924"/>
                      <a:pt x="6288" y="94059"/>
                      <a:pt x="10984" y="91897"/>
                    </a:cubicBezTo>
                    <a:lnTo>
                      <a:pt x="199558" y="5237"/>
                    </a:ln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2844392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4" name="Google Shape;2124;p59"/>
              <p:cNvSpPr/>
              <p:nvPr/>
            </p:nvSpPr>
            <p:spPr>
              <a:xfrm>
                <a:off x="6769912" y="5854113"/>
                <a:ext cx="61347" cy="62277"/>
              </a:xfrm>
              <a:custGeom>
                <a:rect b="b" l="l" r="r" t="t"/>
                <a:pathLst>
                  <a:path extrusionOk="0" h="62277" w="61347">
                    <a:moveTo>
                      <a:pt x="61348" y="7565"/>
                    </a:moveTo>
                    <a:lnTo>
                      <a:pt x="55571" y="55986"/>
                    </a:lnTo>
                    <a:cubicBezTo>
                      <a:pt x="55571" y="55986"/>
                      <a:pt x="22569" y="71365"/>
                      <a:pt x="0" y="54033"/>
                    </a:cubicBezTo>
                    <a:lnTo>
                      <a:pt x="13675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5" name="Google Shape;2125;p59"/>
              <p:cNvSpPr/>
              <p:nvPr/>
            </p:nvSpPr>
            <p:spPr>
              <a:xfrm>
                <a:off x="6773871" y="4951268"/>
                <a:ext cx="203023" cy="930076"/>
              </a:xfrm>
              <a:custGeom>
                <a:rect b="b" l="l" r="r" t="t"/>
                <a:pathLst>
                  <a:path extrusionOk="0" h="930076" w="203023">
                    <a:moveTo>
                      <a:pt x="53066" y="0"/>
                    </a:moveTo>
                    <a:cubicBezTo>
                      <a:pt x="55518" y="12469"/>
                      <a:pt x="66367" y="631061"/>
                      <a:pt x="280" y="908207"/>
                    </a:cubicBezTo>
                    <a:cubicBezTo>
                      <a:pt x="-842" y="912737"/>
                      <a:pt x="1485" y="917392"/>
                      <a:pt x="5808" y="919138"/>
                    </a:cubicBezTo>
                    <a:cubicBezTo>
                      <a:pt x="23057" y="925830"/>
                      <a:pt x="41345" y="929529"/>
                      <a:pt x="59841" y="930070"/>
                    </a:cubicBezTo>
                    <a:cubicBezTo>
                      <a:pt x="67239" y="930277"/>
                      <a:pt x="73848" y="925498"/>
                      <a:pt x="75926" y="918432"/>
                    </a:cubicBezTo>
                    <a:cubicBezTo>
                      <a:pt x="94796" y="854174"/>
                      <a:pt x="185363" y="531890"/>
                      <a:pt x="197167" y="224319"/>
                    </a:cubicBezTo>
                    <a:cubicBezTo>
                      <a:pt x="210343" y="-119579"/>
                      <a:pt x="197167" y="212598"/>
                      <a:pt x="197167" y="212598"/>
                    </a:cubicBezTo>
                    <a:lnTo>
                      <a:pt x="189395" y="42"/>
                    </a:lnTo>
                    <a:close/>
                  </a:path>
                </a:pathLst>
              </a:custGeom>
              <a:solidFill>
                <a:srgbClr val="7D97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6" name="Google Shape;2126;p59"/>
              <p:cNvSpPr/>
              <p:nvPr/>
            </p:nvSpPr>
            <p:spPr>
              <a:xfrm>
                <a:off x="6966633" y="5906566"/>
                <a:ext cx="98449" cy="98827"/>
              </a:xfrm>
              <a:custGeom>
                <a:rect b="b" l="l" r="r" t="t"/>
                <a:pathLst>
                  <a:path extrusionOk="0" h="98827" w="98449">
                    <a:moveTo>
                      <a:pt x="75646" y="0"/>
                    </a:moveTo>
                    <a:cubicBezTo>
                      <a:pt x="75646" y="0"/>
                      <a:pt x="87035" y="20449"/>
                      <a:pt x="98049" y="74815"/>
                    </a:cubicBezTo>
                    <a:cubicBezTo>
                      <a:pt x="100044" y="83792"/>
                      <a:pt x="94391" y="92646"/>
                      <a:pt x="85413" y="94640"/>
                    </a:cubicBezTo>
                    <a:cubicBezTo>
                      <a:pt x="84707" y="94807"/>
                      <a:pt x="83959" y="94890"/>
                      <a:pt x="83252" y="94973"/>
                    </a:cubicBezTo>
                    <a:cubicBezTo>
                      <a:pt x="65629" y="96719"/>
                      <a:pt x="38488" y="99129"/>
                      <a:pt x="16750" y="98797"/>
                    </a:cubicBezTo>
                    <a:cubicBezTo>
                      <a:pt x="7565" y="98880"/>
                      <a:pt x="83" y="91482"/>
                      <a:pt x="0" y="82296"/>
                    </a:cubicBezTo>
                    <a:cubicBezTo>
                      <a:pt x="0" y="81548"/>
                      <a:pt x="42" y="80800"/>
                      <a:pt x="125" y="80052"/>
                    </a:cubicBezTo>
                    <a:cubicBezTo>
                      <a:pt x="2535" y="60226"/>
                      <a:pt x="10059" y="27723"/>
                      <a:pt x="33376" y="236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E7062"/>
                  </a:gs>
                  <a:gs pos="50000">
                    <a:srgbClr val="FE8178"/>
                  </a:gs>
                  <a:gs pos="100000">
                    <a:srgbClr val="FF928E"/>
                  </a:gs>
                </a:gsLst>
                <a:lin ang="2844392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7" name="Google Shape;2127;p59"/>
              <p:cNvSpPr/>
              <p:nvPr/>
            </p:nvSpPr>
            <p:spPr>
              <a:xfrm>
                <a:off x="6999343" y="5841270"/>
                <a:ext cx="52952" cy="81572"/>
              </a:xfrm>
              <a:custGeom>
                <a:rect b="b" l="l" r="r" t="t"/>
                <a:pathLst>
                  <a:path extrusionOk="0" h="81572" w="52952">
                    <a:moveTo>
                      <a:pt x="52952" y="3034"/>
                    </a:moveTo>
                    <a:lnTo>
                      <a:pt x="39527" y="76269"/>
                    </a:lnTo>
                    <a:cubicBezTo>
                      <a:pt x="39527" y="76269"/>
                      <a:pt x="26269" y="86120"/>
                      <a:pt x="0" y="78971"/>
                    </a:cubicBezTo>
                    <a:lnTo>
                      <a:pt x="6401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8" name="Google Shape;2128;p59"/>
              <p:cNvSpPr/>
              <p:nvPr/>
            </p:nvSpPr>
            <p:spPr>
              <a:xfrm>
                <a:off x="6821451" y="4936055"/>
                <a:ext cx="287922" cy="947258"/>
              </a:xfrm>
              <a:custGeom>
                <a:rect b="b" l="l" r="r" t="t"/>
                <a:pathLst>
                  <a:path extrusionOk="0" h="947258" w="287922">
                    <a:moveTo>
                      <a:pt x="267130" y="34207"/>
                    </a:moveTo>
                    <a:cubicBezTo>
                      <a:pt x="321162" y="360481"/>
                      <a:pt x="255367" y="840541"/>
                      <a:pt x="233214" y="934600"/>
                    </a:cubicBezTo>
                    <a:cubicBezTo>
                      <a:pt x="231842" y="940336"/>
                      <a:pt x="227186" y="944742"/>
                      <a:pt x="221368" y="945739"/>
                    </a:cubicBezTo>
                    <a:cubicBezTo>
                      <a:pt x="207319" y="948233"/>
                      <a:pt x="192855" y="947651"/>
                      <a:pt x="179056" y="944035"/>
                    </a:cubicBezTo>
                    <a:cubicBezTo>
                      <a:pt x="173487" y="942372"/>
                      <a:pt x="169621" y="937385"/>
                      <a:pt x="169413" y="931566"/>
                    </a:cubicBezTo>
                    <a:cubicBezTo>
                      <a:pt x="166462" y="855587"/>
                      <a:pt x="171782" y="389160"/>
                      <a:pt x="121407" y="204826"/>
                    </a:cubicBezTo>
                    <a:cubicBezTo>
                      <a:pt x="118872" y="195474"/>
                      <a:pt x="113178" y="187328"/>
                      <a:pt x="105281" y="181717"/>
                    </a:cubicBezTo>
                    <a:lnTo>
                      <a:pt x="7523" y="1122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97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9" name="Google Shape;2129;p59"/>
              <p:cNvSpPr/>
              <p:nvPr/>
            </p:nvSpPr>
            <p:spPr>
              <a:xfrm>
                <a:off x="6510056" y="4325569"/>
                <a:ext cx="598680" cy="686596"/>
              </a:xfrm>
              <a:custGeom>
                <a:rect b="b" l="l" r="r" t="t"/>
                <a:pathLst>
                  <a:path extrusionOk="0" h="686596" w="598680">
                    <a:moveTo>
                      <a:pt x="234003" y="26476"/>
                    </a:moveTo>
                    <a:cubicBezTo>
                      <a:pt x="396102" y="23775"/>
                      <a:pt x="574825" y="68996"/>
                      <a:pt x="574825" y="68996"/>
                    </a:cubicBezTo>
                    <a:cubicBezTo>
                      <a:pt x="623122" y="350797"/>
                      <a:pt x="583138" y="675825"/>
                      <a:pt x="583138" y="675825"/>
                    </a:cubicBezTo>
                    <a:cubicBezTo>
                      <a:pt x="457699" y="708743"/>
                      <a:pt x="316216" y="655708"/>
                      <a:pt x="316216" y="655708"/>
                    </a:cubicBezTo>
                    <a:cubicBezTo>
                      <a:pt x="295434" y="537917"/>
                      <a:pt x="198092" y="206447"/>
                      <a:pt x="198092" y="206447"/>
                    </a:cubicBezTo>
                    <a:cubicBezTo>
                      <a:pt x="119122" y="196638"/>
                      <a:pt x="53700" y="173778"/>
                      <a:pt x="0" y="143603"/>
                    </a:cubicBezTo>
                    <a:cubicBezTo>
                      <a:pt x="40982" y="96095"/>
                      <a:pt x="60267" y="35537"/>
                      <a:pt x="68663" y="0"/>
                    </a:cubicBezTo>
                    <a:cubicBezTo>
                      <a:pt x="126062" y="17831"/>
                      <a:pt x="184044" y="27308"/>
                      <a:pt x="234003" y="264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0" name="Google Shape;2130;p59"/>
              <p:cNvSpPr/>
              <p:nvPr/>
            </p:nvSpPr>
            <p:spPr>
              <a:xfrm>
                <a:off x="6265496" y="4101106"/>
                <a:ext cx="313348" cy="368065"/>
              </a:xfrm>
              <a:custGeom>
                <a:rect b="b" l="l" r="r" t="t"/>
                <a:pathLst>
                  <a:path extrusionOk="0" h="368065" w="313348">
                    <a:moveTo>
                      <a:pt x="0" y="12280"/>
                    </a:moveTo>
                    <a:cubicBezTo>
                      <a:pt x="8396" y="1216"/>
                      <a:pt x="23151" y="-2924"/>
                      <a:pt x="36077" y="2139"/>
                    </a:cubicBezTo>
                    <a:cubicBezTo>
                      <a:pt x="59893" y="102889"/>
                      <a:pt x="184917" y="184520"/>
                      <a:pt x="313348" y="224463"/>
                    </a:cubicBezTo>
                    <a:cubicBezTo>
                      <a:pt x="305036" y="260166"/>
                      <a:pt x="285667" y="320558"/>
                      <a:pt x="244685" y="368065"/>
                    </a:cubicBezTo>
                    <a:cubicBezTo>
                      <a:pt x="31547" y="248196"/>
                      <a:pt x="0" y="12280"/>
                      <a:pt x="0" y="1228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1" name="Google Shape;2131;p59"/>
              <p:cNvSpPr/>
              <p:nvPr/>
            </p:nvSpPr>
            <p:spPr>
              <a:xfrm>
                <a:off x="6196598" y="3945220"/>
                <a:ext cx="105091" cy="179014"/>
              </a:xfrm>
              <a:custGeom>
                <a:rect b="b" l="l" r="r" t="t"/>
                <a:pathLst>
                  <a:path extrusionOk="0" h="179014" w="105091">
                    <a:moveTo>
                      <a:pt x="72763" y="173071"/>
                    </a:moveTo>
                    <a:cubicBezTo>
                      <a:pt x="71101" y="178349"/>
                      <a:pt x="90386" y="186413"/>
                      <a:pt x="101858" y="164758"/>
                    </a:cubicBezTo>
                    <a:cubicBezTo>
                      <a:pt x="102274" y="154367"/>
                      <a:pt x="108591" y="109936"/>
                      <a:pt x="102357" y="101457"/>
                    </a:cubicBezTo>
                    <a:cubicBezTo>
                      <a:pt x="69355" y="56443"/>
                      <a:pt x="5306" y="0"/>
                      <a:pt x="5306" y="0"/>
                    </a:cubicBezTo>
                    <a:cubicBezTo>
                      <a:pt x="-929" y="5378"/>
                      <a:pt x="-1802" y="14747"/>
                      <a:pt x="3394" y="21156"/>
                    </a:cubicBezTo>
                    <a:lnTo>
                      <a:pt x="34483" y="53534"/>
                    </a:lnTo>
                    <a:cubicBezTo>
                      <a:pt x="27958" y="65255"/>
                      <a:pt x="20061" y="75188"/>
                      <a:pt x="16320" y="89403"/>
                    </a:cubicBezTo>
                    <a:cubicBezTo>
                      <a:pt x="13618" y="100235"/>
                      <a:pt x="15198" y="111694"/>
                      <a:pt x="20684" y="121407"/>
                    </a:cubicBezTo>
                    <a:cubicBezTo>
                      <a:pt x="26753" y="132596"/>
                      <a:pt x="33403" y="143473"/>
                      <a:pt x="40593" y="153993"/>
                    </a:cubicBezTo>
                    <a:cubicBezTo>
                      <a:pt x="47867" y="164920"/>
                      <a:pt x="59712" y="171944"/>
                      <a:pt x="72763" y="17307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3976442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2" name="Google Shape;2132;p59"/>
              <p:cNvSpPr/>
              <p:nvPr/>
            </p:nvSpPr>
            <p:spPr>
              <a:xfrm>
                <a:off x="6238181" y="4019743"/>
                <a:ext cx="43524" cy="75895"/>
              </a:xfrm>
              <a:custGeom>
                <a:rect b="b" l="l" r="r" t="t"/>
                <a:pathLst>
                  <a:path extrusionOk="0" h="75895" w="43524">
                    <a:moveTo>
                      <a:pt x="6367" y="0"/>
                    </a:moveTo>
                    <a:lnTo>
                      <a:pt x="34672" y="23982"/>
                    </a:lnTo>
                    <a:lnTo>
                      <a:pt x="43525" y="47881"/>
                    </a:lnTo>
                    <a:lnTo>
                      <a:pt x="18296" y="75895"/>
                    </a:lnTo>
                    <a:cubicBezTo>
                      <a:pt x="18296" y="75895"/>
                      <a:pt x="9983" y="28471"/>
                      <a:pt x="3499" y="18246"/>
                    </a:cubicBezTo>
                    <a:cubicBezTo>
                      <a:pt x="-2985" y="8022"/>
                      <a:pt x="465" y="2992"/>
                      <a:pt x="636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4217146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3" name="Google Shape;2133;p59"/>
              <p:cNvSpPr/>
              <p:nvPr/>
            </p:nvSpPr>
            <p:spPr>
              <a:xfrm>
                <a:off x="7022702" y="4394565"/>
                <a:ext cx="238575" cy="268459"/>
              </a:xfrm>
              <a:custGeom>
                <a:rect b="b" l="l" r="r" t="t"/>
                <a:pathLst>
                  <a:path extrusionOk="0" h="268459" w="238575">
                    <a:moveTo>
                      <a:pt x="0" y="156903"/>
                    </a:moveTo>
                    <a:lnTo>
                      <a:pt x="62345" y="0"/>
                    </a:lnTo>
                    <a:cubicBezTo>
                      <a:pt x="62345" y="0"/>
                      <a:pt x="213679" y="102828"/>
                      <a:pt x="238575" y="233214"/>
                    </a:cubicBezTo>
                    <a:cubicBezTo>
                      <a:pt x="192855" y="236455"/>
                      <a:pt x="148216" y="248384"/>
                      <a:pt x="107026" y="268459"/>
                    </a:cubicBezTo>
                    <a:cubicBezTo>
                      <a:pt x="95638" y="206903"/>
                      <a:pt x="0" y="156903"/>
                      <a:pt x="0" y="15690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4" name="Google Shape;2134;p59"/>
              <p:cNvSpPr/>
              <p:nvPr/>
            </p:nvSpPr>
            <p:spPr>
              <a:xfrm>
                <a:off x="6867961" y="4627986"/>
                <a:ext cx="396607" cy="202432"/>
              </a:xfrm>
              <a:custGeom>
                <a:rect b="b" l="l" r="r" t="t"/>
                <a:pathLst>
                  <a:path extrusionOk="0" h="202432" w="396607">
                    <a:moveTo>
                      <a:pt x="22486" y="71074"/>
                    </a:moveTo>
                    <a:cubicBezTo>
                      <a:pt x="22486" y="71074"/>
                      <a:pt x="192398" y="167128"/>
                      <a:pt x="249756" y="85122"/>
                    </a:cubicBezTo>
                    <a:cubicBezTo>
                      <a:pt x="260396" y="70825"/>
                      <a:pt x="264677" y="52786"/>
                      <a:pt x="261560" y="35246"/>
                    </a:cubicBezTo>
                    <a:cubicBezTo>
                      <a:pt x="302749" y="15171"/>
                      <a:pt x="347389" y="3242"/>
                      <a:pt x="393109" y="0"/>
                    </a:cubicBezTo>
                    <a:cubicBezTo>
                      <a:pt x="401546" y="42146"/>
                      <a:pt x="394605" y="85871"/>
                      <a:pt x="373574" y="123361"/>
                    </a:cubicBezTo>
                    <a:cubicBezTo>
                      <a:pt x="273115" y="307031"/>
                      <a:pt x="0" y="113178"/>
                      <a:pt x="0" y="11317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5" name="Google Shape;2135;p59"/>
              <p:cNvSpPr/>
              <p:nvPr/>
            </p:nvSpPr>
            <p:spPr>
              <a:xfrm>
                <a:off x="6486418" y="4469823"/>
                <a:ext cx="424852" cy="364818"/>
              </a:xfrm>
              <a:custGeom>
                <a:rect b="b" l="l" r="r" t="t"/>
                <a:pathLst>
                  <a:path extrusionOk="0" h="364818" w="424852">
                    <a:moveTo>
                      <a:pt x="424479" y="350728"/>
                    </a:moveTo>
                    <a:lnTo>
                      <a:pt x="331750" y="26905"/>
                    </a:lnTo>
                    <a:cubicBezTo>
                      <a:pt x="330711" y="23206"/>
                      <a:pt x="327552" y="20546"/>
                      <a:pt x="323728" y="20089"/>
                    </a:cubicBezTo>
                    <a:cubicBezTo>
                      <a:pt x="307102" y="18135"/>
                      <a:pt x="258265" y="12649"/>
                      <a:pt x="202072" y="7869"/>
                    </a:cubicBezTo>
                    <a:cubicBezTo>
                      <a:pt x="134364" y="2174"/>
                      <a:pt x="55726" y="-2481"/>
                      <a:pt x="8717" y="1468"/>
                    </a:cubicBezTo>
                    <a:cubicBezTo>
                      <a:pt x="3522" y="1884"/>
                      <a:pt x="-385" y="6456"/>
                      <a:pt x="30" y="11693"/>
                    </a:cubicBezTo>
                    <a:cubicBezTo>
                      <a:pt x="155" y="12857"/>
                      <a:pt x="446" y="14020"/>
                      <a:pt x="987" y="15101"/>
                    </a:cubicBezTo>
                    <a:cubicBezTo>
                      <a:pt x="27712" y="69134"/>
                      <a:pt x="137606" y="289047"/>
                      <a:pt x="192637" y="361077"/>
                    </a:cubicBezTo>
                    <a:cubicBezTo>
                      <a:pt x="194465" y="363446"/>
                      <a:pt x="197292" y="364859"/>
                      <a:pt x="200284" y="364817"/>
                    </a:cubicBezTo>
                    <a:lnTo>
                      <a:pt x="415459" y="362822"/>
                    </a:lnTo>
                    <a:cubicBezTo>
                      <a:pt x="420696" y="362739"/>
                      <a:pt x="424894" y="358417"/>
                      <a:pt x="424853" y="353180"/>
                    </a:cubicBezTo>
                    <a:cubicBezTo>
                      <a:pt x="424811" y="352348"/>
                      <a:pt x="424686" y="351517"/>
                      <a:pt x="424479" y="3507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DAE3FE"/>
                  </a:gs>
                  <a:gs pos="50000">
                    <a:srgbClr val="E1E9FD"/>
                  </a:gs>
                  <a:gs pos="100000">
                    <a:srgbClr val="E9EFFD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6" name="Google Shape;2136;p59"/>
              <p:cNvSpPr/>
              <p:nvPr/>
            </p:nvSpPr>
            <p:spPr>
              <a:xfrm>
                <a:off x="6605982" y="4438341"/>
                <a:ext cx="81220" cy="38484"/>
              </a:xfrm>
              <a:custGeom>
                <a:rect b="b" l="l" r="r" t="t"/>
                <a:pathLst>
                  <a:path extrusionOk="0" h="38484" w="81220">
                    <a:moveTo>
                      <a:pt x="72864" y="11295"/>
                    </a:moveTo>
                    <a:lnTo>
                      <a:pt x="5656" y="73"/>
                    </a:lnTo>
                    <a:cubicBezTo>
                      <a:pt x="3038" y="-384"/>
                      <a:pt x="543" y="1361"/>
                      <a:pt x="86" y="3980"/>
                    </a:cubicBezTo>
                    <a:cubicBezTo>
                      <a:pt x="-80" y="4769"/>
                      <a:pt x="3" y="5600"/>
                      <a:pt x="253" y="6349"/>
                    </a:cubicBezTo>
                    <a:lnTo>
                      <a:pt x="6903" y="26507"/>
                    </a:lnTo>
                    <a:cubicBezTo>
                      <a:pt x="7526" y="28336"/>
                      <a:pt x="9147" y="29624"/>
                      <a:pt x="11059" y="29791"/>
                    </a:cubicBezTo>
                    <a:lnTo>
                      <a:pt x="75774" y="38436"/>
                    </a:lnTo>
                    <a:cubicBezTo>
                      <a:pt x="78393" y="38810"/>
                      <a:pt x="80803" y="36981"/>
                      <a:pt x="81177" y="34363"/>
                    </a:cubicBezTo>
                    <a:cubicBezTo>
                      <a:pt x="81260" y="33781"/>
                      <a:pt x="81219" y="33157"/>
                      <a:pt x="81094" y="32576"/>
                    </a:cubicBezTo>
                    <a:lnTo>
                      <a:pt x="76937" y="14952"/>
                    </a:lnTo>
                    <a:cubicBezTo>
                      <a:pt x="76480" y="12999"/>
                      <a:pt x="74859" y="11544"/>
                      <a:pt x="72864" y="112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4630301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7" name="Google Shape;2137;p59"/>
              <p:cNvSpPr/>
              <p:nvPr/>
            </p:nvSpPr>
            <p:spPr>
              <a:xfrm>
                <a:off x="6574606" y="4458496"/>
                <a:ext cx="154713" cy="56115"/>
              </a:xfrm>
              <a:custGeom>
                <a:rect b="b" l="l" r="r" t="t"/>
                <a:pathLst>
                  <a:path extrusionOk="0" h="56115" w="154713">
                    <a:moveTo>
                      <a:pt x="154574" y="48041"/>
                    </a:moveTo>
                    <a:lnTo>
                      <a:pt x="149046" y="19196"/>
                    </a:lnTo>
                    <a:cubicBezTo>
                      <a:pt x="148505" y="16328"/>
                      <a:pt x="146095" y="14125"/>
                      <a:pt x="143185" y="13834"/>
                    </a:cubicBezTo>
                    <a:lnTo>
                      <a:pt x="7397" y="35"/>
                    </a:lnTo>
                    <a:cubicBezTo>
                      <a:pt x="3739" y="-339"/>
                      <a:pt x="414" y="2321"/>
                      <a:pt x="40" y="5979"/>
                    </a:cubicBezTo>
                    <a:cubicBezTo>
                      <a:pt x="-43" y="6768"/>
                      <a:pt x="-1" y="7558"/>
                      <a:pt x="206" y="8348"/>
                    </a:cubicBezTo>
                    <a:lnTo>
                      <a:pt x="8852" y="44300"/>
                    </a:lnTo>
                    <a:cubicBezTo>
                      <a:pt x="9558" y="47169"/>
                      <a:pt x="12052" y="49247"/>
                      <a:pt x="15003" y="49413"/>
                    </a:cubicBezTo>
                    <a:lnTo>
                      <a:pt x="147715" y="56104"/>
                    </a:lnTo>
                    <a:cubicBezTo>
                      <a:pt x="151373" y="56312"/>
                      <a:pt x="154532" y="53486"/>
                      <a:pt x="154698" y="49829"/>
                    </a:cubicBezTo>
                    <a:cubicBezTo>
                      <a:pt x="154740" y="49247"/>
                      <a:pt x="154698" y="48623"/>
                      <a:pt x="154574" y="4804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9005D"/>
                  </a:gs>
                  <a:gs pos="50000">
                    <a:srgbClr val="110777"/>
                  </a:gs>
                  <a:gs pos="100000">
                    <a:srgbClr val="1A0F91"/>
                  </a:gs>
                </a:gsLst>
                <a:lin ang="4832441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8" name="Google Shape;2138;p59"/>
              <p:cNvSpPr/>
              <p:nvPr/>
            </p:nvSpPr>
            <p:spPr>
              <a:xfrm>
                <a:off x="6773861" y="4631997"/>
                <a:ext cx="123556" cy="111006"/>
              </a:xfrm>
              <a:custGeom>
                <a:rect b="b" l="l" r="r" t="t"/>
                <a:pathLst>
                  <a:path extrusionOk="0" h="111006" w="123556">
                    <a:moveTo>
                      <a:pt x="114633" y="110414"/>
                    </a:moveTo>
                    <a:cubicBezTo>
                      <a:pt x="114633" y="110414"/>
                      <a:pt x="127517" y="57295"/>
                      <a:pt x="122322" y="38426"/>
                    </a:cubicBezTo>
                    <a:cubicBezTo>
                      <a:pt x="117127" y="19556"/>
                      <a:pt x="107026" y="-4635"/>
                      <a:pt x="73360" y="769"/>
                    </a:cubicBezTo>
                    <a:cubicBezTo>
                      <a:pt x="48422" y="5382"/>
                      <a:pt x="23899" y="11908"/>
                      <a:pt x="0" y="20304"/>
                    </a:cubicBezTo>
                    <a:cubicBezTo>
                      <a:pt x="0" y="20304"/>
                      <a:pt x="2037" y="44868"/>
                      <a:pt x="27598" y="36929"/>
                    </a:cubicBezTo>
                    <a:lnTo>
                      <a:pt x="11721" y="49398"/>
                    </a:lnTo>
                    <a:cubicBezTo>
                      <a:pt x="11721" y="49398"/>
                      <a:pt x="14007" y="69017"/>
                      <a:pt x="35620" y="58542"/>
                    </a:cubicBezTo>
                    <a:lnTo>
                      <a:pt x="20865" y="74794"/>
                    </a:lnTo>
                    <a:cubicBezTo>
                      <a:pt x="20865" y="74794"/>
                      <a:pt x="30134" y="90962"/>
                      <a:pt x="46011" y="80613"/>
                    </a:cubicBezTo>
                    <a:cubicBezTo>
                      <a:pt x="61888" y="70263"/>
                      <a:pt x="69536" y="116732"/>
                      <a:pt x="114633" y="110414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10800025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9" name="Google Shape;2139;p59"/>
              <p:cNvSpPr/>
              <p:nvPr/>
            </p:nvSpPr>
            <p:spPr>
              <a:xfrm>
                <a:off x="6803330" y="4220496"/>
                <a:ext cx="156711" cy="169155"/>
              </a:xfrm>
              <a:custGeom>
                <a:rect b="b" l="l" r="r" t="t"/>
                <a:pathLst>
                  <a:path extrusionOk="0" h="169155" w="156711">
                    <a:moveTo>
                      <a:pt x="104865" y="0"/>
                    </a:moveTo>
                    <a:lnTo>
                      <a:pt x="156404" y="149089"/>
                    </a:lnTo>
                    <a:cubicBezTo>
                      <a:pt x="157277" y="151541"/>
                      <a:pt x="156238" y="154284"/>
                      <a:pt x="153951" y="155573"/>
                    </a:cubicBezTo>
                    <a:cubicBezTo>
                      <a:pt x="139903" y="163345"/>
                      <a:pt x="89279" y="185790"/>
                      <a:pt x="28263" y="147260"/>
                    </a:cubicBezTo>
                    <a:cubicBezTo>
                      <a:pt x="21904" y="143270"/>
                      <a:pt x="17623" y="136662"/>
                      <a:pt x="16625" y="129221"/>
                    </a:cubicBezTo>
                    <a:lnTo>
                      <a:pt x="0" y="166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5010172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59"/>
              <p:cNvSpPr/>
              <p:nvPr/>
            </p:nvSpPr>
            <p:spPr>
              <a:xfrm>
                <a:off x="6746033" y="4082463"/>
                <a:ext cx="182111" cy="181398"/>
              </a:xfrm>
              <a:custGeom>
                <a:rect b="b" l="l" r="r" t="t"/>
                <a:pathLst>
                  <a:path extrusionOk="0" h="181398" w="182111">
                    <a:moveTo>
                      <a:pt x="49981" y="0"/>
                    </a:moveTo>
                    <a:cubicBezTo>
                      <a:pt x="49981" y="0"/>
                      <a:pt x="-6628" y="106528"/>
                      <a:pt x="645" y="149629"/>
                    </a:cubicBezTo>
                    <a:cubicBezTo>
                      <a:pt x="7919" y="192731"/>
                      <a:pt x="78037" y="189572"/>
                      <a:pt x="139302" y="154617"/>
                    </a:cubicBezTo>
                    <a:lnTo>
                      <a:pt x="182112" y="39569"/>
                    </a:ln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7960446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59"/>
              <p:cNvSpPr/>
              <p:nvPr/>
            </p:nvSpPr>
            <p:spPr>
              <a:xfrm>
                <a:off x="6767033" y="4005133"/>
                <a:ext cx="238997" cy="237007"/>
              </a:xfrm>
              <a:custGeom>
                <a:rect b="b" l="l" r="r" t="t"/>
                <a:pathLst>
                  <a:path extrusionOk="0" h="237007" w="238997">
                    <a:moveTo>
                      <a:pt x="115600" y="175420"/>
                    </a:moveTo>
                    <a:cubicBezTo>
                      <a:pt x="113355" y="174423"/>
                      <a:pt x="112358" y="171846"/>
                      <a:pt x="113355" y="169601"/>
                    </a:cubicBezTo>
                    <a:cubicBezTo>
                      <a:pt x="113438" y="169394"/>
                      <a:pt x="113563" y="169186"/>
                      <a:pt x="113688" y="168978"/>
                    </a:cubicBezTo>
                    <a:cubicBezTo>
                      <a:pt x="120670" y="158795"/>
                      <a:pt x="125991" y="147577"/>
                      <a:pt x="129440" y="135727"/>
                    </a:cubicBezTo>
                    <a:cubicBezTo>
                      <a:pt x="129440" y="135727"/>
                      <a:pt x="139624" y="129202"/>
                      <a:pt x="103546" y="120556"/>
                    </a:cubicBezTo>
                    <a:cubicBezTo>
                      <a:pt x="67469" y="111911"/>
                      <a:pt x="13644" y="98528"/>
                      <a:pt x="2339" y="67812"/>
                    </a:cubicBezTo>
                    <a:cubicBezTo>
                      <a:pt x="-8676" y="37886"/>
                      <a:pt x="20294" y="-37427"/>
                      <a:pt x="66513" y="22549"/>
                    </a:cubicBezTo>
                    <a:cubicBezTo>
                      <a:pt x="67968" y="24465"/>
                      <a:pt x="70711" y="24836"/>
                      <a:pt x="72623" y="23372"/>
                    </a:cubicBezTo>
                    <a:cubicBezTo>
                      <a:pt x="72955" y="23136"/>
                      <a:pt x="73205" y="22861"/>
                      <a:pt x="73454" y="22549"/>
                    </a:cubicBezTo>
                    <a:cubicBezTo>
                      <a:pt x="81019" y="12657"/>
                      <a:pt x="100969" y="-7792"/>
                      <a:pt x="128609" y="4594"/>
                    </a:cubicBezTo>
                    <a:cubicBezTo>
                      <a:pt x="154503" y="16232"/>
                      <a:pt x="157412" y="35185"/>
                      <a:pt x="157039" y="44744"/>
                    </a:cubicBezTo>
                    <a:cubicBezTo>
                      <a:pt x="156955" y="47176"/>
                      <a:pt x="158868" y="49217"/>
                      <a:pt x="161278" y="49304"/>
                    </a:cubicBezTo>
                    <a:cubicBezTo>
                      <a:pt x="161610" y="49312"/>
                      <a:pt x="161902" y="49291"/>
                      <a:pt x="162234" y="49233"/>
                    </a:cubicBezTo>
                    <a:cubicBezTo>
                      <a:pt x="175327" y="46739"/>
                      <a:pt x="206707" y="44578"/>
                      <a:pt x="221379" y="76790"/>
                    </a:cubicBezTo>
                    <a:cubicBezTo>
                      <a:pt x="233433" y="103307"/>
                      <a:pt x="225535" y="118354"/>
                      <a:pt x="218428" y="125669"/>
                    </a:cubicBezTo>
                    <a:cubicBezTo>
                      <a:pt x="216724" y="127419"/>
                      <a:pt x="216765" y="130208"/>
                      <a:pt x="218553" y="131899"/>
                    </a:cubicBezTo>
                    <a:cubicBezTo>
                      <a:pt x="219010" y="132381"/>
                      <a:pt x="219634" y="132739"/>
                      <a:pt x="220298" y="132942"/>
                    </a:cubicBezTo>
                    <a:cubicBezTo>
                      <a:pt x="228902" y="135602"/>
                      <a:pt x="240041" y="142876"/>
                      <a:pt x="238919" y="163035"/>
                    </a:cubicBezTo>
                    <a:cubicBezTo>
                      <a:pt x="237381" y="190882"/>
                      <a:pt x="206250" y="188430"/>
                      <a:pt x="197356" y="187141"/>
                    </a:cubicBezTo>
                    <a:cubicBezTo>
                      <a:pt x="195900" y="186934"/>
                      <a:pt x="194446" y="187432"/>
                      <a:pt x="193448" y="188513"/>
                    </a:cubicBezTo>
                    <a:cubicBezTo>
                      <a:pt x="185884" y="196826"/>
                      <a:pt x="151594" y="232654"/>
                      <a:pt x="114477" y="236976"/>
                    </a:cubicBezTo>
                    <a:cubicBezTo>
                      <a:pt x="112067" y="237267"/>
                      <a:pt x="109864" y="235522"/>
                      <a:pt x="109614" y="233111"/>
                    </a:cubicBezTo>
                    <a:cubicBezTo>
                      <a:pt x="109532" y="232446"/>
                      <a:pt x="109614" y="231739"/>
                      <a:pt x="109822" y="231116"/>
                    </a:cubicBezTo>
                    <a:lnTo>
                      <a:pt x="125866" y="184481"/>
                    </a:lnTo>
                    <a:cubicBezTo>
                      <a:pt x="126614" y="182320"/>
                      <a:pt x="125575" y="179951"/>
                      <a:pt x="123455" y="1790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59"/>
              <p:cNvSpPr/>
              <p:nvPr/>
            </p:nvSpPr>
            <p:spPr>
              <a:xfrm>
                <a:off x="6863680" y="4173547"/>
                <a:ext cx="55890" cy="37525"/>
              </a:xfrm>
              <a:custGeom>
                <a:rect b="b" l="l" r="r" t="t"/>
                <a:pathLst>
                  <a:path extrusionOk="0" h="37525" w="55890">
                    <a:moveTo>
                      <a:pt x="12511" y="13615"/>
                    </a:moveTo>
                    <a:cubicBezTo>
                      <a:pt x="12511" y="13615"/>
                      <a:pt x="52828" y="-14025"/>
                      <a:pt x="55737" y="9459"/>
                    </a:cubicBezTo>
                    <a:cubicBezTo>
                      <a:pt x="58647" y="32942"/>
                      <a:pt x="19452" y="43209"/>
                      <a:pt x="0" y="34397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928E"/>
                  </a:gs>
                  <a:gs pos="50000">
                    <a:srgbClr val="FEA29F"/>
                  </a:gs>
                  <a:gs pos="100000">
                    <a:srgbClr val="FEB3B1"/>
                  </a:gs>
                </a:gsLst>
                <a:lin ang="7960446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7" name="Google Shape;2147;p60"/>
          <p:cNvGrpSpPr/>
          <p:nvPr/>
        </p:nvGrpSpPr>
        <p:grpSpPr>
          <a:xfrm>
            <a:off x="1118128" y="1471394"/>
            <a:ext cx="9955703" cy="4766882"/>
            <a:chOff x="720500" y="1053275"/>
            <a:chExt cx="7654700" cy="3665141"/>
          </a:xfrm>
        </p:grpSpPr>
        <p:grpSp>
          <p:nvGrpSpPr>
            <p:cNvPr id="2148" name="Google Shape;2148;p60"/>
            <p:cNvGrpSpPr/>
            <p:nvPr/>
          </p:nvGrpSpPr>
          <p:grpSpPr>
            <a:xfrm>
              <a:off x="6209200" y="1053275"/>
              <a:ext cx="2166000" cy="3665141"/>
              <a:chOff x="6209200" y="1053275"/>
              <a:chExt cx="2166000" cy="3665141"/>
            </a:xfrm>
          </p:grpSpPr>
          <p:grpSp>
            <p:nvGrpSpPr>
              <p:cNvPr id="2149" name="Google Shape;2149;p60"/>
              <p:cNvGrpSpPr/>
              <p:nvPr/>
            </p:nvGrpSpPr>
            <p:grpSpPr>
              <a:xfrm>
                <a:off x="6535744" y="1618766"/>
                <a:ext cx="1512912" cy="3099650"/>
                <a:chOff x="6383342" y="1599716"/>
                <a:chExt cx="1512912" cy="3099650"/>
              </a:xfrm>
            </p:grpSpPr>
            <p:sp>
              <p:nvSpPr>
                <p:cNvPr id="2150" name="Google Shape;2150;p60"/>
                <p:cNvSpPr/>
                <p:nvPr/>
              </p:nvSpPr>
              <p:spPr>
                <a:xfrm>
                  <a:off x="6771613" y="3985066"/>
                  <a:ext cx="714300" cy="7143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151" name="Google Shape;2151;p60"/>
                <p:cNvSpPr/>
                <p:nvPr/>
              </p:nvSpPr>
              <p:spPr>
                <a:xfrm>
                  <a:off x="6383342" y="1599716"/>
                  <a:ext cx="1512900" cy="1512900"/>
                </a:xfrm>
                <a:prstGeom prst="roundRect">
                  <a:avLst>
                    <a:gd fmla="val 11088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152" name="Google Shape;2152;p60"/>
                <p:cNvSpPr txBox="1"/>
                <p:nvPr/>
              </p:nvSpPr>
              <p:spPr>
                <a:xfrm>
                  <a:off x="6383354" y="2165455"/>
                  <a:ext cx="1512900" cy="83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2153" name="Google Shape;2153;p60"/>
                <p:cNvSpPr txBox="1"/>
                <p:nvPr/>
              </p:nvSpPr>
              <p:spPr>
                <a:xfrm>
                  <a:off x="6586406" y="1717360"/>
                  <a:ext cx="1106700" cy="665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3500"/>
                    <a:buFont typeface="Lora"/>
                    <a:buNone/>
                  </a:pPr>
                  <a:r>
                    <a:rPr b="1" lang="en-IN" sz="3500">
                      <a:solidFill>
                        <a:srgbClr val="FFFFF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03</a:t>
                  </a:r>
                  <a:endParaRPr b="1" sz="35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cxnSp>
              <p:nvCxnSpPr>
                <p:cNvPr id="2154" name="Google Shape;2154;p60"/>
                <p:cNvCxnSpPr>
                  <a:endCxn id="2150" idx="0"/>
                </p:cNvCxnSpPr>
                <p:nvPr/>
              </p:nvCxnSpPr>
              <p:spPr>
                <a:xfrm>
                  <a:off x="7128763" y="3098866"/>
                  <a:ext cx="0" cy="886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155" name="Google Shape;2155;p60"/>
              <p:cNvSpPr txBox="1"/>
              <p:nvPr/>
            </p:nvSpPr>
            <p:spPr>
              <a:xfrm>
                <a:off x="6209200" y="1053275"/>
                <a:ext cx="2166000" cy="4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Jobs analysis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156" name="Google Shape;2156;p60"/>
            <p:cNvGrpSpPr/>
            <p:nvPr/>
          </p:nvGrpSpPr>
          <p:grpSpPr>
            <a:xfrm>
              <a:off x="720500" y="1053275"/>
              <a:ext cx="2262600" cy="3665141"/>
              <a:chOff x="720500" y="1053275"/>
              <a:chExt cx="2262600" cy="3665141"/>
            </a:xfrm>
          </p:grpSpPr>
          <p:sp>
            <p:nvSpPr>
              <p:cNvPr id="2157" name="Google Shape;2157;p60"/>
              <p:cNvSpPr/>
              <p:nvPr/>
            </p:nvSpPr>
            <p:spPr>
              <a:xfrm>
                <a:off x="1494709" y="4004116"/>
                <a:ext cx="714300" cy="714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2158" name="Google Shape;2158;p60"/>
              <p:cNvCxnSpPr>
                <a:endCxn id="2157" idx="0"/>
              </p:cNvCxnSpPr>
              <p:nvPr/>
            </p:nvCxnSpPr>
            <p:spPr>
              <a:xfrm>
                <a:off x="1851859" y="3131716"/>
                <a:ext cx="0" cy="8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59" name="Google Shape;2159;p60"/>
              <p:cNvSpPr/>
              <p:nvPr/>
            </p:nvSpPr>
            <p:spPr>
              <a:xfrm>
                <a:off x="1095344" y="1618766"/>
                <a:ext cx="1512900" cy="1512900"/>
              </a:xfrm>
              <a:prstGeom prst="roundRect">
                <a:avLst>
                  <a:gd fmla="val 11088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60" name="Google Shape;2160;p60"/>
              <p:cNvSpPr txBox="1"/>
              <p:nvPr/>
            </p:nvSpPr>
            <p:spPr>
              <a:xfrm>
                <a:off x="1095356" y="2184505"/>
                <a:ext cx="1512900" cy="8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161" name="Google Shape;2161;p60"/>
              <p:cNvSpPr txBox="1"/>
              <p:nvPr/>
            </p:nvSpPr>
            <p:spPr>
              <a:xfrm>
                <a:off x="1298409" y="1736410"/>
                <a:ext cx="1106700" cy="66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500"/>
                  <a:buFont typeface="Lora"/>
                  <a:buNone/>
                </a:pPr>
                <a:r>
                  <a:rPr b="1" lang="en-IN" sz="35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01</a:t>
                </a:r>
                <a:endParaRPr b="1" sz="35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62" name="Google Shape;2162;p60"/>
              <p:cNvSpPr txBox="1"/>
              <p:nvPr/>
            </p:nvSpPr>
            <p:spPr>
              <a:xfrm flipH="1">
                <a:off x="720500" y="1053275"/>
                <a:ext cx="2262600" cy="4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Personal analysis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163" name="Google Shape;2163;p60"/>
            <p:cNvGrpSpPr/>
            <p:nvPr/>
          </p:nvGrpSpPr>
          <p:grpSpPr>
            <a:xfrm>
              <a:off x="3440700" y="1053275"/>
              <a:ext cx="2262600" cy="3643190"/>
              <a:chOff x="3440700" y="1053275"/>
              <a:chExt cx="2262600" cy="3643190"/>
            </a:xfrm>
          </p:grpSpPr>
          <p:sp>
            <p:nvSpPr>
              <p:cNvPr id="2164" name="Google Shape;2164;p60"/>
              <p:cNvSpPr/>
              <p:nvPr/>
            </p:nvSpPr>
            <p:spPr>
              <a:xfrm>
                <a:off x="4220456" y="1640716"/>
                <a:ext cx="714300" cy="714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cxnSp>
            <p:nvCxnSpPr>
              <p:cNvPr id="2165" name="Google Shape;2165;p60"/>
              <p:cNvCxnSpPr>
                <a:stCxn id="2166" idx="0"/>
                <a:endCxn id="2164" idx="4"/>
              </p:cNvCxnSpPr>
              <p:nvPr/>
            </p:nvCxnSpPr>
            <p:spPr>
              <a:xfrm flipH="1" rot="10800000">
                <a:off x="4571994" y="2354965"/>
                <a:ext cx="5700" cy="828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66" name="Google Shape;2166;p60"/>
              <p:cNvSpPr/>
              <p:nvPr/>
            </p:nvSpPr>
            <p:spPr>
              <a:xfrm>
                <a:off x="3815544" y="3183565"/>
                <a:ext cx="1512900" cy="1512900"/>
              </a:xfrm>
              <a:prstGeom prst="roundRect">
                <a:avLst>
                  <a:gd fmla="val 11088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67" name="Google Shape;2167;p60"/>
              <p:cNvSpPr txBox="1"/>
              <p:nvPr/>
            </p:nvSpPr>
            <p:spPr>
              <a:xfrm>
                <a:off x="3815556" y="3749305"/>
                <a:ext cx="1512900" cy="83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168" name="Google Shape;2168;p60"/>
              <p:cNvSpPr txBox="1"/>
              <p:nvPr/>
            </p:nvSpPr>
            <p:spPr>
              <a:xfrm>
                <a:off x="4018609" y="3301210"/>
                <a:ext cx="1106700" cy="66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500"/>
                  <a:buFont typeface="Lora"/>
                  <a:buNone/>
                </a:pPr>
                <a:r>
                  <a:rPr b="1" lang="en-IN" sz="35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02</a:t>
                </a:r>
                <a:endParaRPr b="1" sz="35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69" name="Google Shape;2169;p60"/>
              <p:cNvSpPr txBox="1"/>
              <p:nvPr/>
            </p:nvSpPr>
            <p:spPr>
              <a:xfrm flipH="1">
                <a:off x="3440700" y="1053275"/>
                <a:ext cx="2262600" cy="41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Studies analysis</a:t>
                </a:r>
                <a:endParaRPr b="1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170" name="Google Shape;2170;p60"/>
            <p:cNvGrpSpPr/>
            <p:nvPr/>
          </p:nvGrpSpPr>
          <p:grpSpPr>
            <a:xfrm>
              <a:off x="1677991" y="4187015"/>
              <a:ext cx="347599" cy="348513"/>
              <a:chOff x="4321150" y="1946600"/>
              <a:chExt cx="294600" cy="295375"/>
            </a:xfrm>
          </p:grpSpPr>
          <p:sp>
            <p:nvSpPr>
              <p:cNvPr id="2171" name="Google Shape;2171;p60"/>
              <p:cNvSpPr/>
              <p:nvPr/>
            </p:nvSpPr>
            <p:spPr>
              <a:xfrm>
                <a:off x="4321150" y="1946600"/>
                <a:ext cx="294600" cy="295375"/>
              </a:xfrm>
              <a:custGeom>
                <a:rect b="b" l="l" r="r" t="t"/>
                <a:pathLst>
                  <a:path extrusionOk="0" h="11815" w="11784">
                    <a:moveTo>
                      <a:pt x="9043" y="662"/>
                    </a:moveTo>
                    <a:lnTo>
                      <a:pt x="9043" y="2080"/>
                    </a:lnTo>
                    <a:lnTo>
                      <a:pt x="2742" y="2080"/>
                    </a:lnTo>
                    <a:lnTo>
                      <a:pt x="2742" y="662"/>
                    </a:lnTo>
                    <a:close/>
                    <a:moveTo>
                      <a:pt x="10775" y="2742"/>
                    </a:moveTo>
                    <a:cubicBezTo>
                      <a:pt x="10996" y="2742"/>
                      <a:pt x="11153" y="2899"/>
                      <a:pt x="11153" y="3120"/>
                    </a:cubicBezTo>
                    <a:lnTo>
                      <a:pt x="11153" y="6554"/>
                    </a:lnTo>
                    <a:cubicBezTo>
                      <a:pt x="11153" y="6774"/>
                      <a:pt x="10996" y="6932"/>
                      <a:pt x="10775" y="6932"/>
                    </a:cubicBezTo>
                    <a:lnTo>
                      <a:pt x="9767" y="6932"/>
                    </a:lnTo>
                    <a:lnTo>
                      <a:pt x="9767" y="4474"/>
                    </a:lnTo>
                    <a:cubicBezTo>
                      <a:pt x="9767" y="4285"/>
                      <a:pt x="9610" y="4128"/>
                      <a:pt x="9421" y="4128"/>
                    </a:cubicBezTo>
                    <a:lnTo>
                      <a:pt x="2427" y="4128"/>
                    </a:lnTo>
                    <a:cubicBezTo>
                      <a:pt x="2238" y="4128"/>
                      <a:pt x="2080" y="4285"/>
                      <a:pt x="2080" y="4474"/>
                    </a:cubicBezTo>
                    <a:lnTo>
                      <a:pt x="2080" y="6932"/>
                    </a:lnTo>
                    <a:lnTo>
                      <a:pt x="1009" y="6932"/>
                    </a:lnTo>
                    <a:cubicBezTo>
                      <a:pt x="820" y="6932"/>
                      <a:pt x="662" y="6774"/>
                      <a:pt x="662" y="6554"/>
                    </a:cubicBezTo>
                    <a:lnTo>
                      <a:pt x="662" y="3120"/>
                    </a:lnTo>
                    <a:cubicBezTo>
                      <a:pt x="662" y="2899"/>
                      <a:pt x="820" y="2742"/>
                      <a:pt x="1009" y="2742"/>
                    </a:cubicBezTo>
                    <a:close/>
                    <a:moveTo>
                      <a:pt x="9011" y="4821"/>
                    </a:moveTo>
                    <a:lnTo>
                      <a:pt x="9011" y="11090"/>
                    </a:lnTo>
                    <a:lnTo>
                      <a:pt x="2710" y="11090"/>
                    </a:lnTo>
                    <a:lnTo>
                      <a:pt x="2710" y="4821"/>
                    </a:lnTo>
                    <a:close/>
                    <a:moveTo>
                      <a:pt x="2395" y="1"/>
                    </a:moveTo>
                    <a:cubicBezTo>
                      <a:pt x="2206" y="1"/>
                      <a:pt x="2049" y="158"/>
                      <a:pt x="2049" y="347"/>
                    </a:cubicBezTo>
                    <a:lnTo>
                      <a:pt x="2049" y="2112"/>
                    </a:lnTo>
                    <a:lnTo>
                      <a:pt x="1009" y="2112"/>
                    </a:lnTo>
                    <a:cubicBezTo>
                      <a:pt x="442" y="2112"/>
                      <a:pt x="1" y="2584"/>
                      <a:pt x="1" y="3151"/>
                    </a:cubicBezTo>
                    <a:lnTo>
                      <a:pt x="1" y="6617"/>
                    </a:lnTo>
                    <a:cubicBezTo>
                      <a:pt x="1" y="7215"/>
                      <a:pt x="473" y="7625"/>
                      <a:pt x="1009" y="7625"/>
                    </a:cubicBezTo>
                    <a:lnTo>
                      <a:pt x="2049" y="7625"/>
                    </a:lnTo>
                    <a:lnTo>
                      <a:pt x="2049" y="11468"/>
                    </a:lnTo>
                    <a:cubicBezTo>
                      <a:pt x="2049" y="11657"/>
                      <a:pt x="2206" y="11815"/>
                      <a:pt x="2395" y="11815"/>
                    </a:cubicBezTo>
                    <a:lnTo>
                      <a:pt x="9358" y="11815"/>
                    </a:lnTo>
                    <a:cubicBezTo>
                      <a:pt x="9578" y="11815"/>
                      <a:pt x="9736" y="11657"/>
                      <a:pt x="9736" y="11468"/>
                    </a:cubicBezTo>
                    <a:lnTo>
                      <a:pt x="9736" y="7625"/>
                    </a:lnTo>
                    <a:lnTo>
                      <a:pt x="10744" y="7625"/>
                    </a:lnTo>
                    <a:cubicBezTo>
                      <a:pt x="11343" y="7625"/>
                      <a:pt x="11784" y="7152"/>
                      <a:pt x="11784" y="6617"/>
                    </a:cubicBezTo>
                    <a:lnTo>
                      <a:pt x="11784" y="3151"/>
                    </a:lnTo>
                    <a:cubicBezTo>
                      <a:pt x="11784" y="2553"/>
                      <a:pt x="11311" y="2112"/>
                      <a:pt x="10744" y="2112"/>
                    </a:cubicBezTo>
                    <a:lnTo>
                      <a:pt x="9736" y="2112"/>
                    </a:lnTo>
                    <a:lnTo>
                      <a:pt x="9736" y="347"/>
                    </a:lnTo>
                    <a:cubicBezTo>
                      <a:pt x="9736" y="158"/>
                      <a:pt x="9578" y="1"/>
                      <a:pt x="93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72" name="Google Shape;2172;p60"/>
              <p:cNvSpPr/>
              <p:nvPr/>
            </p:nvSpPr>
            <p:spPr>
              <a:xfrm>
                <a:off x="4564525" y="2031675"/>
                <a:ext cx="17350" cy="18125"/>
              </a:xfrm>
              <a:custGeom>
                <a:rect b="b" l="l" r="r" t="t"/>
                <a:pathLst>
                  <a:path extrusionOk="0" h="725" w="694">
                    <a:moveTo>
                      <a:pt x="347" y="0"/>
                    </a:moveTo>
                    <a:cubicBezTo>
                      <a:pt x="158" y="0"/>
                      <a:pt x="1" y="189"/>
                      <a:pt x="1" y="378"/>
                    </a:cubicBezTo>
                    <a:cubicBezTo>
                      <a:pt x="1" y="599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78"/>
                    </a:cubicBezTo>
                    <a:cubicBezTo>
                      <a:pt x="694" y="189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73" name="Google Shape;2173;p60"/>
              <p:cNvSpPr/>
              <p:nvPr/>
            </p:nvSpPr>
            <p:spPr>
              <a:xfrm>
                <a:off x="4414100" y="2084450"/>
                <a:ext cx="106350" cy="122100"/>
              </a:xfrm>
              <a:custGeom>
                <a:rect b="b" l="l" r="r" t="t"/>
                <a:pathLst>
                  <a:path extrusionOk="0" h="4884" w="4254">
                    <a:moveTo>
                      <a:pt x="2174" y="693"/>
                    </a:moveTo>
                    <a:cubicBezTo>
                      <a:pt x="2584" y="693"/>
                      <a:pt x="2899" y="1008"/>
                      <a:pt x="2899" y="1418"/>
                    </a:cubicBezTo>
                    <a:cubicBezTo>
                      <a:pt x="2899" y="1796"/>
                      <a:pt x="2584" y="2111"/>
                      <a:pt x="2174" y="2111"/>
                    </a:cubicBezTo>
                    <a:cubicBezTo>
                      <a:pt x="1796" y="2111"/>
                      <a:pt x="1481" y="1796"/>
                      <a:pt x="1481" y="1418"/>
                    </a:cubicBezTo>
                    <a:cubicBezTo>
                      <a:pt x="1481" y="1008"/>
                      <a:pt x="1796" y="693"/>
                      <a:pt x="2174" y="693"/>
                    </a:cubicBezTo>
                    <a:close/>
                    <a:moveTo>
                      <a:pt x="2174" y="2804"/>
                    </a:moveTo>
                    <a:cubicBezTo>
                      <a:pt x="2930" y="2804"/>
                      <a:pt x="3592" y="3403"/>
                      <a:pt x="3592" y="4190"/>
                    </a:cubicBezTo>
                    <a:lnTo>
                      <a:pt x="756" y="4190"/>
                    </a:lnTo>
                    <a:cubicBezTo>
                      <a:pt x="756" y="3403"/>
                      <a:pt x="1387" y="2804"/>
                      <a:pt x="2174" y="2804"/>
                    </a:cubicBezTo>
                    <a:close/>
                    <a:moveTo>
                      <a:pt x="2143" y="0"/>
                    </a:moveTo>
                    <a:cubicBezTo>
                      <a:pt x="1387" y="0"/>
                      <a:pt x="725" y="630"/>
                      <a:pt x="725" y="1386"/>
                    </a:cubicBezTo>
                    <a:cubicBezTo>
                      <a:pt x="725" y="1733"/>
                      <a:pt x="882" y="2079"/>
                      <a:pt x="1103" y="2331"/>
                    </a:cubicBezTo>
                    <a:cubicBezTo>
                      <a:pt x="473" y="2678"/>
                      <a:pt x="0" y="3340"/>
                      <a:pt x="0" y="4159"/>
                    </a:cubicBezTo>
                    <a:lnTo>
                      <a:pt x="0" y="4537"/>
                    </a:lnTo>
                    <a:cubicBezTo>
                      <a:pt x="63" y="4726"/>
                      <a:pt x="221" y="4883"/>
                      <a:pt x="410" y="4883"/>
                    </a:cubicBezTo>
                    <a:lnTo>
                      <a:pt x="3907" y="4883"/>
                    </a:lnTo>
                    <a:cubicBezTo>
                      <a:pt x="4127" y="4883"/>
                      <a:pt x="4253" y="4726"/>
                      <a:pt x="4253" y="4537"/>
                    </a:cubicBezTo>
                    <a:lnTo>
                      <a:pt x="4253" y="4159"/>
                    </a:lnTo>
                    <a:cubicBezTo>
                      <a:pt x="4253" y="3371"/>
                      <a:pt x="3844" y="2709"/>
                      <a:pt x="3151" y="2331"/>
                    </a:cubicBezTo>
                    <a:cubicBezTo>
                      <a:pt x="3403" y="2048"/>
                      <a:pt x="3560" y="1733"/>
                      <a:pt x="3560" y="1386"/>
                    </a:cubicBezTo>
                    <a:cubicBezTo>
                      <a:pt x="3560" y="599"/>
                      <a:pt x="2930" y="0"/>
                      <a:pt x="2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2174" name="Google Shape;2174;p60"/>
            <p:cNvSpPr/>
            <p:nvPr/>
          </p:nvSpPr>
          <p:spPr>
            <a:xfrm>
              <a:off x="4387485" y="1838814"/>
              <a:ext cx="380241" cy="318104"/>
            </a:xfrm>
            <a:custGeom>
              <a:rect b="b" l="l" r="r" t="t"/>
              <a:pathLst>
                <a:path extrusionOk="0" h="10807" w="12918">
                  <a:moveTo>
                    <a:pt x="10807" y="851"/>
                  </a:moveTo>
                  <a:cubicBezTo>
                    <a:pt x="10366" y="1608"/>
                    <a:pt x="10366" y="2584"/>
                    <a:pt x="10807" y="3340"/>
                  </a:cubicBezTo>
                  <a:lnTo>
                    <a:pt x="2332" y="3340"/>
                  </a:lnTo>
                  <a:cubicBezTo>
                    <a:pt x="1765" y="3340"/>
                    <a:pt x="1293" y="2962"/>
                    <a:pt x="1135" y="2458"/>
                  </a:cubicBezTo>
                  <a:cubicBezTo>
                    <a:pt x="915" y="1671"/>
                    <a:pt x="1513" y="851"/>
                    <a:pt x="2332" y="851"/>
                  </a:cubicBezTo>
                  <a:close/>
                  <a:moveTo>
                    <a:pt x="8822" y="4159"/>
                  </a:moveTo>
                  <a:lnTo>
                    <a:pt x="8822" y="6648"/>
                  </a:lnTo>
                  <a:lnTo>
                    <a:pt x="1891" y="6648"/>
                  </a:lnTo>
                  <a:lnTo>
                    <a:pt x="1891" y="4159"/>
                  </a:lnTo>
                  <a:close/>
                  <a:moveTo>
                    <a:pt x="10524" y="4159"/>
                  </a:moveTo>
                  <a:lnTo>
                    <a:pt x="10524" y="6648"/>
                  </a:lnTo>
                  <a:lnTo>
                    <a:pt x="9704" y="6648"/>
                  </a:lnTo>
                  <a:lnTo>
                    <a:pt x="9704" y="4159"/>
                  </a:lnTo>
                  <a:close/>
                  <a:moveTo>
                    <a:pt x="12130" y="4159"/>
                  </a:moveTo>
                  <a:lnTo>
                    <a:pt x="12130" y="6648"/>
                  </a:lnTo>
                  <a:lnTo>
                    <a:pt x="11343" y="6648"/>
                  </a:lnTo>
                  <a:lnTo>
                    <a:pt x="11343" y="4159"/>
                  </a:lnTo>
                  <a:close/>
                  <a:moveTo>
                    <a:pt x="1986" y="7467"/>
                  </a:moveTo>
                  <a:lnTo>
                    <a:pt x="1986" y="9956"/>
                  </a:lnTo>
                  <a:lnTo>
                    <a:pt x="1104" y="9956"/>
                  </a:lnTo>
                  <a:lnTo>
                    <a:pt x="1104" y="7467"/>
                  </a:lnTo>
                  <a:close/>
                  <a:moveTo>
                    <a:pt x="3624" y="7467"/>
                  </a:moveTo>
                  <a:lnTo>
                    <a:pt x="3624" y="9956"/>
                  </a:lnTo>
                  <a:lnTo>
                    <a:pt x="2805" y="9956"/>
                  </a:lnTo>
                  <a:lnTo>
                    <a:pt x="2805" y="7467"/>
                  </a:lnTo>
                  <a:close/>
                  <a:moveTo>
                    <a:pt x="11311" y="7467"/>
                  </a:moveTo>
                  <a:lnTo>
                    <a:pt x="11311" y="9956"/>
                  </a:lnTo>
                  <a:lnTo>
                    <a:pt x="4443" y="9956"/>
                  </a:lnTo>
                  <a:lnTo>
                    <a:pt x="4443" y="7467"/>
                  </a:lnTo>
                  <a:close/>
                  <a:moveTo>
                    <a:pt x="2364" y="1"/>
                  </a:moveTo>
                  <a:cubicBezTo>
                    <a:pt x="1671" y="1"/>
                    <a:pt x="1041" y="379"/>
                    <a:pt x="631" y="914"/>
                  </a:cubicBezTo>
                  <a:cubicBezTo>
                    <a:pt x="1" y="1828"/>
                    <a:pt x="253" y="3088"/>
                    <a:pt x="1104" y="3718"/>
                  </a:cubicBezTo>
                  <a:lnTo>
                    <a:pt x="1104" y="6648"/>
                  </a:lnTo>
                  <a:lnTo>
                    <a:pt x="694" y="6648"/>
                  </a:lnTo>
                  <a:cubicBezTo>
                    <a:pt x="442" y="6648"/>
                    <a:pt x="284" y="6837"/>
                    <a:pt x="284" y="7058"/>
                  </a:cubicBezTo>
                  <a:lnTo>
                    <a:pt x="284" y="10366"/>
                  </a:lnTo>
                  <a:cubicBezTo>
                    <a:pt x="284" y="10618"/>
                    <a:pt x="473" y="10807"/>
                    <a:pt x="694" y="10807"/>
                  </a:cubicBezTo>
                  <a:lnTo>
                    <a:pt x="11721" y="10807"/>
                  </a:lnTo>
                  <a:cubicBezTo>
                    <a:pt x="11941" y="10807"/>
                    <a:pt x="12130" y="10618"/>
                    <a:pt x="12130" y="10366"/>
                  </a:cubicBezTo>
                  <a:lnTo>
                    <a:pt x="12130" y="7499"/>
                  </a:lnTo>
                  <a:lnTo>
                    <a:pt x="12540" y="7499"/>
                  </a:lnTo>
                  <a:cubicBezTo>
                    <a:pt x="12760" y="7499"/>
                    <a:pt x="12918" y="7310"/>
                    <a:pt x="12918" y="7058"/>
                  </a:cubicBezTo>
                  <a:lnTo>
                    <a:pt x="12918" y="3750"/>
                  </a:lnTo>
                  <a:cubicBezTo>
                    <a:pt x="12918" y="3529"/>
                    <a:pt x="12760" y="3340"/>
                    <a:pt x="12540" y="3340"/>
                  </a:cubicBezTo>
                  <a:lnTo>
                    <a:pt x="11878" y="3340"/>
                  </a:lnTo>
                  <a:cubicBezTo>
                    <a:pt x="11091" y="2647"/>
                    <a:pt x="11122" y="1387"/>
                    <a:pt x="11973" y="757"/>
                  </a:cubicBezTo>
                  <a:cubicBezTo>
                    <a:pt x="12256" y="536"/>
                    <a:pt x="12130" y="64"/>
                    <a:pt x="117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175" name="Google Shape;2175;p60"/>
            <p:cNvSpPr/>
            <p:nvPr/>
          </p:nvSpPr>
          <p:spPr>
            <a:xfrm>
              <a:off x="7118390" y="4186554"/>
              <a:ext cx="351286" cy="349457"/>
            </a:xfrm>
            <a:custGeom>
              <a:rect b="b" l="l" r="r" t="t"/>
              <a:pathLst>
                <a:path extrusionOk="0" h="11847" w="11909">
                  <a:moveTo>
                    <a:pt x="3560" y="2647"/>
                  </a:moveTo>
                  <a:lnTo>
                    <a:pt x="3560" y="3561"/>
                  </a:lnTo>
                  <a:lnTo>
                    <a:pt x="2615" y="3561"/>
                  </a:lnTo>
                  <a:lnTo>
                    <a:pt x="3560" y="2647"/>
                  </a:lnTo>
                  <a:close/>
                  <a:moveTo>
                    <a:pt x="6616" y="4222"/>
                  </a:moveTo>
                  <a:cubicBezTo>
                    <a:pt x="7971" y="4285"/>
                    <a:pt x="9074" y="5325"/>
                    <a:pt x="9074" y="6680"/>
                  </a:cubicBezTo>
                  <a:cubicBezTo>
                    <a:pt x="9074" y="8003"/>
                    <a:pt x="7971" y="9106"/>
                    <a:pt x="6616" y="9106"/>
                  </a:cubicBezTo>
                  <a:cubicBezTo>
                    <a:pt x="5293" y="9106"/>
                    <a:pt x="4190" y="8003"/>
                    <a:pt x="4190" y="6680"/>
                  </a:cubicBezTo>
                  <a:cubicBezTo>
                    <a:pt x="4190" y="5325"/>
                    <a:pt x="5293" y="4222"/>
                    <a:pt x="6616" y="4222"/>
                  </a:cubicBezTo>
                  <a:close/>
                  <a:moveTo>
                    <a:pt x="7687" y="757"/>
                  </a:moveTo>
                  <a:lnTo>
                    <a:pt x="7687" y="1513"/>
                  </a:lnTo>
                  <a:lnTo>
                    <a:pt x="3875" y="1513"/>
                  </a:lnTo>
                  <a:cubicBezTo>
                    <a:pt x="3781" y="1513"/>
                    <a:pt x="3655" y="1544"/>
                    <a:pt x="3623" y="1639"/>
                  </a:cubicBezTo>
                  <a:lnTo>
                    <a:pt x="1512" y="3718"/>
                  </a:lnTo>
                  <a:cubicBezTo>
                    <a:pt x="1418" y="3813"/>
                    <a:pt x="1386" y="3876"/>
                    <a:pt x="1386" y="3939"/>
                  </a:cubicBezTo>
                  <a:lnTo>
                    <a:pt x="1386" y="9862"/>
                  </a:lnTo>
                  <a:lnTo>
                    <a:pt x="662" y="9862"/>
                  </a:lnTo>
                  <a:lnTo>
                    <a:pt x="662" y="757"/>
                  </a:lnTo>
                  <a:close/>
                  <a:moveTo>
                    <a:pt x="8380" y="2175"/>
                  </a:moveTo>
                  <a:lnTo>
                    <a:pt x="8380" y="4128"/>
                  </a:lnTo>
                  <a:cubicBezTo>
                    <a:pt x="7876" y="3813"/>
                    <a:pt x="7278" y="3592"/>
                    <a:pt x="6648" y="3592"/>
                  </a:cubicBezTo>
                  <a:cubicBezTo>
                    <a:pt x="4915" y="3592"/>
                    <a:pt x="3560" y="5010"/>
                    <a:pt x="3560" y="6711"/>
                  </a:cubicBezTo>
                  <a:cubicBezTo>
                    <a:pt x="3560" y="8444"/>
                    <a:pt x="4946" y="9830"/>
                    <a:pt x="6648" y="9830"/>
                  </a:cubicBezTo>
                  <a:cubicBezTo>
                    <a:pt x="7120" y="9830"/>
                    <a:pt x="7593" y="9704"/>
                    <a:pt x="8002" y="9515"/>
                  </a:cubicBezTo>
                  <a:lnTo>
                    <a:pt x="8380" y="9893"/>
                  </a:lnTo>
                  <a:lnTo>
                    <a:pt x="8380" y="10492"/>
                  </a:lnTo>
                  <a:lnTo>
                    <a:pt x="2079" y="10492"/>
                  </a:lnTo>
                  <a:lnTo>
                    <a:pt x="2079" y="4285"/>
                  </a:lnTo>
                  <a:lnTo>
                    <a:pt x="3875" y="4285"/>
                  </a:lnTo>
                  <a:cubicBezTo>
                    <a:pt x="4064" y="4285"/>
                    <a:pt x="4222" y="4128"/>
                    <a:pt x="4222" y="3907"/>
                  </a:cubicBezTo>
                  <a:lnTo>
                    <a:pt x="4222" y="2175"/>
                  </a:lnTo>
                  <a:close/>
                  <a:moveTo>
                    <a:pt x="9074" y="8633"/>
                  </a:moveTo>
                  <a:lnTo>
                    <a:pt x="11027" y="10618"/>
                  </a:lnTo>
                  <a:cubicBezTo>
                    <a:pt x="11153" y="10744"/>
                    <a:pt x="11153" y="10964"/>
                    <a:pt x="11027" y="11090"/>
                  </a:cubicBezTo>
                  <a:cubicBezTo>
                    <a:pt x="10964" y="11153"/>
                    <a:pt x="10877" y="11185"/>
                    <a:pt x="10791" y="11185"/>
                  </a:cubicBezTo>
                  <a:cubicBezTo>
                    <a:pt x="10704" y="11185"/>
                    <a:pt x="10617" y="11153"/>
                    <a:pt x="10554" y="11090"/>
                  </a:cubicBezTo>
                  <a:lnTo>
                    <a:pt x="8601" y="9106"/>
                  </a:lnTo>
                  <a:cubicBezTo>
                    <a:pt x="8790" y="9011"/>
                    <a:pt x="8948" y="8791"/>
                    <a:pt x="9074" y="8633"/>
                  </a:cubicBezTo>
                  <a:close/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10145"/>
                  </a:lnTo>
                  <a:cubicBezTo>
                    <a:pt x="0" y="10334"/>
                    <a:pt x="158" y="10492"/>
                    <a:pt x="347" y="10492"/>
                  </a:cubicBezTo>
                  <a:lnTo>
                    <a:pt x="1386" y="10492"/>
                  </a:lnTo>
                  <a:lnTo>
                    <a:pt x="1386" y="10838"/>
                  </a:lnTo>
                  <a:cubicBezTo>
                    <a:pt x="1386" y="11059"/>
                    <a:pt x="1544" y="11216"/>
                    <a:pt x="1733" y="11216"/>
                  </a:cubicBezTo>
                  <a:lnTo>
                    <a:pt x="8695" y="11216"/>
                  </a:lnTo>
                  <a:cubicBezTo>
                    <a:pt x="8916" y="11216"/>
                    <a:pt x="9074" y="11059"/>
                    <a:pt x="9074" y="10838"/>
                  </a:cubicBezTo>
                  <a:lnTo>
                    <a:pt x="9074" y="10586"/>
                  </a:lnTo>
                  <a:lnTo>
                    <a:pt x="10050" y="11563"/>
                  </a:lnTo>
                  <a:cubicBezTo>
                    <a:pt x="10239" y="11752"/>
                    <a:pt x="10507" y="11847"/>
                    <a:pt x="10775" y="11847"/>
                  </a:cubicBezTo>
                  <a:cubicBezTo>
                    <a:pt x="11043" y="11847"/>
                    <a:pt x="11310" y="11752"/>
                    <a:pt x="11499" y="11563"/>
                  </a:cubicBezTo>
                  <a:cubicBezTo>
                    <a:pt x="11909" y="11153"/>
                    <a:pt x="11909" y="10492"/>
                    <a:pt x="11499" y="10114"/>
                  </a:cubicBezTo>
                  <a:lnTo>
                    <a:pt x="9420" y="8003"/>
                  </a:lnTo>
                  <a:cubicBezTo>
                    <a:pt x="9609" y="7625"/>
                    <a:pt x="9735" y="7152"/>
                    <a:pt x="9735" y="6680"/>
                  </a:cubicBezTo>
                  <a:cubicBezTo>
                    <a:pt x="9735" y="5924"/>
                    <a:pt x="9452" y="5262"/>
                    <a:pt x="9011" y="4695"/>
                  </a:cubicBezTo>
                  <a:lnTo>
                    <a:pt x="9011" y="1828"/>
                  </a:lnTo>
                  <a:cubicBezTo>
                    <a:pt x="9011" y="1639"/>
                    <a:pt x="8853" y="1481"/>
                    <a:pt x="8664" y="1481"/>
                  </a:cubicBezTo>
                  <a:lnTo>
                    <a:pt x="8317" y="1481"/>
                  </a:lnTo>
                  <a:lnTo>
                    <a:pt x="8317" y="379"/>
                  </a:lnTo>
                  <a:cubicBezTo>
                    <a:pt x="8317" y="190"/>
                    <a:pt x="8160" y="1"/>
                    <a:pt x="79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cxnSp>
          <p:nvCxnSpPr>
            <p:cNvPr id="2176" name="Google Shape;2176;p60"/>
            <p:cNvCxnSpPr>
              <a:stCxn id="2160" idx="3"/>
              <a:endCxn id="2167" idx="1"/>
            </p:cNvCxnSpPr>
            <p:nvPr/>
          </p:nvCxnSpPr>
          <p:spPr>
            <a:xfrm>
              <a:off x="2608256" y="2604055"/>
              <a:ext cx="1207200" cy="1564800"/>
            </a:xfrm>
            <a:prstGeom prst="bentConnector3">
              <a:avLst>
                <a:gd fmla="val -23019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7" name="Google Shape;2177;p60"/>
            <p:cNvCxnSpPr>
              <a:stCxn id="2167" idx="3"/>
              <a:endCxn id="2152" idx="1"/>
            </p:cNvCxnSpPr>
            <p:nvPr/>
          </p:nvCxnSpPr>
          <p:spPr>
            <a:xfrm flipH="1" rot="10800000">
              <a:off x="5328456" y="2604055"/>
              <a:ext cx="1207200" cy="1564800"/>
            </a:xfrm>
            <a:prstGeom prst="bentConnector3">
              <a:avLst>
                <a:gd fmla="val -75095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2" name="Google Shape;2182;p61"/>
          <p:cNvGrpSpPr/>
          <p:nvPr/>
        </p:nvGrpSpPr>
        <p:grpSpPr>
          <a:xfrm>
            <a:off x="1467286" y="1384300"/>
            <a:ext cx="9257446" cy="5197635"/>
            <a:chOff x="1512171" y="1384300"/>
            <a:chExt cx="9257446" cy="5197635"/>
          </a:xfrm>
        </p:grpSpPr>
        <p:grpSp>
          <p:nvGrpSpPr>
            <p:cNvPr id="2183" name="Google Shape;2183;p61"/>
            <p:cNvGrpSpPr/>
            <p:nvPr/>
          </p:nvGrpSpPr>
          <p:grpSpPr>
            <a:xfrm>
              <a:off x="5270859" y="1384300"/>
              <a:ext cx="1650284" cy="5197635"/>
              <a:chOff x="1831181" y="1409700"/>
              <a:chExt cx="1650284" cy="5197635"/>
            </a:xfrm>
          </p:grpSpPr>
          <p:sp>
            <p:nvSpPr>
              <p:cNvPr id="2184" name="Google Shape;2184;p61"/>
              <p:cNvSpPr/>
              <p:nvPr/>
            </p:nvSpPr>
            <p:spPr>
              <a:xfrm>
                <a:off x="1831181" y="4806775"/>
                <a:ext cx="1650284" cy="1800560"/>
              </a:xfrm>
              <a:custGeom>
                <a:rect b="b" l="l" r="r" t="t"/>
                <a:pathLst>
                  <a:path extrusionOk="0" h="550" w="502">
                    <a:moveTo>
                      <a:pt x="251" y="0"/>
                    </a:moveTo>
                    <a:cubicBezTo>
                      <a:pt x="251" y="30"/>
                      <a:pt x="251" y="30"/>
                      <a:pt x="251" y="30"/>
                    </a:cubicBezTo>
                    <a:cubicBezTo>
                      <a:pt x="128" y="30"/>
                      <a:pt x="29" y="129"/>
                      <a:pt x="29" y="252"/>
                    </a:cubicBezTo>
                    <a:cubicBezTo>
                      <a:pt x="0" y="252"/>
                      <a:pt x="0" y="252"/>
                      <a:pt x="0" y="252"/>
                    </a:cubicBezTo>
                    <a:cubicBezTo>
                      <a:pt x="0" y="381"/>
                      <a:pt x="98" y="488"/>
                      <a:pt x="223" y="502"/>
                    </a:cubicBezTo>
                    <a:cubicBezTo>
                      <a:pt x="251" y="550"/>
                      <a:pt x="251" y="550"/>
                      <a:pt x="251" y="550"/>
                    </a:cubicBezTo>
                    <a:cubicBezTo>
                      <a:pt x="297" y="469"/>
                      <a:pt x="297" y="469"/>
                      <a:pt x="297" y="469"/>
                    </a:cubicBezTo>
                    <a:cubicBezTo>
                      <a:pt x="398" y="448"/>
                      <a:pt x="473" y="359"/>
                      <a:pt x="473" y="252"/>
                    </a:cubicBezTo>
                    <a:cubicBezTo>
                      <a:pt x="502" y="252"/>
                      <a:pt x="502" y="252"/>
                      <a:pt x="502" y="252"/>
                    </a:cubicBezTo>
                    <a:cubicBezTo>
                      <a:pt x="502" y="113"/>
                      <a:pt x="390" y="0"/>
                      <a:pt x="251" y="0"/>
                    </a:cubicBezTo>
                    <a:close/>
                    <a:moveTo>
                      <a:pt x="251" y="446"/>
                    </a:moveTo>
                    <a:cubicBezTo>
                      <a:pt x="144" y="446"/>
                      <a:pt x="57" y="359"/>
                      <a:pt x="57" y="252"/>
                    </a:cubicBezTo>
                    <a:cubicBezTo>
                      <a:pt x="57" y="145"/>
                      <a:pt x="144" y="58"/>
                      <a:pt x="251" y="58"/>
                    </a:cubicBezTo>
                    <a:cubicBezTo>
                      <a:pt x="358" y="58"/>
                      <a:pt x="445" y="145"/>
                      <a:pt x="445" y="252"/>
                    </a:cubicBezTo>
                    <a:cubicBezTo>
                      <a:pt x="445" y="359"/>
                      <a:pt x="358" y="446"/>
                      <a:pt x="251" y="446"/>
                    </a:cubicBezTo>
                    <a:close/>
                  </a:path>
                </a:pathLst>
              </a:custGeom>
              <a:solidFill>
                <a:srgbClr val="009D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61"/>
              <p:cNvSpPr/>
              <p:nvPr/>
            </p:nvSpPr>
            <p:spPr>
              <a:xfrm>
                <a:off x="2018682" y="4997033"/>
                <a:ext cx="1275300" cy="12699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6" name="Google Shape;2186;p61"/>
              <p:cNvSpPr/>
              <p:nvPr/>
            </p:nvSpPr>
            <p:spPr>
              <a:xfrm>
                <a:off x="2071072" y="5049423"/>
                <a:ext cx="1170600" cy="1164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7" name="Google Shape;2187;p61"/>
              <p:cNvSpPr/>
              <p:nvPr/>
            </p:nvSpPr>
            <p:spPr>
              <a:xfrm>
                <a:off x="1831181" y="3101344"/>
                <a:ext cx="1650284" cy="1797803"/>
              </a:xfrm>
              <a:custGeom>
                <a:rect b="b" l="l" r="r" t="t"/>
                <a:pathLst>
                  <a:path extrusionOk="0" h="549" w="502">
                    <a:moveTo>
                      <a:pt x="251" y="0"/>
                    </a:moveTo>
                    <a:cubicBezTo>
                      <a:pt x="251" y="29"/>
                      <a:pt x="251" y="29"/>
                      <a:pt x="251" y="29"/>
                    </a:cubicBezTo>
                    <a:cubicBezTo>
                      <a:pt x="128" y="29"/>
                      <a:pt x="29" y="128"/>
                      <a:pt x="29" y="251"/>
                    </a:cubicBezTo>
                    <a:cubicBezTo>
                      <a:pt x="0" y="251"/>
                      <a:pt x="0" y="251"/>
                      <a:pt x="0" y="251"/>
                    </a:cubicBezTo>
                    <a:cubicBezTo>
                      <a:pt x="0" y="381"/>
                      <a:pt x="98" y="487"/>
                      <a:pt x="223" y="501"/>
                    </a:cubicBezTo>
                    <a:cubicBezTo>
                      <a:pt x="251" y="549"/>
                      <a:pt x="251" y="549"/>
                      <a:pt x="251" y="549"/>
                    </a:cubicBezTo>
                    <a:cubicBezTo>
                      <a:pt x="297" y="468"/>
                      <a:pt x="297" y="468"/>
                      <a:pt x="297" y="468"/>
                    </a:cubicBezTo>
                    <a:cubicBezTo>
                      <a:pt x="398" y="447"/>
                      <a:pt x="473" y="358"/>
                      <a:pt x="473" y="251"/>
                    </a:cubicBezTo>
                    <a:cubicBezTo>
                      <a:pt x="502" y="251"/>
                      <a:pt x="502" y="251"/>
                      <a:pt x="502" y="251"/>
                    </a:cubicBezTo>
                    <a:cubicBezTo>
                      <a:pt x="502" y="112"/>
                      <a:pt x="390" y="0"/>
                      <a:pt x="251" y="0"/>
                    </a:cubicBezTo>
                    <a:close/>
                    <a:moveTo>
                      <a:pt x="251" y="445"/>
                    </a:moveTo>
                    <a:cubicBezTo>
                      <a:pt x="144" y="445"/>
                      <a:pt x="57" y="358"/>
                      <a:pt x="57" y="251"/>
                    </a:cubicBezTo>
                    <a:cubicBezTo>
                      <a:pt x="57" y="144"/>
                      <a:pt x="144" y="57"/>
                      <a:pt x="251" y="57"/>
                    </a:cubicBezTo>
                    <a:cubicBezTo>
                      <a:pt x="358" y="57"/>
                      <a:pt x="445" y="144"/>
                      <a:pt x="445" y="251"/>
                    </a:cubicBezTo>
                    <a:cubicBezTo>
                      <a:pt x="445" y="358"/>
                      <a:pt x="358" y="445"/>
                      <a:pt x="251" y="445"/>
                    </a:cubicBezTo>
                    <a:close/>
                  </a:path>
                </a:pathLst>
              </a:custGeom>
              <a:solidFill>
                <a:srgbClr val="F3860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8" name="Google Shape;2188;p61"/>
              <p:cNvSpPr/>
              <p:nvPr/>
            </p:nvSpPr>
            <p:spPr>
              <a:xfrm>
                <a:off x="2018682" y="3288845"/>
                <a:ext cx="1275300" cy="12699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9" name="Google Shape;2189;p61"/>
              <p:cNvSpPr/>
              <p:nvPr/>
            </p:nvSpPr>
            <p:spPr>
              <a:xfrm>
                <a:off x="2071072" y="3341235"/>
                <a:ext cx="1170600" cy="11649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0" name="Google Shape;2190;p61"/>
              <p:cNvSpPr/>
              <p:nvPr/>
            </p:nvSpPr>
            <p:spPr>
              <a:xfrm>
                <a:off x="1831181" y="1409700"/>
                <a:ext cx="1650284" cy="1796424"/>
              </a:xfrm>
              <a:custGeom>
                <a:rect b="b" l="l" r="r" t="t"/>
                <a:pathLst>
                  <a:path extrusionOk="0" h="549" w="502">
                    <a:moveTo>
                      <a:pt x="251" y="0"/>
                    </a:moveTo>
                    <a:cubicBezTo>
                      <a:pt x="251" y="30"/>
                      <a:pt x="251" y="30"/>
                      <a:pt x="251" y="30"/>
                    </a:cubicBezTo>
                    <a:cubicBezTo>
                      <a:pt x="128" y="30"/>
                      <a:pt x="29" y="129"/>
                      <a:pt x="29" y="252"/>
                    </a:cubicBezTo>
                    <a:cubicBezTo>
                      <a:pt x="0" y="252"/>
                      <a:pt x="0" y="252"/>
                      <a:pt x="0" y="252"/>
                    </a:cubicBezTo>
                    <a:cubicBezTo>
                      <a:pt x="0" y="381"/>
                      <a:pt x="98" y="488"/>
                      <a:pt x="223" y="502"/>
                    </a:cubicBezTo>
                    <a:cubicBezTo>
                      <a:pt x="251" y="549"/>
                      <a:pt x="251" y="549"/>
                      <a:pt x="251" y="549"/>
                    </a:cubicBezTo>
                    <a:cubicBezTo>
                      <a:pt x="297" y="469"/>
                      <a:pt x="297" y="469"/>
                      <a:pt x="297" y="469"/>
                    </a:cubicBezTo>
                    <a:cubicBezTo>
                      <a:pt x="398" y="447"/>
                      <a:pt x="473" y="358"/>
                      <a:pt x="473" y="252"/>
                    </a:cubicBezTo>
                    <a:cubicBezTo>
                      <a:pt x="502" y="252"/>
                      <a:pt x="502" y="252"/>
                      <a:pt x="502" y="252"/>
                    </a:cubicBezTo>
                    <a:cubicBezTo>
                      <a:pt x="502" y="113"/>
                      <a:pt x="390" y="0"/>
                      <a:pt x="251" y="0"/>
                    </a:cubicBezTo>
                    <a:close/>
                    <a:moveTo>
                      <a:pt x="251" y="446"/>
                    </a:moveTo>
                    <a:cubicBezTo>
                      <a:pt x="144" y="446"/>
                      <a:pt x="57" y="359"/>
                      <a:pt x="57" y="252"/>
                    </a:cubicBezTo>
                    <a:cubicBezTo>
                      <a:pt x="57" y="144"/>
                      <a:pt x="144" y="57"/>
                      <a:pt x="251" y="57"/>
                    </a:cubicBezTo>
                    <a:cubicBezTo>
                      <a:pt x="358" y="57"/>
                      <a:pt x="445" y="144"/>
                      <a:pt x="445" y="252"/>
                    </a:cubicBezTo>
                    <a:cubicBezTo>
                      <a:pt x="445" y="359"/>
                      <a:pt x="358" y="446"/>
                      <a:pt x="251" y="446"/>
                    </a:cubicBezTo>
                    <a:close/>
                  </a:path>
                </a:pathLst>
              </a:custGeom>
              <a:solidFill>
                <a:srgbClr val="F00A1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1" name="Google Shape;2191;p61"/>
              <p:cNvSpPr/>
              <p:nvPr/>
            </p:nvSpPr>
            <p:spPr>
              <a:xfrm>
                <a:off x="2018682" y="1595822"/>
                <a:ext cx="1275300" cy="1273800"/>
              </a:xfrm>
              <a:prstGeom prst="ellipse">
                <a:avLst/>
              </a:prstGeom>
              <a:solidFill>
                <a:srgbClr val="BFBFB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2" name="Google Shape;2192;p61"/>
              <p:cNvSpPr/>
              <p:nvPr/>
            </p:nvSpPr>
            <p:spPr>
              <a:xfrm>
                <a:off x="2071072" y="1650970"/>
                <a:ext cx="1170600" cy="1162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3" name="Google Shape;2193;p61"/>
              <p:cNvSpPr/>
              <p:nvPr/>
            </p:nvSpPr>
            <p:spPr>
              <a:xfrm>
                <a:off x="2381347" y="1956387"/>
                <a:ext cx="549959" cy="551406"/>
              </a:xfrm>
              <a:custGeom>
                <a:rect b="b" l="l" r="r" t="t"/>
                <a:pathLst>
                  <a:path extrusionOk="0" h="11815" w="11784">
                    <a:moveTo>
                      <a:pt x="9043" y="662"/>
                    </a:moveTo>
                    <a:lnTo>
                      <a:pt x="9043" y="2080"/>
                    </a:lnTo>
                    <a:lnTo>
                      <a:pt x="2742" y="2080"/>
                    </a:lnTo>
                    <a:lnTo>
                      <a:pt x="2742" y="662"/>
                    </a:lnTo>
                    <a:close/>
                    <a:moveTo>
                      <a:pt x="10775" y="2742"/>
                    </a:moveTo>
                    <a:cubicBezTo>
                      <a:pt x="10996" y="2742"/>
                      <a:pt x="11153" y="2899"/>
                      <a:pt x="11153" y="3120"/>
                    </a:cubicBezTo>
                    <a:lnTo>
                      <a:pt x="11153" y="6554"/>
                    </a:lnTo>
                    <a:cubicBezTo>
                      <a:pt x="11153" y="6774"/>
                      <a:pt x="10996" y="6932"/>
                      <a:pt x="10775" y="6932"/>
                    </a:cubicBezTo>
                    <a:lnTo>
                      <a:pt x="9767" y="6932"/>
                    </a:lnTo>
                    <a:lnTo>
                      <a:pt x="9767" y="4474"/>
                    </a:lnTo>
                    <a:cubicBezTo>
                      <a:pt x="9767" y="4285"/>
                      <a:pt x="9610" y="4128"/>
                      <a:pt x="9421" y="4128"/>
                    </a:cubicBezTo>
                    <a:lnTo>
                      <a:pt x="2427" y="4128"/>
                    </a:lnTo>
                    <a:cubicBezTo>
                      <a:pt x="2238" y="4128"/>
                      <a:pt x="2080" y="4285"/>
                      <a:pt x="2080" y="4474"/>
                    </a:cubicBezTo>
                    <a:lnTo>
                      <a:pt x="2080" y="6932"/>
                    </a:lnTo>
                    <a:lnTo>
                      <a:pt x="1009" y="6932"/>
                    </a:lnTo>
                    <a:cubicBezTo>
                      <a:pt x="820" y="6932"/>
                      <a:pt x="662" y="6774"/>
                      <a:pt x="662" y="6554"/>
                    </a:cubicBezTo>
                    <a:lnTo>
                      <a:pt x="662" y="3120"/>
                    </a:lnTo>
                    <a:cubicBezTo>
                      <a:pt x="662" y="2899"/>
                      <a:pt x="820" y="2742"/>
                      <a:pt x="1009" y="2742"/>
                    </a:cubicBezTo>
                    <a:close/>
                    <a:moveTo>
                      <a:pt x="9011" y="4821"/>
                    </a:moveTo>
                    <a:lnTo>
                      <a:pt x="9011" y="11090"/>
                    </a:lnTo>
                    <a:lnTo>
                      <a:pt x="2710" y="11090"/>
                    </a:lnTo>
                    <a:lnTo>
                      <a:pt x="2710" y="4821"/>
                    </a:lnTo>
                    <a:close/>
                    <a:moveTo>
                      <a:pt x="2395" y="1"/>
                    </a:moveTo>
                    <a:cubicBezTo>
                      <a:pt x="2206" y="1"/>
                      <a:pt x="2049" y="158"/>
                      <a:pt x="2049" y="347"/>
                    </a:cubicBezTo>
                    <a:lnTo>
                      <a:pt x="2049" y="2112"/>
                    </a:lnTo>
                    <a:lnTo>
                      <a:pt x="1009" y="2112"/>
                    </a:lnTo>
                    <a:cubicBezTo>
                      <a:pt x="442" y="2112"/>
                      <a:pt x="1" y="2584"/>
                      <a:pt x="1" y="3151"/>
                    </a:cubicBezTo>
                    <a:lnTo>
                      <a:pt x="1" y="6617"/>
                    </a:lnTo>
                    <a:cubicBezTo>
                      <a:pt x="1" y="7215"/>
                      <a:pt x="473" y="7625"/>
                      <a:pt x="1009" y="7625"/>
                    </a:cubicBezTo>
                    <a:lnTo>
                      <a:pt x="2049" y="7625"/>
                    </a:lnTo>
                    <a:lnTo>
                      <a:pt x="2049" y="11468"/>
                    </a:lnTo>
                    <a:cubicBezTo>
                      <a:pt x="2049" y="11657"/>
                      <a:pt x="2206" y="11815"/>
                      <a:pt x="2395" y="11815"/>
                    </a:cubicBezTo>
                    <a:lnTo>
                      <a:pt x="9358" y="11815"/>
                    </a:lnTo>
                    <a:cubicBezTo>
                      <a:pt x="9578" y="11815"/>
                      <a:pt x="9736" y="11657"/>
                      <a:pt x="9736" y="11468"/>
                    </a:cubicBezTo>
                    <a:lnTo>
                      <a:pt x="9736" y="7625"/>
                    </a:lnTo>
                    <a:lnTo>
                      <a:pt x="10744" y="7625"/>
                    </a:lnTo>
                    <a:cubicBezTo>
                      <a:pt x="11343" y="7625"/>
                      <a:pt x="11784" y="7152"/>
                      <a:pt x="11784" y="6617"/>
                    </a:cubicBezTo>
                    <a:lnTo>
                      <a:pt x="11784" y="3151"/>
                    </a:lnTo>
                    <a:cubicBezTo>
                      <a:pt x="11784" y="2553"/>
                      <a:pt x="11311" y="2112"/>
                      <a:pt x="10744" y="2112"/>
                    </a:cubicBezTo>
                    <a:lnTo>
                      <a:pt x="9736" y="2112"/>
                    </a:lnTo>
                    <a:lnTo>
                      <a:pt x="9736" y="347"/>
                    </a:lnTo>
                    <a:cubicBezTo>
                      <a:pt x="9736" y="158"/>
                      <a:pt x="9578" y="1"/>
                      <a:pt x="93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94" name="Google Shape;2194;p61"/>
              <p:cNvSpPr/>
              <p:nvPr/>
            </p:nvSpPr>
            <p:spPr>
              <a:xfrm>
                <a:off x="2355525" y="3672085"/>
                <a:ext cx="601591" cy="503282"/>
              </a:xfrm>
              <a:custGeom>
                <a:rect b="b" l="l" r="r" t="t"/>
                <a:pathLst>
                  <a:path extrusionOk="0" h="10807" w="12918">
                    <a:moveTo>
                      <a:pt x="10807" y="851"/>
                    </a:moveTo>
                    <a:cubicBezTo>
                      <a:pt x="10366" y="1608"/>
                      <a:pt x="10366" y="2584"/>
                      <a:pt x="10807" y="3340"/>
                    </a:cubicBezTo>
                    <a:lnTo>
                      <a:pt x="2332" y="3340"/>
                    </a:lnTo>
                    <a:cubicBezTo>
                      <a:pt x="1765" y="3340"/>
                      <a:pt x="1293" y="2962"/>
                      <a:pt x="1135" y="2458"/>
                    </a:cubicBezTo>
                    <a:cubicBezTo>
                      <a:pt x="915" y="1671"/>
                      <a:pt x="1513" y="851"/>
                      <a:pt x="2332" y="851"/>
                    </a:cubicBezTo>
                    <a:close/>
                    <a:moveTo>
                      <a:pt x="8822" y="4159"/>
                    </a:moveTo>
                    <a:lnTo>
                      <a:pt x="8822" y="6648"/>
                    </a:lnTo>
                    <a:lnTo>
                      <a:pt x="1891" y="6648"/>
                    </a:lnTo>
                    <a:lnTo>
                      <a:pt x="1891" y="4159"/>
                    </a:lnTo>
                    <a:close/>
                    <a:moveTo>
                      <a:pt x="10524" y="4159"/>
                    </a:moveTo>
                    <a:lnTo>
                      <a:pt x="10524" y="6648"/>
                    </a:lnTo>
                    <a:lnTo>
                      <a:pt x="9704" y="6648"/>
                    </a:lnTo>
                    <a:lnTo>
                      <a:pt x="9704" y="4159"/>
                    </a:lnTo>
                    <a:close/>
                    <a:moveTo>
                      <a:pt x="12130" y="4159"/>
                    </a:moveTo>
                    <a:lnTo>
                      <a:pt x="12130" y="6648"/>
                    </a:lnTo>
                    <a:lnTo>
                      <a:pt x="11343" y="6648"/>
                    </a:lnTo>
                    <a:lnTo>
                      <a:pt x="11343" y="4159"/>
                    </a:lnTo>
                    <a:close/>
                    <a:moveTo>
                      <a:pt x="1986" y="7467"/>
                    </a:moveTo>
                    <a:lnTo>
                      <a:pt x="1986" y="9956"/>
                    </a:lnTo>
                    <a:lnTo>
                      <a:pt x="1104" y="9956"/>
                    </a:lnTo>
                    <a:lnTo>
                      <a:pt x="1104" y="7467"/>
                    </a:lnTo>
                    <a:close/>
                    <a:moveTo>
                      <a:pt x="3624" y="7467"/>
                    </a:moveTo>
                    <a:lnTo>
                      <a:pt x="3624" y="9956"/>
                    </a:lnTo>
                    <a:lnTo>
                      <a:pt x="2805" y="9956"/>
                    </a:lnTo>
                    <a:lnTo>
                      <a:pt x="2805" y="7467"/>
                    </a:lnTo>
                    <a:close/>
                    <a:moveTo>
                      <a:pt x="11311" y="7467"/>
                    </a:moveTo>
                    <a:lnTo>
                      <a:pt x="11311" y="9956"/>
                    </a:lnTo>
                    <a:lnTo>
                      <a:pt x="4443" y="9956"/>
                    </a:lnTo>
                    <a:lnTo>
                      <a:pt x="4443" y="7467"/>
                    </a:lnTo>
                    <a:close/>
                    <a:moveTo>
                      <a:pt x="2364" y="1"/>
                    </a:moveTo>
                    <a:cubicBezTo>
                      <a:pt x="1671" y="1"/>
                      <a:pt x="1041" y="379"/>
                      <a:pt x="631" y="914"/>
                    </a:cubicBezTo>
                    <a:cubicBezTo>
                      <a:pt x="1" y="1828"/>
                      <a:pt x="253" y="3088"/>
                      <a:pt x="1104" y="3718"/>
                    </a:cubicBezTo>
                    <a:lnTo>
                      <a:pt x="1104" y="6648"/>
                    </a:lnTo>
                    <a:lnTo>
                      <a:pt x="694" y="6648"/>
                    </a:lnTo>
                    <a:cubicBezTo>
                      <a:pt x="442" y="6648"/>
                      <a:pt x="284" y="6837"/>
                      <a:pt x="284" y="7058"/>
                    </a:cubicBezTo>
                    <a:lnTo>
                      <a:pt x="284" y="10366"/>
                    </a:lnTo>
                    <a:cubicBezTo>
                      <a:pt x="284" y="10618"/>
                      <a:pt x="473" y="10807"/>
                      <a:pt x="694" y="10807"/>
                    </a:cubicBezTo>
                    <a:lnTo>
                      <a:pt x="11721" y="10807"/>
                    </a:lnTo>
                    <a:cubicBezTo>
                      <a:pt x="11941" y="10807"/>
                      <a:pt x="12130" y="10618"/>
                      <a:pt x="12130" y="10366"/>
                    </a:cubicBezTo>
                    <a:lnTo>
                      <a:pt x="12130" y="7499"/>
                    </a:lnTo>
                    <a:lnTo>
                      <a:pt x="12540" y="7499"/>
                    </a:lnTo>
                    <a:cubicBezTo>
                      <a:pt x="12760" y="7499"/>
                      <a:pt x="12918" y="7310"/>
                      <a:pt x="12918" y="7058"/>
                    </a:cubicBezTo>
                    <a:lnTo>
                      <a:pt x="12918" y="3750"/>
                    </a:lnTo>
                    <a:cubicBezTo>
                      <a:pt x="12918" y="3529"/>
                      <a:pt x="12760" y="3340"/>
                      <a:pt x="12540" y="3340"/>
                    </a:cubicBezTo>
                    <a:lnTo>
                      <a:pt x="11878" y="3340"/>
                    </a:lnTo>
                    <a:cubicBezTo>
                      <a:pt x="11091" y="2647"/>
                      <a:pt x="11122" y="1387"/>
                      <a:pt x="11973" y="757"/>
                    </a:cubicBezTo>
                    <a:cubicBezTo>
                      <a:pt x="12256" y="536"/>
                      <a:pt x="12130" y="64"/>
                      <a:pt x="117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195" name="Google Shape;2195;p61"/>
              <p:cNvSpPr/>
              <p:nvPr/>
            </p:nvSpPr>
            <p:spPr>
              <a:xfrm>
                <a:off x="2378430" y="5355471"/>
                <a:ext cx="555793" cy="552899"/>
              </a:xfrm>
              <a:custGeom>
                <a:rect b="b" l="l" r="r" t="t"/>
                <a:pathLst>
                  <a:path extrusionOk="0" h="11847" w="11909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2196" name="Google Shape;2196;p61"/>
            <p:cNvSpPr txBox="1"/>
            <p:nvPr/>
          </p:nvSpPr>
          <p:spPr>
            <a:xfrm>
              <a:off x="7321717" y="1709936"/>
              <a:ext cx="34479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Personal analysis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2197" name="Google Shape;2197;p61"/>
            <p:cNvSpPr txBox="1"/>
            <p:nvPr/>
          </p:nvSpPr>
          <p:spPr>
            <a:xfrm>
              <a:off x="1512171" y="3413580"/>
              <a:ext cx="34479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Studies analysis</a:t>
              </a:r>
              <a:endParaRPr/>
            </a:p>
            <a:p>
              <a:pPr indent="0" lvl="0" marL="0" marR="0" rtl="0" algn="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  <p:sp>
          <p:nvSpPr>
            <p:cNvPr id="2198" name="Google Shape;2198;p61"/>
            <p:cNvSpPr txBox="1"/>
            <p:nvPr/>
          </p:nvSpPr>
          <p:spPr>
            <a:xfrm>
              <a:off x="7321717" y="5271904"/>
              <a:ext cx="34479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Lora"/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Jobs analysis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Maecenas non laoreet odio. Fusce lobortis porttitor.</a:t>
              </a:r>
              <a:endParaRPr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3" name="Google Shape;2203;p62"/>
          <p:cNvGrpSpPr/>
          <p:nvPr/>
        </p:nvGrpSpPr>
        <p:grpSpPr>
          <a:xfrm>
            <a:off x="1303390" y="1391789"/>
            <a:ext cx="9584442" cy="5008815"/>
            <a:chOff x="983443" y="859899"/>
            <a:chExt cx="7414282" cy="3874693"/>
          </a:xfrm>
        </p:grpSpPr>
        <p:cxnSp>
          <p:nvCxnSpPr>
            <p:cNvPr id="2204" name="Google Shape;2204;p62"/>
            <p:cNvCxnSpPr>
              <a:stCxn id="2205" idx="3"/>
              <a:endCxn id="2206" idx="1"/>
            </p:cNvCxnSpPr>
            <p:nvPr/>
          </p:nvCxnSpPr>
          <p:spPr>
            <a:xfrm>
              <a:off x="4258285" y="1632226"/>
              <a:ext cx="865500" cy="300"/>
            </a:xfrm>
            <a:prstGeom prst="bentConnector3">
              <a:avLst>
                <a:gd fmla="val -75603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7" name="Google Shape;2207;p62"/>
            <p:cNvCxnSpPr>
              <a:stCxn id="2208" idx="3"/>
              <a:endCxn id="2209" idx="1"/>
            </p:cNvCxnSpPr>
            <p:nvPr/>
          </p:nvCxnSpPr>
          <p:spPr>
            <a:xfrm>
              <a:off x="4258285" y="2945188"/>
              <a:ext cx="865500" cy="300"/>
            </a:xfrm>
            <a:prstGeom prst="bentConnector3">
              <a:avLst>
                <a:gd fmla="val -75603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0" name="Google Shape;2210;p62"/>
            <p:cNvCxnSpPr>
              <a:stCxn id="2211" idx="3"/>
              <a:endCxn id="2212" idx="1"/>
            </p:cNvCxnSpPr>
            <p:nvPr/>
          </p:nvCxnSpPr>
          <p:spPr>
            <a:xfrm>
              <a:off x="4265101" y="4258142"/>
              <a:ext cx="852000" cy="300"/>
            </a:xfrm>
            <a:prstGeom prst="bentConnector3">
              <a:avLst>
                <a:gd fmla="val -77601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3" name="Google Shape;2213;p62"/>
            <p:cNvCxnSpPr>
              <a:stCxn id="2206" idx="3"/>
              <a:endCxn id="2209" idx="3"/>
            </p:cNvCxnSpPr>
            <p:nvPr/>
          </p:nvCxnSpPr>
          <p:spPr>
            <a:xfrm>
              <a:off x="8397425" y="1632225"/>
              <a:ext cx="300" cy="1313100"/>
            </a:xfrm>
            <a:prstGeom prst="bentConnector3">
              <a:avLst>
                <a:gd fmla="val -290370416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4" name="Google Shape;2214;p62"/>
            <p:cNvCxnSpPr>
              <a:stCxn id="2208" idx="1"/>
              <a:endCxn id="2211" idx="1"/>
            </p:cNvCxnSpPr>
            <p:nvPr/>
          </p:nvCxnSpPr>
          <p:spPr>
            <a:xfrm>
              <a:off x="984700" y="2945188"/>
              <a:ext cx="6900" cy="1313100"/>
            </a:xfrm>
            <a:prstGeom prst="bentConnector3">
              <a:avLst>
                <a:gd fmla="val -6261056" name="adj1"/>
              </a:avLst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15" name="Google Shape;2215;p62"/>
            <p:cNvGrpSpPr/>
            <p:nvPr/>
          </p:nvGrpSpPr>
          <p:grpSpPr>
            <a:xfrm>
              <a:off x="5123775" y="859899"/>
              <a:ext cx="3273650" cy="1248776"/>
              <a:chOff x="4971375" y="859900"/>
              <a:chExt cx="3273650" cy="1248776"/>
            </a:xfrm>
          </p:grpSpPr>
          <p:grpSp>
            <p:nvGrpSpPr>
              <p:cNvPr id="2216" name="Google Shape;2216;p62"/>
              <p:cNvGrpSpPr/>
              <p:nvPr/>
            </p:nvGrpSpPr>
            <p:grpSpPr>
              <a:xfrm>
                <a:off x="4971440" y="1155775"/>
                <a:ext cx="3273585" cy="952901"/>
                <a:chOff x="4878050" y="1098638"/>
                <a:chExt cx="3325800" cy="968100"/>
              </a:xfrm>
            </p:grpSpPr>
            <p:sp>
              <p:nvSpPr>
                <p:cNvPr id="2206" name="Google Shape;2206;p62"/>
                <p:cNvSpPr/>
                <p:nvPr/>
              </p:nvSpPr>
              <p:spPr>
                <a:xfrm>
                  <a:off x="4878050" y="10986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17" name="Google Shape;2217;p62"/>
                <p:cNvSpPr txBox="1"/>
                <p:nvPr/>
              </p:nvSpPr>
              <p:spPr>
                <a:xfrm>
                  <a:off x="5411072" y="1549593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2218" name="Google Shape;2218;p62"/>
                <p:cNvSpPr txBox="1"/>
                <p:nvPr/>
              </p:nvSpPr>
              <p:spPr>
                <a:xfrm>
                  <a:off x="5411072" y="1261072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Initial selection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219" name="Google Shape;2219;p62"/>
              <p:cNvSpPr/>
              <p:nvPr/>
            </p:nvSpPr>
            <p:spPr>
              <a:xfrm>
                <a:off x="4971375" y="859900"/>
                <a:ext cx="295800" cy="5121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2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20" name="Google Shape;2220;p62"/>
            <p:cNvGrpSpPr/>
            <p:nvPr/>
          </p:nvGrpSpPr>
          <p:grpSpPr>
            <a:xfrm>
              <a:off x="984700" y="859900"/>
              <a:ext cx="3273585" cy="1248776"/>
              <a:chOff x="1137100" y="859900"/>
              <a:chExt cx="3273585" cy="1248776"/>
            </a:xfrm>
          </p:grpSpPr>
          <p:grpSp>
            <p:nvGrpSpPr>
              <p:cNvPr id="2221" name="Google Shape;2221;p62"/>
              <p:cNvGrpSpPr/>
              <p:nvPr/>
            </p:nvGrpSpPr>
            <p:grpSpPr>
              <a:xfrm>
                <a:off x="1137100" y="1155775"/>
                <a:ext cx="3273585" cy="952901"/>
                <a:chOff x="982550" y="1098638"/>
                <a:chExt cx="3325800" cy="968100"/>
              </a:xfrm>
            </p:grpSpPr>
            <p:sp>
              <p:nvSpPr>
                <p:cNvPr id="2205" name="Google Shape;2205;p62"/>
                <p:cNvSpPr/>
                <p:nvPr/>
              </p:nvSpPr>
              <p:spPr>
                <a:xfrm>
                  <a:off x="982550" y="10986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22" name="Google Shape;2222;p62"/>
                <p:cNvSpPr txBox="1"/>
                <p:nvPr/>
              </p:nvSpPr>
              <p:spPr>
                <a:xfrm>
                  <a:off x="1539382" y="1549593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2223" name="Google Shape;2223;p62"/>
                <p:cNvSpPr txBox="1"/>
                <p:nvPr/>
              </p:nvSpPr>
              <p:spPr>
                <a:xfrm>
                  <a:off x="1539382" y="1261072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Online application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224" name="Google Shape;2224;p62"/>
              <p:cNvSpPr/>
              <p:nvPr/>
            </p:nvSpPr>
            <p:spPr>
              <a:xfrm>
                <a:off x="1137100" y="859900"/>
                <a:ext cx="295800" cy="5508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1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25" name="Google Shape;2225;p62"/>
            <p:cNvGrpSpPr/>
            <p:nvPr/>
          </p:nvGrpSpPr>
          <p:grpSpPr>
            <a:xfrm>
              <a:off x="983443" y="2172845"/>
              <a:ext cx="3274842" cy="1248793"/>
              <a:chOff x="1135843" y="2172846"/>
              <a:chExt cx="3274842" cy="1248793"/>
            </a:xfrm>
          </p:grpSpPr>
          <p:grpSp>
            <p:nvGrpSpPr>
              <p:cNvPr id="2226" name="Google Shape;2226;p62"/>
              <p:cNvGrpSpPr/>
              <p:nvPr/>
            </p:nvGrpSpPr>
            <p:grpSpPr>
              <a:xfrm>
                <a:off x="1137100" y="2468739"/>
                <a:ext cx="3273585" cy="952901"/>
                <a:chOff x="982550" y="2432544"/>
                <a:chExt cx="3325800" cy="968100"/>
              </a:xfrm>
            </p:grpSpPr>
            <p:sp>
              <p:nvSpPr>
                <p:cNvPr id="2208" name="Google Shape;2208;p62"/>
                <p:cNvSpPr/>
                <p:nvPr/>
              </p:nvSpPr>
              <p:spPr>
                <a:xfrm>
                  <a:off x="982550" y="2432544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27" name="Google Shape;2227;p62"/>
                <p:cNvSpPr txBox="1"/>
                <p:nvPr/>
              </p:nvSpPr>
              <p:spPr>
                <a:xfrm>
                  <a:off x="1539382" y="2883499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2228" name="Google Shape;2228;p62"/>
                <p:cNvSpPr txBox="1"/>
                <p:nvPr/>
              </p:nvSpPr>
              <p:spPr>
                <a:xfrm>
                  <a:off x="1539382" y="2594978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Second interview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229" name="Google Shape;2229;p62"/>
              <p:cNvSpPr/>
              <p:nvPr/>
            </p:nvSpPr>
            <p:spPr>
              <a:xfrm>
                <a:off x="1135843" y="2172846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4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30" name="Google Shape;2230;p62"/>
            <p:cNvGrpSpPr/>
            <p:nvPr/>
          </p:nvGrpSpPr>
          <p:grpSpPr>
            <a:xfrm>
              <a:off x="5123783" y="2172845"/>
              <a:ext cx="3273642" cy="1248793"/>
              <a:chOff x="4971383" y="2172846"/>
              <a:chExt cx="3273642" cy="1248793"/>
            </a:xfrm>
          </p:grpSpPr>
          <p:grpSp>
            <p:nvGrpSpPr>
              <p:cNvPr id="2231" name="Google Shape;2231;p62"/>
              <p:cNvGrpSpPr/>
              <p:nvPr/>
            </p:nvGrpSpPr>
            <p:grpSpPr>
              <a:xfrm>
                <a:off x="4971440" y="2468739"/>
                <a:ext cx="3273585" cy="952901"/>
                <a:chOff x="4878050" y="2432544"/>
                <a:chExt cx="3325800" cy="968100"/>
              </a:xfrm>
            </p:grpSpPr>
            <p:sp>
              <p:nvSpPr>
                <p:cNvPr id="2209" name="Google Shape;2209;p62"/>
                <p:cNvSpPr/>
                <p:nvPr/>
              </p:nvSpPr>
              <p:spPr>
                <a:xfrm>
                  <a:off x="4878050" y="2432544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32" name="Google Shape;2232;p62"/>
                <p:cNvSpPr txBox="1"/>
                <p:nvPr/>
              </p:nvSpPr>
              <p:spPr>
                <a:xfrm>
                  <a:off x="5411072" y="2883499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2233" name="Google Shape;2233;p62"/>
                <p:cNvSpPr txBox="1"/>
                <p:nvPr/>
              </p:nvSpPr>
              <p:spPr>
                <a:xfrm>
                  <a:off x="5411072" y="2594978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First interview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234" name="Google Shape;2234;p62"/>
              <p:cNvSpPr/>
              <p:nvPr/>
            </p:nvSpPr>
            <p:spPr>
              <a:xfrm>
                <a:off x="4971383" y="2172846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3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35" name="Google Shape;2235;p62"/>
            <p:cNvGrpSpPr/>
            <p:nvPr/>
          </p:nvGrpSpPr>
          <p:grpSpPr>
            <a:xfrm>
              <a:off x="991516" y="3485793"/>
              <a:ext cx="3273585" cy="1248799"/>
              <a:chOff x="1143916" y="3485792"/>
              <a:chExt cx="3273585" cy="1248799"/>
            </a:xfrm>
          </p:grpSpPr>
          <p:grpSp>
            <p:nvGrpSpPr>
              <p:cNvPr id="2236" name="Google Shape;2236;p62"/>
              <p:cNvGrpSpPr/>
              <p:nvPr/>
            </p:nvGrpSpPr>
            <p:grpSpPr>
              <a:xfrm>
                <a:off x="1143916" y="3781690"/>
                <a:ext cx="3273585" cy="952901"/>
                <a:chOff x="989475" y="3766438"/>
                <a:chExt cx="3325800" cy="968100"/>
              </a:xfrm>
            </p:grpSpPr>
            <p:sp>
              <p:nvSpPr>
                <p:cNvPr id="2211" name="Google Shape;2211;p62"/>
                <p:cNvSpPr/>
                <p:nvPr/>
              </p:nvSpPr>
              <p:spPr>
                <a:xfrm>
                  <a:off x="989475" y="37664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37" name="Google Shape;2237;p62"/>
                <p:cNvSpPr txBox="1"/>
                <p:nvPr/>
              </p:nvSpPr>
              <p:spPr>
                <a:xfrm>
                  <a:off x="1539382" y="4217391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2238" name="Google Shape;2238;p62"/>
                <p:cNvSpPr txBox="1"/>
                <p:nvPr/>
              </p:nvSpPr>
              <p:spPr>
                <a:xfrm>
                  <a:off x="1539382" y="3928874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Offer acceptance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239" name="Google Shape;2239;p62"/>
              <p:cNvSpPr/>
              <p:nvPr/>
            </p:nvSpPr>
            <p:spPr>
              <a:xfrm>
                <a:off x="1145150" y="3485792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5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40" name="Google Shape;2240;p62"/>
            <p:cNvGrpSpPr/>
            <p:nvPr/>
          </p:nvGrpSpPr>
          <p:grpSpPr>
            <a:xfrm>
              <a:off x="5115722" y="3485792"/>
              <a:ext cx="3274887" cy="1248799"/>
              <a:chOff x="4963322" y="3485792"/>
              <a:chExt cx="3274887" cy="1248799"/>
            </a:xfrm>
          </p:grpSpPr>
          <p:grpSp>
            <p:nvGrpSpPr>
              <p:cNvPr id="2241" name="Google Shape;2241;p62"/>
              <p:cNvGrpSpPr/>
              <p:nvPr/>
            </p:nvGrpSpPr>
            <p:grpSpPr>
              <a:xfrm>
                <a:off x="4964624" y="3781690"/>
                <a:ext cx="3273585" cy="952901"/>
                <a:chOff x="4871125" y="3766438"/>
                <a:chExt cx="3325800" cy="968100"/>
              </a:xfrm>
            </p:grpSpPr>
            <p:sp>
              <p:nvSpPr>
                <p:cNvPr id="2212" name="Google Shape;2212;p62"/>
                <p:cNvSpPr/>
                <p:nvPr/>
              </p:nvSpPr>
              <p:spPr>
                <a:xfrm>
                  <a:off x="4871125" y="3766438"/>
                  <a:ext cx="3325800" cy="968100"/>
                </a:xfrm>
                <a:prstGeom prst="roundRect">
                  <a:avLst>
                    <a:gd fmla="val 16667" name="adj"/>
                  </a:avLst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42" name="Google Shape;2242;p62"/>
                <p:cNvSpPr txBox="1"/>
                <p:nvPr/>
              </p:nvSpPr>
              <p:spPr>
                <a:xfrm>
                  <a:off x="5411072" y="4217391"/>
                  <a:ext cx="2226000" cy="34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  <p:sp>
              <p:nvSpPr>
                <p:cNvPr id="2243" name="Google Shape;2243;p62"/>
                <p:cNvSpPr txBox="1"/>
                <p:nvPr/>
              </p:nvSpPr>
              <p:spPr>
                <a:xfrm>
                  <a:off x="5411072" y="3928874"/>
                  <a:ext cx="2226000" cy="26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100"/>
                    <a:buFont typeface="Arial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Your start</a:t>
                  </a:r>
                  <a:endParaRPr b="1" sz="16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244" name="Google Shape;2244;p62"/>
              <p:cNvSpPr/>
              <p:nvPr/>
            </p:nvSpPr>
            <p:spPr>
              <a:xfrm>
                <a:off x="4963322" y="3485792"/>
                <a:ext cx="295800" cy="548700"/>
              </a:xfrm>
              <a:prstGeom prst="roundRect">
                <a:avLst>
                  <a:gd fmla="val 16667" name="adj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6</a:t>
                </a:r>
                <a:endParaRPr b="1" sz="24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9" name="Google Shape;2249;p63"/>
          <p:cNvGrpSpPr/>
          <p:nvPr/>
        </p:nvGrpSpPr>
        <p:grpSpPr>
          <a:xfrm>
            <a:off x="1182449" y="1360002"/>
            <a:ext cx="9827134" cy="5142859"/>
            <a:chOff x="1182449" y="1360002"/>
            <a:chExt cx="9827134" cy="5142859"/>
          </a:xfrm>
        </p:grpSpPr>
        <p:sp>
          <p:nvSpPr>
            <p:cNvPr id="2250" name="Google Shape;2250;p63"/>
            <p:cNvSpPr/>
            <p:nvPr/>
          </p:nvSpPr>
          <p:spPr>
            <a:xfrm>
              <a:off x="2082260" y="1777094"/>
              <a:ext cx="8033100" cy="39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63"/>
            <p:cNvSpPr/>
            <p:nvPr/>
          </p:nvSpPr>
          <p:spPr>
            <a:xfrm>
              <a:off x="6119940" y="1779718"/>
              <a:ext cx="27000" cy="4053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63"/>
            <p:cNvSpPr/>
            <p:nvPr/>
          </p:nvSpPr>
          <p:spPr>
            <a:xfrm>
              <a:off x="7314724" y="2185121"/>
              <a:ext cx="27000" cy="5682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63"/>
            <p:cNvSpPr/>
            <p:nvPr/>
          </p:nvSpPr>
          <p:spPr>
            <a:xfrm>
              <a:off x="6119940" y="2185121"/>
              <a:ext cx="27000" cy="26031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63"/>
            <p:cNvSpPr/>
            <p:nvPr/>
          </p:nvSpPr>
          <p:spPr>
            <a:xfrm>
              <a:off x="4915551" y="2185121"/>
              <a:ext cx="27000" cy="5682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5" name="Google Shape;2255;p63"/>
            <p:cNvSpPr/>
            <p:nvPr/>
          </p:nvSpPr>
          <p:spPr>
            <a:xfrm>
              <a:off x="3711162" y="2185121"/>
              <a:ext cx="27000" cy="26031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63"/>
            <p:cNvSpPr/>
            <p:nvPr/>
          </p:nvSpPr>
          <p:spPr>
            <a:xfrm>
              <a:off x="8519113" y="2185121"/>
              <a:ext cx="27000" cy="2603100"/>
            </a:xfrm>
            <a:prstGeom prst="rect">
              <a:avLst/>
            </a:pr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7" name="Google Shape;2257;p63"/>
            <p:cNvSpPr/>
            <p:nvPr/>
          </p:nvSpPr>
          <p:spPr>
            <a:xfrm>
              <a:off x="2510615" y="2175937"/>
              <a:ext cx="7220569" cy="577273"/>
            </a:xfrm>
            <a:custGeom>
              <a:rect b="b" l="l" r="r" t="t"/>
              <a:pathLst>
                <a:path extrusionOk="0" h="440" w="3759">
                  <a:moveTo>
                    <a:pt x="3759" y="440"/>
                  </a:moveTo>
                  <a:lnTo>
                    <a:pt x="3745" y="440"/>
                  </a:lnTo>
                  <a:lnTo>
                    <a:pt x="3745" y="14"/>
                  </a:lnTo>
                  <a:lnTo>
                    <a:pt x="14" y="14"/>
                  </a:lnTo>
                  <a:lnTo>
                    <a:pt x="14" y="440"/>
                  </a:lnTo>
                  <a:lnTo>
                    <a:pt x="0" y="440"/>
                  </a:lnTo>
                  <a:lnTo>
                    <a:pt x="0" y="0"/>
                  </a:lnTo>
                  <a:lnTo>
                    <a:pt x="3759" y="0"/>
                  </a:lnTo>
                  <a:lnTo>
                    <a:pt x="3759" y="44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58" name="Google Shape;2258;p63"/>
            <p:cNvGrpSpPr/>
            <p:nvPr/>
          </p:nvGrpSpPr>
          <p:grpSpPr>
            <a:xfrm>
              <a:off x="2442270" y="5733292"/>
              <a:ext cx="2606417" cy="769521"/>
              <a:chOff x="6818825" y="1404722"/>
              <a:chExt cx="2067600" cy="610440"/>
            </a:xfrm>
          </p:grpSpPr>
          <p:sp>
            <p:nvSpPr>
              <p:cNvPr id="2259" name="Google Shape;2259;p63"/>
              <p:cNvSpPr txBox="1"/>
              <p:nvPr/>
            </p:nvSpPr>
            <p:spPr>
              <a:xfrm>
                <a:off x="6818825" y="1404722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Second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60" name="Google Shape;2260;p63"/>
              <p:cNvSpPr txBox="1"/>
              <p:nvPr/>
            </p:nvSpPr>
            <p:spPr>
              <a:xfrm>
                <a:off x="6999361" y="1556162"/>
                <a:ext cx="17064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2261" name="Google Shape;2261;p63"/>
            <p:cNvSpPr/>
            <p:nvPr/>
          </p:nvSpPr>
          <p:spPr>
            <a:xfrm>
              <a:off x="3262525" y="4743146"/>
              <a:ext cx="965529" cy="864859"/>
            </a:xfrm>
            <a:custGeom>
              <a:rect b="b" l="l" r="r" t="t"/>
              <a:pathLst>
                <a:path extrusionOk="0" h="19347" w="21599">
                  <a:moveTo>
                    <a:pt x="10804" y="1"/>
                  </a:moveTo>
                  <a:cubicBezTo>
                    <a:pt x="8109" y="1"/>
                    <a:pt x="5428" y="1120"/>
                    <a:pt x="3516" y="3308"/>
                  </a:cubicBezTo>
                  <a:cubicBezTo>
                    <a:pt x="0" y="7330"/>
                    <a:pt x="412" y="13442"/>
                    <a:pt x="4434" y="16958"/>
                  </a:cubicBezTo>
                  <a:cubicBezTo>
                    <a:pt x="6268" y="18560"/>
                    <a:pt x="8536" y="19347"/>
                    <a:pt x="10795" y="19347"/>
                  </a:cubicBezTo>
                  <a:cubicBezTo>
                    <a:pt x="13490" y="19347"/>
                    <a:pt x="16171" y="18227"/>
                    <a:pt x="18083" y="16039"/>
                  </a:cubicBezTo>
                  <a:cubicBezTo>
                    <a:pt x="21599" y="12017"/>
                    <a:pt x="21187" y="5905"/>
                    <a:pt x="17165" y="2390"/>
                  </a:cubicBezTo>
                  <a:cubicBezTo>
                    <a:pt x="15331" y="787"/>
                    <a:pt x="13063" y="1"/>
                    <a:pt x="10804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262" name="Google Shape;2262;p63"/>
            <p:cNvGrpSpPr/>
            <p:nvPr/>
          </p:nvGrpSpPr>
          <p:grpSpPr>
            <a:xfrm>
              <a:off x="3499324" y="4853819"/>
              <a:ext cx="492240" cy="540091"/>
              <a:chOff x="5897779" y="1453403"/>
              <a:chExt cx="390480" cy="428439"/>
            </a:xfrm>
          </p:grpSpPr>
          <p:grpSp>
            <p:nvGrpSpPr>
              <p:cNvPr id="2263" name="Google Shape;2263;p63"/>
              <p:cNvGrpSpPr/>
              <p:nvPr/>
            </p:nvGrpSpPr>
            <p:grpSpPr>
              <a:xfrm>
                <a:off x="5897779" y="1532356"/>
                <a:ext cx="351315" cy="349486"/>
                <a:chOff x="685475" y="2318350"/>
                <a:chExt cx="297750" cy="296200"/>
              </a:xfrm>
            </p:grpSpPr>
            <p:sp>
              <p:nvSpPr>
                <p:cNvPr id="2264" name="Google Shape;2264;p63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rect b="b" l="l" r="r" t="t"/>
                  <a:pathLst>
                    <a:path extrusionOk="0" h="9679" w="5704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65" name="Google Shape;2265;p63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rect b="b" l="l" r="r" t="t"/>
                  <a:pathLst>
                    <a:path extrusionOk="0" h="9705" w="5735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266" name="Google Shape;2266;p63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267" name="Google Shape;2267;p63"/>
              <p:cNvSpPr/>
              <p:nvPr/>
            </p:nvSpPr>
            <p:spPr>
              <a:xfrm flipH="1">
                <a:off x="6144164" y="1453403"/>
                <a:ext cx="144095" cy="123978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68" name="Google Shape;2268;p63"/>
            <p:cNvGrpSpPr/>
            <p:nvPr/>
          </p:nvGrpSpPr>
          <p:grpSpPr>
            <a:xfrm>
              <a:off x="4829020" y="5733261"/>
              <a:ext cx="2606400" cy="769600"/>
              <a:chOff x="8927743" y="3470146"/>
              <a:chExt cx="2606400" cy="769600"/>
            </a:xfrm>
          </p:grpSpPr>
          <p:sp>
            <p:nvSpPr>
              <p:cNvPr id="2269" name="Google Shape;2269;p63"/>
              <p:cNvSpPr txBox="1"/>
              <p:nvPr/>
            </p:nvSpPr>
            <p:spPr>
              <a:xfrm>
                <a:off x="8927743" y="3470146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70" name="Google Shape;2270;p63"/>
              <p:cNvSpPr txBox="1"/>
              <p:nvPr/>
            </p:nvSpPr>
            <p:spPr>
              <a:xfrm>
                <a:off x="9155322" y="3661046"/>
                <a:ext cx="2151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2271" name="Google Shape;2271;p63"/>
            <p:cNvSpPr/>
            <p:nvPr/>
          </p:nvSpPr>
          <p:spPr>
            <a:xfrm>
              <a:off x="5699679" y="4743771"/>
              <a:ext cx="865038" cy="863608"/>
            </a:xfrm>
            <a:custGeom>
              <a:rect b="b" l="l" r="r" t="t"/>
              <a:pathLst>
                <a:path extrusionOk="0" h="19319" w="19351">
                  <a:moveTo>
                    <a:pt x="9660" y="1"/>
                  </a:moveTo>
                  <a:cubicBezTo>
                    <a:pt x="4340" y="1"/>
                    <a:pt x="1" y="4308"/>
                    <a:pt x="1" y="9660"/>
                  </a:cubicBezTo>
                  <a:cubicBezTo>
                    <a:pt x="1" y="15012"/>
                    <a:pt x="4340" y="19319"/>
                    <a:pt x="9660" y="19319"/>
                  </a:cubicBezTo>
                  <a:cubicBezTo>
                    <a:pt x="15012" y="19319"/>
                    <a:pt x="19351" y="15012"/>
                    <a:pt x="19351" y="9660"/>
                  </a:cubicBezTo>
                  <a:cubicBezTo>
                    <a:pt x="19351" y="4308"/>
                    <a:pt x="15012" y="1"/>
                    <a:pt x="9660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272" name="Google Shape;2272;p63"/>
            <p:cNvGrpSpPr/>
            <p:nvPr/>
          </p:nvGrpSpPr>
          <p:grpSpPr>
            <a:xfrm>
              <a:off x="5901858" y="4956198"/>
              <a:ext cx="461707" cy="453688"/>
              <a:chOff x="-60988625" y="2310475"/>
              <a:chExt cx="316650" cy="311150"/>
            </a:xfrm>
          </p:grpSpPr>
          <p:sp>
            <p:nvSpPr>
              <p:cNvPr id="2273" name="Google Shape;2273;p63"/>
              <p:cNvSpPr/>
              <p:nvPr/>
            </p:nvSpPr>
            <p:spPr>
              <a:xfrm>
                <a:off x="-60988625" y="2310475"/>
                <a:ext cx="311125" cy="311150"/>
              </a:xfrm>
              <a:custGeom>
                <a:rect b="b" l="l" r="r" t="t"/>
                <a:pathLst>
                  <a:path extrusionOk="0" h="12446" w="12445">
                    <a:moveTo>
                      <a:pt x="7877" y="883"/>
                    </a:moveTo>
                    <a:cubicBezTo>
                      <a:pt x="8097" y="883"/>
                      <a:pt x="8318" y="1072"/>
                      <a:pt x="8318" y="1324"/>
                    </a:cubicBezTo>
                    <a:lnTo>
                      <a:pt x="8318" y="10398"/>
                    </a:lnTo>
                    <a:cubicBezTo>
                      <a:pt x="8318" y="10870"/>
                      <a:pt x="8444" y="11311"/>
                      <a:pt x="8727" y="11626"/>
                    </a:cubicBezTo>
                    <a:lnTo>
                      <a:pt x="2111" y="11626"/>
                    </a:lnTo>
                    <a:cubicBezTo>
                      <a:pt x="1450" y="11626"/>
                      <a:pt x="851" y="11091"/>
                      <a:pt x="851" y="10398"/>
                    </a:cubicBezTo>
                    <a:lnTo>
                      <a:pt x="851" y="1324"/>
                    </a:lnTo>
                    <a:lnTo>
                      <a:pt x="820" y="1324"/>
                    </a:lnTo>
                    <a:cubicBezTo>
                      <a:pt x="820" y="1072"/>
                      <a:pt x="1009" y="883"/>
                      <a:pt x="1261" y="883"/>
                    </a:cubicBezTo>
                    <a:close/>
                    <a:moveTo>
                      <a:pt x="11500" y="10807"/>
                    </a:moveTo>
                    <a:cubicBezTo>
                      <a:pt x="11342" y="11280"/>
                      <a:pt x="10870" y="11626"/>
                      <a:pt x="10303" y="11626"/>
                    </a:cubicBezTo>
                    <a:cubicBezTo>
                      <a:pt x="9767" y="11626"/>
                      <a:pt x="9326" y="11280"/>
                      <a:pt x="9137" y="10807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30"/>
                    </a:cubicBezTo>
                    <a:lnTo>
                      <a:pt x="32" y="10334"/>
                    </a:lnTo>
                    <a:cubicBezTo>
                      <a:pt x="0" y="11563"/>
                      <a:pt x="946" y="12445"/>
                      <a:pt x="2080" y="12445"/>
                    </a:cubicBezTo>
                    <a:lnTo>
                      <a:pt x="10334" y="12445"/>
                    </a:lnTo>
                    <a:cubicBezTo>
                      <a:pt x="11500" y="12445"/>
                      <a:pt x="12445" y="11500"/>
                      <a:pt x="12445" y="10366"/>
                    </a:cubicBezTo>
                    <a:cubicBezTo>
                      <a:pt x="12445" y="10145"/>
                      <a:pt x="12224" y="9925"/>
                      <a:pt x="12004" y="9925"/>
                    </a:cubicBezTo>
                    <a:lnTo>
                      <a:pt x="9074" y="9925"/>
                    </a:lnTo>
                    <a:lnTo>
                      <a:pt x="9074" y="1230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74" name="Google Shape;2274;p63"/>
              <p:cNvSpPr/>
              <p:nvPr/>
            </p:nvSpPr>
            <p:spPr>
              <a:xfrm>
                <a:off x="-60947675" y="2353025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441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441"/>
                    </a:cubicBezTo>
                    <a:cubicBezTo>
                      <a:pt x="5829" y="189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75" name="Google Shape;2275;p63"/>
              <p:cNvSpPr/>
              <p:nvPr/>
            </p:nvSpPr>
            <p:spPr>
              <a:xfrm>
                <a:off x="-60947675" y="2415250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378"/>
                    </a:cubicBezTo>
                    <a:cubicBezTo>
                      <a:pt x="5829" y="158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76" name="Google Shape;2276;p63"/>
              <p:cNvSpPr/>
              <p:nvPr/>
            </p:nvSpPr>
            <p:spPr>
              <a:xfrm>
                <a:off x="-60947675" y="2475875"/>
                <a:ext cx="145725" cy="22100"/>
              </a:xfrm>
              <a:custGeom>
                <a:rect b="b" l="l" r="r" t="t"/>
                <a:pathLst>
                  <a:path extrusionOk="0" h="884" w="5829">
                    <a:moveTo>
                      <a:pt x="442" y="1"/>
                    </a:moveTo>
                    <a:cubicBezTo>
                      <a:pt x="190" y="1"/>
                      <a:pt x="1" y="221"/>
                      <a:pt x="1" y="442"/>
                    </a:cubicBezTo>
                    <a:cubicBezTo>
                      <a:pt x="1" y="694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94"/>
                      <a:pt x="5829" y="442"/>
                    </a:cubicBezTo>
                    <a:cubicBezTo>
                      <a:pt x="5829" y="221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77" name="Google Shape;2277;p63"/>
              <p:cNvSpPr/>
              <p:nvPr/>
            </p:nvSpPr>
            <p:spPr>
              <a:xfrm>
                <a:off x="-60947675" y="2538100"/>
                <a:ext cx="145725" cy="22075"/>
              </a:xfrm>
              <a:custGeom>
                <a:rect b="b" l="l" r="r" t="t"/>
                <a:pathLst>
                  <a:path extrusionOk="0" h="883" w="5829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62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62"/>
                      <a:pt x="5829" y="442"/>
                    </a:cubicBezTo>
                    <a:cubicBezTo>
                      <a:pt x="5829" y="190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78" name="Google Shape;2278;p63"/>
              <p:cNvSpPr/>
              <p:nvPr/>
            </p:nvSpPr>
            <p:spPr>
              <a:xfrm>
                <a:off x="-60740525" y="2312050"/>
                <a:ext cx="68550" cy="233950"/>
              </a:xfrm>
              <a:custGeom>
                <a:rect b="b" l="l" r="r" t="t"/>
                <a:pathLst>
                  <a:path extrusionOk="0" h="9358" w="2742">
                    <a:moveTo>
                      <a:pt x="1796" y="789"/>
                    </a:moveTo>
                    <a:cubicBezTo>
                      <a:pt x="1891" y="789"/>
                      <a:pt x="1922" y="852"/>
                      <a:pt x="1922" y="946"/>
                    </a:cubicBezTo>
                    <a:lnTo>
                      <a:pt x="1922" y="1639"/>
                    </a:lnTo>
                    <a:lnTo>
                      <a:pt x="820" y="1639"/>
                    </a:lnTo>
                    <a:lnTo>
                      <a:pt x="820" y="946"/>
                    </a:lnTo>
                    <a:cubicBezTo>
                      <a:pt x="820" y="852"/>
                      <a:pt x="883" y="789"/>
                      <a:pt x="977" y="789"/>
                    </a:cubicBezTo>
                    <a:close/>
                    <a:moveTo>
                      <a:pt x="1922" y="2458"/>
                    </a:moveTo>
                    <a:lnTo>
                      <a:pt x="1922" y="6617"/>
                    </a:lnTo>
                    <a:lnTo>
                      <a:pt x="820" y="6617"/>
                    </a:lnTo>
                    <a:lnTo>
                      <a:pt x="820" y="2458"/>
                    </a:lnTo>
                    <a:close/>
                    <a:moveTo>
                      <a:pt x="1639" y="7436"/>
                    </a:moveTo>
                    <a:lnTo>
                      <a:pt x="1355" y="8035"/>
                    </a:lnTo>
                    <a:lnTo>
                      <a:pt x="1040" y="7436"/>
                    </a:lnTo>
                    <a:close/>
                    <a:moveTo>
                      <a:pt x="977" y="1"/>
                    </a:moveTo>
                    <a:cubicBezTo>
                      <a:pt x="410" y="1"/>
                      <a:pt x="1" y="410"/>
                      <a:pt x="1" y="946"/>
                    </a:cubicBezTo>
                    <a:lnTo>
                      <a:pt x="1" y="6995"/>
                    </a:lnTo>
                    <a:cubicBezTo>
                      <a:pt x="1" y="7090"/>
                      <a:pt x="1" y="7121"/>
                      <a:pt x="32" y="7184"/>
                    </a:cubicBezTo>
                    <a:lnTo>
                      <a:pt x="1009" y="9137"/>
                    </a:lnTo>
                    <a:cubicBezTo>
                      <a:pt x="1103" y="9295"/>
                      <a:pt x="1198" y="9358"/>
                      <a:pt x="1355" y="9358"/>
                    </a:cubicBezTo>
                    <a:cubicBezTo>
                      <a:pt x="1513" y="9358"/>
                      <a:pt x="1670" y="9295"/>
                      <a:pt x="1733" y="9137"/>
                    </a:cubicBezTo>
                    <a:lnTo>
                      <a:pt x="2678" y="7184"/>
                    </a:lnTo>
                    <a:cubicBezTo>
                      <a:pt x="2710" y="7153"/>
                      <a:pt x="2710" y="7090"/>
                      <a:pt x="2710" y="6995"/>
                    </a:cubicBezTo>
                    <a:lnTo>
                      <a:pt x="2710" y="946"/>
                    </a:lnTo>
                    <a:cubicBezTo>
                      <a:pt x="2741" y="410"/>
                      <a:pt x="2300" y="1"/>
                      <a:pt x="17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79" name="Google Shape;2279;p63"/>
            <p:cNvGrpSpPr/>
            <p:nvPr/>
          </p:nvGrpSpPr>
          <p:grpSpPr>
            <a:xfrm>
              <a:off x="7215928" y="5733261"/>
              <a:ext cx="2606400" cy="769600"/>
              <a:chOff x="8927744" y="4930744"/>
              <a:chExt cx="2606400" cy="769600"/>
            </a:xfrm>
          </p:grpSpPr>
          <p:sp>
            <p:nvSpPr>
              <p:cNvPr id="2280" name="Google Shape;2280;p63"/>
              <p:cNvSpPr txBox="1"/>
              <p:nvPr/>
            </p:nvSpPr>
            <p:spPr>
              <a:xfrm>
                <a:off x="8927744" y="4930744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Your start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81" name="Google Shape;2281;p63"/>
              <p:cNvSpPr txBox="1"/>
              <p:nvPr/>
            </p:nvSpPr>
            <p:spPr>
              <a:xfrm>
                <a:off x="9155323" y="5121644"/>
                <a:ext cx="2151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2282" name="Google Shape;2282;p63"/>
            <p:cNvSpPr/>
            <p:nvPr/>
          </p:nvSpPr>
          <p:spPr>
            <a:xfrm>
              <a:off x="8086586" y="4743056"/>
              <a:ext cx="865038" cy="865038"/>
            </a:xfrm>
            <a:custGeom>
              <a:rect b="b" l="l" r="r" t="t"/>
              <a:pathLst>
                <a:path extrusionOk="0" h="19351" w="19351">
                  <a:moveTo>
                    <a:pt x="9660" y="1"/>
                  </a:moveTo>
                  <a:cubicBezTo>
                    <a:pt x="4339" y="1"/>
                    <a:pt x="1" y="4339"/>
                    <a:pt x="1" y="9691"/>
                  </a:cubicBezTo>
                  <a:cubicBezTo>
                    <a:pt x="1" y="15012"/>
                    <a:pt x="4339" y="19350"/>
                    <a:pt x="9660" y="19350"/>
                  </a:cubicBezTo>
                  <a:cubicBezTo>
                    <a:pt x="15012" y="19350"/>
                    <a:pt x="19351" y="15012"/>
                    <a:pt x="19351" y="9691"/>
                  </a:cubicBezTo>
                  <a:cubicBezTo>
                    <a:pt x="19351" y="4339"/>
                    <a:pt x="15012" y="1"/>
                    <a:pt x="9660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283" name="Google Shape;2283;p63"/>
            <p:cNvSpPr/>
            <p:nvPr/>
          </p:nvSpPr>
          <p:spPr>
            <a:xfrm>
              <a:off x="8298854" y="4947966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284" name="Google Shape;2284;p63"/>
            <p:cNvGrpSpPr/>
            <p:nvPr/>
          </p:nvGrpSpPr>
          <p:grpSpPr>
            <a:xfrm>
              <a:off x="5996277" y="3824364"/>
              <a:ext cx="2606417" cy="769509"/>
              <a:chOff x="258525" y="3749858"/>
              <a:chExt cx="2067600" cy="610431"/>
            </a:xfrm>
          </p:grpSpPr>
          <p:sp>
            <p:nvSpPr>
              <p:cNvPr id="2285" name="Google Shape;2285;p63"/>
              <p:cNvSpPr txBox="1"/>
              <p:nvPr/>
            </p:nvSpPr>
            <p:spPr>
              <a:xfrm>
                <a:off x="258525" y="3749858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86" name="Google Shape;2286;p63"/>
              <p:cNvSpPr txBox="1"/>
              <p:nvPr/>
            </p:nvSpPr>
            <p:spPr>
              <a:xfrm>
                <a:off x="369080" y="3901289"/>
                <a:ext cx="17850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2287" name="Google Shape;2287;p63"/>
            <p:cNvSpPr/>
            <p:nvPr/>
          </p:nvSpPr>
          <p:spPr>
            <a:xfrm>
              <a:off x="6881556" y="2830361"/>
              <a:ext cx="865038" cy="865038"/>
            </a:xfrm>
            <a:custGeom>
              <a:rect b="b" l="l" r="r" t="t"/>
              <a:pathLst>
                <a:path extrusionOk="0" h="19351" w="19351">
                  <a:moveTo>
                    <a:pt x="9692" y="1"/>
                  </a:moveTo>
                  <a:cubicBezTo>
                    <a:pt x="4340" y="1"/>
                    <a:pt x="1" y="4339"/>
                    <a:pt x="1" y="9691"/>
                  </a:cubicBezTo>
                  <a:cubicBezTo>
                    <a:pt x="1" y="15012"/>
                    <a:pt x="4340" y="19350"/>
                    <a:pt x="9692" y="19350"/>
                  </a:cubicBezTo>
                  <a:cubicBezTo>
                    <a:pt x="15012" y="19350"/>
                    <a:pt x="19351" y="15012"/>
                    <a:pt x="19351" y="9691"/>
                  </a:cubicBezTo>
                  <a:cubicBezTo>
                    <a:pt x="19351" y="4339"/>
                    <a:pt x="15012" y="1"/>
                    <a:pt x="9692" y="1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288" name="Google Shape;2288;p63"/>
            <p:cNvSpPr/>
            <p:nvPr/>
          </p:nvSpPr>
          <p:spPr>
            <a:xfrm>
              <a:off x="7085040" y="3067846"/>
              <a:ext cx="428844" cy="402038"/>
            </a:xfrm>
            <a:custGeom>
              <a:rect b="b" l="l" r="r" t="t"/>
              <a:pathLst>
                <a:path extrusionOk="0" h="18118" w="19326">
                  <a:moveTo>
                    <a:pt x="17628" y="1133"/>
                  </a:moveTo>
                  <a:cubicBezTo>
                    <a:pt x="17939" y="1133"/>
                    <a:pt x="18193" y="1387"/>
                    <a:pt x="18193" y="1701"/>
                  </a:cubicBezTo>
                  <a:lnTo>
                    <a:pt x="18193" y="11324"/>
                  </a:lnTo>
                  <a:lnTo>
                    <a:pt x="1133" y="11324"/>
                  </a:lnTo>
                  <a:lnTo>
                    <a:pt x="1133" y="1701"/>
                  </a:lnTo>
                  <a:cubicBezTo>
                    <a:pt x="1133" y="1387"/>
                    <a:pt x="1387" y="1133"/>
                    <a:pt x="1701" y="1133"/>
                  </a:cubicBezTo>
                  <a:close/>
                  <a:moveTo>
                    <a:pt x="18193" y="12456"/>
                  </a:moveTo>
                  <a:lnTo>
                    <a:pt x="18193" y="13024"/>
                  </a:lnTo>
                  <a:cubicBezTo>
                    <a:pt x="18193" y="13335"/>
                    <a:pt x="17939" y="13588"/>
                    <a:pt x="17628" y="13588"/>
                  </a:cubicBezTo>
                  <a:lnTo>
                    <a:pt x="1701" y="13588"/>
                  </a:lnTo>
                  <a:cubicBezTo>
                    <a:pt x="1387" y="13588"/>
                    <a:pt x="1133" y="13335"/>
                    <a:pt x="1133" y="13024"/>
                  </a:cubicBezTo>
                  <a:lnTo>
                    <a:pt x="1133" y="12456"/>
                  </a:lnTo>
                  <a:close/>
                  <a:moveTo>
                    <a:pt x="11520" y="14720"/>
                  </a:moveTo>
                  <a:lnTo>
                    <a:pt x="12275" y="16985"/>
                  </a:lnTo>
                  <a:lnTo>
                    <a:pt x="7051" y="16985"/>
                  </a:lnTo>
                  <a:lnTo>
                    <a:pt x="7806" y="14720"/>
                  </a:lnTo>
                  <a:close/>
                  <a:moveTo>
                    <a:pt x="1701" y="1"/>
                  </a:moveTo>
                  <a:cubicBezTo>
                    <a:pt x="762" y="1"/>
                    <a:pt x="1" y="762"/>
                    <a:pt x="1" y="1701"/>
                  </a:cubicBezTo>
                  <a:lnTo>
                    <a:pt x="1" y="13024"/>
                  </a:lnTo>
                  <a:cubicBezTo>
                    <a:pt x="1" y="13960"/>
                    <a:pt x="762" y="14720"/>
                    <a:pt x="1701" y="14720"/>
                  </a:cubicBezTo>
                  <a:lnTo>
                    <a:pt x="6614" y="14720"/>
                  </a:lnTo>
                  <a:lnTo>
                    <a:pt x="5859" y="16985"/>
                  </a:lnTo>
                  <a:lnTo>
                    <a:pt x="4002" y="16985"/>
                  </a:lnTo>
                  <a:cubicBezTo>
                    <a:pt x="3688" y="16985"/>
                    <a:pt x="3437" y="17239"/>
                    <a:pt x="3437" y="17553"/>
                  </a:cubicBezTo>
                  <a:cubicBezTo>
                    <a:pt x="3437" y="17864"/>
                    <a:pt x="3688" y="18117"/>
                    <a:pt x="4002" y="18117"/>
                  </a:cubicBezTo>
                  <a:lnTo>
                    <a:pt x="15325" y="18117"/>
                  </a:lnTo>
                  <a:cubicBezTo>
                    <a:pt x="15639" y="18117"/>
                    <a:pt x="15889" y="17864"/>
                    <a:pt x="15889" y="17553"/>
                  </a:cubicBezTo>
                  <a:cubicBezTo>
                    <a:pt x="15889" y="17239"/>
                    <a:pt x="15639" y="16985"/>
                    <a:pt x="15325" y="16985"/>
                  </a:cubicBezTo>
                  <a:lnTo>
                    <a:pt x="13468" y="16985"/>
                  </a:lnTo>
                  <a:lnTo>
                    <a:pt x="12713" y="14720"/>
                  </a:lnTo>
                  <a:lnTo>
                    <a:pt x="17628" y="14720"/>
                  </a:lnTo>
                  <a:cubicBezTo>
                    <a:pt x="18565" y="14720"/>
                    <a:pt x="19325" y="13960"/>
                    <a:pt x="19325" y="13024"/>
                  </a:cubicBezTo>
                  <a:lnTo>
                    <a:pt x="19325" y="1701"/>
                  </a:lnTo>
                  <a:cubicBezTo>
                    <a:pt x="19325" y="762"/>
                    <a:pt x="18565" y="1"/>
                    <a:pt x="176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289" name="Google Shape;2289;p63"/>
            <p:cNvGrpSpPr/>
            <p:nvPr/>
          </p:nvGrpSpPr>
          <p:grpSpPr>
            <a:xfrm>
              <a:off x="3589366" y="3824341"/>
              <a:ext cx="2606417" cy="769509"/>
              <a:chOff x="258525" y="2598344"/>
              <a:chExt cx="2067600" cy="610431"/>
            </a:xfrm>
          </p:grpSpPr>
          <p:sp>
            <p:nvSpPr>
              <p:cNvPr id="2290" name="Google Shape;2290;p63"/>
              <p:cNvSpPr txBox="1"/>
              <p:nvPr/>
            </p:nvSpPr>
            <p:spPr>
              <a:xfrm>
                <a:off x="258525" y="2598344"/>
                <a:ext cx="2067600" cy="2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91" name="Google Shape;2291;p63"/>
              <p:cNvSpPr txBox="1"/>
              <p:nvPr/>
            </p:nvSpPr>
            <p:spPr>
              <a:xfrm>
                <a:off x="384426" y="2749775"/>
                <a:ext cx="1785000" cy="4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2292" name="Google Shape;2292;p63"/>
            <p:cNvSpPr/>
            <p:nvPr/>
          </p:nvSpPr>
          <p:spPr>
            <a:xfrm>
              <a:off x="4489270" y="2831076"/>
              <a:ext cx="865038" cy="863608"/>
            </a:xfrm>
            <a:custGeom>
              <a:rect b="b" l="l" r="r" t="t"/>
              <a:pathLst>
                <a:path extrusionOk="0" h="19319" w="19351">
                  <a:moveTo>
                    <a:pt x="9691" y="1"/>
                  </a:moveTo>
                  <a:cubicBezTo>
                    <a:pt x="4339" y="1"/>
                    <a:pt x="1" y="4308"/>
                    <a:pt x="1" y="9660"/>
                  </a:cubicBezTo>
                  <a:cubicBezTo>
                    <a:pt x="1" y="15012"/>
                    <a:pt x="4339" y="19319"/>
                    <a:pt x="9691" y="19319"/>
                  </a:cubicBezTo>
                  <a:cubicBezTo>
                    <a:pt x="15012" y="19319"/>
                    <a:pt x="19351" y="15012"/>
                    <a:pt x="19351" y="9660"/>
                  </a:cubicBezTo>
                  <a:cubicBezTo>
                    <a:pt x="19351" y="4308"/>
                    <a:pt x="15012" y="1"/>
                    <a:pt x="969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293" name="Google Shape;2293;p63"/>
            <p:cNvGrpSpPr/>
            <p:nvPr/>
          </p:nvGrpSpPr>
          <p:grpSpPr>
            <a:xfrm>
              <a:off x="4668620" y="3077397"/>
              <a:ext cx="448327" cy="428800"/>
              <a:chOff x="5049750" y="832600"/>
              <a:chExt cx="505100" cy="483100"/>
            </a:xfrm>
          </p:grpSpPr>
          <p:sp>
            <p:nvSpPr>
              <p:cNvPr id="2294" name="Google Shape;2294;p63"/>
              <p:cNvSpPr/>
              <p:nvPr/>
            </p:nvSpPr>
            <p:spPr>
              <a:xfrm>
                <a:off x="5049750" y="832600"/>
                <a:ext cx="505100" cy="483100"/>
              </a:xfrm>
              <a:custGeom>
                <a:rect b="b" l="l" r="r" t="t"/>
                <a:pathLst>
                  <a:path extrusionOk="0" h="19324" w="20204">
                    <a:moveTo>
                      <a:pt x="12136" y="1129"/>
                    </a:moveTo>
                    <a:cubicBezTo>
                      <a:pt x="13730" y="1129"/>
                      <a:pt x="15325" y="1737"/>
                      <a:pt x="16538" y="2952"/>
                    </a:cubicBezTo>
                    <a:cubicBezTo>
                      <a:pt x="18969" y="5383"/>
                      <a:pt x="18969" y="9323"/>
                      <a:pt x="16538" y="11757"/>
                    </a:cubicBezTo>
                    <a:cubicBezTo>
                      <a:pt x="15341" y="12950"/>
                      <a:pt x="13747" y="13579"/>
                      <a:pt x="12129" y="13579"/>
                    </a:cubicBezTo>
                    <a:cubicBezTo>
                      <a:pt x="11233" y="13579"/>
                      <a:pt x="10329" y="13386"/>
                      <a:pt x="9482" y="12989"/>
                    </a:cubicBezTo>
                    <a:cubicBezTo>
                      <a:pt x="9461" y="12980"/>
                      <a:pt x="9440" y="12968"/>
                      <a:pt x="9419" y="12959"/>
                    </a:cubicBezTo>
                    <a:cubicBezTo>
                      <a:pt x="8794" y="12657"/>
                      <a:pt x="8223" y="12249"/>
                      <a:pt x="7734" y="11757"/>
                    </a:cubicBezTo>
                    <a:cubicBezTo>
                      <a:pt x="5306" y="9329"/>
                      <a:pt x="5306" y="5380"/>
                      <a:pt x="7734" y="2952"/>
                    </a:cubicBezTo>
                    <a:cubicBezTo>
                      <a:pt x="8948" y="1737"/>
                      <a:pt x="10542" y="1129"/>
                      <a:pt x="12136" y="1129"/>
                    </a:cubicBezTo>
                    <a:close/>
                    <a:moveTo>
                      <a:pt x="5871" y="11216"/>
                    </a:moveTo>
                    <a:cubicBezTo>
                      <a:pt x="6475" y="12195"/>
                      <a:pt x="7296" y="13016"/>
                      <a:pt x="8271" y="13620"/>
                    </a:cubicBezTo>
                    <a:lnTo>
                      <a:pt x="7734" y="14160"/>
                    </a:lnTo>
                    <a:cubicBezTo>
                      <a:pt x="7622" y="14271"/>
                      <a:pt x="7477" y="14326"/>
                      <a:pt x="7332" y="14326"/>
                    </a:cubicBezTo>
                    <a:cubicBezTo>
                      <a:pt x="7188" y="14326"/>
                      <a:pt x="7044" y="14271"/>
                      <a:pt x="6934" y="14160"/>
                    </a:cubicBezTo>
                    <a:lnTo>
                      <a:pt x="5330" y="12557"/>
                    </a:lnTo>
                    <a:cubicBezTo>
                      <a:pt x="5110" y="12337"/>
                      <a:pt x="5110" y="11977"/>
                      <a:pt x="5330" y="11757"/>
                    </a:cubicBezTo>
                    <a:lnTo>
                      <a:pt x="5871" y="11216"/>
                    </a:lnTo>
                    <a:close/>
                    <a:moveTo>
                      <a:pt x="4932" y="13762"/>
                    </a:moveTo>
                    <a:lnTo>
                      <a:pt x="5732" y="14562"/>
                    </a:lnTo>
                    <a:lnTo>
                      <a:pt x="4932" y="15362"/>
                    </a:lnTo>
                    <a:lnTo>
                      <a:pt x="4131" y="14562"/>
                    </a:lnTo>
                    <a:lnTo>
                      <a:pt x="4932" y="13762"/>
                    </a:lnTo>
                    <a:close/>
                    <a:moveTo>
                      <a:pt x="3328" y="15362"/>
                    </a:moveTo>
                    <a:lnTo>
                      <a:pt x="4128" y="16162"/>
                    </a:lnTo>
                    <a:lnTo>
                      <a:pt x="2268" y="18025"/>
                    </a:lnTo>
                    <a:cubicBezTo>
                      <a:pt x="2157" y="18135"/>
                      <a:pt x="2013" y="18190"/>
                      <a:pt x="1868" y="18190"/>
                    </a:cubicBezTo>
                    <a:cubicBezTo>
                      <a:pt x="1723" y="18190"/>
                      <a:pt x="1577" y="18134"/>
                      <a:pt x="1465" y="18022"/>
                    </a:cubicBezTo>
                    <a:cubicBezTo>
                      <a:pt x="1245" y="17802"/>
                      <a:pt x="1245" y="17443"/>
                      <a:pt x="1465" y="17222"/>
                    </a:cubicBezTo>
                    <a:lnTo>
                      <a:pt x="3328" y="15362"/>
                    </a:lnTo>
                    <a:close/>
                    <a:moveTo>
                      <a:pt x="12135" y="1"/>
                    </a:moveTo>
                    <a:cubicBezTo>
                      <a:pt x="10250" y="1"/>
                      <a:pt x="8365" y="718"/>
                      <a:pt x="6931" y="2152"/>
                    </a:cubicBezTo>
                    <a:cubicBezTo>
                      <a:pt x="4769" y="4311"/>
                      <a:pt x="4237" y="7493"/>
                      <a:pt x="5330" y="10157"/>
                    </a:cubicBezTo>
                    <a:lnTo>
                      <a:pt x="4527" y="10957"/>
                    </a:lnTo>
                    <a:cubicBezTo>
                      <a:pt x="4020" y="11467"/>
                      <a:pt x="3887" y="12240"/>
                      <a:pt x="4198" y="12892"/>
                    </a:cubicBezTo>
                    <a:lnTo>
                      <a:pt x="665" y="16422"/>
                    </a:lnTo>
                    <a:cubicBezTo>
                      <a:pt x="1" y="17086"/>
                      <a:pt x="1" y="18161"/>
                      <a:pt x="665" y="18825"/>
                    </a:cubicBezTo>
                    <a:cubicBezTo>
                      <a:pt x="996" y="19158"/>
                      <a:pt x="1431" y="19324"/>
                      <a:pt x="1865" y="19324"/>
                    </a:cubicBezTo>
                    <a:cubicBezTo>
                      <a:pt x="2300" y="19324"/>
                      <a:pt x="2735" y="19158"/>
                      <a:pt x="3066" y="18825"/>
                    </a:cubicBezTo>
                    <a:lnTo>
                      <a:pt x="6598" y="15293"/>
                    </a:lnTo>
                    <a:cubicBezTo>
                      <a:pt x="6831" y="15403"/>
                      <a:pt x="7081" y="15457"/>
                      <a:pt x="7328" y="15457"/>
                    </a:cubicBezTo>
                    <a:cubicBezTo>
                      <a:pt x="7770" y="15457"/>
                      <a:pt x="8206" y="15286"/>
                      <a:pt x="8531" y="14961"/>
                    </a:cubicBezTo>
                    <a:lnTo>
                      <a:pt x="9331" y="14163"/>
                    </a:lnTo>
                    <a:cubicBezTo>
                      <a:pt x="10241" y="14538"/>
                      <a:pt x="11190" y="14717"/>
                      <a:pt x="12127" y="14717"/>
                    </a:cubicBezTo>
                    <a:cubicBezTo>
                      <a:pt x="14530" y="14717"/>
                      <a:pt x="16858" y="13537"/>
                      <a:pt x="18256" y="11437"/>
                    </a:cubicBezTo>
                    <a:cubicBezTo>
                      <a:pt x="20204" y="8520"/>
                      <a:pt x="19821" y="4631"/>
                      <a:pt x="17342" y="2152"/>
                    </a:cubicBezTo>
                    <a:cubicBezTo>
                      <a:pt x="15906" y="718"/>
                      <a:pt x="14020" y="1"/>
                      <a:pt x="12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95" name="Google Shape;2295;p63"/>
              <p:cNvSpPr/>
              <p:nvPr/>
            </p:nvSpPr>
            <p:spPr>
              <a:xfrm>
                <a:off x="5216725" y="889175"/>
                <a:ext cx="276000" cy="254400"/>
              </a:xfrm>
              <a:custGeom>
                <a:rect b="b" l="l" r="r" t="t"/>
                <a:pathLst>
                  <a:path extrusionOk="0" h="10176" w="11040">
                    <a:moveTo>
                      <a:pt x="5456" y="1133"/>
                    </a:moveTo>
                    <a:cubicBezTo>
                      <a:pt x="6487" y="1133"/>
                      <a:pt x="7500" y="1535"/>
                      <a:pt x="8259" y="2293"/>
                    </a:cubicBezTo>
                    <a:cubicBezTo>
                      <a:pt x="9802" y="3839"/>
                      <a:pt x="9802" y="6348"/>
                      <a:pt x="8259" y="7897"/>
                    </a:cubicBezTo>
                    <a:cubicBezTo>
                      <a:pt x="7501" y="8653"/>
                      <a:pt x="6489" y="9055"/>
                      <a:pt x="5460" y="9055"/>
                    </a:cubicBezTo>
                    <a:cubicBezTo>
                      <a:pt x="4948" y="9055"/>
                      <a:pt x="4433" y="8956"/>
                      <a:pt x="3941" y="8751"/>
                    </a:cubicBezTo>
                    <a:cubicBezTo>
                      <a:pt x="2462" y="8138"/>
                      <a:pt x="1499" y="6695"/>
                      <a:pt x="1499" y="5095"/>
                    </a:cubicBezTo>
                    <a:cubicBezTo>
                      <a:pt x="1499" y="3491"/>
                      <a:pt x="2462" y="2048"/>
                      <a:pt x="3941" y="1435"/>
                    </a:cubicBezTo>
                    <a:cubicBezTo>
                      <a:pt x="4431" y="1232"/>
                      <a:pt x="4946" y="1133"/>
                      <a:pt x="5456" y="1133"/>
                    </a:cubicBezTo>
                    <a:close/>
                    <a:moveTo>
                      <a:pt x="5468" y="1"/>
                    </a:moveTo>
                    <a:cubicBezTo>
                      <a:pt x="5465" y="1"/>
                      <a:pt x="5461" y="1"/>
                      <a:pt x="5457" y="1"/>
                    </a:cubicBezTo>
                    <a:cubicBezTo>
                      <a:pt x="3029" y="4"/>
                      <a:pt x="943" y="1719"/>
                      <a:pt x="472" y="4098"/>
                    </a:cubicBezTo>
                    <a:cubicBezTo>
                      <a:pt x="1" y="6481"/>
                      <a:pt x="1275" y="8860"/>
                      <a:pt x="3519" y="9787"/>
                    </a:cubicBezTo>
                    <a:cubicBezTo>
                      <a:pt x="4151" y="10049"/>
                      <a:pt x="4811" y="10175"/>
                      <a:pt x="5463" y="10175"/>
                    </a:cubicBezTo>
                    <a:cubicBezTo>
                      <a:pt x="7120" y="10175"/>
                      <a:pt x="8725" y="9362"/>
                      <a:pt x="9693" y="7912"/>
                    </a:cubicBezTo>
                    <a:cubicBezTo>
                      <a:pt x="11040" y="5895"/>
                      <a:pt x="10774" y="3207"/>
                      <a:pt x="9059" y="1492"/>
                    </a:cubicBezTo>
                    <a:cubicBezTo>
                      <a:pt x="8108" y="535"/>
                      <a:pt x="6814" y="1"/>
                      <a:pt x="54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296" name="Google Shape;2296;p63"/>
            <p:cNvGrpSpPr/>
            <p:nvPr/>
          </p:nvGrpSpPr>
          <p:grpSpPr>
            <a:xfrm>
              <a:off x="1182449" y="3824282"/>
              <a:ext cx="2606400" cy="769589"/>
              <a:chOff x="657982" y="1961085"/>
              <a:chExt cx="2606400" cy="769589"/>
            </a:xfrm>
          </p:grpSpPr>
          <p:sp>
            <p:nvSpPr>
              <p:cNvPr id="2297" name="Google Shape;2297;p63"/>
              <p:cNvSpPr txBox="1"/>
              <p:nvPr/>
            </p:nvSpPr>
            <p:spPr>
              <a:xfrm>
                <a:off x="657982" y="1961085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First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298" name="Google Shape;2298;p63"/>
              <p:cNvSpPr txBox="1"/>
              <p:nvPr/>
            </p:nvSpPr>
            <p:spPr>
              <a:xfrm>
                <a:off x="836035" y="2151974"/>
                <a:ext cx="2250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2299" name="Google Shape;2299;p63"/>
            <p:cNvSpPr/>
            <p:nvPr/>
          </p:nvSpPr>
          <p:spPr>
            <a:xfrm>
              <a:off x="2009231" y="2830316"/>
              <a:ext cx="952789" cy="865127"/>
            </a:xfrm>
            <a:custGeom>
              <a:rect b="b" l="l" r="r" t="t"/>
              <a:pathLst>
                <a:path extrusionOk="0" h="19353" w="21314">
                  <a:moveTo>
                    <a:pt x="10671" y="1"/>
                  </a:moveTo>
                  <a:cubicBezTo>
                    <a:pt x="6295" y="1"/>
                    <a:pt x="2319" y="2983"/>
                    <a:pt x="1236" y="7423"/>
                  </a:cubicBezTo>
                  <a:cubicBezTo>
                    <a:pt x="1" y="12617"/>
                    <a:pt x="3199" y="17842"/>
                    <a:pt x="8393" y="19077"/>
                  </a:cubicBezTo>
                  <a:cubicBezTo>
                    <a:pt x="9156" y="19263"/>
                    <a:pt x="9920" y="19352"/>
                    <a:pt x="10671" y="19352"/>
                  </a:cubicBezTo>
                  <a:cubicBezTo>
                    <a:pt x="15036" y="19352"/>
                    <a:pt x="18993" y="16351"/>
                    <a:pt x="20047" y="11920"/>
                  </a:cubicBezTo>
                  <a:cubicBezTo>
                    <a:pt x="21314" y="6726"/>
                    <a:pt x="18115" y="1533"/>
                    <a:pt x="12922" y="266"/>
                  </a:cubicBezTo>
                  <a:cubicBezTo>
                    <a:pt x="12168" y="87"/>
                    <a:pt x="11414" y="1"/>
                    <a:pt x="10671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300" name="Google Shape;2300;p63"/>
            <p:cNvGrpSpPr/>
            <p:nvPr/>
          </p:nvGrpSpPr>
          <p:grpSpPr>
            <a:xfrm>
              <a:off x="2264234" y="3015108"/>
              <a:ext cx="442873" cy="440568"/>
              <a:chOff x="685475" y="2318350"/>
              <a:chExt cx="297750" cy="296200"/>
            </a:xfrm>
          </p:grpSpPr>
          <p:sp>
            <p:nvSpPr>
              <p:cNvPr id="2301" name="Google Shape;2301;p63"/>
              <p:cNvSpPr/>
              <p:nvPr/>
            </p:nvSpPr>
            <p:spPr>
              <a:xfrm>
                <a:off x="685475" y="2371925"/>
                <a:ext cx="142600" cy="241975"/>
              </a:xfrm>
              <a:custGeom>
                <a:rect b="b" l="l" r="r" t="t"/>
                <a:pathLst>
                  <a:path extrusionOk="0" h="9679" w="5704">
                    <a:moveTo>
                      <a:pt x="2080" y="662"/>
                    </a:moveTo>
                    <a:cubicBezTo>
                      <a:pt x="2458" y="662"/>
                      <a:pt x="2773" y="977"/>
                      <a:pt x="2773" y="1387"/>
                    </a:cubicBezTo>
                    <a:cubicBezTo>
                      <a:pt x="2773" y="1765"/>
                      <a:pt x="2458" y="2080"/>
                      <a:pt x="2080" y="2080"/>
                    </a:cubicBezTo>
                    <a:cubicBezTo>
                      <a:pt x="1671" y="2080"/>
                      <a:pt x="1356" y="1765"/>
                      <a:pt x="1356" y="1387"/>
                    </a:cubicBezTo>
                    <a:cubicBezTo>
                      <a:pt x="1356" y="977"/>
                      <a:pt x="1734" y="662"/>
                      <a:pt x="2080" y="662"/>
                    </a:cubicBezTo>
                    <a:close/>
                    <a:moveTo>
                      <a:pt x="2962" y="6900"/>
                    </a:moveTo>
                    <a:lnTo>
                      <a:pt x="3120" y="7593"/>
                    </a:lnTo>
                    <a:lnTo>
                      <a:pt x="1135" y="7593"/>
                    </a:lnTo>
                    <a:lnTo>
                      <a:pt x="1293" y="6900"/>
                    </a:lnTo>
                    <a:close/>
                    <a:moveTo>
                      <a:pt x="1742" y="2767"/>
                    </a:moveTo>
                    <a:cubicBezTo>
                      <a:pt x="1866" y="2767"/>
                      <a:pt x="1991" y="2831"/>
                      <a:pt x="2049" y="2962"/>
                    </a:cubicBezTo>
                    <a:lnTo>
                      <a:pt x="2553" y="3938"/>
                    </a:lnTo>
                    <a:cubicBezTo>
                      <a:pt x="2584" y="4064"/>
                      <a:pt x="2742" y="4127"/>
                      <a:pt x="2868" y="4127"/>
                    </a:cubicBezTo>
                    <a:lnTo>
                      <a:pt x="3813" y="4127"/>
                    </a:lnTo>
                    <a:cubicBezTo>
                      <a:pt x="4002" y="4127"/>
                      <a:pt x="4159" y="4285"/>
                      <a:pt x="4159" y="4474"/>
                    </a:cubicBezTo>
                    <a:cubicBezTo>
                      <a:pt x="4159" y="4695"/>
                      <a:pt x="4002" y="4852"/>
                      <a:pt x="3813" y="4852"/>
                    </a:cubicBezTo>
                    <a:lnTo>
                      <a:pt x="2427" y="4852"/>
                    </a:lnTo>
                    <a:cubicBezTo>
                      <a:pt x="2301" y="4852"/>
                      <a:pt x="2175" y="4758"/>
                      <a:pt x="2112" y="4631"/>
                    </a:cubicBezTo>
                    <a:cubicBezTo>
                      <a:pt x="2042" y="4515"/>
                      <a:pt x="1919" y="4450"/>
                      <a:pt x="1784" y="4450"/>
                    </a:cubicBezTo>
                    <a:cubicBezTo>
                      <a:pt x="1737" y="4450"/>
                      <a:pt x="1688" y="4458"/>
                      <a:pt x="1639" y="4474"/>
                    </a:cubicBezTo>
                    <a:cubicBezTo>
                      <a:pt x="1482" y="4568"/>
                      <a:pt x="1387" y="4758"/>
                      <a:pt x="1482" y="4947"/>
                    </a:cubicBezTo>
                    <a:cubicBezTo>
                      <a:pt x="1671" y="5325"/>
                      <a:pt x="2017" y="5545"/>
                      <a:pt x="2427" y="5545"/>
                    </a:cubicBezTo>
                    <a:lnTo>
                      <a:pt x="3813" y="5545"/>
                    </a:lnTo>
                    <a:cubicBezTo>
                      <a:pt x="3970" y="5545"/>
                      <a:pt x="4128" y="5671"/>
                      <a:pt x="4159" y="5829"/>
                    </a:cubicBezTo>
                    <a:lnTo>
                      <a:pt x="4853" y="8570"/>
                    </a:lnTo>
                    <a:cubicBezTo>
                      <a:pt x="4916" y="8790"/>
                      <a:pt x="4790" y="8979"/>
                      <a:pt x="4632" y="9011"/>
                    </a:cubicBezTo>
                    <a:cubicBezTo>
                      <a:pt x="4608" y="9015"/>
                      <a:pt x="4584" y="9017"/>
                      <a:pt x="4560" y="9017"/>
                    </a:cubicBezTo>
                    <a:cubicBezTo>
                      <a:pt x="4403" y="9017"/>
                      <a:pt x="4273" y="8927"/>
                      <a:pt x="4191" y="8790"/>
                    </a:cubicBezTo>
                    <a:lnTo>
                      <a:pt x="3655" y="6522"/>
                    </a:lnTo>
                    <a:cubicBezTo>
                      <a:pt x="3592" y="6364"/>
                      <a:pt x="3498" y="6270"/>
                      <a:pt x="3277" y="6270"/>
                    </a:cubicBezTo>
                    <a:lnTo>
                      <a:pt x="1040" y="6270"/>
                    </a:lnTo>
                    <a:cubicBezTo>
                      <a:pt x="914" y="6270"/>
                      <a:pt x="851" y="6207"/>
                      <a:pt x="757" y="6144"/>
                    </a:cubicBezTo>
                    <a:cubicBezTo>
                      <a:pt x="694" y="5986"/>
                      <a:pt x="694" y="5892"/>
                      <a:pt x="694" y="5797"/>
                    </a:cubicBezTo>
                    <a:lnTo>
                      <a:pt x="1419" y="3025"/>
                    </a:lnTo>
                    <a:cubicBezTo>
                      <a:pt x="1453" y="2855"/>
                      <a:pt x="1597" y="2767"/>
                      <a:pt x="1742" y="2767"/>
                    </a:cubicBezTo>
                    <a:close/>
                    <a:moveTo>
                      <a:pt x="2143" y="0"/>
                    </a:moveTo>
                    <a:cubicBezTo>
                      <a:pt x="1419" y="0"/>
                      <a:pt x="788" y="630"/>
                      <a:pt x="788" y="1387"/>
                    </a:cubicBezTo>
                    <a:cubicBezTo>
                      <a:pt x="788" y="1733"/>
                      <a:pt x="946" y="2080"/>
                      <a:pt x="1135" y="2332"/>
                    </a:cubicBezTo>
                    <a:cubicBezTo>
                      <a:pt x="977" y="2426"/>
                      <a:pt x="851" y="2647"/>
                      <a:pt x="788" y="2867"/>
                    </a:cubicBezTo>
                    <a:lnTo>
                      <a:pt x="64" y="5640"/>
                    </a:lnTo>
                    <a:cubicBezTo>
                      <a:pt x="1" y="5955"/>
                      <a:pt x="64" y="6270"/>
                      <a:pt x="253" y="6522"/>
                    </a:cubicBezTo>
                    <a:cubicBezTo>
                      <a:pt x="347" y="6648"/>
                      <a:pt x="473" y="6774"/>
                      <a:pt x="631" y="6805"/>
                    </a:cubicBezTo>
                    <a:lnTo>
                      <a:pt x="32" y="9263"/>
                    </a:lnTo>
                    <a:cubicBezTo>
                      <a:pt x="1" y="9452"/>
                      <a:pt x="95" y="9609"/>
                      <a:pt x="253" y="9672"/>
                    </a:cubicBezTo>
                    <a:cubicBezTo>
                      <a:pt x="281" y="9676"/>
                      <a:pt x="309" y="9678"/>
                      <a:pt x="335" y="9678"/>
                    </a:cubicBezTo>
                    <a:cubicBezTo>
                      <a:pt x="513" y="9678"/>
                      <a:pt x="639" y="9589"/>
                      <a:pt x="694" y="9452"/>
                    </a:cubicBezTo>
                    <a:lnTo>
                      <a:pt x="977" y="8318"/>
                    </a:lnTo>
                    <a:lnTo>
                      <a:pt x="3372" y="8318"/>
                    </a:lnTo>
                    <a:lnTo>
                      <a:pt x="3529" y="8885"/>
                    </a:lnTo>
                    <a:cubicBezTo>
                      <a:pt x="3661" y="9359"/>
                      <a:pt x="4079" y="9679"/>
                      <a:pt x="4526" y="9679"/>
                    </a:cubicBezTo>
                    <a:cubicBezTo>
                      <a:pt x="4613" y="9679"/>
                      <a:pt x="4702" y="9667"/>
                      <a:pt x="4790" y="9641"/>
                    </a:cubicBezTo>
                    <a:cubicBezTo>
                      <a:pt x="5357" y="9483"/>
                      <a:pt x="5703" y="8916"/>
                      <a:pt x="5546" y="8381"/>
                    </a:cubicBezTo>
                    <a:lnTo>
                      <a:pt x="4821" y="5640"/>
                    </a:lnTo>
                    <a:cubicBezTo>
                      <a:pt x="4790" y="5482"/>
                      <a:pt x="4727" y="5325"/>
                      <a:pt x="4601" y="5199"/>
                    </a:cubicBezTo>
                    <a:cubicBezTo>
                      <a:pt x="4758" y="5010"/>
                      <a:pt x="4884" y="4758"/>
                      <a:pt x="4884" y="4474"/>
                    </a:cubicBezTo>
                    <a:cubicBezTo>
                      <a:pt x="4884" y="3907"/>
                      <a:pt x="4412" y="3466"/>
                      <a:pt x="3844" y="3466"/>
                    </a:cubicBezTo>
                    <a:lnTo>
                      <a:pt x="3088" y="3466"/>
                    </a:lnTo>
                    <a:lnTo>
                      <a:pt x="2710" y="2647"/>
                    </a:lnTo>
                    <a:cubicBezTo>
                      <a:pt x="3183" y="2395"/>
                      <a:pt x="3529" y="1922"/>
                      <a:pt x="3529" y="1387"/>
                    </a:cubicBezTo>
                    <a:cubicBezTo>
                      <a:pt x="3529" y="630"/>
                      <a:pt x="2899" y="0"/>
                      <a:pt x="2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02" name="Google Shape;2302;p63"/>
              <p:cNvSpPr/>
              <p:nvPr/>
            </p:nvSpPr>
            <p:spPr>
              <a:xfrm>
                <a:off x="839850" y="2371925"/>
                <a:ext cx="143375" cy="242625"/>
              </a:xfrm>
              <a:custGeom>
                <a:rect b="b" l="l" r="r" t="t"/>
                <a:pathLst>
                  <a:path extrusionOk="0" h="9705" w="5735">
                    <a:moveTo>
                      <a:pt x="3624" y="662"/>
                    </a:moveTo>
                    <a:cubicBezTo>
                      <a:pt x="4002" y="662"/>
                      <a:pt x="4317" y="977"/>
                      <a:pt x="4317" y="1355"/>
                    </a:cubicBezTo>
                    <a:cubicBezTo>
                      <a:pt x="4317" y="1765"/>
                      <a:pt x="4002" y="2080"/>
                      <a:pt x="3624" y="2080"/>
                    </a:cubicBezTo>
                    <a:cubicBezTo>
                      <a:pt x="3214" y="2080"/>
                      <a:pt x="2899" y="1765"/>
                      <a:pt x="2899" y="1355"/>
                    </a:cubicBezTo>
                    <a:cubicBezTo>
                      <a:pt x="2899" y="977"/>
                      <a:pt x="3214" y="662"/>
                      <a:pt x="3624" y="662"/>
                    </a:cubicBezTo>
                    <a:close/>
                    <a:moveTo>
                      <a:pt x="4317" y="6900"/>
                    </a:moveTo>
                    <a:lnTo>
                      <a:pt x="4474" y="7593"/>
                    </a:lnTo>
                    <a:lnTo>
                      <a:pt x="2490" y="7593"/>
                    </a:lnTo>
                    <a:lnTo>
                      <a:pt x="2647" y="6900"/>
                    </a:lnTo>
                    <a:close/>
                    <a:moveTo>
                      <a:pt x="3962" y="2731"/>
                    </a:moveTo>
                    <a:cubicBezTo>
                      <a:pt x="4108" y="2731"/>
                      <a:pt x="4250" y="2818"/>
                      <a:pt x="4285" y="2993"/>
                    </a:cubicBezTo>
                    <a:lnTo>
                      <a:pt x="4979" y="5734"/>
                    </a:lnTo>
                    <a:cubicBezTo>
                      <a:pt x="5010" y="6018"/>
                      <a:pt x="4853" y="6207"/>
                      <a:pt x="4632" y="6207"/>
                    </a:cubicBezTo>
                    <a:lnTo>
                      <a:pt x="2395" y="6207"/>
                    </a:lnTo>
                    <a:cubicBezTo>
                      <a:pt x="2238" y="6207"/>
                      <a:pt x="2080" y="6333"/>
                      <a:pt x="2049" y="6490"/>
                    </a:cubicBezTo>
                    <a:lnTo>
                      <a:pt x="1482" y="8727"/>
                    </a:lnTo>
                    <a:cubicBezTo>
                      <a:pt x="1456" y="8883"/>
                      <a:pt x="1323" y="8996"/>
                      <a:pt x="1154" y="8996"/>
                    </a:cubicBezTo>
                    <a:cubicBezTo>
                      <a:pt x="1118" y="8996"/>
                      <a:pt x="1080" y="8990"/>
                      <a:pt x="1040" y="8979"/>
                    </a:cubicBezTo>
                    <a:cubicBezTo>
                      <a:pt x="851" y="8916"/>
                      <a:pt x="725" y="8727"/>
                      <a:pt x="820" y="8538"/>
                    </a:cubicBezTo>
                    <a:lnTo>
                      <a:pt x="1513" y="5766"/>
                    </a:lnTo>
                    <a:cubicBezTo>
                      <a:pt x="1576" y="5608"/>
                      <a:pt x="1671" y="5514"/>
                      <a:pt x="1891" y="5514"/>
                    </a:cubicBezTo>
                    <a:lnTo>
                      <a:pt x="3246" y="5514"/>
                    </a:lnTo>
                    <a:cubicBezTo>
                      <a:pt x="3655" y="5514"/>
                      <a:pt x="4002" y="5262"/>
                      <a:pt x="4222" y="4915"/>
                    </a:cubicBezTo>
                    <a:cubicBezTo>
                      <a:pt x="4285" y="4758"/>
                      <a:pt x="4222" y="4537"/>
                      <a:pt x="4033" y="4442"/>
                    </a:cubicBezTo>
                    <a:cubicBezTo>
                      <a:pt x="3993" y="4426"/>
                      <a:pt x="3948" y="4418"/>
                      <a:pt x="3902" y="4418"/>
                    </a:cubicBezTo>
                    <a:cubicBezTo>
                      <a:pt x="3770" y="4418"/>
                      <a:pt x="3631" y="4483"/>
                      <a:pt x="3561" y="4600"/>
                    </a:cubicBezTo>
                    <a:cubicBezTo>
                      <a:pt x="3529" y="4726"/>
                      <a:pt x="3372" y="4789"/>
                      <a:pt x="3246" y="4789"/>
                    </a:cubicBezTo>
                    <a:lnTo>
                      <a:pt x="1891" y="4789"/>
                    </a:lnTo>
                    <a:cubicBezTo>
                      <a:pt x="1671" y="4789"/>
                      <a:pt x="1513" y="4631"/>
                      <a:pt x="1513" y="4442"/>
                    </a:cubicBezTo>
                    <a:cubicBezTo>
                      <a:pt x="1513" y="4253"/>
                      <a:pt x="1671" y="4096"/>
                      <a:pt x="1891" y="4096"/>
                    </a:cubicBezTo>
                    <a:lnTo>
                      <a:pt x="2836" y="4096"/>
                    </a:lnTo>
                    <a:cubicBezTo>
                      <a:pt x="2931" y="4096"/>
                      <a:pt x="3057" y="4001"/>
                      <a:pt x="3151" y="3907"/>
                    </a:cubicBezTo>
                    <a:cubicBezTo>
                      <a:pt x="3151" y="3844"/>
                      <a:pt x="3655" y="2899"/>
                      <a:pt x="3655" y="2899"/>
                    </a:cubicBezTo>
                    <a:cubicBezTo>
                      <a:pt x="3725" y="2787"/>
                      <a:pt x="3845" y="2731"/>
                      <a:pt x="3962" y="2731"/>
                    </a:cubicBezTo>
                    <a:close/>
                    <a:moveTo>
                      <a:pt x="3529" y="0"/>
                    </a:moveTo>
                    <a:cubicBezTo>
                      <a:pt x="2805" y="0"/>
                      <a:pt x="2175" y="630"/>
                      <a:pt x="2175" y="1355"/>
                    </a:cubicBezTo>
                    <a:cubicBezTo>
                      <a:pt x="2175" y="1922"/>
                      <a:pt x="2490" y="2395"/>
                      <a:pt x="2994" y="2615"/>
                    </a:cubicBezTo>
                    <a:lnTo>
                      <a:pt x="2584" y="3466"/>
                    </a:lnTo>
                    <a:lnTo>
                      <a:pt x="1860" y="3466"/>
                    </a:lnTo>
                    <a:cubicBezTo>
                      <a:pt x="1261" y="3466"/>
                      <a:pt x="820" y="3938"/>
                      <a:pt x="820" y="4474"/>
                    </a:cubicBezTo>
                    <a:cubicBezTo>
                      <a:pt x="820" y="4758"/>
                      <a:pt x="946" y="4978"/>
                      <a:pt x="1103" y="5199"/>
                    </a:cubicBezTo>
                    <a:cubicBezTo>
                      <a:pt x="977" y="5325"/>
                      <a:pt x="914" y="5451"/>
                      <a:pt x="851" y="5608"/>
                    </a:cubicBezTo>
                    <a:lnTo>
                      <a:pt x="158" y="8381"/>
                    </a:lnTo>
                    <a:cubicBezTo>
                      <a:pt x="1" y="8916"/>
                      <a:pt x="347" y="9483"/>
                      <a:pt x="914" y="9641"/>
                    </a:cubicBezTo>
                    <a:cubicBezTo>
                      <a:pt x="1002" y="9667"/>
                      <a:pt x="1091" y="9679"/>
                      <a:pt x="1178" y="9679"/>
                    </a:cubicBezTo>
                    <a:cubicBezTo>
                      <a:pt x="1624" y="9679"/>
                      <a:pt x="2038" y="9359"/>
                      <a:pt x="2143" y="8885"/>
                    </a:cubicBezTo>
                    <a:lnTo>
                      <a:pt x="2332" y="8286"/>
                    </a:lnTo>
                    <a:lnTo>
                      <a:pt x="4695" y="8286"/>
                    </a:lnTo>
                    <a:lnTo>
                      <a:pt x="4947" y="9452"/>
                    </a:lnTo>
                    <a:cubicBezTo>
                      <a:pt x="4995" y="9597"/>
                      <a:pt x="5118" y="9704"/>
                      <a:pt x="5257" y="9704"/>
                    </a:cubicBezTo>
                    <a:cubicBezTo>
                      <a:pt x="5300" y="9704"/>
                      <a:pt x="5344" y="9694"/>
                      <a:pt x="5388" y="9672"/>
                    </a:cubicBezTo>
                    <a:cubicBezTo>
                      <a:pt x="5577" y="9641"/>
                      <a:pt x="5703" y="9452"/>
                      <a:pt x="5609" y="9231"/>
                    </a:cubicBezTo>
                    <a:lnTo>
                      <a:pt x="5042" y="6805"/>
                    </a:lnTo>
                    <a:cubicBezTo>
                      <a:pt x="5514" y="6616"/>
                      <a:pt x="5735" y="6144"/>
                      <a:pt x="5640" y="5640"/>
                    </a:cubicBezTo>
                    <a:lnTo>
                      <a:pt x="4916" y="2867"/>
                    </a:lnTo>
                    <a:cubicBezTo>
                      <a:pt x="4884" y="2647"/>
                      <a:pt x="4758" y="2489"/>
                      <a:pt x="4569" y="2332"/>
                    </a:cubicBezTo>
                    <a:cubicBezTo>
                      <a:pt x="4790" y="2080"/>
                      <a:pt x="4916" y="1733"/>
                      <a:pt x="4916" y="1355"/>
                    </a:cubicBezTo>
                    <a:cubicBezTo>
                      <a:pt x="4916" y="630"/>
                      <a:pt x="4285" y="0"/>
                      <a:pt x="3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03" name="Google Shape;2303;p63"/>
              <p:cNvSpPr/>
              <p:nvPr/>
            </p:nvSpPr>
            <p:spPr>
              <a:xfrm>
                <a:off x="772900" y="2318350"/>
                <a:ext cx="122125" cy="105075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04" name="Google Shape;2304;p63"/>
            <p:cNvGrpSpPr/>
            <p:nvPr/>
          </p:nvGrpSpPr>
          <p:grpSpPr>
            <a:xfrm>
              <a:off x="8403183" y="3824282"/>
              <a:ext cx="2606400" cy="769589"/>
              <a:chOff x="8927744" y="4932607"/>
              <a:chExt cx="2606400" cy="769589"/>
            </a:xfrm>
          </p:grpSpPr>
          <p:sp>
            <p:nvSpPr>
              <p:cNvPr id="2305" name="Google Shape;2305;p63"/>
              <p:cNvSpPr txBox="1"/>
              <p:nvPr/>
            </p:nvSpPr>
            <p:spPr>
              <a:xfrm>
                <a:off x="8927744" y="4932607"/>
                <a:ext cx="2606400" cy="32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600"/>
                  <a:buFont typeface="Lora"/>
                  <a:buNone/>
                </a:pPr>
                <a:r>
                  <a:rPr b="1" lang="en-IN" sz="16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06" name="Google Shape;2306;p63"/>
              <p:cNvSpPr txBox="1"/>
              <p:nvPr/>
            </p:nvSpPr>
            <p:spPr>
              <a:xfrm>
                <a:off x="9155323" y="5123496"/>
                <a:ext cx="2151300" cy="57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05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</p:grpSp>
        <p:sp>
          <p:nvSpPr>
            <p:cNvPr id="2307" name="Google Shape;2307;p63"/>
            <p:cNvSpPr/>
            <p:nvPr/>
          </p:nvSpPr>
          <p:spPr>
            <a:xfrm>
              <a:off x="9273841" y="2830361"/>
              <a:ext cx="865038" cy="865038"/>
            </a:xfrm>
            <a:custGeom>
              <a:rect b="b" l="l" r="r" t="t"/>
              <a:pathLst>
                <a:path extrusionOk="0" h="19351" w="19351">
                  <a:moveTo>
                    <a:pt x="9660" y="1"/>
                  </a:moveTo>
                  <a:cubicBezTo>
                    <a:pt x="4339" y="1"/>
                    <a:pt x="1" y="4339"/>
                    <a:pt x="1" y="9691"/>
                  </a:cubicBezTo>
                  <a:cubicBezTo>
                    <a:pt x="1" y="15012"/>
                    <a:pt x="4339" y="19350"/>
                    <a:pt x="9660" y="19350"/>
                  </a:cubicBezTo>
                  <a:cubicBezTo>
                    <a:pt x="15012" y="19350"/>
                    <a:pt x="19351" y="15012"/>
                    <a:pt x="19351" y="9691"/>
                  </a:cubicBezTo>
                  <a:cubicBezTo>
                    <a:pt x="19351" y="4339"/>
                    <a:pt x="15012" y="1"/>
                    <a:pt x="9660" y="1"/>
                  </a:cubicBezTo>
                  <a:close/>
                </a:path>
              </a:pathLst>
            </a:custGeom>
            <a:solidFill>
              <a:srgbClr val="1D51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08" name="Google Shape;2308;p63"/>
            <p:cNvSpPr/>
            <p:nvPr/>
          </p:nvSpPr>
          <p:spPr>
            <a:xfrm>
              <a:off x="9486109" y="3037124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09" name="Google Shape;2309;p63"/>
            <p:cNvSpPr txBox="1"/>
            <p:nvPr/>
          </p:nvSpPr>
          <p:spPr>
            <a:xfrm>
              <a:off x="5101621" y="1360002"/>
              <a:ext cx="1988700" cy="4002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0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Recruitment 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4" name="Google Shape;2314;p64"/>
          <p:cNvGrpSpPr/>
          <p:nvPr/>
        </p:nvGrpSpPr>
        <p:grpSpPr>
          <a:xfrm>
            <a:off x="597264" y="1494881"/>
            <a:ext cx="10997655" cy="4887572"/>
            <a:chOff x="457225" y="1045150"/>
            <a:chExt cx="8240413" cy="3662200"/>
          </a:xfrm>
        </p:grpSpPr>
        <p:grpSp>
          <p:nvGrpSpPr>
            <p:cNvPr id="2315" name="Google Shape;2315;p64"/>
            <p:cNvGrpSpPr/>
            <p:nvPr/>
          </p:nvGrpSpPr>
          <p:grpSpPr>
            <a:xfrm>
              <a:off x="457225" y="1739700"/>
              <a:ext cx="1731138" cy="2253350"/>
              <a:chOff x="457225" y="1739700"/>
              <a:chExt cx="1731138" cy="2253350"/>
            </a:xfrm>
          </p:grpSpPr>
          <p:sp>
            <p:nvSpPr>
              <p:cNvPr id="2316" name="Google Shape;2316;p64"/>
              <p:cNvSpPr/>
              <p:nvPr/>
            </p:nvSpPr>
            <p:spPr>
              <a:xfrm>
                <a:off x="457225" y="2542975"/>
                <a:ext cx="1731000" cy="12957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17" name="Google Shape;2317;p64"/>
              <p:cNvSpPr/>
              <p:nvPr/>
            </p:nvSpPr>
            <p:spPr>
              <a:xfrm>
                <a:off x="457225" y="1759451"/>
                <a:ext cx="1731000" cy="7836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18" name="Google Shape;2318;p64"/>
              <p:cNvSpPr/>
              <p:nvPr/>
            </p:nvSpPr>
            <p:spPr>
              <a:xfrm>
                <a:off x="457363" y="3838550"/>
                <a:ext cx="1731000" cy="154500"/>
              </a:xfrm>
              <a:prstGeom prst="rect">
                <a:avLst/>
              </a:prstGeom>
              <a:solidFill>
                <a:schemeClr val="dk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19" name="Google Shape;2319;p64"/>
              <p:cNvSpPr txBox="1"/>
              <p:nvPr/>
            </p:nvSpPr>
            <p:spPr>
              <a:xfrm>
                <a:off x="590650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Sourcing strategy</a:t>
                </a:r>
                <a:endParaRPr b="1" sz="19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20" name="Google Shape;2320;p64"/>
            <p:cNvGrpSpPr/>
            <p:nvPr/>
          </p:nvGrpSpPr>
          <p:grpSpPr>
            <a:xfrm>
              <a:off x="2623475" y="1739700"/>
              <a:ext cx="1731163" cy="2253350"/>
              <a:chOff x="2623475" y="1739700"/>
              <a:chExt cx="1731163" cy="2253350"/>
            </a:xfrm>
          </p:grpSpPr>
          <p:sp>
            <p:nvSpPr>
              <p:cNvPr id="2321" name="Google Shape;2321;p64"/>
              <p:cNvSpPr/>
              <p:nvPr/>
            </p:nvSpPr>
            <p:spPr>
              <a:xfrm>
                <a:off x="2623475" y="2542975"/>
                <a:ext cx="1731000" cy="12957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22" name="Google Shape;2322;p64"/>
              <p:cNvSpPr/>
              <p:nvPr/>
            </p:nvSpPr>
            <p:spPr>
              <a:xfrm>
                <a:off x="2623492" y="1759451"/>
                <a:ext cx="1731000" cy="7836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23" name="Google Shape;2323;p64"/>
              <p:cNvSpPr/>
              <p:nvPr/>
            </p:nvSpPr>
            <p:spPr>
              <a:xfrm>
                <a:off x="2623638" y="3838550"/>
                <a:ext cx="1731000" cy="1545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24" name="Google Shape;2324;p64"/>
              <p:cNvSpPr txBox="1"/>
              <p:nvPr/>
            </p:nvSpPr>
            <p:spPr>
              <a:xfrm>
                <a:off x="2756918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Successful recruitment</a:t>
                </a:r>
                <a:endParaRPr b="1" sz="19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25" name="Google Shape;2325;p64"/>
            <p:cNvGrpSpPr/>
            <p:nvPr/>
          </p:nvGrpSpPr>
          <p:grpSpPr>
            <a:xfrm>
              <a:off x="4789575" y="1739700"/>
              <a:ext cx="1731160" cy="2253350"/>
              <a:chOff x="4789575" y="1739700"/>
              <a:chExt cx="1731160" cy="2253350"/>
            </a:xfrm>
          </p:grpSpPr>
          <p:sp>
            <p:nvSpPr>
              <p:cNvPr id="2326" name="Google Shape;2326;p64"/>
              <p:cNvSpPr/>
              <p:nvPr/>
            </p:nvSpPr>
            <p:spPr>
              <a:xfrm>
                <a:off x="4789575" y="2542975"/>
                <a:ext cx="1731000" cy="1295700"/>
              </a:xfrm>
              <a:prstGeom prst="rect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27" name="Google Shape;2327;p64"/>
              <p:cNvSpPr/>
              <p:nvPr/>
            </p:nvSpPr>
            <p:spPr>
              <a:xfrm>
                <a:off x="4789582" y="1759451"/>
                <a:ext cx="1731000" cy="7836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28" name="Google Shape;2328;p64"/>
              <p:cNvSpPr/>
              <p:nvPr/>
            </p:nvSpPr>
            <p:spPr>
              <a:xfrm>
                <a:off x="4789735" y="3838550"/>
                <a:ext cx="1731000" cy="154500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29" name="Google Shape;2329;p64"/>
              <p:cNvSpPr txBox="1"/>
              <p:nvPr/>
            </p:nvSpPr>
            <p:spPr>
              <a:xfrm>
                <a:off x="4923007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Screening tools</a:t>
                </a:r>
                <a:endParaRPr b="1" sz="19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30" name="Google Shape;2330;p64"/>
            <p:cNvGrpSpPr/>
            <p:nvPr/>
          </p:nvGrpSpPr>
          <p:grpSpPr>
            <a:xfrm>
              <a:off x="6955825" y="1739700"/>
              <a:ext cx="1731162" cy="2253350"/>
              <a:chOff x="6955825" y="1739700"/>
              <a:chExt cx="1731162" cy="2253350"/>
            </a:xfrm>
          </p:grpSpPr>
          <p:sp>
            <p:nvSpPr>
              <p:cNvPr id="2331" name="Google Shape;2331;p64"/>
              <p:cNvSpPr/>
              <p:nvPr/>
            </p:nvSpPr>
            <p:spPr>
              <a:xfrm>
                <a:off x="6955825" y="2542975"/>
                <a:ext cx="1731000" cy="1295700"/>
              </a:xfrm>
              <a:prstGeom prst="rect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400">
                    <a:solidFill>
                      <a:srgbClr val="262626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32" name="Google Shape;2332;p64"/>
              <p:cNvSpPr/>
              <p:nvPr/>
            </p:nvSpPr>
            <p:spPr>
              <a:xfrm>
                <a:off x="6955826" y="1759451"/>
                <a:ext cx="1731000" cy="7836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33" name="Google Shape;2333;p64"/>
              <p:cNvSpPr/>
              <p:nvPr/>
            </p:nvSpPr>
            <p:spPr>
              <a:xfrm>
                <a:off x="6955987" y="3838550"/>
                <a:ext cx="1731000" cy="154500"/>
              </a:xfrm>
              <a:prstGeom prst="rect">
                <a:avLst/>
              </a:prstGeom>
              <a:solidFill>
                <a:schemeClr val="accent2"/>
              </a:solidFill>
              <a:ln cap="flat" cmpd="sng" w="95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alibri"/>
                  <a:buNone/>
                </a:pPr>
                <a:r>
                  <a:t/>
                </a:r>
                <a:endParaRPr sz="12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334" name="Google Shape;2334;p64"/>
              <p:cNvSpPr txBox="1"/>
              <p:nvPr/>
            </p:nvSpPr>
            <p:spPr>
              <a:xfrm>
                <a:off x="7089250" y="1739700"/>
                <a:ext cx="1464300" cy="7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Lora"/>
                  <a:buNone/>
                </a:pPr>
                <a:r>
                  <a:rPr b="1" lang="en-IN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Employer brand</a:t>
                </a:r>
                <a:endParaRPr b="1" sz="1800">
                  <a:solidFill>
                    <a:schemeClr val="lt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2335" name="Google Shape;2335;p64"/>
            <p:cNvSpPr/>
            <p:nvPr/>
          </p:nvSpPr>
          <p:spPr>
            <a:xfrm>
              <a:off x="459938" y="4145450"/>
              <a:ext cx="8237700" cy="5619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dk2"/>
                </a:gs>
                <a:gs pos="30000">
                  <a:schemeClr val="lt2"/>
                </a:gs>
                <a:gs pos="6500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36" name="Google Shape;2336;p64"/>
            <p:cNvSpPr/>
            <p:nvPr/>
          </p:nvSpPr>
          <p:spPr>
            <a:xfrm flipH="1">
              <a:off x="459938" y="1045150"/>
              <a:ext cx="8237700" cy="5619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dk2"/>
                </a:gs>
                <a:gs pos="30000">
                  <a:schemeClr val="lt2"/>
                </a:gs>
                <a:gs pos="6500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cxnSp>
          <p:nvCxnSpPr>
            <p:cNvPr id="2337" name="Google Shape;2337;p64"/>
            <p:cNvCxnSpPr>
              <a:stCxn id="2316" idx="3"/>
              <a:endCxn id="2321" idx="1"/>
            </p:cNvCxnSpPr>
            <p:nvPr/>
          </p:nvCxnSpPr>
          <p:spPr>
            <a:xfrm>
              <a:off x="2188225" y="3190825"/>
              <a:ext cx="435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8" name="Google Shape;2338;p64"/>
            <p:cNvCxnSpPr>
              <a:stCxn id="2321" idx="3"/>
              <a:endCxn id="2326" idx="1"/>
            </p:cNvCxnSpPr>
            <p:nvPr/>
          </p:nvCxnSpPr>
          <p:spPr>
            <a:xfrm>
              <a:off x="4354475" y="3190825"/>
              <a:ext cx="435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9" name="Google Shape;2339;p64"/>
            <p:cNvCxnSpPr>
              <a:stCxn id="2326" idx="3"/>
              <a:endCxn id="2331" idx="1"/>
            </p:cNvCxnSpPr>
            <p:nvPr/>
          </p:nvCxnSpPr>
          <p:spPr>
            <a:xfrm>
              <a:off x="6520575" y="3190825"/>
              <a:ext cx="435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4" name="Google Shape;2344;p65"/>
          <p:cNvGrpSpPr/>
          <p:nvPr/>
        </p:nvGrpSpPr>
        <p:grpSpPr>
          <a:xfrm>
            <a:off x="654086" y="1652889"/>
            <a:ext cx="10883964" cy="4480211"/>
            <a:chOff x="654086" y="1652889"/>
            <a:chExt cx="10883964" cy="4480211"/>
          </a:xfrm>
        </p:grpSpPr>
        <p:grpSp>
          <p:nvGrpSpPr>
            <p:cNvPr id="2345" name="Google Shape;2345;p65"/>
            <p:cNvGrpSpPr/>
            <p:nvPr/>
          </p:nvGrpSpPr>
          <p:grpSpPr>
            <a:xfrm>
              <a:off x="3627037" y="1652889"/>
              <a:ext cx="4848225" cy="4480211"/>
              <a:chOff x="2131" y="748"/>
              <a:chExt cx="3054" cy="2822"/>
            </a:xfrm>
          </p:grpSpPr>
          <p:sp>
            <p:nvSpPr>
              <p:cNvPr id="2346" name="Google Shape;2346;p65"/>
              <p:cNvSpPr/>
              <p:nvPr/>
            </p:nvSpPr>
            <p:spPr>
              <a:xfrm>
                <a:off x="2394" y="748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439" y="310"/>
                    </a:moveTo>
                    <a:cubicBezTo>
                      <a:pt x="156" y="310"/>
                      <a:pt x="156" y="310"/>
                      <a:pt x="156" y="310"/>
                    </a:cubicBezTo>
                    <a:cubicBezTo>
                      <a:pt x="70" y="310"/>
                      <a:pt x="0" y="241"/>
                      <a:pt x="0" y="155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70" y="0"/>
                      <a:pt x="156" y="0"/>
                    </a:cubicBezTo>
                    <a:cubicBezTo>
                      <a:pt x="439" y="0"/>
                      <a:pt x="439" y="0"/>
                      <a:pt x="439" y="0"/>
                    </a:cubicBezTo>
                    <a:lnTo>
                      <a:pt x="439" y="31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65"/>
              <p:cNvSpPr/>
              <p:nvPr/>
            </p:nvSpPr>
            <p:spPr>
              <a:xfrm>
                <a:off x="2394" y="1803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439" y="310"/>
                    </a:moveTo>
                    <a:cubicBezTo>
                      <a:pt x="156" y="310"/>
                      <a:pt x="156" y="310"/>
                      <a:pt x="156" y="310"/>
                    </a:cubicBezTo>
                    <a:cubicBezTo>
                      <a:pt x="70" y="310"/>
                      <a:pt x="0" y="241"/>
                      <a:pt x="0" y="155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69"/>
                      <a:pt x="70" y="0"/>
                      <a:pt x="156" y="0"/>
                    </a:cubicBezTo>
                    <a:cubicBezTo>
                      <a:pt x="439" y="0"/>
                      <a:pt x="439" y="0"/>
                      <a:pt x="439" y="0"/>
                    </a:cubicBezTo>
                    <a:lnTo>
                      <a:pt x="439" y="3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65"/>
              <p:cNvSpPr/>
              <p:nvPr/>
            </p:nvSpPr>
            <p:spPr>
              <a:xfrm>
                <a:off x="2394" y="2830"/>
                <a:ext cx="1043" cy="740"/>
              </a:xfrm>
              <a:custGeom>
                <a:rect b="b" l="l" r="r" t="t"/>
                <a:pathLst>
                  <a:path extrusionOk="0" h="311" w="439">
                    <a:moveTo>
                      <a:pt x="439" y="311"/>
                    </a:moveTo>
                    <a:cubicBezTo>
                      <a:pt x="156" y="311"/>
                      <a:pt x="156" y="311"/>
                      <a:pt x="156" y="311"/>
                    </a:cubicBezTo>
                    <a:cubicBezTo>
                      <a:pt x="70" y="311"/>
                      <a:pt x="0" y="241"/>
                      <a:pt x="0" y="155"/>
                    </a:cubicBezTo>
                    <a:cubicBezTo>
                      <a:pt x="0" y="155"/>
                      <a:pt x="0" y="155"/>
                      <a:pt x="0" y="155"/>
                    </a:cubicBezTo>
                    <a:cubicBezTo>
                      <a:pt x="0" y="70"/>
                      <a:pt x="70" y="0"/>
                      <a:pt x="156" y="0"/>
                    </a:cubicBezTo>
                    <a:cubicBezTo>
                      <a:pt x="439" y="0"/>
                      <a:pt x="439" y="0"/>
                      <a:pt x="439" y="0"/>
                    </a:cubicBezTo>
                    <a:lnTo>
                      <a:pt x="439" y="31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9" name="Google Shape;2349;p65"/>
              <p:cNvSpPr/>
              <p:nvPr/>
            </p:nvSpPr>
            <p:spPr>
              <a:xfrm>
                <a:off x="3862" y="748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0" y="310"/>
                    </a:moveTo>
                    <a:cubicBezTo>
                      <a:pt x="284" y="310"/>
                      <a:pt x="284" y="310"/>
                      <a:pt x="284" y="310"/>
                    </a:cubicBezTo>
                    <a:cubicBezTo>
                      <a:pt x="369" y="310"/>
                      <a:pt x="439" y="241"/>
                      <a:pt x="439" y="155"/>
                    </a:cubicBezTo>
                    <a:cubicBezTo>
                      <a:pt x="439" y="155"/>
                      <a:pt x="439" y="155"/>
                      <a:pt x="439" y="155"/>
                    </a:cubicBezTo>
                    <a:cubicBezTo>
                      <a:pt x="439" y="69"/>
                      <a:pt x="369" y="0"/>
                      <a:pt x="28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0" name="Google Shape;2350;p65"/>
              <p:cNvSpPr/>
              <p:nvPr/>
            </p:nvSpPr>
            <p:spPr>
              <a:xfrm>
                <a:off x="3862" y="1803"/>
                <a:ext cx="1043" cy="737"/>
              </a:xfrm>
              <a:custGeom>
                <a:rect b="b" l="l" r="r" t="t"/>
                <a:pathLst>
                  <a:path extrusionOk="0" h="310" w="439">
                    <a:moveTo>
                      <a:pt x="0" y="310"/>
                    </a:moveTo>
                    <a:cubicBezTo>
                      <a:pt x="284" y="310"/>
                      <a:pt x="284" y="310"/>
                      <a:pt x="284" y="310"/>
                    </a:cubicBezTo>
                    <a:cubicBezTo>
                      <a:pt x="369" y="310"/>
                      <a:pt x="439" y="241"/>
                      <a:pt x="439" y="155"/>
                    </a:cubicBezTo>
                    <a:cubicBezTo>
                      <a:pt x="439" y="155"/>
                      <a:pt x="439" y="155"/>
                      <a:pt x="439" y="155"/>
                    </a:cubicBezTo>
                    <a:cubicBezTo>
                      <a:pt x="439" y="69"/>
                      <a:pt x="369" y="0"/>
                      <a:pt x="28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1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65"/>
              <p:cNvSpPr/>
              <p:nvPr/>
            </p:nvSpPr>
            <p:spPr>
              <a:xfrm>
                <a:off x="3862" y="2830"/>
                <a:ext cx="1043" cy="740"/>
              </a:xfrm>
              <a:custGeom>
                <a:rect b="b" l="l" r="r" t="t"/>
                <a:pathLst>
                  <a:path extrusionOk="0" h="311" w="439">
                    <a:moveTo>
                      <a:pt x="0" y="311"/>
                    </a:moveTo>
                    <a:cubicBezTo>
                      <a:pt x="284" y="311"/>
                      <a:pt x="284" y="311"/>
                      <a:pt x="284" y="311"/>
                    </a:cubicBezTo>
                    <a:cubicBezTo>
                      <a:pt x="369" y="311"/>
                      <a:pt x="439" y="241"/>
                      <a:pt x="439" y="155"/>
                    </a:cubicBezTo>
                    <a:cubicBezTo>
                      <a:pt x="439" y="155"/>
                      <a:pt x="439" y="155"/>
                      <a:pt x="439" y="155"/>
                    </a:cubicBezTo>
                    <a:cubicBezTo>
                      <a:pt x="439" y="70"/>
                      <a:pt x="369" y="0"/>
                      <a:pt x="28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65"/>
              <p:cNvSpPr/>
              <p:nvPr/>
            </p:nvSpPr>
            <p:spPr>
              <a:xfrm>
                <a:off x="2131" y="793"/>
                <a:ext cx="600" cy="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65"/>
              <p:cNvSpPr/>
              <p:nvPr/>
            </p:nvSpPr>
            <p:spPr>
              <a:xfrm>
                <a:off x="2195" y="857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4" name="Google Shape;2354;p65"/>
              <p:cNvSpPr/>
              <p:nvPr/>
            </p:nvSpPr>
            <p:spPr>
              <a:xfrm>
                <a:off x="2233" y="895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65"/>
              <p:cNvSpPr/>
              <p:nvPr/>
            </p:nvSpPr>
            <p:spPr>
              <a:xfrm>
                <a:off x="2131" y="1849"/>
                <a:ext cx="600" cy="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65"/>
              <p:cNvSpPr/>
              <p:nvPr/>
            </p:nvSpPr>
            <p:spPr>
              <a:xfrm>
                <a:off x="2195" y="1913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65"/>
              <p:cNvSpPr/>
              <p:nvPr/>
            </p:nvSpPr>
            <p:spPr>
              <a:xfrm>
                <a:off x="2233" y="1951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8" name="Google Shape;2358;p65"/>
              <p:cNvSpPr/>
              <p:nvPr/>
            </p:nvSpPr>
            <p:spPr>
              <a:xfrm>
                <a:off x="2131" y="2878"/>
                <a:ext cx="600" cy="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65"/>
              <p:cNvSpPr/>
              <p:nvPr/>
            </p:nvSpPr>
            <p:spPr>
              <a:xfrm>
                <a:off x="2195" y="2940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65"/>
              <p:cNvSpPr/>
              <p:nvPr/>
            </p:nvSpPr>
            <p:spPr>
              <a:xfrm>
                <a:off x="2233" y="297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65"/>
              <p:cNvSpPr/>
              <p:nvPr/>
            </p:nvSpPr>
            <p:spPr>
              <a:xfrm>
                <a:off x="4520" y="793"/>
                <a:ext cx="600" cy="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65"/>
              <p:cNvSpPr/>
              <p:nvPr/>
            </p:nvSpPr>
            <p:spPr>
              <a:xfrm>
                <a:off x="4585" y="857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65"/>
              <p:cNvSpPr/>
              <p:nvPr/>
            </p:nvSpPr>
            <p:spPr>
              <a:xfrm>
                <a:off x="4623" y="895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65"/>
              <p:cNvSpPr/>
              <p:nvPr/>
            </p:nvSpPr>
            <p:spPr>
              <a:xfrm>
                <a:off x="4520" y="1849"/>
                <a:ext cx="600" cy="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65"/>
              <p:cNvSpPr/>
              <p:nvPr/>
            </p:nvSpPr>
            <p:spPr>
              <a:xfrm>
                <a:off x="4585" y="1913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65"/>
              <p:cNvSpPr/>
              <p:nvPr/>
            </p:nvSpPr>
            <p:spPr>
              <a:xfrm>
                <a:off x="4623" y="1951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65"/>
              <p:cNvSpPr/>
              <p:nvPr/>
            </p:nvSpPr>
            <p:spPr>
              <a:xfrm>
                <a:off x="4520" y="2878"/>
                <a:ext cx="600" cy="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63500" sx="102000" rotWithShape="0" algn="ctr" sy="1020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65"/>
              <p:cNvSpPr/>
              <p:nvPr/>
            </p:nvSpPr>
            <p:spPr>
              <a:xfrm>
                <a:off x="4585" y="2940"/>
                <a:ext cx="600" cy="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65"/>
              <p:cNvSpPr/>
              <p:nvPr/>
            </p:nvSpPr>
            <p:spPr>
              <a:xfrm>
                <a:off x="4623" y="2978"/>
                <a:ext cx="300" cy="300"/>
              </a:xfrm>
              <a:prstGeom prst="ellipse">
                <a:avLst/>
              </a:prstGeom>
              <a:solidFill>
                <a:srgbClr val="FFFFFF"/>
              </a:solidFill>
              <a:ln cap="flat" cmpd="sng" w="14275">
                <a:solidFill>
                  <a:srgbClr val="A5A5A5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0" name="Google Shape;2370;p65"/>
            <p:cNvGrpSpPr/>
            <p:nvPr/>
          </p:nvGrpSpPr>
          <p:grpSpPr>
            <a:xfrm>
              <a:off x="8705450" y="1884814"/>
              <a:ext cx="2832600" cy="806028"/>
              <a:chOff x="7334135" y="1981003"/>
              <a:chExt cx="2832600" cy="806028"/>
            </a:xfrm>
          </p:grpSpPr>
          <p:sp>
            <p:nvSpPr>
              <p:cNvPr id="2371" name="Google Shape;2371;p65"/>
              <p:cNvSpPr txBox="1"/>
              <p:nvPr/>
            </p:nvSpPr>
            <p:spPr>
              <a:xfrm>
                <a:off x="7334135" y="2348131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72" name="Google Shape;2372;p65"/>
              <p:cNvSpPr txBox="1"/>
              <p:nvPr/>
            </p:nvSpPr>
            <p:spPr>
              <a:xfrm>
                <a:off x="7334135" y="1981003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73" name="Google Shape;2373;p65"/>
            <p:cNvGrpSpPr/>
            <p:nvPr/>
          </p:nvGrpSpPr>
          <p:grpSpPr>
            <a:xfrm>
              <a:off x="654086" y="1834822"/>
              <a:ext cx="2832600" cy="806028"/>
              <a:chOff x="2013594" y="1981004"/>
              <a:chExt cx="2832600" cy="806028"/>
            </a:xfrm>
          </p:grpSpPr>
          <p:sp>
            <p:nvSpPr>
              <p:cNvPr id="2374" name="Google Shape;2374;p65"/>
              <p:cNvSpPr txBox="1"/>
              <p:nvPr/>
            </p:nvSpPr>
            <p:spPr>
              <a:xfrm>
                <a:off x="2013594" y="2348132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75" name="Google Shape;2375;p65"/>
              <p:cNvSpPr txBox="1"/>
              <p:nvPr/>
            </p:nvSpPr>
            <p:spPr>
              <a:xfrm>
                <a:off x="2013594" y="1981004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2000"/>
                  <a:buFont typeface="Lora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76" name="Google Shape;2376;p65"/>
            <p:cNvGrpSpPr/>
            <p:nvPr/>
          </p:nvGrpSpPr>
          <p:grpSpPr>
            <a:xfrm>
              <a:off x="654086" y="3473859"/>
              <a:ext cx="2832600" cy="806028"/>
              <a:chOff x="2013594" y="3678326"/>
              <a:chExt cx="2832600" cy="806028"/>
            </a:xfrm>
          </p:grpSpPr>
          <p:sp>
            <p:nvSpPr>
              <p:cNvPr id="2377" name="Google Shape;2377;p65"/>
              <p:cNvSpPr txBox="1"/>
              <p:nvPr/>
            </p:nvSpPr>
            <p:spPr>
              <a:xfrm>
                <a:off x="2013594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78" name="Google Shape;2378;p65"/>
              <p:cNvSpPr txBox="1"/>
              <p:nvPr/>
            </p:nvSpPr>
            <p:spPr>
              <a:xfrm>
                <a:off x="2013594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Second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79" name="Google Shape;2379;p65"/>
            <p:cNvGrpSpPr/>
            <p:nvPr/>
          </p:nvGrpSpPr>
          <p:grpSpPr>
            <a:xfrm>
              <a:off x="8705450" y="3473859"/>
              <a:ext cx="2832600" cy="806028"/>
              <a:chOff x="7334135" y="3678326"/>
              <a:chExt cx="2832600" cy="806028"/>
            </a:xfrm>
          </p:grpSpPr>
          <p:sp>
            <p:nvSpPr>
              <p:cNvPr id="2380" name="Google Shape;2380;p65"/>
              <p:cNvSpPr txBox="1"/>
              <p:nvPr/>
            </p:nvSpPr>
            <p:spPr>
              <a:xfrm>
                <a:off x="7334135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81" name="Google Shape;2381;p65"/>
              <p:cNvSpPr txBox="1"/>
              <p:nvPr/>
            </p:nvSpPr>
            <p:spPr>
              <a:xfrm>
                <a:off x="7334135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First interview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82" name="Google Shape;2382;p65"/>
            <p:cNvGrpSpPr/>
            <p:nvPr/>
          </p:nvGrpSpPr>
          <p:grpSpPr>
            <a:xfrm>
              <a:off x="654086" y="5143867"/>
              <a:ext cx="2832600" cy="806022"/>
              <a:chOff x="2013594" y="5375636"/>
              <a:chExt cx="2832600" cy="806022"/>
            </a:xfrm>
          </p:grpSpPr>
          <p:sp>
            <p:nvSpPr>
              <p:cNvPr id="2383" name="Google Shape;2383;p65"/>
              <p:cNvSpPr txBox="1"/>
              <p:nvPr/>
            </p:nvSpPr>
            <p:spPr>
              <a:xfrm>
                <a:off x="2013594" y="5742758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84" name="Google Shape;2384;p65"/>
              <p:cNvSpPr txBox="1"/>
              <p:nvPr/>
            </p:nvSpPr>
            <p:spPr>
              <a:xfrm>
                <a:off x="2013594" y="537563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385" name="Google Shape;2385;p65"/>
            <p:cNvGrpSpPr/>
            <p:nvPr/>
          </p:nvGrpSpPr>
          <p:grpSpPr>
            <a:xfrm>
              <a:off x="8705450" y="5143867"/>
              <a:ext cx="2832600" cy="806022"/>
              <a:chOff x="7334136" y="5375635"/>
              <a:chExt cx="2832600" cy="806022"/>
            </a:xfrm>
          </p:grpSpPr>
          <p:sp>
            <p:nvSpPr>
              <p:cNvPr id="2386" name="Google Shape;2386;p65"/>
              <p:cNvSpPr txBox="1"/>
              <p:nvPr/>
            </p:nvSpPr>
            <p:spPr>
              <a:xfrm>
                <a:off x="7334136" y="5742757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387" name="Google Shape;2387;p65"/>
              <p:cNvSpPr txBox="1"/>
              <p:nvPr/>
            </p:nvSpPr>
            <p:spPr>
              <a:xfrm>
                <a:off x="7334136" y="5375635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20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Your start</a:t>
                </a:r>
                <a:endParaRPr b="1" sz="16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2388" name="Google Shape;2388;p65"/>
            <p:cNvSpPr txBox="1"/>
            <p:nvPr/>
          </p:nvSpPr>
          <p:spPr>
            <a:xfrm>
              <a:off x="3784113" y="2005942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1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89" name="Google Shape;2389;p65"/>
            <p:cNvSpPr txBox="1"/>
            <p:nvPr/>
          </p:nvSpPr>
          <p:spPr>
            <a:xfrm>
              <a:off x="7590600" y="2005942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2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90" name="Google Shape;2390;p65"/>
            <p:cNvSpPr txBox="1"/>
            <p:nvPr/>
          </p:nvSpPr>
          <p:spPr>
            <a:xfrm>
              <a:off x="3784113" y="3681027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3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91" name="Google Shape;2391;p65"/>
            <p:cNvSpPr txBox="1"/>
            <p:nvPr/>
          </p:nvSpPr>
          <p:spPr>
            <a:xfrm>
              <a:off x="7590600" y="3688601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4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92" name="Google Shape;2392;p65"/>
            <p:cNvSpPr txBox="1"/>
            <p:nvPr/>
          </p:nvSpPr>
          <p:spPr>
            <a:xfrm>
              <a:off x="3784113" y="5343587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5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393" name="Google Shape;2393;p65"/>
            <p:cNvSpPr txBox="1"/>
            <p:nvPr/>
          </p:nvSpPr>
          <p:spPr>
            <a:xfrm>
              <a:off x="7590600" y="5328548"/>
              <a:ext cx="712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6</a:t>
              </a:r>
              <a:endParaRPr b="1" sz="2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394" name="Google Shape;2394;p65"/>
            <p:cNvGrpSpPr/>
            <p:nvPr/>
          </p:nvGrpSpPr>
          <p:grpSpPr>
            <a:xfrm>
              <a:off x="4958081" y="3599717"/>
              <a:ext cx="492240" cy="540091"/>
              <a:chOff x="5897779" y="1453403"/>
              <a:chExt cx="390480" cy="428439"/>
            </a:xfrm>
          </p:grpSpPr>
          <p:grpSp>
            <p:nvGrpSpPr>
              <p:cNvPr id="2395" name="Google Shape;2395;p65"/>
              <p:cNvGrpSpPr/>
              <p:nvPr/>
            </p:nvGrpSpPr>
            <p:grpSpPr>
              <a:xfrm>
                <a:off x="5897779" y="1532356"/>
                <a:ext cx="351315" cy="349486"/>
                <a:chOff x="685475" y="2318350"/>
                <a:chExt cx="297750" cy="296200"/>
              </a:xfrm>
            </p:grpSpPr>
            <p:sp>
              <p:nvSpPr>
                <p:cNvPr id="2396" name="Google Shape;2396;p65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rect b="b" l="l" r="r" t="t"/>
                  <a:pathLst>
                    <a:path extrusionOk="0" h="9679" w="5704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397" name="Google Shape;2397;p65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rect b="b" l="l" r="r" t="t"/>
                  <a:pathLst>
                    <a:path extrusionOk="0" h="9705" w="5735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398" name="Google Shape;2398;p65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  <p:sp>
            <p:nvSpPr>
              <p:cNvPr id="2399" name="Google Shape;2399;p65"/>
              <p:cNvSpPr/>
              <p:nvPr/>
            </p:nvSpPr>
            <p:spPr>
              <a:xfrm flipH="1">
                <a:off x="6144164" y="1453403"/>
                <a:ext cx="144095" cy="123978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400" name="Google Shape;2400;p65"/>
            <p:cNvGrpSpPr/>
            <p:nvPr/>
          </p:nvGrpSpPr>
          <p:grpSpPr>
            <a:xfrm>
              <a:off x="6753318" y="3672264"/>
              <a:ext cx="442873" cy="440568"/>
              <a:chOff x="685475" y="2318350"/>
              <a:chExt cx="297750" cy="296200"/>
            </a:xfrm>
          </p:grpSpPr>
          <p:sp>
            <p:nvSpPr>
              <p:cNvPr id="2401" name="Google Shape;2401;p65"/>
              <p:cNvSpPr/>
              <p:nvPr/>
            </p:nvSpPr>
            <p:spPr>
              <a:xfrm>
                <a:off x="685475" y="2371925"/>
                <a:ext cx="142600" cy="241975"/>
              </a:xfrm>
              <a:custGeom>
                <a:rect b="b" l="l" r="r" t="t"/>
                <a:pathLst>
                  <a:path extrusionOk="0" h="9679" w="5704">
                    <a:moveTo>
                      <a:pt x="2080" y="662"/>
                    </a:moveTo>
                    <a:cubicBezTo>
                      <a:pt x="2458" y="662"/>
                      <a:pt x="2773" y="977"/>
                      <a:pt x="2773" y="1387"/>
                    </a:cubicBezTo>
                    <a:cubicBezTo>
                      <a:pt x="2773" y="1765"/>
                      <a:pt x="2458" y="2080"/>
                      <a:pt x="2080" y="2080"/>
                    </a:cubicBezTo>
                    <a:cubicBezTo>
                      <a:pt x="1671" y="2080"/>
                      <a:pt x="1356" y="1765"/>
                      <a:pt x="1356" y="1387"/>
                    </a:cubicBezTo>
                    <a:cubicBezTo>
                      <a:pt x="1356" y="977"/>
                      <a:pt x="1734" y="662"/>
                      <a:pt x="2080" y="662"/>
                    </a:cubicBezTo>
                    <a:close/>
                    <a:moveTo>
                      <a:pt x="2962" y="6900"/>
                    </a:moveTo>
                    <a:lnTo>
                      <a:pt x="3120" y="7593"/>
                    </a:lnTo>
                    <a:lnTo>
                      <a:pt x="1135" y="7593"/>
                    </a:lnTo>
                    <a:lnTo>
                      <a:pt x="1293" y="6900"/>
                    </a:lnTo>
                    <a:close/>
                    <a:moveTo>
                      <a:pt x="1742" y="2767"/>
                    </a:moveTo>
                    <a:cubicBezTo>
                      <a:pt x="1866" y="2767"/>
                      <a:pt x="1991" y="2831"/>
                      <a:pt x="2049" y="2962"/>
                    </a:cubicBezTo>
                    <a:lnTo>
                      <a:pt x="2553" y="3938"/>
                    </a:lnTo>
                    <a:cubicBezTo>
                      <a:pt x="2584" y="4064"/>
                      <a:pt x="2742" y="4127"/>
                      <a:pt x="2868" y="4127"/>
                    </a:cubicBezTo>
                    <a:lnTo>
                      <a:pt x="3813" y="4127"/>
                    </a:lnTo>
                    <a:cubicBezTo>
                      <a:pt x="4002" y="4127"/>
                      <a:pt x="4159" y="4285"/>
                      <a:pt x="4159" y="4474"/>
                    </a:cubicBezTo>
                    <a:cubicBezTo>
                      <a:pt x="4159" y="4695"/>
                      <a:pt x="4002" y="4852"/>
                      <a:pt x="3813" y="4852"/>
                    </a:cubicBezTo>
                    <a:lnTo>
                      <a:pt x="2427" y="4852"/>
                    </a:lnTo>
                    <a:cubicBezTo>
                      <a:pt x="2301" y="4852"/>
                      <a:pt x="2175" y="4758"/>
                      <a:pt x="2112" y="4631"/>
                    </a:cubicBezTo>
                    <a:cubicBezTo>
                      <a:pt x="2042" y="4515"/>
                      <a:pt x="1919" y="4450"/>
                      <a:pt x="1784" y="4450"/>
                    </a:cubicBezTo>
                    <a:cubicBezTo>
                      <a:pt x="1737" y="4450"/>
                      <a:pt x="1688" y="4458"/>
                      <a:pt x="1639" y="4474"/>
                    </a:cubicBezTo>
                    <a:cubicBezTo>
                      <a:pt x="1482" y="4568"/>
                      <a:pt x="1387" y="4758"/>
                      <a:pt x="1482" y="4947"/>
                    </a:cubicBezTo>
                    <a:cubicBezTo>
                      <a:pt x="1671" y="5325"/>
                      <a:pt x="2017" y="5545"/>
                      <a:pt x="2427" y="5545"/>
                    </a:cubicBezTo>
                    <a:lnTo>
                      <a:pt x="3813" y="5545"/>
                    </a:lnTo>
                    <a:cubicBezTo>
                      <a:pt x="3970" y="5545"/>
                      <a:pt x="4128" y="5671"/>
                      <a:pt x="4159" y="5829"/>
                    </a:cubicBezTo>
                    <a:lnTo>
                      <a:pt x="4853" y="8570"/>
                    </a:lnTo>
                    <a:cubicBezTo>
                      <a:pt x="4916" y="8790"/>
                      <a:pt x="4790" y="8979"/>
                      <a:pt x="4632" y="9011"/>
                    </a:cubicBezTo>
                    <a:cubicBezTo>
                      <a:pt x="4608" y="9015"/>
                      <a:pt x="4584" y="9017"/>
                      <a:pt x="4560" y="9017"/>
                    </a:cubicBezTo>
                    <a:cubicBezTo>
                      <a:pt x="4403" y="9017"/>
                      <a:pt x="4273" y="8927"/>
                      <a:pt x="4191" y="8790"/>
                    </a:cubicBezTo>
                    <a:lnTo>
                      <a:pt x="3655" y="6522"/>
                    </a:lnTo>
                    <a:cubicBezTo>
                      <a:pt x="3592" y="6364"/>
                      <a:pt x="3498" y="6270"/>
                      <a:pt x="3277" y="6270"/>
                    </a:cubicBezTo>
                    <a:lnTo>
                      <a:pt x="1040" y="6270"/>
                    </a:lnTo>
                    <a:cubicBezTo>
                      <a:pt x="914" y="6270"/>
                      <a:pt x="851" y="6207"/>
                      <a:pt x="757" y="6144"/>
                    </a:cubicBezTo>
                    <a:cubicBezTo>
                      <a:pt x="694" y="5986"/>
                      <a:pt x="694" y="5892"/>
                      <a:pt x="694" y="5797"/>
                    </a:cubicBezTo>
                    <a:lnTo>
                      <a:pt x="1419" y="3025"/>
                    </a:lnTo>
                    <a:cubicBezTo>
                      <a:pt x="1453" y="2855"/>
                      <a:pt x="1597" y="2767"/>
                      <a:pt x="1742" y="2767"/>
                    </a:cubicBezTo>
                    <a:close/>
                    <a:moveTo>
                      <a:pt x="2143" y="0"/>
                    </a:moveTo>
                    <a:cubicBezTo>
                      <a:pt x="1419" y="0"/>
                      <a:pt x="788" y="630"/>
                      <a:pt x="788" y="1387"/>
                    </a:cubicBezTo>
                    <a:cubicBezTo>
                      <a:pt x="788" y="1733"/>
                      <a:pt x="946" y="2080"/>
                      <a:pt x="1135" y="2332"/>
                    </a:cubicBezTo>
                    <a:cubicBezTo>
                      <a:pt x="977" y="2426"/>
                      <a:pt x="851" y="2647"/>
                      <a:pt x="788" y="2867"/>
                    </a:cubicBezTo>
                    <a:lnTo>
                      <a:pt x="64" y="5640"/>
                    </a:lnTo>
                    <a:cubicBezTo>
                      <a:pt x="1" y="5955"/>
                      <a:pt x="64" y="6270"/>
                      <a:pt x="253" y="6522"/>
                    </a:cubicBezTo>
                    <a:cubicBezTo>
                      <a:pt x="347" y="6648"/>
                      <a:pt x="473" y="6774"/>
                      <a:pt x="631" y="6805"/>
                    </a:cubicBezTo>
                    <a:lnTo>
                      <a:pt x="32" y="9263"/>
                    </a:lnTo>
                    <a:cubicBezTo>
                      <a:pt x="1" y="9452"/>
                      <a:pt x="95" y="9609"/>
                      <a:pt x="253" y="9672"/>
                    </a:cubicBezTo>
                    <a:cubicBezTo>
                      <a:pt x="281" y="9676"/>
                      <a:pt x="309" y="9678"/>
                      <a:pt x="335" y="9678"/>
                    </a:cubicBezTo>
                    <a:cubicBezTo>
                      <a:pt x="513" y="9678"/>
                      <a:pt x="639" y="9589"/>
                      <a:pt x="694" y="9452"/>
                    </a:cubicBezTo>
                    <a:lnTo>
                      <a:pt x="977" y="8318"/>
                    </a:lnTo>
                    <a:lnTo>
                      <a:pt x="3372" y="8318"/>
                    </a:lnTo>
                    <a:lnTo>
                      <a:pt x="3529" y="8885"/>
                    </a:lnTo>
                    <a:cubicBezTo>
                      <a:pt x="3661" y="9359"/>
                      <a:pt x="4079" y="9679"/>
                      <a:pt x="4526" y="9679"/>
                    </a:cubicBezTo>
                    <a:cubicBezTo>
                      <a:pt x="4613" y="9679"/>
                      <a:pt x="4702" y="9667"/>
                      <a:pt x="4790" y="9641"/>
                    </a:cubicBezTo>
                    <a:cubicBezTo>
                      <a:pt x="5357" y="9483"/>
                      <a:pt x="5703" y="8916"/>
                      <a:pt x="5546" y="8381"/>
                    </a:cubicBezTo>
                    <a:lnTo>
                      <a:pt x="4821" y="5640"/>
                    </a:lnTo>
                    <a:cubicBezTo>
                      <a:pt x="4790" y="5482"/>
                      <a:pt x="4727" y="5325"/>
                      <a:pt x="4601" y="5199"/>
                    </a:cubicBezTo>
                    <a:cubicBezTo>
                      <a:pt x="4758" y="5010"/>
                      <a:pt x="4884" y="4758"/>
                      <a:pt x="4884" y="4474"/>
                    </a:cubicBezTo>
                    <a:cubicBezTo>
                      <a:pt x="4884" y="3907"/>
                      <a:pt x="4412" y="3466"/>
                      <a:pt x="3844" y="3466"/>
                    </a:cubicBezTo>
                    <a:lnTo>
                      <a:pt x="3088" y="3466"/>
                    </a:lnTo>
                    <a:lnTo>
                      <a:pt x="2710" y="2647"/>
                    </a:lnTo>
                    <a:cubicBezTo>
                      <a:pt x="3183" y="2395"/>
                      <a:pt x="3529" y="1922"/>
                      <a:pt x="3529" y="1387"/>
                    </a:cubicBezTo>
                    <a:cubicBezTo>
                      <a:pt x="3529" y="630"/>
                      <a:pt x="2899" y="0"/>
                      <a:pt x="2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02" name="Google Shape;2402;p65"/>
              <p:cNvSpPr/>
              <p:nvPr/>
            </p:nvSpPr>
            <p:spPr>
              <a:xfrm>
                <a:off x="839850" y="2371925"/>
                <a:ext cx="143375" cy="242625"/>
              </a:xfrm>
              <a:custGeom>
                <a:rect b="b" l="l" r="r" t="t"/>
                <a:pathLst>
                  <a:path extrusionOk="0" h="9705" w="5735">
                    <a:moveTo>
                      <a:pt x="3624" y="662"/>
                    </a:moveTo>
                    <a:cubicBezTo>
                      <a:pt x="4002" y="662"/>
                      <a:pt x="4317" y="977"/>
                      <a:pt x="4317" y="1355"/>
                    </a:cubicBezTo>
                    <a:cubicBezTo>
                      <a:pt x="4317" y="1765"/>
                      <a:pt x="4002" y="2080"/>
                      <a:pt x="3624" y="2080"/>
                    </a:cubicBezTo>
                    <a:cubicBezTo>
                      <a:pt x="3214" y="2080"/>
                      <a:pt x="2899" y="1765"/>
                      <a:pt x="2899" y="1355"/>
                    </a:cubicBezTo>
                    <a:cubicBezTo>
                      <a:pt x="2899" y="977"/>
                      <a:pt x="3214" y="662"/>
                      <a:pt x="3624" y="662"/>
                    </a:cubicBezTo>
                    <a:close/>
                    <a:moveTo>
                      <a:pt x="4317" y="6900"/>
                    </a:moveTo>
                    <a:lnTo>
                      <a:pt x="4474" y="7593"/>
                    </a:lnTo>
                    <a:lnTo>
                      <a:pt x="2490" y="7593"/>
                    </a:lnTo>
                    <a:lnTo>
                      <a:pt x="2647" y="6900"/>
                    </a:lnTo>
                    <a:close/>
                    <a:moveTo>
                      <a:pt x="3962" y="2731"/>
                    </a:moveTo>
                    <a:cubicBezTo>
                      <a:pt x="4108" y="2731"/>
                      <a:pt x="4250" y="2818"/>
                      <a:pt x="4285" y="2993"/>
                    </a:cubicBezTo>
                    <a:lnTo>
                      <a:pt x="4979" y="5734"/>
                    </a:lnTo>
                    <a:cubicBezTo>
                      <a:pt x="5010" y="6018"/>
                      <a:pt x="4853" y="6207"/>
                      <a:pt x="4632" y="6207"/>
                    </a:cubicBezTo>
                    <a:lnTo>
                      <a:pt x="2395" y="6207"/>
                    </a:lnTo>
                    <a:cubicBezTo>
                      <a:pt x="2238" y="6207"/>
                      <a:pt x="2080" y="6333"/>
                      <a:pt x="2049" y="6490"/>
                    </a:cubicBezTo>
                    <a:lnTo>
                      <a:pt x="1482" y="8727"/>
                    </a:lnTo>
                    <a:cubicBezTo>
                      <a:pt x="1456" y="8883"/>
                      <a:pt x="1323" y="8996"/>
                      <a:pt x="1154" y="8996"/>
                    </a:cubicBezTo>
                    <a:cubicBezTo>
                      <a:pt x="1118" y="8996"/>
                      <a:pt x="1080" y="8990"/>
                      <a:pt x="1040" y="8979"/>
                    </a:cubicBezTo>
                    <a:cubicBezTo>
                      <a:pt x="851" y="8916"/>
                      <a:pt x="725" y="8727"/>
                      <a:pt x="820" y="8538"/>
                    </a:cubicBezTo>
                    <a:lnTo>
                      <a:pt x="1513" y="5766"/>
                    </a:lnTo>
                    <a:cubicBezTo>
                      <a:pt x="1576" y="5608"/>
                      <a:pt x="1671" y="5514"/>
                      <a:pt x="1891" y="5514"/>
                    </a:cubicBezTo>
                    <a:lnTo>
                      <a:pt x="3246" y="5514"/>
                    </a:lnTo>
                    <a:cubicBezTo>
                      <a:pt x="3655" y="5514"/>
                      <a:pt x="4002" y="5262"/>
                      <a:pt x="4222" y="4915"/>
                    </a:cubicBezTo>
                    <a:cubicBezTo>
                      <a:pt x="4285" y="4758"/>
                      <a:pt x="4222" y="4537"/>
                      <a:pt x="4033" y="4442"/>
                    </a:cubicBezTo>
                    <a:cubicBezTo>
                      <a:pt x="3993" y="4426"/>
                      <a:pt x="3948" y="4418"/>
                      <a:pt x="3902" y="4418"/>
                    </a:cubicBezTo>
                    <a:cubicBezTo>
                      <a:pt x="3770" y="4418"/>
                      <a:pt x="3631" y="4483"/>
                      <a:pt x="3561" y="4600"/>
                    </a:cubicBezTo>
                    <a:cubicBezTo>
                      <a:pt x="3529" y="4726"/>
                      <a:pt x="3372" y="4789"/>
                      <a:pt x="3246" y="4789"/>
                    </a:cubicBezTo>
                    <a:lnTo>
                      <a:pt x="1891" y="4789"/>
                    </a:lnTo>
                    <a:cubicBezTo>
                      <a:pt x="1671" y="4789"/>
                      <a:pt x="1513" y="4631"/>
                      <a:pt x="1513" y="4442"/>
                    </a:cubicBezTo>
                    <a:cubicBezTo>
                      <a:pt x="1513" y="4253"/>
                      <a:pt x="1671" y="4096"/>
                      <a:pt x="1891" y="4096"/>
                    </a:cubicBezTo>
                    <a:lnTo>
                      <a:pt x="2836" y="4096"/>
                    </a:lnTo>
                    <a:cubicBezTo>
                      <a:pt x="2931" y="4096"/>
                      <a:pt x="3057" y="4001"/>
                      <a:pt x="3151" y="3907"/>
                    </a:cubicBezTo>
                    <a:cubicBezTo>
                      <a:pt x="3151" y="3844"/>
                      <a:pt x="3655" y="2899"/>
                      <a:pt x="3655" y="2899"/>
                    </a:cubicBezTo>
                    <a:cubicBezTo>
                      <a:pt x="3725" y="2787"/>
                      <a:pt x="3845" y="2731"/>
                      <a:pt x="3962" y="2731"/>
                    </a:cubicBezTo>
                    <a:close/>
                    <a:moveTo>
                      <a:pt x="3529" y="0"/>
                    </a:moveTo>
                    <a:cubicBezTo>
                      <a:pt x="2805" y="0"/>
                      <a:pt x="2175" y="630"/>
                      <a:pt x="2175" y="1355"/>
                    </a:cubicBezTo>
                    <a:cubicBezTo>
                      <a:pt x="2175" y="1922"/>
                      <a:pt x="2490" y="2395"/>
                      <a:pt x="2994" y="2615"/>
                    </a:cubicBezTo>
                    <a:lnTo>
                      <a:pt x="2584" y="3466"/>
                    </a:lnTo>
                    <a:lnTo>
                      <a:pt x="1860" y="3466"/>
                    </a:lnTo>
                    <a:cubicBezTo>
                      <a:pt x="1261" y="3466"/>
                      <a:pt x="820" y="3938"/>
                      <a:pt x="820" y="4474"/>
                    </a:cubicBezTo>
                    <a:cubicBezTo>
                      <a:pt x="820" y="4758"/>
                      <a:pt x="946" y="4978"/>
                      <a:pt x="1103" y="5199"/>
                    </a:cubicBezTo>
                    <a:cubicBezTo>
                      <a:pt x="977" y="5325"/>
                      <a:pt x="914" y="5451"/>
                      <a:pt x="851" y="5608"/>
                    </a:cubicBezTo>
                    <a:lnTo>
                      <a:pt x="158" y="8381"/>
                    </a:lnTo>
                    <a:cubicBezTo>
                      <a:pt x="1" y="8916"/>
                      <a:pt x="347" y="9483"/>
                      <a:pt x="914" y="9641"/>
                    </a:cubicBezTo>
                    <a:cubicBezTo>
                      <a:pt x="1002" y="9667"/>
                      <a:pt x="1091" y="9679"/>
                      <a:pt x="1178" y="9679"/>
                    </a:cubicBezTo>
                    <a:cubicBezTo>
                      <a:pt x="1624" y="9679"/>
                      <a:pt x="2038" y="9359"/>
                      <a:pt x="2143" y="8885"/>
                    </a:cubicBezTo>
                    <a:lnTo>
                      <a:pt x="2332" y="8286"/>
                    </a:lnTo>
                    <a:lnTo>
                      <a:pt x="4695" y="8286"/>
                    </a:lnTo>
                    <a:lnTo>
                      <a:pt x="4947" y="9452"/>
                    </a:lnTo>
                    <a:cubicBezTo>
                      <a:pt x="4995" y="9597"/>
                      <a:pt x="5118" y="9704"/>
                      <a:pt x="5257" y="9704"/>
                    </a:cubicBezTo>
                    <a:cubicBezTo>
                      <a:pt x="5300" y="9704"/>
                      <a:pt x="5344" y="9694"/>
                      <a:pt x="5388" y="9672"/>
                    </a:cubicBezTo>
                    <a:cubicBezTo>
                      <a:pt x="5577" y="9641"/>
                      <a:pt x="5703" y="9452"/>
                      <a:pt x="5609" y="9231"/>
                    </a:cubicBezTo>
                    <a:lnTo>
                      <a:pt x="5042" y="6805"/>
                    </a:lnTo>
                    <a:cubicBezTo>
                      <a:pt x="5514" y="6616"/>
                      <a:pt x="5735" y="6144"/>
                      <a:pt x="5640" y="5640"/>
                    </a:cubicBezTo>
                    <a:lnTo>
                      <a:pt x="4916" y="2867"/>
                    </a:lnTo>
                    <a:cubicBezTo>
                      <a:pt x="4884" y="2647"/>
                      <a:pt x="4758" y="2489"/>
                      <a:pt x="4569" y="2332"/>
                    </a:cubicBezTo>
                    <a:cubicBezTo>
                      <a:pt x="4790" y="2080"/>
                      <a:pt x="4916" y="1733"/>
                      <a:pt x="4916" y="1355"/>
                    </a:cubicBezTo>
                    <a:cubicBezTo>
                      <a:pt x="4916" y="630"/>
                      <a:pt x="4285" y="0"/>
                      <a:pt x="3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03" name="Google Shape;2403;p65"/>
              <p:cNvSpPr/>
              <p:nvPr/>
            </p:nvSpPr>
            <p:spPr>
              <a:xfrm>
                <a:off x="772900" y="2318350"/>
                <a:ext cx="122125" cy="105075"/>
              </a:xfrm>
              <a:custGeom>
                <a:rect b="b" l="l" r="r" t="t"/>
                <a:pathLst>
                  <a:path extrusionOk="0" h="4203" w="4885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404" name="Google Shape;2404;p65"/>
            <p:cNvGrpSpPr/>
            <p:nvPr/>
          </p:nvGrpSpPr>
          <p:grpSpPr>
            <a:xfrm>
              <a:off x="4973707" y="5305619"/>
              <a:ext cx="461707" cy="453688"/>
              <a:chOff x="-60988625" y="2310475"/>
              <a:chExt cx="316650" cy="311150"/>
            </a:xfrm>
          </p:grpSpPr>
          <p:sp>
            <p:nvSpPr>
              <p:cNvPr id="2405" name="Google Shape;2405;p65"/>
              <p:cNvSpPr/>
              <p:nvPr/>
            </p:nvSpPr>
            <p:spPr>
              <a:xfrm>
                <a:off x="-60988625" y="2310475"/>
                <a:ext cx="311125" cy="311150"/>
              </a:xfrm>
              <a:custGeom>
                <a:rect b="b" l="l" r="r" t="t"/>
                <a:pathLst>
                  <a:path extrusionOk="0" h="12446" w="12445">
                    <a:moveTo>
                      <a:pt x="7877" y="883"/>
                    </a:moveTo>
                    <a:cubicBezTo>
                      <a:pt x="8097" y="883"/>
                      <a:pt x="8318" y="1072"/>
                      <a:pt x="8318" y="1324"/>
                    </a:cubicBezTo>
                    <a:lnTo>
                      <a:pt x="8318" y="10398"/>
                    </a:lnTo>
                    <a:cubicBezTo>
                      <a:pt x="8318" y="10870"/>
                      <a:pt x="8444" y="11311"/>
                      <a:pt x="8727" y="11626"/>
                    </a:cubicBezTo>
                    <a:lnTo>
                      <a:pt x="2111" y="11626"/>
                    </a:lnTo>
                    <a:cubicBezTo>
                      <a:pt x="1450" y="11626"/>
                      <a:pt x="851" y="11091"/>
                      <a:pt x="851" y="10398"/>
                    </a:cubicBezTo>
                    <a:lnTo>
                      <a:pt x="851" y="1324"/>
                    </a:lnTo>
                    <a:lnTo>
                      <a:pt x="820" y="1324"/>
                    </a:lnTo>
                    <a:cubicBezTo>
                      <a:pt x="820" y="1072"/>
                      <a:pt x="1009" y="883"/>
                      <a:pt x="1261" y="883"/>
                    </a:cubicBezTo>
                    <a:close/>
                    <a:moveTo>
                      <a:pt x="11500" y="10807"/>
                    </a:moveTo>
                    <a:cubicBezTo>
                      <a:pt x="11342" y="11280"/>
                      <a:pt x="10870" y="11626"/>
                      <a:pt x="10303" y="11626"/>
                    </a:cubicBezTo>
                    <a:cubicBezTo>
                      <a:pt x="9767" y="11626"/>
                      <a:pt x="9326" y="11280"/>
                      <a:pt x="9137" y="10807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30"/>
                    </a:cubicBezTo>
                    <a:lnTo>
                      <a:pt x="32" y="10334"/>
                    </a:lnTo>
                    <a:cubicBezTo>
                      <a:pt x="0" y="11563"/>
                      <a:pt x="946" y="12445"/>
                      <a:pt x="2080" y="12445"/>
                    </a:cubicBezTo>
                    <a:lnTo>
                      <a:pt x="10334" y="12445"/>
                    </a:lnTo>
                    <a:cubicBezTo>
                      <a:pt x="11500" y="12445"/>
                      <a:pt x="12445" y="11500"/>
                      <a:pt x="12445" y="10366"/>
                    </a:cubicBezTo>
                    <a:cubicBezTo>
                      <a:pt x="12445" y="10145"/>
                      <a:pt x="12224" y="9925"/>
                      <a:pt x="12004" y="9925"/>
                    </a:cubicBezTo>
                    <a:lnTo>
                      <a:pt x="9074" y="9925"/>
                    </a:lnTo>
                    <a:lnTo>
                      <a:pt x="9074" y="1230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06" name="Google Shape;2406;p65"/>
              <p:cNvSpPr/>
              <p:nvPr/>
            </p:nvSpPr>
            <p:spPr>
              <a:xfrm>
                <a:off x="-60947675" y="2353025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441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441"/>
                    </a:cubicBezTo>
                    <a:cubicBezTo>
                      <a:pt x="5829" y="189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07" name="Google Shape;2407;p65"/>
              <p:cNvSpPr/>
              <p:nvPr/>
            </p:nvSpPr>
            <p:spPr>
              <a:xfrm>
                <a:off x="-60947675" y="2415250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378"/>
                    </a:cubicBezTo>
                    <a:cubicBezTo>
                      <a:pt x="5829" y="158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08" name="Google Shape;2408;p65"/>
              <p:cNvSpPr/>
              <p:nvPr/>
            </p:nvSpPr>
            <p:spPr>
              <a:xfrm>
                <a:off x="-60947675" y="2475875"/>
                <a:ext cx="145725" cy="22100"/>
              </a:xfrm>
              <a:custGeom>
                <a:rect b="b" l="l" r="r" t="t"/>
                <a:pathLst>
                  <a:path extrusionOk="0" h="884" w="5829">
                    <a:moveTo>
                      <a:pt x="442" y="1"/>
                    </a:moveTo>
                    <a:cubicBezTo>
                      <a:pt x="190" y="1"/>
                      <a:pt x="1" y="221"/>
                      <a:pt x="1" y="442"/>
                    </a:cubicBezTo>
                    <a:cubicBezTo>
                      <a:pt x="1" y="694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94"/>
                      <a:pt x="5829" y="442"/>
                    </a:cubicBezTo>
                    <a:cubicBezTo>
                      <a:pt x="5829" y="221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09" name="Google Shape;2409;p65"/>
              <p:cNvSpPr/>
              <p:nvPr/>
            </p:nvSpPr>
            <p:spPr>
              <a:xfrm>
                <a:off x="-60947675" y="2538100"/>
                <a:ext cx="145725" cy="22075"/>
              </a:xfrm>
              <a:custGeom>
                <a:rect b="b" l="l" r="r" t="t"/>
                <a:pathLst>
                  <a:path extrusionOk="0" h="883" w="5829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62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62"/>
                      <a:pt x="5829" y="442"/>
                    </a:cubicBezTo>
                    <a:cubicBezTo>
                      <a:pt x="5829" y="190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10" name="Google Shape;2410;p65"/>
              <p:cNvSpPr/>
              <p:nvPr/>
            </p:nvSpPr>
            <p:spPr>
              <a:xfrm>
                <a:off x="-60740525" y="2312050"/>
                <a:ext cx="68550" cy="233950"/>
              </a:xfrm>
              <a:custGeom>
                <a:rect b="b" l="l" r="r" t="t"/>
                <a:pathLst>
                  <a:path extrusionOk="0" h="9358" w="2742">
                    <a:moveTo>
                      <a:pt x="1796" y="789"/>
                    </a:moveTo>
                    <a:cubicBezTo>
                      <a:pt x="1891" y="789"/>
                      <a:pt x="1922" y="852"/>
                      <a:pt x="1922" y="946"/>
                    </a:cubicBezTo>
                    <a:lnTo>
                      <a:pt x="1922" y="1639"/>
                    </a:lnTo>
                    <a:lnTo>
                      <a:pt x="820" y="1639"/>
                    </a:lnTo>
                    <a:lnTo>
                      <a:pt x="820" y="946"/>
                    </a:lnTo>
                    <a:cubicBezTo>
                      <a:pt x="820" y="852"/>
                      <a:pt x="883" y="789"/>
                      <a:pt x="977" y="789"/>
                    </a:cubicBezTo>
                    <a:close/>
                    <a:moveTo>
                      <a:pt x="1922" y="2458"/>
                    </a:moveTo>
                    <a:lnTo>
                      <a:pt x="1922" y="6617"/>
                    </a:lnTo>
                    <a:lnTo>
                      <a:pt x="820" y="6617"/>
                    </a:lnTo>
                    <a:lnTo>
                      <a:pt x="820" y="2458"/>
                    </a:lnTo>
                    <a:close/>
                    <a:moveTo>
                      <a:pt x="1639" y="7436"/>
                    </a:moveTo>
                    <a:lnTo>
                      <a:pt x="1355" y="8035"/>
                    </a:lnTo>
                    <a:lnTo>
                      <a:pt x="1040" y="7436"/>
                    </a:lnTo>
                    <a:close/>
                    <a:moveTo>
                      <a:pt x="977" y="1"/>
                    </a:moveTo>
                    <a:cubicBezTo>
                      <a:pt x="410" y="1"/>
                      <a:pt x="1" y="410"/>
                      <a:pt x="1" y="946"/>
                    </a:cubicBezTo>
                    <a:lnTo>
                      <a:pt x="1" y="6995"/>
                    </a:lnTo>
                    <a:cubicBezTo>
                      <a:pt x="1" y="7090"/>
                      <a:pt x="1" y="7121"/>
                      <a:pt x="32" y="7184"/>
                    </a:cubicBezTo>
                    <a:lnTo>
                      <a:pt x="1009" y="9137"/>
                    </a:lnTo>
                    <a:cubicBezTo>
                      <a:pt x="1103" y="9295"/>
                      <a:pt x="1198" y="9358"/>
                      <a:pt x="1355" y="9358"/>
                    </a:cubicBezTo>
                    <a:cubicBezTo>
                      <a:pt x="1513" y="9358"/>
                      <a:pt x="1670" y="9295"/>
                      <a:pt x="1733" y="9137"/>
                    </a:cubicBezTo>
                    <a:lnTo>
                      <a:pt x="2678" y="7184"/>
                    </a:lnTo>
                    <a:cubicBezTo>
                      <a:pt x="2710" y="7153"/>
                      <a:pt x="2710" y="7090"/>
                      <a:pt x="2710" y="6995"/>
                    </a:cubicBezTo>
                    <a:lnTo>
                      <a:pt x="2710" y="946"/>
                    </a:lnTo>
                    <a:cubicBezTo>
                      <a:pt x="2741" y="410"/>
                      <a:pt x="2300" y="1"/>
                      <a:pt x="17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411" name="Google Shape;2411;p65"/>
            <p:cNvGrpSpPr/>
            <p:nvPr/>
          </p:nvGrpSpPr>
          <p:grpSpPr>
            <a:xfrm>
              <a:off x="6750699" y="2027552"/>
              <a:ext cx="448327" cy="428800"/>
              <a:chOff x="5049750" y="832600"/>
              <a:chExt cx="505100" cy="483100"/>
            </a:xfrm>
          </p:grpSpPr>
          <p:sp>
            <p:nvSpPr>
              <p:cNvPr id="2412" name="Google Shape;2412;p65"/>
              <p:cNvSpPr/>
              <p:nvPr/>
            </p:nvSpPr>
            <p:spPr>
              <a:xfrm>
                <a:off x="5049750" y="832600"/>
                <a:ext cx="505100" cy="483100"/>
              </a:xfrm>
              <a:custGeom>
                <a:rect b="b" l="l" r="r" t="t"/>
                <a:pathLst>
                  <a:path extrusionOk="0" h="19324" w="20204">
                    <a:moveTo>
                      <a:pt x="12136" y="1129"/>
                    </a:moveTo>
                    <a:cubicBezTo>
                      <a:pt x="13730" y="1129"/>
                      <a:pt x="15325" y="1737"/>
                      <a:pt x="16538" y="2952"/>
                    </a:cubicBezTo>
                    <a:cubicBezTo>
                      <a:pt x="18969" y="5383"/>
                      <a:pt x="18969" y="9323"/>
                      <a:pt x="16538" y="11757"/>
                    </a:cubicBezTo>
                    <a:cubicBezTo>
                      <a:pt x="15341" y="12950"/>
                      <a:pt x="13747" y="13579"/>
                      <a:pt x="12129" y="13579"/>
                    </a:cubicBezTo>
                    <a:cubicBezTo>
                      <a:pt x="11233" y="13579"/>
                      <a:pt x="10329" y="13386"/>
                      <a:pt x="9482" y="12989"/>
                    </a:cubicBezTo>
                    <a:cubicBezTo>
                      <a:pt x="9461" y="12980"/>
                      <a:pt x="9440" y="12968"/>
                      <a:pt x="9419" y="12959"/>
                    </a:cubicBezTo>
                    <a:cubicBezTo>
                      <a:pt x="8794" y="12657"/>
                      <a:pt x="8223" y="12249"/>
                      <a:pt x="7734" y="11757"/>
                    </a:cubicBezTo>
                    <a:cubicBezTo>
                      <a:pt x="5306" y="9329"/>
                      <a:pt x="5306" y="5380"/>
                      <a:pt x="7734" y="2952"/>
                    </a:cubicBezTo>
                    <a:cubicBezTo>
                      <a:pt x="8948" y="1737"/>
                      <a:pt x="10542" y="1129"/>
                      <a:pt x="12136" y="1129"/>
                    </a:cubicBezTo>
                    <a:close/>
                    <a:moveTo>
                      <a:pt x="5871" y="11216"/>
                    </a:moveTo>
                    <a:cubicBezTo>
                      <a:pt x="6475" y="12195"/>
                      <a:pt x="7296" y="13016"/>
                      <a:pt x="8271" y="13620"/>
                    </a:cubicBezTo>
                    <a:lnTo>
                      <a:pt x="7734" y="14160"/>
                    </a:lnTo>
                    <a:cubicBezTo>
                      <a:pt x="7622" y="14271"/>
                      <a:pt x="7477" y="14326"/>
                      <a:pt x="7332" y="14326"/>
                    </a:cubicBezTo>
                    <a:cubicBezTo>
                      <a:pt x="7188" y="14326"/>
                      <a:pt x="7044" y="14271"/>
                      <a:pt x="6934" y="14160"/>
                    </a:cubicBezTo>
                    <a:lnTo>
                      <a:pt x="5330" y="12557"/>
                    </a:lnTo>
                    <a:cubicBezTo>
                      <a:pt x="5110" y="12337"/>
                      <a:pt x="5110" y="11977"/>
                      <a:pt x="5330" y="11757"/>
                    </a:cubicBezTo>
                    <a:lnTo>
                      <a:pt x="5871" y="11216"/>
                    </a:lnTo>
                    <a:close/>
                    <a:moveTo>
                      <a:pt x="4932" y="13762"/>
                    </a:moveTo>
                    <a:lnTo>
                      <a:pt x="5732" y="14562"/>
                    </a:lnTo>
                    <a:lnTo>
                      <a:pt x="4932" y="15362"/>
                    </a:lnTo>
                    <a:lnTo>
                      <a:pt x="4131" y="14562"/>
                    </a:lnTo>
                    <a:lnTo>
                      <a:pt x="4932" y="13762"/>
                    </a:lnTo>
                    <a:close/>
                    <a:moveTo>
                      <a:pt x="3328" y="15362"/>
                    </a:moveTo>
                    <a:lnTo>
                      <a:pt x="4128" y="16162"/>
                    </a:lnTo>
                    <a:lnTo>
                      <a:pt x="2268" y="18025"/>
                    </a:lnTo>
                    <a:cubicBezTo>
                      <a:pt x="2157" y="18135"/>
                      <a:pt x="2013" y="18190"/>
                      <a:pt x="1868" y="18190"/>
                    </a:cubicBezTo>
                    <a:cubicBezTo>
                      <a:pt x="1723" y="18190"/>
                      <a:pt x="1577" y="18134"/>
                      <a:pt x="1465" y="18022"/>
                    </a:cubicBezTo>
                    <a:cubicBezTo>
                      <a:pt x="1245" y="17802"/>
                      <a:pt x="1245" y="17443"/>
                      <a:pt x="1465" y="17222"/>
                    </a:cubicBezTo>
                    <a:lnTo>
                      <a:pt x="3328" y="15362"/>
                    </a:lnTo>
                    <a:close/>
                    <a:moveTo>
                      <a:pt x="12135" y="1"/>
                    </a:moveTo>
                    <a:cubicBezTo>
                      <a:pt x="10250" y="1"/>
                      <a:pt x="8365" y="718"/>
                      <a:pt x="6931" y="2152"/>
                    </a:cubicBezTo>
                    <a:cubicBezTo>
                      <a:pt x="4769" y="4311"/>
                      <a:pt x="4237" y="7493"/>
                      <a:pt x="5330" y="10157"/>
                    </a:cubicBezTo>
                    <a:lnTo>
                      <a:pt x="4527" y="10957"/>
                    </a:lnTo>
                    <a:cubicBezTo>
                      <a:pt x="4020" y="11467"/>
                      <a:pt x="3887" y="12240"/>
                      <a:pt x="4198" y="12892"/>
                    </a:cubicBezTo>
                    <a:lnTo>
                      <a:pt x="665" y="16422"/>
                    </a:lnTo>
                    <a:cubicBezTo>
                      <a:pt x="1" y="17086"/>
                      <a:pt x="1" y="18161"/>
                      <a:pt x="665" y="18825"/>
                    </a:cubicBezTo>
                    <a:cubicBezTo>
                      <a:pt x="996" y="19158"/>
                      <a:pt x="1431" y="19324"/>
                      <a:pt x="1865" y="19324"/>
                    </a:cubicBezTo>
                    <a:cubicBezTo>
                      <a:pt x="2300" y="19324"/>
                      <a:pt x="2735" y="19158"/>
                      <a:pt x="3066" y="18825"/>
                    </a:cubicBezTo>
                    <a:lnTo>
                      <a:pt x="6598" y="15293"/>
                    </a:lnTo>
                    <a:cubicBezTo>
                      <a:pt x="6831" y="15403"/>
                      <a:pt x="7081" y="15457"/>
                      <a:pt x="7328" y="15457"/>
                    </a:cubicBezTo>
                    <a:cubicBezTo>
                      <a:pt x="7770" y="15457"/>
                      <a:pt x="8206" y="15286"/>
                      <a:pt x="8531" y="14961"/>
                    </a:cubicBezTo>
                    <a:lnTo>
                      <a:pt x="9331" y="14163"/>
                    </a:lnTo>
                    <a:cubicBezTo>
                      <a:pt x="10241" y="14538"/>
                      <a:pt x="11190" y="14717"/>
                      <a:pt x="12127" y="14717"/>
                    </a:cubicBezTo>
                    <a:cubicBezTo>
                      <a:pt x="14530" y="14717"/>
                      <a:pt x="16858" y="13537"/>
                      <a:pt x="18256" y="11437"/>
                    </a:cubicBezTo>
                    <a:cubicBezTo>
                      <a:pt x="20204" y="8520"/>
                      <a:pt x="19821" y="4631"/>
                      <a:pt x="17342" y="2152"/>
                    </a:cubicBezTo>
                    <a:cubicBezTo>
                      <a:pt x="15906" y="718"/>
                      <a:pt x="14020" y="1"/>
                      <a:pt x="12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13" name="Google Shape;2413;p65"/>
              <p:cNvSpPr/>
              <p:nvPr/>
            </p:nvSpPr>
            <p:spPr>
              <a:xfrm>
                <a:off x="5216725" y="889175"/>
                <a:ext cx="276000" cy="254400"/>
              </a:xfrm>
              <a:custGeom>
                <a:rect b="b" l="l" r="r" t="t"/>
                <a:pathLst>
                  <a:path extrusionOk="0" h="10176" w="11040">
                    <a:moveTo>
                      <a:pt x="5456" y="1133"/>
                    </a:moveTo>
                    <a:cubicBezTo>
                      <a:pt x="6487" y="1133"/>
                      <a:pt x="7500" y="1535"/>
                      <a:pt x="8259" y="2293"/>
                    </a:cubicBezTo>
                    <a:cubicBezTo>
                      <a:pt x="9802" y="3839"/>
                      <a:pt x="9802" y="6348"/>
                      <a:pt x="8259" y="7897"/>
                    </a:cubicBezTo>
                    <a:cubicBezTo>
                      <a:pt x="7501" y="8653"/>
                      <a:pt x="6489" y="9055"/>
                      <a:pt x="5460" y="9055"/>
                    </a:cubicBezTo>
                    <a:cubicBezTo>
                      <a:pt x="4948" y="9055"/>
                      <a:pt x="4433" y="8956"/>
                      <a:pt x="3941" y="8751"/>
                    </a:cubicBezTo>
                    <a:cubicBezTo>
                      <a:pt x="2462" y="8138"/>
                      <a:pt x="1499" y="6695"/>
                      <a:pt x="1499" y="5095"/>
                    </a:cubicBezTo>
                    <a:cubicBezTo>
                      <a:pt x="1499" y="3491"/>
                      <a:pt x="2462" y="2048"/>
                      <a:pt x="3941" y="1435"/>
                    </a:cubicBezTo>
                    <a:cubicBezTo>
                      <a:pt x="4431" y="1232"/>
                      <a:pt x="4946" y="1133"/>
                      <a:pt x="5456" y="1133"/>
                    </a:cubicBezTo>
                    <a:close/>
                    <a:moveTo>
                      <a:pt x="5468" y="1"/>
                    </a:moveTo>
                    <a:cubicBezTo>
                      <a:pt x="5465" y="1"/>
                      <a:pt x="5461" y="1"/>
                      <a:pt x="5457" y="1"/>
                    </a:cubicBezTo>
                    <a:cubicBezTo>
                      <a:pt x="3029" y="4"/>
                      <a:pt x="943" y="1719"/>
                      <a:pt x="472" y="4098"/>
                    </a:cubicBezTo>
                    <a:cubicBezTo>
                      <a:pt x="1" y="6481"/>
                      <a:pt x="1275" y="8860"/>
                      <a:pt x="3519" y="9787"/>
                    </a:cubicBezTo>
                    <a:cubicBezTo>
                      <a:pt x="4151" y="10049"/>
                      <a:pt x="4811" y="10175"/>
                      <a:pt x="5463" y="10175"/>
                    </a:cubicBezTo>
                    <a:cubicBezTo>
                      <a:pt x="7120" y="10175"/>
                      <a:pt x="8725" y="9362"/>
                      <a:pt x="9693" y="7912"/>
                    </a:cubicBezTo>
                    <a:cubicBezTo>
                      <a:pt x="11040" y="5895"/>
                      <a:pt x="10774" y="3207"/>
                      <a:pt x="9059" y="1492"/>
                    </a:cubicBezTo>
                    <a:cubicBezTo>
                      <a:pt x="8108" y="535"/>
                      <a:pt x="6814" y="1"/>
                      <a:pt x="54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2414" name="Google Shape;2414;p65"/>
            <p:cNvSpPr/>
            <p:nvPr/>
          </p:nvSpPr>
          <p:spPr>
            <a:xfrm>
              <a:off x="6754459" y="5328548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4989639" y="2031778"/>
              <a:ext cx="428844" cy="402038"/>
            </a:xfrm>
            <a:custGeom>
              <a:rect b="b" l="l" r="r" t="t"/>
              <a:pathLst>
                <a:path extrusionOk="0" h="18118" w="19326">
                  <a:moveTo>
                    <a:pt x="17628" y="1133"/>
                  </a:moveTo>
                  <a:cubicBezTo>
                    <a:pt x="17939" y="1133"/>
                    <a:pt x="18193" y="1387"/>
                    <a:pt x="18193" y="1701"/>
                  </a:cubicBezTo>
                  <a:lnTo>
                    <a:pt x="18193" y="11324"/>
                  </a:lnTo>
                  <a:lnTo>
                    <a:pt x="1133" y="11324"/>
                  </a:lnTo>
                  <a:lnTo>
                    <a:pt x="1133" y="1701"/>
                  </a:lnTo>
                  <a:cubicBezTo>
                    <a:pt x="1133" y="1387"/>
                    <a:pt x="1387" y="1133"/>
                    <a:pt x="1701" y="1133"/>
                  </a:cubicBezTo>
                  <a:close/>
                  <a:moveTo>
                    <a:pt x="18193" y="12456"/>
                  </a:moveTo>
                  <a:lnTo>
                    <a:pt x="18193" y="13024"/>
                  </a:lnTo>
                  <a:cubicBezTo>
                    <a:pt x="18193" y="13335"/>
                    <a:pt x="17939" y="13588"/>
                    <a:pt x="17628" y="13588"/>
                  </a:cubicBezTo>
                  <a:lnTo>
                    <a:pt x="1701" y="13588"/>
                  </a:lnTo>
                  <a:cubicBezTo>
                    <a:pt x="1387" y="13588"/>
                    <a:pt x="1133" y="13335"/>
                    <a:pt x="1133" y="13024"/>
                  </a:cubicBezTo>
                  <a:lnTo>
                    <a:pt x="1133" y="12456"/>
                  </a:lnTo>
                  <a:close/>
                  <a:moveTo>
                    <a:pt x="11520" y="14720"/>
                  </a:moveTo>
                  <a:lnTo>
                    <a:pt x="12275" y="16985"/>
                  </a:lnTo>
                  <a:lnTo>
                    <a:pt x="7051" y="16985"/>
                  </a:lnTo>
                  <a:lnTo>
                    <a:pt x="7806" y="14720"/>
                  </a:lnTo>
                  <a:close/>
                  <a:moveTo>
                    <a:pt x="1701" y="1"/>
                  </a:moveTo>
                  <a:cubicBezTo>
                    <a:pt x="762" y="1"/>
                    <a:pt x="1" y="762"/>
                    <a:pt x="1" y="1701"/>
                  </a:cubicBezTo>
                  <a:lnTo>
                    <a:pt x="1" y="13024"/>
                  </a:lnTo>
                  <a:cubicBezTo>
                    <a:pt x="1" y="13960"/>
                    <a:pt x="762" y="14720"/>
                    <a:pt x="1701" y="14720"/>
                  </a:cubicBezTo>
                  <a:lnTo>
                    <a:pt x="6614" y="14720"/>
                  </a:lnTo>
                  <a:lnTo>
                    <a:pt x="5859" y="16985"/>
                  </a:lnTo>
                  <a:lnTo>
                    <a:pt x="4002" y="16985"/>
                  </a:lnTo>
                  <a:cubicBezTo>
                    <a:pt x="3688" y="16985"/>
                    <a:pt x="3437" y="17239"/>
                    <a:pt x="3437" y="17553"/>
                  </a:cubicBezTo>
                  <a:cubicBezTo>
                    <a:pt x="3437" y="17864"/>
                    <a:pt x="3688" y="18117"/>
                    <a:pt x="4002" y="18117"/>
                  </a:cubicBezTo>
                  <a:lnTo>
                    <a:pt x="15325" y="18117"/>
                  </a:lnTo>
                  <a:cubicBezTo>
                    <a:pt x="15639" y="18117"/>
                    <a:pt x="15889" y="17864"/>
                    <a:pt x="15889" y="17553"/>
                  </a:cubicBezTo>
                  <a:cubicBezTo>
                    <a:pt x="15889" y="17239"/>
                    <a:pt x="15639" y="16985"/>
                    <a:pt x="15325" y="16985"/>
                  </a:cubicBezTo>
                  <a:lnTo>
                    <a:pt x="13468" y="16985"/>
                  </a:lnTo>
                  <a:lnTo>
                    <a:pt x="12713" y="14720"/>
                  </a:lnTo>
                  <a:lnTo>
                    <a:pt x="17628" y="14720"/>
                  </a:lnTo>
                  <a:cubicBezTo>
                    <a:pt x="18565" y="14720"/>
                    <a:pt x="19325" y="13960"/>
                    <a:pt x="19325" y="13024"/>
                  </a:cubicBezTo>
                  <a:lnTo>
                    <a:pt x="19325" y="1701"/>
                  </a:lnTo>
                  <a:cubicBezTo>
                    <a:pt x="19325" y="762"/>
                    <a:pt x="18565" y="1"/>
                    <a:pt x="176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0" name="Google Shape;2420;p66"/>
          <p:cNvGrpSpPr/>
          <p:nvPr/>
        </p:nvGrpSpPr>
        <p:grpSpPr>
          <a:xfrm>
            <a:off x="533525" y="1753021"/>
            <a:ext cx="11125192" cy="4646147"/>
            <a:chOff x="723250" y="1196950"/>
            <a:chExt cx="7697497" cy="3536150"/>
          </a:xfrm>
        </p:grpSpPr>
        <p:grpSp>
          <p:nvGrpSpPr>
            <p:cNvPr id="2421" name="Google Shape;2421;p66"/>
            <p:cNvGrpSpPr/>
            <p:nvPr/>
          </p:nvGrpSpPr>
          <p:grpSpPr>
            <a:xfrm>
              <a:off x="723253" y="2461400"/>
              <a:ext cx="1816500" cy="1557600"/>
              <a:chOff x="723253" y="2461400"/>
              <a:chExt cx="1816500" cy="1557600"/>
            </a:xfrm>
          </p:grpSpPr>
          <p:sp>
            <p:nvSpPr>
              <p:cNvPr id="2422" name="Google Shape;2422;p66"/>
              <p:cNvSpPr/>
              <p:nvPr/>
            </p:nvSpPr>
            <p:spPr>
              <a:xfrm rot="10800000">
                <a:off x="723253" y="2461400"/>
                <a:ext cx="1816500" cy="1557600"/>
              </a:xfrm>
              <a:prstGeom prst="downArrowCallout">
                <a:avLst>
                  <a:gd fmla="val 34754" name="adj1"/>
                  <a:gd fmla="val 17377" name="adj2"/>
                  <a:gd fmla="val 21973" name="adj3"/>
                  <a:gd fmla="val 79879" name="adj4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23" name="Google Shape;2423;p66"/>
              <p:cNvSpPr txBox="1"/>
              <p:nvPr/>
            </p:nvSpPr>
            <p:spPr>
              <a:xfrm>
                <a:off x="803193" y="3319240"/>
                <a:ext cx="1656900" cy="57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424" name="Google Shape;2424;p66"/>
              <p:cNvSpPr txBox="1"/>
              <p:nvPr/>
            </p:nvSpPr>
            <p:spPr>
              <a:xfrm>
                <a:off x="803182" y="2635358"/>
                <a:ext cx="16569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01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25" name="Google Shape;2425;p66"/>
              <p:cNvSpPr txBox="1"/>
              <p:nvPr/>
            </p:nvSpPr>
            <p:spPr>
              <a:xfrm>
                <a:off x="803182" y="3092364"/>
                <a:ext cx="16569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Hiring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426" name="Google Shape;2426;p66"/>
            <p:cNvGrpSpPr/>
            <p:nvPr/>
          </p:nvGrpSpPr>
          <p:grpSpPr>
            <a:xfrm>
              <a:off x="3663750" y="2461400"/>
              <a:ext cx="1816500" cy="1557600"/>
              <a:chOff x="3663750" y="2461400"/>
              <a:chExt cx="1816500" cy="1557600"/>
            </a:xfrm>
          </p:grpSpPr>
          <p:sp>
            <p:nvSpPr>
              <p:cNvPr id="2427" name="Google Shape;2427;p66"/>
              <p:cNvSpPr/>
              <p:nvPr/>
            </p:nvSpPr>
            <p:spPr>
              <a:xfrm rot="10800000">
                <a:off x="3663750" y="2461400"/>
                <a:ext cx="1816500" cy="1557600"/>
              </a:xfrm>
              <a:prstGeom prst="downArrowCallout">
                <a:avLst>
                  <a:gd fmla="val 34754" name="adj1"/>
                  <a:gd fmla="val 17377" name="adj2"/>
                  <a:gd fmla="val 21973" name="adj3"/>
                  <a:gd fmla="val 79879" name="adj4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28" name="Google Shape;2428;p66"/>
              <p:cNvSpPr txBox="1"/>
              <p:nvPr/>
            </p:nvSpPr>
            <p:spPr>
              <a:xfrm>
                <a:off x="3743683" y="3319220"/>
                <a:ext cx="1656900" cy="57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429" name="Google Shape;2429;p66"/>
              <p:cNvSpPr txBox="1"/>
              <p:nvPr/>
            </p:nvSpPr>
            <p:spPr>
              <a:xfrm>
                <a:off x="3743672" y="2635342"/>
                <a:ext cx="16569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02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30" name="Google Shape;2430;p66"/>
              <p:cNvSpPr txBox="1"/>
              <p:nvPr/>
            </p:nvSpPr>
            <p:spPr>
              <a:xfrm>
                <a:off x="3743672" y="3092345"/>
                <a:ext cx="16569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Retention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431" name="Google Shape;2431;p66"/>
            <p:cNvGrpSpPr/>
            <p:nvPr/>
          </p:nvGrpSpPr>
          <p:grpSpPr>
            <a:xfrm>
              <a:off x="6604247" y="2461400"/>
              <a:ext cx="1816500" cy="1557600"/>
              <a:chOff x="6604247" y="2461400"/>
              <a:chExt cx="1816500" cy="1557600"/>
            </a:xfrm>
          </p:grpSpPr>
          <p:sp>
            <p:nvSpPr>
              <p:cNvPr id="2432" name="Google Shape;2432;p66"/>
              <p:cNvSpPr/>
              <p:nvPr/>
            </p:nvSpPr>
            <p:spPr>
              <a:xfrm rot="10800000">
                <a:off x="6604247" y="2461400"/>
                <a:ext cx="1816500" cy="1557600"/>
              </a:xfrm>
              <a:prstGeom prst="downArrowCallout">
                <a:avLst>
                  <a:gd fmla="val 34754" name="adj1"/>
                  <a:gd fmla="val 17377" name="adj2"/>
                  <a:gd fmla="val 21973" name="adj3"/>
                  <a:gd fmla="val 79879" name="adj4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33" name="Google Shape;2433;p66"/>
              <p:cNvSpPr txBox="1"/>
              <p:nvPr/>
            </p:nvSpPr>
            <p:spPr>
              <a:xfrm>
                <a:off x="6684178" y="3319220"/>
                <a:ext cx="1656900" cy="57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2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434" name="Google Shape;2434;p66"/>
              <p:cNvSpPr txBox="1"/>
              <p:nvPr/>
            </p:nvSpPr>
            <p:spPr>
              <a:xfrm>
                <a:off x="6684167" y="2635342"/>
                <a:ext cx="1656900" cy="42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400"/>
                  <a:buFont typeface="Lora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03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35" name="Google Shape;2435;p66"/>
              <p:cNvSpPr txBox="1"/>
              <p:nvPr/>
            </p:nvSpPr>
            <p:spPr>
              <a:xfrm>
                <a:off x="6684167" y="3092345"/>
                <a:ext cx="1656900" cy="30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lang="en-IN" sz="2400">
                    <a:solidFill>
                      <a:srgbClr val="FFFFFF"/>
                    </a:solidFill>
                    <a:latin typeface="Lora"/>
                    <a:ea typeface="Lora"/>
                    <a:cs typeface="Lora"/>
                    <a:sym typeface="Lora"/>
                  </a:rPr>
                  <a:t>Analytics</a:t>
                </a:r>
                <a:endParaRPr b="1" sz="24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sp>
          <p:nvSpPr>
            <p:cNvPr id="2436" name="Google Shape;2436;p66"/>
            <p:cNvSpPr txBox="1"/>
            <p:nvPr/>
          </p:nvSpPr>
          <p:spPr>
            <a:xfrm>
              <a:off x="3500400" y="1196950"/>
              <a:ext cx="2143200" cy="42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400"/>
                <a:buFont typeface="Lora"/>
                <a:buNone/>
              </a:pPr>
              <a:r>
                <a:rPr b="1" lang="en-IN" sz="2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rPr>
                <a:t>Human Resources</a:t>
              </a:r>
              <a:endParaRPr/>
            </a:p>
          </p:txBody>
        </p:sp>
        <p:cxnSp>
          <p:nvCxnSpPr>
            <p:cNvPr id="2437" name="Google Shape;2437;p66"/>
            <p:cNvCxnSpPr>
              <a:stCxn id="2436" idx="1"/>
              <a:endCxn id="2422" idx="2"/>
            </p:cNvCxnSpPr>
            <p:nvPr/>
          </p:nvCxnSpPr>
          <p:spPr>
            <a:xfrm flipH="1">
              <a:off x="1631400" y="1408150"/>
              <a:ext cx="1869000" cy="1053300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8" name="Google Shape;2438;p66"/>
            <p:cNvCxnSpPr>
              <a:stCxn id="2436" idx="3"/>
              <a:endCxn id="2432" idx="2"/>
            </p:cNvCxnSpPr>
            <p:nvPr/>
          </p:nvCxnSpPr>
          <p:spPr>
            <a:xfrm>
              <a:off x="5643600" y="1408150"/>
              <a:ext cx="1869000" cy="1053300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9" name="Google Shape;2439;p66"/>
            <p:cNvCxnSpPr>
              <a:stCxn id="2436" idx="2"/>
              <a:endCxn id="2427" idx="2"/>
            </p:cNvCxnSpPr>
            <p:nvPr/>
          </p:nvCxnSpPr>
          <p:spPr>
            <a:xfrm flipH="1" rot="-5400000">
              <a:off x="4151100" y="2040250"/>
              <a:ext cx="842100" cy="300"/>
            </a:xfrm>
            <a:prstGeom prst="bentConnector3">
              <a:avLst>
                <a:gd fmla="val -24187" name="adj1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0" name="Google Shape;2440;p66"/>
            <p:cNvSpPr/>
            <p:nvPr/>
          </p:nvSpPr>
          <p:spPr>
            <a:xfrm>
              <a:off x="723250" y="4229100"/>
              <a:ext cx="7697400" cy="5040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dk2"/>
                </a:gs>
                <a:gs pos="48000">
                  <a:schemeClr val="lt2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5" name="Google Shape;2445;p67"/>
          <p:cNvGrpSpPr/>
          <p:nvPr/>
        </p:nvGrpSpPr>
        <p:grpSpPr>
          <a:xfrm>
            <a:off x="657780" y="1749951"/>
            <a:ext cx="10875990" cy="4214224"/>
            <a:chOff x="421560" y="1749951"/>
            <a:chExt cx="10875990" cy="4214224"/>
          </a:xfrm>
        </p:grpSpPr>
        <p:grpSp>
          <p:nvGrpSpPr>
            <p:cNvPr id="2446" name="Google Shape;2446;p67"/>
            <p:cNvGrpSpPr/>
            <p:nvPr/>
          </p:nvGrpSpPr>
          <p:grpSpPr>
            <a:xfrm>
              <a:off x="7586889" y="3439206"/>
              <a:ext cx="1978026" cy="1435101"/>
              <a:chOff x="7586889" y="3439206"/>
              <a:chExt cx="1978026" cy="1435101"/>
            </a:xfrm>
          </p:grpSpPr>
          <p:sp>
            <p:nvSpPr>
              <p:cNvPr id="2447" name="Google Shape;2447;p67"/>
              <p:cNvSpPr/>
              <p:nvPr/>
            </p:nvSpPr>
            <p:spPr>
              <a:xfrm>
                <a:off x="9249002" y="4117069"/>
                <a:ext cx="228600" cy="762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8" name="Google Shape;2448;p67"/>
              <p:cNvSpPr/>
              <p:nvPr/>
            </p:nvSpPr>
            <p:spPr>
              <a:xfrm>
                <a:off x="9477602" y="4067856"/>
                <a:ext cx="87313" cy="174625"/>
              </a:xfrm>
              <a:custGeom>
                <a:rect b="b" l="l" r="r" t="t"/>
                <a:pathLst>
                  <a:path extrusionOk="0" h="110" w="55">
                    <a:moveTo>
                      <a:pt x="0" y="0"/>
                    </a:moveTo>
                    <a:lnTo>
                      <a:pt x="0" y="110"/>
                    </a:lnTo>
                    <a:lnTo>
                      <a:pt x="55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9" name="Google Shape;2449;p67"/>
              <p:cNvSpPr/>
              <p:nvPr/>
            </p:nvSpPr>
            <p:spPr>
              <a:xfrm>
                <a:off x="7586889" y="4117069"/>
                <a:ext cx="1736725" cy="757238"/>
              </a:xfrm>
              <a:custGeom>
                <a:rect b="b" l="l" r="r" t="t"/>
                <a:pathLst>
                  <a:path extrusionOk="0" h="477" w="1094">
                    <a:moveTo>
                      <a:pt x="273" y="477"/>
                    </a:moveTo>
                    <a:lnTo>
                      <a:pt x="821" y="477"/>
                    </a:lnTo>
                    <a:lnTo>
                      <a:pt x="1094" y="0"/>
                    </a:lnTo>
                    <a:lnTo>
                      <a:pt x="0" y="0"/>
                    </a:lnTo>
                    <a:lnTo>
                      <a:pt x="273" y="47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0" name="Google Shape;2450;p67"/>
              <p:cNvSpPr/>
              <p:nvPr/>
            </p:nvSpPr>
            <p:spPr>
              <a:xfrm>
                <a:off x="7674202" y="3439206"/>
                <a:ext cx="1562100" cy="1358900"/>
              </a:xfrm>
              <a:custGeom>
                <a:rect b="b" l="l" r="r" t="t"/>
                <a:pathLst>
                  <a:path extrusionOk="0" h="856" w="984">
                    <a:moveTo>
                      <a:pt x="738" y="0"/>
                    </a:moveTo>
                    <a:lnTo>
                      <a:pt x="246" y="0"/>
                    </a:lnTo>
                    <a:lnTo>
                      <a:pt x="0" y="427"/>
                    </a:lnTo>
                    <a:lnTo>
                      <a:pt x="246" y="856"/>
                    </a:lnTo>
                    <a:lnTo>
                      <a:pt x="738" y="856"/>
                    </a:lnTo>
                    <a:lnTo>
                      <a:pt x="984" y="427"/>
                    </a:lnTo>
                    <a:lnTo>
                      <a:pt x="73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4275">
                <a:solidFill>
                  <a:schemeClr val="accent4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1" name="Google Shape;2451;p67"/>
            <p:cNvGrpSpPr/>
            <p:nvPr/>
          </p:nvGrpSpPr>
          <p:grpSpPr>
            <a:xfrm>
              <a:off x="9309327" y="2777219"/>
              <a:ext cx="1736725" cy="1438275"/>
              <a:chOff x="9309327" y="2777219"/>
              <a:chExt cx="1736725" cy="1438275"/>
            </a:xfrm>
          </p:grpSpPr>
          <p:sp>
            <p:nvSpPr>
              <p:cNvPr id="2452" name="Google Shape;2452;p67"/>
              <p:cNvSpPr/>
              <p:nvPr/>
            </p:nvSpPr>
            <p:spPr>
              <a:xfrm>
                <a:off x="9309327" y="2777219"/>
                <a:ext cx="1736725" cy="757238"/>
              </a:xfrm>
              <a:custGeom>
                <a:rect b="b" l="l" r="r" t="t"/>
                <a:pathLst>
                  <a:path extrusionOk="0" h="477" w="1094">
                    <a:moveTo>
                      <a:pt x="272" y="0"/>
                    </a:moveTo>
                    <a:lnTo>
                      <a:pt x="821" y="0"/>
                    </a:lnTo>
                    <a:lnTo>
                      <a:pt x="1094" y="477"/>
                    </a:lnTo>
                    <a:lnTo>
                      <a:pt x="0" y="477"/>
                    </a:lnTo>
                    <a:lnTo>
                      <a:pt x="27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3" name="Google Shape;2453;p67"/>
              <p:cNvSpPr/>
              <p:nvPr/>
            </p:nvSpPr>
            <p:spPr>
              <a:xfrm>
                <a:off x="9395052" y="2856594"/>
                <a:ext cx="1563688" cy="1358900"/>
              </a:xfrm>
              <a:custGeom>
                <a:rect b="b" l="l" r="r" t="t"/>
                <a:pathLst>
                  <a:path extrusionOk="0" h="856" w="985">
                    <a:moveTo>
                      <a:pt x="738" y="856"/>
                    </a:moveTo>
                    <a:lnTo>
                      <a:pt x="247" y="856"/>
                    </a:lnTo>
                    <a:lnTo>
                      <a:pt x="0" y="427"/>
                    </a:lnTo>
                    <a:lnTo>
                      <a:pt x="247" y="0"/>
                    </a:lnTo>
                    <a:lnTo>
                      <a:pt x="738" y="0"/>
                    </a:lnTo>
                    <a:lnTo>
                      <a:pt x="985" y="427"/>
                    </a:lnTo>
                    <a:lnTo>
                      <a:pt x="738" y="856"/>
                    </a:lnTo>
                    <a:close/>
                  </a:path>
                </a:pathLst>
              </a:custGeom>
              <a:solidFill>
                <a:schemeClr val="lt1"/>
              </a:solidFill>
              <a:ln cap="flat" cmpd="sng" w="1427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4" name="Google Shape;2454;p67"/>
            <p:cNvGrpSpPr/>
            <p:nvPr/>
          </p:nvGrpSpPr>
          <p:grpSpPr>
            <a:xfrm>
              <a:off x="4143602" y="3428094"/>
              <a:ext cx="1978025" cy="1438274"/>
              <a:chOff x="4143602" y="3428094"/>
              <a:chExt cx="1978025" cy="1438274"/>
            </a:xfrm>
          </p:grpSpPr>
          <p:grpSp>
            <p:nvGrpSpPr>
              <p:cNvPr id="2455" name="Google Shape;2455;p67"/>
              <p:cNvGrpSpPr/>
              <p:nvPr/>
            </p:nvGrpSpPr>
            <p:grpSpPr>
              <a:xfrm>
                <a:off x="4143602" y="3428094"/>
                <a:ext cx="1978025" cy="1438274"/>
                <a:chOff x="4143602" y="3428094"/>
                <a:chExt cx="1978025" cy="1438274"/>
              </a:xfrm>
            </p:grpSpPr>
            <p:sp>
              <p:nvSpPr>
                <p:cNvPr id="2456" name="Google Shape;2456;p67"/>
                <p:cNvSpPr/>
                <p:nvPr/>
              </p:nvSpPr>
              <p:spPr>
                <a:xfrm>
                  <a:off x="5805714" y="4109131"/>
                  <a:ext cx="228600" cy="762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7" name="Google Shape;2457;p67"/>
                <p:cNvSpPr/>
                <p:nvPr/>
              </p:nvSpPr>
              <p:spPr>
                <a:xfrm>
                  <a:off x="6034314" y="4059919"/>
                  <a:ext cx="87313" cy="174625"/>
                </a:xfrm>
                <a:custGeom>
                  <a:rect b="b" l="l" r="r" t="t"/>
                  <a:pathLst>
                    <a:path extrusionOk="0" h="110" w="55">
                      <a:moveTo>
                        <a:pt x="0" y="0"/>
                      </a:moveTo>
                      <a:lnTo>
                        <a:pt x="0" y="110"/>
                      </a:lnTo>
                      <a:lnTo>
                        <a:pt x="55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8" name="Google Shape;2458;p67"/>
                <p:cNvSpPr/>
                <p:nvPr/>
              </p:nvSpPr>
              <p:spPr>
                <a:xfrm>
                  <a:off x="4143602" y="4109131"/>
                  <a:ext cx="1736725" cy="757238"/>
                </a:xfrm>
                <a:custGeom>
                  <a:rect b="b" l="l" r="r" t="t"/>
                  <a:pathLst>
                    <a:path extrusionOk="0" h="477" w="1094">
                      <a:moveTo>
                        <a:pt x="273" y="477"/>
                      </a:moveTo>
                      <a:lnTo>
                        <a:pt x="821" y="477"/>
                      </a:lnTo>
                      <a:lnTo>
                        <a:pt x="1094" y="0"/>
                      </a:lnTo>
                      <a:lnTo>
                        <a:pt x="0" y="0"/>
                      </a:lnTo>
                      <a:lnTo>
                        <a:pt x="273" y="47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59" name="Google Shape;2459;p67"/>
                <p:cNvSpPr/>
                <p:nvPr/>
              </p:nvSpPr>
              <p:spPr>
                <a:xfrm>
                  <a:off x="4230914" y="3428094"/>
                  <a:ext cx="1563688" cy="1362075"/>
                </a:xfrm>
                <a:custGeom>
                  <a:rect b="b" l="l" r="r" t="t"/>
                  <a:pathLst>
                    <a:path extrusionOk="0" h="858" w="985">
                      <a:moveTo>
                        <a:pt x="738" y="0"/>
                      </a:moveTo>
                      <a:lnTo>
                        <a:pt x="247" y="0"/>
                      </a:lnTo>
                      <a:lnTo>
                        <a:pt x="0" y="429"/>
                      </a:lnTo>
                      <a:lnTo>
                        <a:pt x="247" y="858"/>
                      </a:lnTo>
                      <a:lnTo>
                        <a:pt x="738" y="858"/>
                      </a:lnTo>
                      <a:lnTo>
                        <a:pt x="985" y="429"/>
                      </a:lnTo>
                      <a:lnTo>
                        <a:pt x="73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60" name="Google Shape;2460;p67"/>
              <p:cNvGrpSpPr/>
              <p:nvPr/>
            </p:nvGrpSpPr>
            <p:grpSpPr>
              <a:xfrm>
                <a:off x="4763429" y="3797333"/>
                <a:ext cx="492240" cy="540091"/>
                <a:chOff x="5897779" y="1453403"/>
                <a:chExt cx="390480" cy="428439"/>
              </a:xfrm>
            </p:grpSpPr>
            <p:grpSp>
              <p:nvGrpSpPr>
                <p:cNvPr id="2461" name="Google Shape;2461;p67"/>
                <p:cNvGrpSpPr/>
                <p:nvPr/>
              </p:nvGrpSpPr>
              <p:grpSpPr>
                <a:xfrm>
                  <a:off x="5897779" y="1532356"/>
                  <a:ext cx="351315" cy="349486"/>
                  <a:chOff x="685475" y="2318350"/>
                  <a:chExt cx="297750" cy="296200"/>
                </a:xfrm>
              </p:grpSpPr>
              <p:sp>
                <p:nvSpPr>
                  <p:cNvPr id="2462" name="Google Shape;2462;p67"/>
                  <p:cNvSpPr/>
                  <p:nvPr/>
                </p:nvSpPr>
                <p:spPr>
                  <a:xfrm>
                    <a:off x="685475" y="2371925"/>
                    <a:ext cx="142600" cy="241975"/>
                  </a:xfrm>
                  <a:custGeom>
                    <a:rect b="b" l="l" r="r" t="t"/>
                    <a:pathLst>
                      <a:path extrusionOk="0" h="9679" w="5704">
                        <a:moveTo>
                          <a:pt x="2080" y="662"/>
                        </a:moveTo>
                        <a:cubicBezTo>
                          <a:pt x="2458" y="662"/>
                          <a:pt x="2773" y="977"/>
                          <a:pt x="2773" y="1387"/>
                        </a:cubicBezTo>
                        <a:cubicBezTo>
                          <a:pt x="2773" y="1765"/>
                          <a:pt x="2458" y="2080"/>
                          <a:pt x="2080" y="2080"/>
                        </a:cubicBezTo>
                        <a:cubicBezTo>
                          <a:pt x="1671" y="2080"/>
                          <a:pt x="1356" y="1765"/>
                          <a:pt x="1356" y="1387"/>
                        </a:cubicBezTo>
                        <a:cubicBezTo>
                          <a:pt x="1356" y="977"/>
                          <a:pt x="1734" y="662"/>
                          <a:pt x="2080" y="662"/>
                        </a:cubicBezTo>
                        <a:close/>
                        <a:moveTo>
                          <a:pt x="2962" y="6900"/>
                        </a:moveTo>
                        <a:lnTo>
                          <a:pt x="3120" y="7593"/>
                        </a:lnTo>
                        <a:lnTo>
                          <a:pt x="1135" y="7593"/>
                        </a:lnTo>
                        <a:lnTo>
                          <a:pt x="1293" y="6900"/>
                        </a:lnTo>
                        <a:close/>
                        <a:moveTo>
                          <a:pt x="1742" y="2767"/>
                        </a:moveTo>
                        <a:cubicBezTo>
                          <a:pt x="1866" y="2767"/>
                          <a:pt x="1991" y="2831"/>
                          <a:pt x="2049" y="2962"/>
                        </a:cubicBezTo>
                        <a:lnTo>
                          <a:pt x="2553" y="3938"/>
                        </a:lnTo>
                        <a:cubicBezTo>
                          <a:pt x="2584" y="4064"/>
                          <a:pt x="2742" y="4127"/>
                          <a:pt x="2868" y="4127"/>
                        </a:cubicBezTo>
                        <a:lnTo>
                          <a:pt x="3813" y="4127"/>
                        </a:lnTo>
                        <a:cubicBezTo>
                          <a:pt x="4002" y="4127"/>
                          <a:pt x="4159" y="4285"/>
                          <a:pt x="4159" y="4474"/>
                        </a:cubicBezTo>
                        <a:cubicBezTo>
                          <a:pt x="4159" y="4695"/>
                          <a:pt x="4002" y="4852"/>
                          <a:pt x="3813" y="4852"/>
                        </a:cubicBezTo>
                        <a:lnTo>
                          <a:pt x="2427" y="4852"/>
                        </a:lnTo>
                        <a:cubicBezTo>
                          <a:pt x="2301" y="4852"/>
                          <a:pt x="2175" y="4758"/>
                          <a:pt x="2112" y="4631"/>
                        </a:cubicBezTo>
                        <a:cubicBezTo>
                          <a:pt x="2042" y="4515"/>
                          <a:pt x="1919" y="4450"/>
                          <a:pt x="1784" y="4450"/>
                        </a:cubicBezTo>
                        <a:cubicBezTo>
                          <a:pt x="1737" y="4450"/>
                          <a:pt x="1688" y="4458"/>
                          <a:pt x="1639" y="4474"/>
                        </a:cubicBezTo>
                        <a:cubicBezTo>
                          <a:pt x="1482" y="4568"/>
                          <a:pt x="1387" y="4758"/>
                          <a:pt x="1482" y="4947"/>
                        </a:cubicBezTo>
                        <a:cubicBezTo>
                          <a:pt x="1671" y="5325"/>
                          <a:pt x="2017" y="5545"/>
                          <a:pt x="2427" y="5545"/>
                        </a:cubicBezTo>
                        <a:lnTo>
                          <a:pt x="3813" y="5545"/>
                        </a:lnTo>
                        <a:cubicBezTo>
                          <a:pt x="3970" y="5545"/>
                          <a:pt x="4128" y="5671"/>
                          <a:pt x="4159" y="5829"/>
                        </a:cubicBezTo>
                        <a:lnTo>
                          <a:pt x="4853" y="8570"/>
                        </a:lnTo>
                        <a:cubicBezTo>
                          <a:pt x="4916" y="8790"/>
                          <a:pt x="4790" y="8979"/>
                          <a:pt x="4632" y="9011"/>
                        </a:cubicBezTo>
                        <a:cubicBezTo>
                          <a:pt x="4608" y="9015"/>
                          <a:pt x="4584" y="9017"/>
                          <a:pt x="4560" y="9017"/>
                        </a:cubicBezTo>
                        <a:cubicBezTo>
                          <a:pt x="4403" y="9017"/>
                          <a:pt x="4273" y="8927"/>
                          <a:pt x="4191" y="8790"/>
                        </a:cubicBezTo>
                        <a:lnTo>
                          <a:pt x="3655" y="6522"/>
                        </a:lnTo>
                        <a:cubicBezTo>
                          <a:pt x="3592" y="6364"/>
                          <a:pt x="3498" y="6270"/>
                          <a:pt x="3277" y="6270"/>
                        </a:cubicBezTo>
                        <a:lnTo>
                          <a:pt x="1040" y="6270"/>
                        </a:lnTo>
                        <a:cubicBezTo>
                          <a:pt x="914" y="6270"/>
                          <a:pt x="851" y="6207"/>
                          <a:pt x="757" y="6144"/>
                        </a:cubicBezTo>
                        <a:cubicBezTo>
                          <a:pt x="694" y="5986"/>
                          <a:pt x="694" y="5892"/>
                          <a:pt x="694" y="5797"/>
                        </a:cubicBezTo>
                        <a:lnTo>
                          <a:pt x="1419" y="3025"/>
                        </a:lnTo>
                        <a:cubicBezTo>
                          <a:pt x="1453" y="2855"/>
                          <a:pt x="1597" y="2767"/>
                          <a:pt x="1742" y="2767"/>
                        </a:cubicBezTo>
                        <a:close/>
                        <a:moveTo>
                          <a:pt x="2143" y="0"/>
                        </a:moveTo>
                        <a:cubicBezTo>
                          <a:pt x="1419" y="0"/>
                          <a:pt x="788" y="630"/>
                          <a:pt x="788" y="1387"/>
                        </a:cubicBezTo>
                        <a:cubicBezTo>
                          <a:pt x="788" y="1733"/>
                          <a:pt x="946" y="2080"/>
                          <a:pt x="1135" y="2332"/>
                        </a:cubicBezTo>
                        <a:cubicBezTo>
                          <a:pt x="977" y="2426"/>
                          <a:pt x="851" y="2647"/>
                          <a:pt x="788" y="2867"/>
                        </a:cubicBezTo>
                        <a:lnTo>
                          <a:pt x="64" y="5640"/>
                        </a:lnTo>
                        <a:cubicBezTo>
                          <a:pt x="1" y="5955"/>
                          <a:pt x="64" y="6270"/>
                          <a:pt x="253" y="6522"/>
                        </a:cubicBezTo>
                        <a:cubicBezTo>
                          <a:pt x="347" y="6648"/>
                          <a:pt x="473" y="6774"/>
                          <a:pt x="631" y="6805"/>
                        </a:cubicBezTo>
                        <a:lnTo>
                          <a:pt x="32" y="9263"/>
                        </a:lnTo>
                        <a:cubicBezTo>
                          <a:pt x="1" y="9452"/>
                          <a:pt x="95" y="9609"/>
                          <a:pt x="253" y="9672"/>
                        </a:cubicBezTo>
                        <a:cubicBezTo>
                          <a:pt x="281" y="9676"/>
                          <a:pt x="309" y="9678"/>
                          <a:pt x="335" y="9678"/>
                        </a:cubicBezTo>
                        <a:cubicBezTo>
                          <a:pt x="513" y="9678"/>
                          <a:pt x="639" y="9589"/>
                          <a:pt x="694" y="9452"/>
                        </a:cubicBezTo>
                        <a:lnTo>
                          <a:pt x="977" y="8318"/>
                        </a:lnTo>
                        <a:lnTo>
                          <a:pt x="3372" y="8318"/>
                        </a:lnTo>
                        <a:lnTo>
                          <a:pt x="3529" y="8885"/>
                        </a:lnTo>
                        <a:cubicBezTo>
                          <a:pt x="3661" y="9359"/>
                          <a:pt x="4079" y="9679"/>
                          <a:pt x="4526" y="9679"/>
                        </a:cubicBezTo>
                        <a:cubicBezTo>
                          <a:pt x="4613" y="9679"/>
                          <a:pt x="4702" y="9667"/>
                          <a:pt x="4790" y="9641"/>
                        </a:cubicBezTo>
                        <a:cubicBezTo>
                          <a:pt x="5357" y="9483"/>
                          <a:pt x="5703" y="8916"/>
                          <a:pt x="5546" y="8381"/>
                        </a:cubicBezTo>
                        <a:lnTo>
                          <a:pt x="4821" y="5640"/>
                        </a:lnTo>
                        <a:cubicBezTo>
                          <a:pt x="4790" y="5482"/>
                          <a:pt x="4727" y="5325"/>
                          <a:pt x="4601" y="5199"/>
                        </a:cubicBezTo>
                        <a:cubicBezTo>
                          <a:pt x="4758" y="5010"/>
                          <a:pt x="4884" y="4758"/>
                          <a:pt x="4884" y="4474"/>
                        </a:cubicBezTo>
                        <a:cubicBezTo>
                          <a:pt x="4884" y="3907"/>
                          <a:pt x="4412" y="3466"/>
                          <a:pt x="3844" y="3466"/>
                        </a:cubicBezTo>
                        <a:lnTo>
                          <a:pt x="3088" y="3466"/>
                        </a:lnTo>
                        <a:lnTo>
                          <a:pt x="2710" y="2647"/>
                        </a:lnTo>
                        <a:cubicBezTo>
                          <a:pt x="3183" y="2395"/>
                          <a:pt x="3529" y="1922"/>
                          <a:pt x="3529" y="1387"/>
                        </a:cubicBezTo>
                        <a:cubicBezTo>
                          <a:pt x="3529" y="630"/>
                          <a:pt x="2899" y="0"/>
                          <a:pt x="2143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Calibri"/>
                      <a:buNone/>
                    </a:pPr>
                    <a:r>
                      <a:t/>
                    </a:r>
                    <a:endParaRPr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2463" name="Google Shape;2463;p67"/>
                  <p:cNvSpPr/>
                  <p:nvPr/>
                </p:nvSpPr>
                <p:spPr>
                  <a:xfrm>
                    <a:off x="839850" y="2371925"/>
                    <a:ext cx="143375" cy="242625"/>
                  </a:xfrm>
                  <a:custGeom>
                    <a:rect b="b" l="l" r="r" t="t"/>
                    <a:pathLst>
                      <a:path extrusionOk="0" h="9705" w="5735">
                        <a:moveTo>
                          <a:pt x="3624" y="662"/>
                        </a:moveTo>
                        <a:cubicBezTo>
                          <a:pt x="4002" y="662"/>
                          <a:pt x="4317" y="977"/>
                          <a:pt x="4317" y="1355"/>
                        </a:cubicBezTo>
                        <a:cubicBezTo>
                          <a:pt x="4317" y="1765"/>
                          <a:pt x="4002" y="2080"/>
                          <a:pt x="3624" y="2080"/>
                        </a:cubicBezTo>
                        <a:cubicBezTo>
                          <a:pt x="3214" y="2080"/>
                          <a:pt x="2899" y="1765"/>
                          <a:pt x="2899" y="1355"/>
                        </a:cubicBezTo>
                        <a:cubicBezTo>
                          <a:pt x="2899" y="977"/>
                          <a:pt x="3214" y="662"/>
                          <a:pt x="3624" y="662"/>
                        </a:cubicBezTo>
                        <a:close/>
                        <a:moveTo>
                          <a:pt x="4317" y="6900"/>
                        </a:moveTo>
                        <a:lnTo>
                          <a:pt x="4474" y="7593"/>
                        </a:lnTo>
                        <a:lnTo>
                          <a:pt x="2490" y="7593"/>
                        </a:lnTo>
                        <a:lnTo>
                          <a:pt x="2647" y="6900"/>
                        </a:lnTo>
                        <a:close/>
                        <a:moveTo>
                          <a:pt x="3962" y="2731"/>
                        </a:moveTo>
                        <a:cubicBezTo>
                          <a:pt x="4108" y="2731"/>
                          <a:pt x="4250" y="2818"/>
                          <a:pt x="4285" y="2993"/>
                        </a:cubicBezTo>
                        <a:lnTo>
                          <a:pt x="4979" y="5734"/>
                        </a:lnTo>
                        <a:cubicBezTo>
                          <a:pt x="5010" y="6018"/>
                          <a:pt x="4853" y="6207"/>
                          <a:pt x="4632" y="6207"/>
                        </a:cubicBezTo>
                        <a:lnTo>
                          <a:pt x="2395" y="6207"/>
                        </a:lnTo>
                        <a:cubicBezTo>
                          <a:pt x="2238" y="6207"/>
                          <a:pt x="2080" y="6333"/>
                          <a:pt x="2049" y="6490"/>
                        </a:cubicBezTo>
                        <a:lnTo>
                          <a:pt x="1482" y="8727"/>
                        </a:lnTo>
                        <a:cubicBezTo>
                          <a:pt x="1456" y="8883"/>
                          <a:pt x="1323" y="8996"/>
                          <a:pt x="1154" y="8996"/>
                        </a:cubicBezTo>
                        <a:cubicBezTo>
                          <a:pt x="1118" y="8996"/>
                          <a:pt x="1080" y="8990"/>
                          <a:pt x="1040" y="8979"/>
                        </a:cubicBezTo>
                        <a:cubicBezTo>
                          <a:pt x="851" y="8916"/>
                          <a:pt x="725" y="8727"/>
                          <a:pt x="820" y="8538"/>
                        </a:cubicBezTo>
                        <a:lnTo>
                          <a:pt x="1513" y="5766"/>
                        </a:lnTo>
                        <a:cubicBezTo>
                          <a:pt x="1576" y="5608"/>
                          <a:pt x="1671" y="5514"/>
                          <a:pt x="1891" y="5514"/>
                        </a:cubicBezTo>
                        <a:lnTo>
                          <a:pt x="3246" y="5514"/>
                        </a:lnTo>
                        <a:cubicBezTo>
                          <a:pt x="3655" y="5514"/>
                          <a:pt x="4002" y="5262"/>
                          <a:pt x="4222" y="4915"/>
                        </a:cubicBezTo>
                        <a:cubicBezTo>
                          <a:pt x="4285" y="4758"/>
                          <a:pt x="4222" y="4537"/>
                          <a:pt x="4033" y="4442"/>
                        </a:cubicBezTo>
                        <a:cubicBezTo>
                          <a:pt x="3993" y="4426"/>
                          <a:pt x="3948" y="4418"/>
                          <a:pt x="3902" y="4418"/>
                        </a:cubicBezTo>
                        <a:cubicBezTo>
                          <a:pt x="3770" y="4418"/>
                          <a:pt x="3631" y="4483"/>
                          <a:pt x="3561" y="4600"/>
                        </a:cubicBezTo>
                        <a:cubicBezTo>
                          <a:pt x="3529" y="4726"/>
                          <a:pt x="3372" y="4789"/>
                          <a:pt x="3246" y="4789"/>
                        </a:cubicBezTo>
                        <a:lnTo>
                          <a:pt x="1891" y="4789"/>
                        </a:lnTo>
                        <a:cubicBezTo>
                          <a:pt x="1671" y="4789"/>
                          <a:pt x="1513" y="4631"/>
                          <a:pt x="1513" y="4442"/>
                        </a:cubicBezTo>
                        <a:cubicBezTo>
                          <a:pt x="1513" y="4253"/>
                          <a:pt x="1671" y="4096"/>
                          <a:pt x="1891" y="4096"/>
                        </a:cubicBezTo>
                        <a:lnTo>
                          <a:pt x="2836" y="4096"/>
                        </a:lnTo>
                        <a:cubicBezTo>
                          <a:pt x="2931" y="4096"/>
                          <a:pt x="3057" y="4001"/>
                          <a:pt x="3151" y="3907"/>
                        </a:cubicBezTo>
                        <a:cubicBezTo>
                          <a:pt x="3151" y="3844"/>
                          <a:pt x="3655" y="2899"/>
                          <a:pt x="3655" y="2899"/>
                        </a:cubicBezTo>
                        <a:cubicBezTo>
                          <a:pt x="3725" y="2787"/>
                          <a:pt x="3845" y="2731"/>
                          <a:pt x="3962" y="2731"/>
                        </a:cubicBezTo>
                        <a:close/>
                        <a:moveTo>
                          <a:pt x="3529" y="0"/>
                        </a:moveTo>
                        <a:cubicBezTo>
                          <a:pt x="2805" y="0"/>
                          <a:pt x="2175" y="630"/>
                          <a:pt x="2175" y="1355"/>
                        </a:cubicBezTo>
                        <a:cubicBezTo>
                          <a:pt x="2175" y="1922"/>
                          <a:pt x="2490" y="2395"/>
                          <a:pt x="2994" y="2615"/>
                        </a:cubicBezTo>
                        <a:lnTo>
                          <a:pt x="2584" y="3466"/>
                        </a:lnTo>
                        <a:lnTo>
                          <a:pt x="1860" y="3466"/>
                        </a:lnTo>
                        <a:cubicBezTo>
                          <a:pt x="1261" y="3466"/>
                          <a:pt x="820" y="3938"/>
                          <a:pt x="820" y="4474"/>
                        </a:cubicBezTo>
                        <a:cubicBezTo>
                          <a:pt x="820" y="4758"/>
                          <a:pt x="946" y="4978"/>
                          <a:pt x="1103" y="5199"/>
                        </a:cubicBezTo>
                        <a:cubicBezTo>
                          <a:pt x="977" y="5325"/>
                          <a:pt x="914" y="5451"/>
                          <a:pt x="851" y="5608"/>
                        </a:cubicBezTo>
                        <a:lnTo>
                          <a:pt x="158" y="8381"/>
                        </a:lnTo>
                        <a:cubicBezTo>
                          <a:pt x="1" y="8916"/>
                          <a:pt x="347" y="9483"/>
                          <a:pt x="914" y="9641"/>
                        </a:cubicBezTo>
                        <a:cubicBezTo>
                          <a:pt x="1002" y="9667"/>
                          <a:pt x="1091" y="9679"/>
                          <a:pt x="1178" y="9679"/>
                        </a:cubicBezTo>
                        <a:cubicBezTo>
                          <a:pt x="1624" y="9679"/>
                          <a:pt x="2038" y="9359"/>
                          <a:pt x="2143" y="8885"/>
                        </a:cubicBezTo>
                        <a:lnTo>
                          <a:pt x="2332" y="8286"/>
                        </a:lnTo>
                        <a:lnTo>
                          <a:pt x="4695" y="8286"/>
                        </a:lnTo>
                        <a:lnTo>
                          <a:pt x="4947" y="9452"/>
                        </a:lnTo>
                        <a:cubicBezTo>
                          <a:pt x="4995" y="9597"/>
                          <a:pt x="5118" y="9704"/>
                          <a:pt x="5257" y="9704"/>
                        </a:cubicBezTo>
                        <a:cubicBezTo>
                          <a:pt x="5300" y="9704"/>
                          <a:pt x="5344" y="9694"/>
                          <a:pt x="5388" y="9672"/>
                        </a:cubicBezTo>
                        <a:cubicBezTo>
                          <a:pt x="5577" y="9641"/>
                          <a:pt x="5703" y="9452"/>
                          <a:pt x="5609" y="9231"/>
                        </a:cubicBezTo>
                        <a:lnTo>
                          <a:pt x="5042" y="6805"/>
                        </a:lnTo>
                        <a:cubicBezTo>
                          <a:pt x="5514" y="6616"/>
                          <a:pt x="5735" y="6144"/>
                          <a:pt x="5640" y="5640"/>
                        </a:cubicBezTo>
                        <a:lnTo>
                          <a:pt x="4916" y="2867"/>
                        </a:lnTo>
                        <a:cubicBezTo>
                          <a:pt x="4884" y="2647"/>
                          <a:pt x="4758" y="2489"/>
                          <a:pt x="4569" y="2332"/>
                        </a:cubicBezTo>
                        <a:cubicBezTo>
                          <a:pt x="4790" y="2080"/>
                          <a:pt x="4916" y="1733"/>
                          <a:pt x="4916" y="1355"/>
                        </a:cubicBezTo>
                        <a:cubicBezTo>
                          <a:pt x="4916" y="630"/>
                          <a:pt x="4285" y="0"/>
                          <a:pt x="3529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Calibri"/>
                      <a:buNone/>
                    </a:pPr>
                    <a:r>
                      <a:t/>
                    </a:r>
                    <a:endParaRPr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2464" name="Google Shape;2464;p67"/>
                  <p:cNvSpPr/>
                  <p:nvPr/>
                </p:nvSpPr>
                <p:spPr>
                  <a:xfrm>
                    <a:off x="772900" y="2318350"/>
                    <a:ext cx="122125" cy="105075"/>
                  </a:xfrm>
                  <a:custGeom>
                    <a:rect b="b" l="l" r="r" t="t"/>
                    <a:pathLst>
                      <a:path extrusionOk="0" h="4203" w="4885">
                        <a:moveTo>
                          <a:pt x="3844" y="631"/>
                        </a:moveTo>
                        <a:cubicBezTo>
                          <a:pt x="4034" y="631"/>
                          <a:pt x="4223" y="789"/>
                          <a:pt x="4223" y="978"/>
                        </a:cubicBezTo>
                        <a:lnTo>
                          <a:pt x="4223" y="1734"/>
                        </a:lnTo>
                        <a:cubicBezTo>
                          <a:pt x="4223" y="1923"/>
                          <a:pt x="4034" y="2112"/>
                          <a:pt x="3844" y="2112"/>
                        </a:cubicBezTo>
                        <a:cubicBezTo>
                          <a:pt x="3655" y="2143"/>
                          <a:pt x="3498" y="2301"/>
                          <a:pt x="3498" y="2458"/>
                        </a:cubicBezTo>
                        <a:lnTo>
                          <a:pt x="3498" y="2994"/>
                        </a:lnTo>
                        <a:lnTo>
                          <a:pt x="2679" y="2206"/>
                        </a:lnTo>
                        <a:cubicBezTo>
                          <a:pt x="2584" y="2143"/>
                          <a:pt x="2521" y="2112"/>
                          <a:pt x="2427" y="2112"/>
                        </a:cubicBezTo>
                        <a:lnTo>
                          <a:pt x="1009" y="2112"/>
                        </a:lnTo>
                        <a:cubicBezTo>
                          <a:pt x="820" y="2112"/>
                          <a:pt x="662" y="1923"/>
                          <a:pt x="662" y="1734"/>
                        </a:cubicBezTo>
                        <a:lnTo>
                          <a:pt x="662" y="978"/>
                        </a:lnTo>
                        <a:cubicBezTo>
                          <a:pt x="662" y="789"/>
                          <a:pt x="820" y="631"/>
                          <a:pt x="1009" y="631"/>
                        </a:cubicBezTo>
                        <a:close/>
                        <a:moveTo>
                          <a:pt x="1009" y="1"/>
                        </a:moveTo>
                        <a:cubicBezTo>
                          <a:pt x="442" y="1"/>
                          <a:pt x="1" y="474"/>
                          <a:pt x="1" y="1041"/>
                        </a:cubicBezTo>
                        <a:lnTo>
                          <a:pt x="1" y="1765"/>
                        </a:lnTo>
                        <a:cubicBezTo>
                          <a:pt x="1" y="2364"/>
                          <a:pt x="473" y="2805"/>
                          <a:pt x="1009" y="2805"/>
                        </a:cubicBezTo>
                        <a:lnTo>
                          <a:pt x="2269" y="2805"/>
                        </a:lnTo>
                        <a:lnTo>
                          <a:pt x="3592" y="4097"/>
                        </a:lnTo>
                        <a:cubicBezTo>
                          <a:pt x="3663" y="4167"/>
                          <a:pt x="3770" y="4203"/>
                          <a:pt x="3872" y="4203"/>
                        </a:cubicBezTo>
                        <a:cubicBezTo>
                          <a:pt x="3906" y="4203"/>
                          <a:pt x="3939" y="4199"/>
                          <a:pt x="3970" y="4191"/>
                        </a:cubicBezTo>
                        <a:cubicBezTo>
                          <a:pt x="4097" y="4160"/>
                          <a:pt x="4160" y="4002"/>
                          <a:pt x="4160" y="3876"/>
                        </a:cubicBezTo>
                        <a:lnTo>
                          <a:pt x="4160" y="2773"/>
                        </a:lnTo>
                        <a:cubicBezTo>
                          <a:pt x="4569" y="2616"/>
                          <a:pt x="4884" y="2238"/>
                          <a:pt x="4884" y="1765"/>
                        </a:cubicBezTo>
                        <a:lnTo>
                          <a:pt x="4884" y="1041"/>
                        </a:lnTo>
                        <a:cubicBezTo>
                          <a:pt x="4884" y="442"/>
                          <a:pt x="4412" y="1"/>
                          <a:pt x="384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400"/>
                      <a:buFont typeface="Calibri"/>
                      <a:buNone/>
                    </a:pPr>
                    <a:r>
                      <a:t/>
                    </a:r>
                    <a:endParaRPr sz="14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</p:grpSp>
            <p:sp>
              <p:nvSpPr>
                <p:cNvPr id="2465" name="Google Shape;2465;p67"/>
                <p:cNvSpPr/>
                <p:nvPr/>
              </p:nvSpPr>
              <p:spPr>
                <a:xfrm flipH="1">
                  <a:off x="6144164" y="1453403"/>
                  <a:ext cx="144095" cy="123978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2466" name="Google Shape;2466;p67"/>
            <p:cNvGrpSpPr/>
            <p:nvPr/>
          </p:nvGrpSpPr>
          <p:grpSpPr>
            <a:xfrm>
              <a:off x="5866039" y="2769281"/>
              <a:ext cx="1976438" cy="1435100"/>
              <a:chOff x="5866039" y="2769281"/>
              <a:chExt cx="1976438" cy="1435100"/>
            </a:xfrm>
          </p:grpSpPr>
          <p:grpSp>
            <p:nvGrpSpPr>
              <p:cNvPr id="2467" name="Google Shape;2467;p67"/>
              <p:cNvGrpSpPr/>
              <p:nvPr/>
            </p:nvGrpSpPr>
            <p:grpSpPr>
              <a:xfrm>
                <a:off x="5866039" y="2769281"/>
                <a:ext cx="1976438" cy="1435100"/>
                <a:chOff x="5866039" y="2769281"/>
                <a:chExt cx="1976438" cy="1435100"/>
              </a:xfrm>
            </p:grpSpPr>
            <p:sp>
              <p:nvSpPr>
                <p:cNvPr id="2468" name="Google Shape;2468;p67"/>
                <p:cNvSpPr/>
                <p:nvPr/>
              </p:nvSpPr>
              <p:spPr>
                <a:xfrm>
                  <a:off x="7526564" y="3450319"/>
                  <a:ext cx="230100" cy="762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9" name="Google Shape;2469;p67"/>
                <p:cNvSpPr/>
                <p:nvPr/>
              </p:nvSpPr>
              <p:spPr>
                <a:xfrm>
                  <a:off x="7756752" y="3401106"/>
                  <a:ext cx="85725" cy="174625"/>
                </a:xfrm>
                <a:custGeom>
                  <a:rect b="b" l="l" r="r" t="t"/>
                  <a:pathLst>
                    <a:path extrusionOk="0" h="110" w="54">
                      <a:moveTo>
                        <a:pt x="0" y="110"/>
                      </a:moveTo>
                      <a:lnTo>
                        <a:pt x="0" y="0"/>
                      </a:lnTo>
                      <a:lnTo>
                        <a:pt x="54" y="55"/>
                      </a:lnTo>
                      <a:lnTo>
                        <a:pt x="0" y="11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0" name="Google Shape;2470;p67"/>
                <p:cNvSpPr/>
                <p:nvPr/>
              </p:nvSpPr>
              <p:spPr>
                <a:xfrm>
                  <a:off x="5866039" y="2769281"/>
                  <a:ext cx="1736725" cy="757237"/>
                </a:xfrm>
                <a:custGeom>
                  <a:rect b="b" l="l" r="r" t="t"/>
                  <a:pathLst>
                    <a:path extrusionOk="0" h="477" w="1094">
                      <a:moveTo>
                        <a:pt x="273" y="0"/>
                      </a:moveTo>
                      <a:lnTo>
                        <a:pt x="821" y="0"/>
                      </a:lnTo>
                      <a:lnTo>
                        <a:pt x="1094" y="477"/>
                      </a:lnTo>
                      <a:lnTo>
                        <a:pt x="0" y="477"/>
                      </a:ln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1" name="Google Shape;2471;p67"/>
                <p:cNvSpPr/>
                <p:nvPr/>
              </p:nvSpPr>
              <p:spPr>
                <a:xfrm>
                  <a:off x="5951764" y="2845481"/>
                  <a:ext cx="1563688" cy="1358900"/>
                </a:xfrm>
                <a:custGeom>
                  <a:rect b="b" l="l" r="r" t="t"/>
                  <a:pathLst>
                    <a:path extrusionOk="0" h="856" w="985">
                      <a:moveTo>
                        <a:pt x="738" y="856"/>
                      </a:moveTo>
                      <a:lnTo>
                        <a:pt x="247" y="856"/>
                      </a:lnTo>
                      <a:lnTo>
                        <a:pt x="0" y="429"/>
                      </a:lnTo>
                      <a:lnTo>
                        <a:pt x="247" y="0"/>
                      </a:lnTo>
                      <a:lnTo>
                        <a:pt x="738" y="0"/>
                      </a:lnTo>
                      <a:lnTo>
                        <a:pt x="985" y="429"/>
                      </a:lnTo>
                      <a:lnTo>
                        <a:pt x="738" y="8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accent3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72" name="Google Shape;2472;p67"/>
              <p:cNvGrpSpPr/>
              <p:nvPr/>
            </p:nvGrpSpPr>
            <p:grpSpPr>
              <a:xfrm>
                <a:off x="6522312" y="3304763"/>
                <a:ext cx="442873" cy="440568"/>
                <a:chOff x="685475" y="2318350"/>
                <a:chExt cx="297750" cy="296200"/>
              </a:xfrm>
            </p:grpSpPr>
            <p:sp>
              <p:nvSpPr>
                <p:cNvPr id="2473" name="Google Shape;2473;p67"/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rect b="b" l="l" r="r" t="t"/>
                  <a:pathLst>
                    <a:path extrusionOk="0" h="9679" w="5704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474" name="Google Shape;2474;p67"/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rect b="b" l="l" r="r" t="t"/>
                  <a:pathLst>
                    <a:path extrusionOk="0" h="9705" w="5735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475" name="Google Shape;2475;p67"/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rect b="b" l="l" r="r" t="t"/>
                  <a:pathLst>
                    <a:path extrusionOk="0" h="4203" w="4885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grpSp>
          <p:nvGrpSpPr>
            <p:cNvPr id="2476" name="Google Shape;2476;p67"/>
            <p:cNvGrpSpPr/>
            <p:nvPr/>
          </p:nvGrpSpPr>
          <p:grpSpPr>
            <a:xfrm>
              <a:off x="8224904" y="3898191"/>
              <a:ext cx="461707" cy="453688"/>
              <a:chOff x="-60988625" y="2310475"/>
              <a:chExt cx="316650" cy="311150"/>
            </a:xfrm>
          </p:grpSpPr>
          <p:sp>
            <p:nvSpPr>
              <p:cNvPr id="2477" name="Google Shape;2477;p67"/>
              <p:cNvSpPr/>
              <p:nvPr/>
            </p:nvSpPr>
            <p:spPr>
              <a:xfrm>
                <a:off x="-60988625" y="2310475"/>
                <a:ext cx="311125" cy="311150"/>
              </a:xfrm>
              <a:custGeom>
                <a:rect b="b" l="l" r="r" t="t"/>
                <a:pathLst>
                  <a:path extrusionOk="0" h="12446" w="12445">
                    <a:moveTo>
                      <a:pt x="7877" y="883"/>
                    </a:moveTo>
                    <a:cubicBezTo>
                      <a:pt x="8097" y="883"/>
                      <a:pt x="8318" y="1072"/>
                      <a:pt x="8318" y="1324"/>
                    </a:cubicBezTo>
                    <a:lnTo>
                      <a:pt x="8318" y="10398"/>
                    </a:lnTo>
                    <a:cubicBezTo>
                      <a:pt x="8318" y="10870"/>
                      <a:pt x="8444" y="11311"/>
                      <a:pt x="8727" y="11626"/>
                    </a:cubicBezTo>
                    <a:lnTo>
                      <a:pt x="2111" y="11626"/>
                    </a:lnTo>
                    <a:cubicBezTo>
                      <a:pt x="1450" y="11626"/>
                      <a:pt x="851" y="11091"/>
                      <a:pt x="851" y="10398"/>
                    </a:cubicBezTo>
                    <a:lnTo>
                      <a:pt x="851" y="1324"/>
                    </a:lnTo>
                    <a:lnTo>
                      <a:pt x="820" y="1324"/>
                    </a:lnTo>
                    <a:cubicBezTo>
                      <a:pt x="820" y="1072"/>
                      <a:pt x="1009" y="883"/>
                      <a:pt x="1261" y="883"/>
                    </a:cubicBezTo>
                    <a:close/>
                    <a:moveTo>
                      <a:pt x="11500" y="10807"/>
                    </a:moveTo>
                    <a:cubicBezTo>
                      <a:pt x="11342" y="11280"/>
                      <a:pt x="10870" y="11626"/>
                      <a:pt x="10303" y="11626"/>
                    </a:cubicBezTo>
                    <a:cubicBezTo>
                      <a:pt x="9767" y="11626"/>
                      <a:pt x="9326" y="11280"/>
                      <a:pt x="9137" y="10807"/>
                    </a:cubicBezTo>
                    <a:close/>
                    <a:moveTo>
                      <a:pt x="1261" y="1"/>
                    </a:moveTo>
                    <a:cubicBezTo>
                      <a:pt x="568" y="1"/>
                      <a:pt x="32" y="568"/>
                      <a:pt x="32" y="1230"/>
                    </a:cubicBezTo>
                    <a:lnTo>
                      <a:pt x="32" y="10334"/>
                    </a:lnTo>
                    <a:cubicBezTo>
                      <a:pt x="0" y="11563"/>
                      <a:pt x="946" y="12445"/>
                      <a:pt x="2080" y="12445"/>
                    </a:cubicBezTo>
                    <a:lnTo>
                      <a:pt x="10334" y="12445"/>
                    </a:lnTo>
                    <a:cubicBezTo>
                      <a:pt x="11500" y="12445"/>
                      <a:pt x="12445" y="11500"/>
                      <a:pt x="12445" y="10366"/>
                    </a:cubicBezTo>
                    <a:cubicBezTo>
                      <a:pt x="12445" y="10145"/>
                      <a:pt x="12224" y="9925"/>
                      <a:pt x="12004" y="9925"/>
                    </a:cubicBezTo>
                    <a:lnTo>
                      <a:pt x="9074" y="9925"/>
                    </a:lnTo>
                    <a:lnTo>
                      <a:pt x="9074" y="1230"/>
                    </a:lnTo>
                    <a:cubicBezTo>
                      <a:pt x="9074" y="568"/>
                      <a:pt x="8538" y="1"/>
                      <a:pt x="787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78" name="Google Shape;2478;p67"/>
              <p:cNvSpPr/>
              <p:nvPr/>
            </p:nvSpPr>
            <p:spPr>
              <a:xfrm>
                <a:off x="-60947675" y="2353025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441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441"/>
                    </a:cubicBezTo>
                    <a:cubicBezTo>
                      <a:pt x="5829" y="189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79" name="Google Shape;2479;p67"/>
              <p:cNvSpPr/>
              <p:nvPr/>
            </p:nvSpPr>
            <p:spPr>
              <a:xfrm>
                <a:off x="-60947675" y="2415250"/>
                <a:ext cx="145725" cy="20500"/>
              </a:xfrm>
              <a:custGeom>
                <a:rect b="b" l="l" r="r" t="t"/>
                <a:pathLst>
                  <a:path extrusionOk="0" h="820" w="5829">
                    <a:moveTo>
                      <a:pt x="442" y="0"/>
                    </a:moveTo>
                    <a:cubicBezTo>
                      <a:pt x="190" y="0"/>
                      <a:pt x="1" y="189"/>
                      <a:pt x="1" y="378"/>
                    </a:cubicBezTo>
                    <a:cubicBezTo>
                      <a:pt x="1" y="630"/>
                      <a:pt x="190" y="819"/>
                      <a:pt x="442" y="819"/>
                    </a:cubicBezTo>
                    <a:lnTo>
                      <a:pt x="5388" y="819"/>
                    </a:lnTo>
                    <a:cubicBezTo>
                      <a:pt x="5640" y="819"/>
                      <a:pt x="5829" y="630"/>
                      <a:pt x="5829" y="378"/>
                    </a:cubicBezTo>
                    <a:cubicBezTo>
                      <a:pt x="5829" y="158"/>
                      <a:pt x="5640" y="0"/>
                      <a:pt x="538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80" name="Google Shape;2480;p67"/>
              <p:cNvSpPr/>
              <p:nvPr/>
            </p:nvSpPr>
            <p:spPr>
              <a:xfrm>
                <a:off x="-60947675" y="2475875"/>
                <a:ext cx="145725" cy="22100"/>
              </a:xfrm>
              <a:custGeom>
                <a:rect b="b" l="l" r="r" t="t"/>
                <a:pathLst>
                  <a:path extrusionOk="0" h="884" w="5829">
                    <a:moveTo>
                      <a:pt x="442" y="1"/>
                    </a:moveTo>
                    <a:cubicBezTo>
                      <a:pt x="190" y="1"/>
                      <a:pt x="1" y="221"/>
                      <a:pt x="1" y="442"/>
                    </a:cubicBezTo>
                    <a:cubicBezTo>
                      <a:pt x="1" y="694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94"/>
                      <a:pt x="5829" y="442"/>
                    </a:cubicBezTo>
                    <a:cubicBezTo>
                      <a:pt x="5829" y="221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81" name="Google Shape;2481;p67"/>
              <p:cNvSpPr/>
              <p:nvPr/>
            </p:nvSpPr>
            <p:spPr>
              <a:xfrm>
                <a:off x="-60947675" y="2538100"/>
                <a:ext cx="145725" cy="22075"/>
              </a:xfrm>
              <a:custGeom>
                <a:rect b="b" l="l" r="r" t="t"/>
                <a:pathLst>
                  <a:path extrusionOk="0" h="883" w="5829">
                    <a:moveTo>
                      <a:pt x="442" y="1"/>
                    </a:moveTo>
                    <a:cubicBezTo>
                      <a:pt x="190" y="1"/>
                      <a:pt x="1" y="190"/>
                      <a:pt x="1" y="442"/>
                    </a:cubicBezTo>
                    <a:cubicBezTo>
                      <a:pt x="1" y="662"/>
                      <a:pt x="190" y="883"/>
                      <a:pt x="442" y="883"/>
                    </a:cubicBezTo>
                    <a:lnTo>
                      <a:pt x="5388" y="883"/>
                    </a:lnTo>
                    <a:cubicBezTo>
                      <a:pt x="5640" y="883"/>
                      <a:pt x="5829" y="662"/>
                      <a:pt x="5829" y="442"/>
                    </a:cubicBezTo>
                    <a:cubicBezTo>
                      <a:pt x="5829" y="190"/>
                      <a:pt x="5640" y="1"/>
                      <a:pt x="538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482" name="Google Shape;2482;p67"/>
              <p:cNvSpPr/>
              <p:nvPr/>
            </p:nvSpPr>
            <p:spPr>
              <a:xfrm>
                <a:off x="-60740525" y="2312050"/>
                <a:ext cx="68550" cy="233950"/>
              </a:xfrm>
              <a:custGeom>
                <a:rect b="b" l="l" r="r" t="t"/>
                <a:pathLst>
                  <a:path extrusionOk="0" h="9358" w="2742">
                    <a:moveTo>
                      <a:pt x="1796" y="789"/>
                    </a:moveTo>
                    <a:cubicBezTo>
                      <a:pt x="1891" y="789"/>
                      <a:pt x="1922" y="852"/>
                      <a:pt x="1922" y="946"/>
                    </a:cubicBezTo>
                    <a:lnTo>
                      <a:pt x="1922" y="1639"/>
                    </a:lnTo>
                    <a:lnTo>
                      <a:pt x="820" y="1639"/>
                    </a:lnTo>
                    <a:lnTo>
                      <a:pt x="820" y="946"/>
                    </a:lnTo>
                    <a:cubicBezTo>
                      <a:pt x="820" y="852"/>
                      <a:pt x="883" y="789"/>
                      <a:pt x="977" y="789"/>
                    </a:cubicBezTo>
                    <a:close/>
                    <a:moveTo>
                      <a:pt x="1922" y="2458"/>
                    </a:moveTo>
                    <a:lnTo>
                      <a:pt x="1922" y="6617"/>
                    </a:lnTo>
                    <a:lnTo>
                      <a:pt x="820" y="6617"/>
                    </a:lnTo>
                    <a:lnTo>
                      <a:pt x="820" y="2458"/>
                    </a:lnTo>
                    <a:close/>
                    <a:moveTo>
                      <a:pt x="1639" y="7436"/>
                    </a:moveTo>
                    <a:lnTo>
                      <a:pt x="1355" y="8035"/>
                    </a:lnTo>
                    <a:lnTo>
                      <a:pt x="1040" y="7436"/>
                    </a:lnTo>
                    <a:close/>
                    <a:moveTo>
                      <a:pt x="977" y="1"/>
                    </a:moveTo>
                    <a:cubicBezTo>
                      <a:pt x="410" y="1"/>
                      <a:pt x="1" y="410"/>
                      <a:pt x="1" y="946"/>
                    </a:cubicBezTo>
                    <a:lnTo>
                      <a:pt x="1" y="6995"/>
                    </a:lnTo>
                    <a:cubicBezTo>
                      <a:pt x="1" y="7090"/>
                      <a:pt x="1" y="7121"/>
                      <a:pt x="32" y="7184"/>
                    </a:cubicBezTo>
                    <a:lnTo>
                      <a:pt x="1009" y="9137"/>
                    </a:lnTo>
                    <a:cubicBezTo>
                      <a:pt x="1103" y="9295"/>
                      <a:pt x="1198" y="9358"/>
                      <a:pt x="1355" y="9358"/>
                    </a:cubicBezTo>
                    <a:cubicBezTo>
                      <a:pt x="1513" y="9358"/>
                      <a:pt x="1670" y="9295"/>
                      <a:pt x="1733" y="9137"/>
                    </a:cubicBezTo>
                    <a:lnTo>
                      <a:pt x="2678" y="7184"/>
                    </a:lnTo>
                    <a:cubicBezTo>
                      <a:pt x="2710" y="7153"/>
                      <a:pt x="2710" y="7090"/>
                      <a:pt x="2710" y="6995"/>
                    </a:cubicBezTo>
                    <a:lnTo>
                      <a:pt x="2710" y="946"/>
                    </a:lnTo>
                    <a:cubicBezTo>
                      <a:pt x="2741" y="410"/>
                      <a:pt x="2300" y="1"/>
                      <a:pt x="17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483" name="Google Shape;2483;p67"/>
            <p:cNvGrpSpPr/>
            <p:nvPr/>
          </p:nvGrpSpPr>
          <p:grpSpPr>
            <a:xfrm>
              <a:off x="2422752" y="2762931"/>
              <a:ext cx="1978025" cy="1433513"/>
              <a:chOff x="2422752" y="2762931"/>
              <a:chExt cx="1978025" cy="1433513"/>
            </a:xfrm>
          </p:grpSpPr>
          <p:grpSp>
            <p:nvGrpSpPr>
              <p:cNvPr id="2484" name="Google Shape;2484;p67"/>
              <p:cNvGrpSpPr/>
              <p:nvPr/>
            </p:nvGrpSpPr>
            <p:grpSpPr>
              <a:xfrm>
                <a:off x="2422752" y="2762931"/>
                <a:ext cx="1978025" cy="1433513"/>
                <a:chOff x="2422752" y="2762931"/>
                <a:chExt cx="1978025" cy="1433513"/>
              </a:xfrm>
            </p:grpSpPr>
            <p:sp>
              <p:nvSpPr>
                <p:cNvPr id="2485" name="Google Shape;2485;p67"/>
                <p:cNvSpPr/>
                <p:nvPr/>
              </p:nvSpPr>
              <p:spPr>
                <a:xfrm>
                  <a:off x="4083277" y="3443969"/>
                  <a:ext cx="230100" cy="747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6" name="Google Shape;2486;p67"/>
                <p:cNvSpPr/>
                <p:nvPr/>
              </p:nvSpPr>
              <p:spPr>
                <a:xfrm>
                  <a:off x="4313464" y="3394756"/>
                  <a:ext cx="87313" cy="169863"/>
                </a:xfrm>
                <a:custGeom>
                  <a:rect b="b" l="l" r="r" t="t"/>
                  <a:pathLst>
                    <a:path extrusionOk="0" h="107" w="55">
                      <a:moveTo>
                        <a:pt x="0" y="107"/>
                      </a:moveTo>
                      <a:lnTo>
                        <a:pt x="0" y="0"/>
                      </a:lnTo>
                      <a:lnTo>
                        <a:pt x="55" y="5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7" name="Google Shape;2487;p67"/>
                <p:cNvSpPr/>
                <p:nvPr/>
              </p:nvSpPr>
              <p:spPr>
                <a:xfrm>
                  <a:off x="2422752" y="2762931"/>
                  <a:ext cx="1736725" cy="755650"/>
                </a:xfrm>
                <a:custGeom>
                  <a:rect b="b" l="l" r="r" t="t"/>
                  <a:pathLst>
                    <a:path extrusionOk="0" h="476" w="1094">
                      <a:moveTo>
                        <a:pt x="273" y="0"/>
                      </a:moveTo>
                      <a:lnTo>
                        <a:pt x="821" y="0"/>
                      </a:lnTo>
                      <a:lnTo>
                        <a:pt x="1094" y="476"/>
                      </a:lnTo>
                      <a:lnTo>
                        <a:pt x="0" y="476"/>
                      </a:lnTo>
                      <a:lnTo>
                        <a:pt x="27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8" name="Google Shape;2488;p67"/>
                <p:cNvSpPr/>
                <p:nvPr/>
              </p:nvSpPr>
              <p:spPr>
                <a:xfrm>
                  <a:off x="2508477" y="2837544"/>
                  <a:ext cx="1563688" cy="1358900"/>
                </a:xfrm>
                <a:custGeom>
                  <a:rect b="b" l="l" r="r" t="t"/>
                  <a:pathLst>
                    <a:path extrusionOk="0" h="856" w="985">
                      <a:moveTo>
                        <a:pt x="738" y="856"/>
                      </a:moveTo>
                      <a:lnTo>
                        <a:pt x="247" y="856"/>
                      </a:lnTo>
                      <a:lnTo>
                        <a:pt x="0" y="429"/>
                      </a:lnTo>
                      <a:lnTo>
                        <a:pt x="247" y="0"/>
                      </a:lnTo>
                      <a:lnTo>
                        <a:pt x="738" y="0"/>
                      </a:lnTo>
                      <a:lnTo>
                        <a:pt x="985" y="429"/>
                      </a:lnTo>
                      <a:lnTo>
                        <a:pt x="738" y="85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dk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89" name="Google Shape;2489;p67"/>
              <p:cNvGrpSpPr/>
              <p:nvPr/>
            </p:nvGrpSpPr>
            <p:grpSpPr>
              <a:xfrm>
                <a:off x="3066302" y="3276714"/>
                <a:ext cx="448327" cy="428800"/>
                <a:chOff x="5049750" y="832600"/>
                <a:chExt cx="505100" cy="483100"/>
              </a:xfrm>
            </p:grpSpPr>
            <p:sp>
              <p:nvSpPr>
                <p:cNvPr id="2490" name="Google Shape;2490;p67"/>
                <p:cNvSpPr/>
                <p:nvPr/>
              </p:nvSpPr>
              <p:spPr>
                <a:xfrm>
                  <a:off x="5049750" y="832600"/>
                  <a:ext cx="505100" cy="483100"/>
                </a:xfrm>
                <a:custGeom>
                  <a:rect b="b" l="l" r="r" t="t"/>
                  <a:pathLst>
                    <a:path extrusionOk="0" h="19324" w="20204">
                      <a:moveTo>
                        <a:pt x="12136" y="1129"/>
                      </a:moveTo>
                      <a:cubicBezTo>
                        <a:pt x="13730" y="1129"/>
                        <a:pt x="15325" y="1737"/>
                        <a:pt x="16538" y="2952"/>
                      </a:cubicBezTo>
                      <a:cubicBezTo>
                        <a:pt x="18969" y="5383"/>
                        <a:pt x="18969" y="9323"/>
                        <a:pt x="16538" y="11757"/>
                      </a:cubicBezTo>
                      <a:cubicBezTo>
                        <a:pt x="15341" y="12950"/>
                        <a:pt x="13747" y="13579"/>
                        <a:pt x="12129" y="13579"/>
                      </a:cubicBezTo>
                      <a:cubicBezTo>
                        <a:pt x="11233" y="13579"/>
                        <a:pt x="10329" y="13386"/>
                        <a:pt x="9482" y="12989"/>
                      </a:cubicBezTo>
                      <a:cubicBezTo>
                        <a:pt x="9461" y="12980"/>
                        <a:pt x="9440" y="12968"/>
                        <a:pt x="9419" y="12959"/>
                      </a:cubicBezTo>
                      <a:cubicBezTo>
                        <a:pt x="8794" y="12657"/>
                        <a:pt x="8223" y="12249"/>
                        <a:pt x="7734" y="11757"/>
                      </a:cubicBezTo>
                      <a:cubicBezTo>
                        <a:pt x="5306" y="9329"/>
                        <a:pt x="5306" y="5380"/>
                        <a:pt x="7734" y="2952"/>
                      </a:cubicBezTo>
                      <a:cubicBezTo>
                        <a:pt x="8948" y="1737"/>
                        <a:pt x="10542" y="1129"/>
                        <a:pt x="12136" y="1129"/>
                      </a:cubicBezTo>
                      <a:close/>
                      <a:moveTo>
                        <a:pt x="5871" y="11216"/>
                      </a:moveTo>
                      <a:cubicBezTo>
                        <a:pt x="6475" y="12195"/>
                        <a:pt x="7296" y="13016"/>
                        <a:pt x="8271" y="13620"/>
                      </a:cubicBezTo>
                      <a:lnTo>
                        <a:pt x="7734" y="14160"/>
                      </a:lnTo>
                      <a:cubicBezTo>
                        <a:pt x="7622" y="14271"/>
                        <a:pt x="7477" y="14326"/>
                        <a:pt x="7332" y="14326"/>
                      </a:cubicBezTo>
                      <a:cubicBezTo>
                        <a:pt x="7188" y="14326"/>
                        <a:pt x="7044" y="14271"/>
                        <a:pt x="6934" y="14160"/>
                      </a:cubicBezTo>
                      <a:lnTo>
                        <a:pt x="5330" y="12557"/>
                      </a:lnTo>
                      <a:cubicBezTo>
                        <a:pt x="5110" y="12337"/>
                        <a:pt x="5110" y="11977"/>
                        <a:pt x="5330" y="11757"/>
                      </a:cubicBezTo>
                      <a:lnTo>
                        <a:pt x="5871" y="11216"/>
                      </a:lnTo>
                      <a:close/>
                      <a:moveTo>
                        <a:pt x="4932" y="13762"/>
                      </a:moveTo>
                      <a:lnTo>
                        <a:pt x="5732" y="14562"/>
                      </a:lnTo>
                      <a:lnTo>
                        <a:pt x="4932" y="15362"/>
                      </a:lnTo>
                      <a:lnTo>
                        <a:pt x="4131" y="14562"/>
                      </a:lnTo>
                      <a:lnTo>
                        <a:pt x="4932" y="13762"/>
                      </a:lnTo>
                      <a:close/>
                      <a:moveTo>
                        <a:pt x="3328" y="15362"/>
                      </a:moveTo>
                      <a:lnTo>
                        <a:pt x="4128" y="16162"/>
                      </a:lnTo>
                      <a:lnTo>
                        <a:pt x="2268" y="18025"/>
                      </a:lnTo>
                      <a:cubicBezTo>
                        <a:pt x="2157" y="18135"/>
                        <a:pt x="2013" y="18190"/>
                        <a:pt x="1868" y="18190"/>
                      </a:cubicBezTo>
                      <a:cubicBezTo>
                        <a:pt x="1723" y="18190"/>
                        <a:pt x="1577" y="18134"/>
                        <a:pt x="1465" y="18022"/>
                      </a:cubicBezTo>
                      <a:cubicBezTo>
                        <a:pt x="1245" y="17802"/>
                        <a:pt x="1245" y="17443"/>
                        <a:pt x="1465" y="17222"/>
                      </a:cubicBezTo>
                      <a:lnTo>
                        <a:pt x="3328" y="15362"/>
                      </a:lnTo>
                      <a:close/>
                      <a:moveTo>
                        <a:pt x="12135" y="1"/>
                      </a:moveTo>
                      <a:cubicBezTo>
                        <a:pt x="10250" y="1"/>
                        <a:pt x="8365" y="718"/>
                        <a:pt x="6931" y="2152"/>
                      </a:cubicBezTo>
                      <a:cubicBezTo>
                        <a:pt x="4769" y="4311"/>
                        <a:pt x="4237" y="7493"/>
                        <a:pt x="5330" y="10157"/>
                      </a:cubicBezTo>
                      <a:lnTo>
                        <a:pt x="4527" y="10957"/>
                      </a:lnTo>
                      <a:cubicBezTo>
                        <a:pt x="4020" y="11467"/>
                        <a:pt x="3887" y="12240"/>
                        <a:pt x="4198" y="12892"/>
                      </a:cubicBezTo>
                      <a:lnTo>
                        <a:pt x="665" y="16422"/>
                      </a:lnTo>
                      <a:cubicBezTo>
                        <a:pt x="1" y="17086"/>
                        <a:pt x="1" y="18161"/>
                        <a:pt x="665" y="18825"/>
                      </a:cubicBezTo>
                      <a:cubicBezTo>
                        <a:pt x="996" y="19158"/>
                        <a:pt x="1431" y="19324"/>
                        <a:pt x="1865" y="19324"/>
                      </a:cubicBezTo>
                      <a:cubicBezTo>
                        <a:pt x="2300" y="19324"/>
                        <a:pt x="2735" y="19158"/>
                        <a:pt x="3066" y="18825"/>
                      </a:cubicBezTo>
                      <a:lnTo>
                        <a:pt x="6598" y="15293"/>
                      </a:lnTo>
                      <a:cubicBezTo>
                        <a:pt x="6831" y="15403"/>
                        <a:pt x="7081" y="15457"/>
                        <a:pt x="7328" y="15457"/>
                      </a:cubicBezTo>
                      <a:cubicBezTo>
                        <a:pt x="7770" y="15457"/>
                        <a:pt x="8206" y="15286"/>
                        <a:pt x="8531" y="14961"/>
                      </a:cubicBezTo>
                      <a:lnTo>
                        <a:pt x="9331" y="14163"/>
                      </a:lnTo>
                      <a:cubicBezTo>
                        <a:pt x="10241" y="14538"/>
                        <a:pt x="11190" y="14717"/>
                        <a:pt x="12127" y="14717"/>
                      </a:cubicBezTo>
                      <a:cubicBezTo>
                        <a:pt x="14530" y="14717"/>
                        <a:pt x="16858" y="13537"/>
                        <a:pt x="18256" y="11437"/>
                      </a:cubicBezTo>
                      <a:cubicBezTo>
                        <a:pt x="20204" y="8520"/>
                        <a:pt x="19821" y="4631"/>
                        <a:pt x="17342" y="2152"/>
                      </a:cubicBezTo>
                      <a:cubicBezTo>
                        <a:pt x="15906" y="718"/>
                        <a:pt x="14020" y="1"/>
                        <a:pt x="12135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491" name="Google Shape;2491;p67"/>
                <p:cNvSpPr/>
                <p:nvPr/>
              </p:nvSpPr>
              <p:spPr>
                <a:xfrm>
                  <a:off x="5216725" y="889175"/>
                  <a:ext cx="276000" cy="254400"/>
                </a:xfrm>
                <a:custGeom>
                  <a:rect b="b" l="l" r="r" t="t"/>
                  <a:pathLst>
                    <a:path extrusionOk="0" h="10176" w="11040">
                      <a:moveTo>
                        <a:pt x="5456" y="1133"/>
                      </a:moveTo>
                      <a:cubicBezTo>
                        <a:pt x="6487" y="1133"/>
                        <a:pt x="7500" y="1535"/>
                        <a:pt x="8259" y="2293"/>
                      </a:cubicBezTo>
                      <a:cubicBezTo>
                        <a:pt x="9802" y="3839"/>
                        <a:pt x="9802" y="6348"/>
                        <a:pt x="8259" y="7897"/>
                      </a:cubicBezTo>
                      <a:cubicBezTo>
                        <a:pt x="7501" y="8653"/>
                        <a:pt x="6489" y="9055"/>
                        <a:pt x="5460" y="9055"/>
                      </a:cubicBezTo>
                      <a:cubicBezTo>
                        <a:pt x="4948" y="9055"/>
                        <a:pt x="4433" y="8956"/>
                        <a:pt x="3941" y="8751"/>
                      </a:cubicBezTo>
                      <a:cubicBezTo>
                        <a:pt x="2462" y="8138"/>
                        <a:pt x="1499" y="6695"/>
                        <a:pt x="1499" y="5095"/>
                      </a:cubicBezTo>
                      <a:cubicBezTo>
                        <a:pt x="1499" y="3491"/>
                        <a:pt x="2462" y="2048"/>
                        <a:pt x="3941" y="1435"/>
                      </a:cubicBezTo>
                      <a:cubicBezTo>
                        <a:pt x="4431" y="1232"/>
                        <a:pt x="4946" y="1133"/>
                        <a:pt x="5456" y="1133"/>
                      </a:cubicBezTo>
                      <a:close/>
                      <a:moveTo>
                        <a:pt x="5468" y="1"/>
                      </a:moveTo>
                      <a:cubicBezTo>
                        <a:pt x="5465" y="1"/>
                        <a:pt x="5461" y="1"/>
                        <a:pt x="5457" y="1"/>
                      </a:cubicBezTo>
                      <a:cubicBezTo>
                        <a:pt x="3029" y="4"/>
                        <a:pt x="943" y="1719"/>
                        <a:pt x="472" y="4098"/>
                      </a:cubicBezTo>
                      <a:cubicBezTo>
                        <a:pt x="1" y="6481"/>
                        <a:pt x="1275" y="8860"/>
                        <a:pt x="3519" y="9787"/>
                      </a:cubicBezTo>
                      <a:cubicBezTo>
                        <a:pt x="4151" y="10049"/>
                        <a:pt x="4811" y="10175"/>
                        <a:pt x="5463" y="10175"/>
                      </a:cubicBezTo>
                      <a:cubicBezTo>
                        <a:pt x="7120" y="10175"/>
                        <a:pt x="8725" y="9362"/>
                        <a:pt x="9693" y="7912"/>
                      </a:cubicBezTo>
                      <a:cubicBezTo>
                        <a:pt x="11040" y="5895"/>
                        <a:pt x="10774" y="3207"/>
                        <a:pt x="9059" y="1492"/>
                      </a:cubicBezTo>
                      <a:cubicBezTo>
                        <a:pt x="8108" y="535"/>
                        <a:pt x="6814" y="1"/>
                        <a:pt x="5468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r>
                    <a:t/>
                  </a:r>
                  <a:endParaRPr sz="14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</p:grpSp>
        </p:grpSp>
        <p:sp>
          <p:nvSpPr>
            <p:cNvPr id="2492" name="Google Shape;2492;p67"/>
            <p:cNvSpPr/>
            <p:nvPr/>
          </p:nvSpPr>
          <p:spPr>
            <a:xfrm>
              <a:off x="9957431" y="3276692"/>
              <a:ext cx="440531" cy="439341"/>
            </a:xfrm>
            <a:custGeom>
              <a:rect b="b" l="l" r="r" t="t"/>
              <a:pathLst>
                <a:path extrusionOk="0" h="11815" w="11847">
                  <a:moveTo>
                    <a:pt x="5892" y="693"/>
                  </a:moveTo>
                  <a:cubicBezTo>
                    <a:pt x="6491" y="693"/>
                    <a:pt x="6932" y="1134"/>
                    <a:pt x="6932" y="1701"/>
                  </a:cubicBezTo>
                  <a:cubicBezTo>
                    <a:pt x="6932" y="2269"/>
                    <a:pt x="6459" y="2710"/>
                    <a:pt x="5892" y="2710"/>
                  </a:cubicBezTo>
                  <a:cubicBezTo>
                    <a:pt x="5325" y="2710"/>
                    <a:pt x="4884" y="2269"/>
                    <a:pt x="4884" y="1701"/>
                  </a:cubicBezTo>
                  <a:cubicBezTo>
                    <a:pt x="4884" y="1134"/>
                    <a:pt x="5325" y="693"/>
                    <a:pt x="5892" y="693"/>
                  </a:cubicBezTo>
                  <a:close/>
                  <a:moveTo>
                    <a:pt x="5892" y="3466"/>
                  </a:moveTo>
                  <a:cubicBezTo>
                    <a:pt x="6176" y="3466"/>
                    <a:pt x="6428" y="3497"/>
                    <a:pt x="6680" y="3592"/>
                  </a:cubicBezTo>
                  <a:lnTo>
                    <a:pt x="5892" y="4631"/>
                  </a:lnTo>
                  <a:lnTo>
                    <a:pt x="5104" y="3592"/>
                  </a:lnTo>
                  <a:cubicBezTo>
                    <a:pt x="5357" y="3529"/>
                    <a:pt x="5609" y="3466"/>
                    <a:pt x="5892" y="3466"/>
                  </a:cubicBezTo>
                  <a:close/>
                  <a:moveTo>
                    <a:pt x="4222" y="2048"/>
                  </a:moveTo>
                  <a:cubicBezTo>
                    <a:pt x="4285" y="2426"/>
                    <a:pt x="4474" y="2710"/>
                    <a:pt x="4726" y="2962"/>
                  </a:cubicBezTo>
                  <a:cubicBezTo>
                    <a:pt x="4632" y="2993"/>
                    <a:pt x="4537" y="3056"/>
                    <a:pt x="4443" y="3088"/>
                  </a:cubicBezTo>
                  <a:cubicBezTo>
                    <a:pt x="4443" y="3088"/>
                    <a:pt x="4411" y="3088"/>
                    <a:pt x="4411" y="3119"/>
                  </a:cubicBezTo>
                  <a:cubicBezTo>
                    <a:pt x="3403" y="3623"/>
                    <a:pt x="2773" y="4694"/>
                    <a:pt x="2773" y="5829"/>
                  </a:cubicBezTo>
                  <a:lnTo>
                    <a:pt x="2773" y="6207"/>
                  </a:lnTo>
                  <a:lnTo>
                    <a:pt x="2143" y="6207"/>
                  </a:lnTo>
                  <a:lnTo>
                    <a:pt x="2647" y="2300"/>
                  </a:lnTo>
                  <a:cubicBezTo>
                    <a:pt x="2679" y="2174"/>
                    <a:pt x="2836" y="2048"/>
                    <a:pt x="2962" y="2048"/>
                  </a:cubicBezTo>
                  <a:close/>
                  <a:moveTo>
                    <a:pt x="4474" y="3907"/>
                  </a:moveTo>
                  <a:lnTo>
                    <a:pt x="5546" y="5325"/>
                  </a:lnTo>
                  <a:lnTo>
                    <a:pt x="5546" y="6238"/>
                  </a:lnTo>
                  <a:lnTo>
                    <a:pt x="3466" y="6238"/>
                  </a:lnTo>
                  <a:lnTo>
                    <a:pt x="3466" y="5892"/>
                  </a:lnTo>
                  <a:cubicBezTo>
                    <a:pt x="3466" y="5041"/>
                    <a:pt x="3844" y="4348"/>
                    <a:pt x="4474" y="3907"/>
                  </a:cubicBezTo>
                  <a:close/>
                  <a:moveTo>
                    <a:pt x="7278" y="3907"/>
                  </a:moveTo>
                  <a:cubicBezTo>
                    <a:pt x="7908" y="4348"/>
                    <a:pt x="8318" y="5104"/>
                    <a:pt x="8318" y="5892"/>
                  </a:cubicBezTo>
                  <a:lnTo>
                    <a:pt x="8318" y="6238"/>
                  </a:lnTo>
                  <a:lnTo>
                    <a:pt x="6207" y="6238"/>
                  </a:lnTo>
                  <a:lnTo>
                    <a:pt x="6207" y="5325"/>
                  </a:lnTo>
                  <a:lnTo>
                    <a:pt x="7278" y="3907"/>
                  </a:lnTo>
                  <a:close/>
                  <a:moveTo>
                    <a:pt x="8854" y="2048"/>
                  </a:moveTo>
                  <a:cubicBezTo>
                    <a:pt x="9011" y="2048"/>
                    <a:pt x="9137" y="2143"/>
                    <a:pt x="9169" y="2300"/>
                  </a:cubicBezTo>
                  <a:lnTo>
                    <a:pt x="9673" y="6238"/>
                  </a:lnTo>
                  <a:lnTo>
                    <a:pt x="9043" y="6238"/>
                  </a:lnTo>
                  <a:lnTo>
                    <a:pt x="9043" y="5860"/>
                  </a:lnTo>
                  <a:cubicBezTo>
                    <a:pt x="9043" y="4694"/>
                    <a:pt x="8381" y="3655"/>
                    <a:pt x="7436" y="3151"/>
                  </a:cubicBezTo>
                  <a:cubicBezTo>
                    <a:pt x="7436" y="3151"/>
                    <a:pt x="7404" y="3151"/>
                    <a:pt x="7404" y="3119"/>
                  </a:cubicBezTo>
                  <a:cubicBezTo>
                    <a:pt x="7310" y="3088"/>
                    <a:pt x="7184" y="3056"/>
                    <a:pt x="7121" y="2993"/>
                  </a:cubicBezTo>
                  <a:cubicBezTo>
                    <a:pt x="7310" y="2773"/>
                    <a:pt x="7530" y="2458"/>
                    <a:pt x="7593" y="2048"/>
                  </a:cubicBezTo>
                  <a:close/>
                  <a:moveTo>
                    <a:pt x="10744" y="6900"/>
                  </a:moveTo>
                  <a:cubicBezTo>
                    <a:pt x="10933" y="6900"/>
                    <a:pt x="11090" y="7057"/>
                    <a:pt x="11090" y="7246"/>
                  </a:cubicBezTo>
                  <a:cubicBezTo>
                    <a:pt x="11090" y="7435"/>
                    <a:pt x="10933" y="7624"/>
                    <a:pt x="10744" y="7624"/>
                  </a:cubicBezTo>
                  <a:lnTo>
                    <a:pt x="1009" y="7624"/>
                  </a:lnTo>
                  <a:cubicBezTo>
                    <a:pt x="820" y="7624"/>
                    <a:pt x="662" y="7435"/>
                    <a:pt x="662" y="7246"/>
                  </a:cubicBezTo>
                  <a:cubicBezTo>
                    <a:pt x="662" y="7057"/>
                    <a:pt x="820" y="6900"/>
                    <a:pt x="1009" y="6900"/>
                  </a:cubicBezTo>
                  <a:close/>
                  <a:moveTo>
                    <a:pt x="10397" y="8317"/>
                  </a:moveTo>
                  <a:lnTo>
                    <a:pt x="10397" y="11121"/>
                  </a:lnTo>
                  <a:lnTo>
                    <a:pt x="1387" y="11121"/>
                  </a:lnTo>
                  <a:lnTo>
                    <a:pt x="1387" y="8317"/>
                  </a:lnTo>
                  <a:close/>
                  <a:moveTo>
                    <a:pt x="5892" y="0"/>
                  </a:moveTo>
                  <a:cubicBezTo>
                    <a:pt x="5073" y="0"/>
                    <a:pt x="4380" y="599"/>
                    <a:pt x="4222" y="1386"/>
                  </a:cubicBezTo>
                  <a:lnTo>
                    <a:pt x="2962" y="1386"/>
                  </a:lnTo>
                  <a:cubicBezTo>
                    <a:pt x="2458" y="1386"/>
                    <a:pt x="2080" y="1701"/>
                    <a:pt x="1954" y="2143"/>
                  </a:cubicBezTo>
                  <a:lnTo>
                    <a:pt x="1954" y="2174"/>
                  </a:lnTo>
                  <a:lnTo>
                    <a:pt x="1450" y="6238"/>
                  </a:lnTo>
                  <a:lnTo>
                    <a:pt x="1072" y="6238"/>
                  </a:lnTo>
                  <a:cubicBezTo>
                    <a:pt x="473" y="6238"/>
                    <a:pt x="1" y="6711"/>
                    <a:pt x="1" y="7246"/>
                  </a:cubicBezTo>
                  <a:cubicBezTo>
                    <a:pt x="1" y="7719"/>
                    <a:pt x="316" y="8065"/>
                    <a:pt x="694" y="8254"/>
                  </a:cubicBezTo>
                  <a:lnTo>
                    <a:pt x="694" y="11468"/>
                  </a:lnTo>
                  <a:cubicBezTo>
                    <a:pt x="694" y="11657"/>
                    <a:pt x="851" y="11815"/>
                    <a:pt x="1040" y="11815"/>
                  </a:cubicBezTo>
                  <a:lnTo>
                    <a:pt x="10775" y="11815"/>
                  </a:lnTo>
                  <a:cubicBezTo>
                    <a:pt x="10996" y="11815"/>
                    <a:pt x="11153" y="11657"/>
                    <a:pt x="11153" y="11468"/>
                  </a:cubicBezTo>
                  <a:lnTo>
                    <a:pt x="11153" y="8254"/>
                  </a:lnTo>
                  <a:cubicBezTo>
                    <a:pt x="11531" y="8065"/>
                    <a:pt x="11847" y="7719"/>
                    <a:pt x="11847" y="7246"/>
                  </a:cubicBezTo>
                  <a:cubicBezTo>
                    <a:pt x="11815" y="6711"/>
                    <a:pt x="11342" y="6238"/>
                    <a:pt x="10744" y="6238"/>
                  </a:cubicBezTo>
                  <a:lnTo>
                    <a:pt x="10366" y="6238"/>
                  </a:lnTo>
                  <a:lnTo>
                    <a:pt x="9830" y="2174"/>
                  </a:lnTo>
                  <a:lnTo>
                    <a:pt x="9830" y="2143"/>
                  </a:lnTo>
                  <a:cubicBezTo>
                    <a:pt x="9736" y="1701"/>
                    <a:pt x="9295" y="1386"/>
                    <a:pt x="8854" y="1386"/>
                  </a:cubicBezTo>
                  <a:lnTo>
                    <a:pt x="7593" y="1386"/>
                  </a:lnTo>
                  <a:cubicBezTo>
                    <a:pt x="7436" y="599"/>
                    <a:pt x="6711" y="0"/>
                    <a:pt x="58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sz="1400">
                <a:solidFill>
                  <a:srgbClr val="3F3F3F"/>
                </a:solidFill>
                <a:latin typeface="Lora"/>
                <a:ea typeface="Lora"/>
                <a:cs typeface="Lora"/>
                <a:sym typeface="Lora"/>
              </a:endParaRPr>
            </a:p>
          </p:txBody>
        </p:sp>
        <p:grpSp>
          <p:nvGrpSpPr>
            <p:cNvPr id="2493" name="Google Shape;2493;p67"/>
            <p:cNvGrpSpPr/>
            <p:nvPr/>
          </p:nvGrpSpPr>
          <p:grpSpPr>
            <a:xfrm>
              <a:off x="700314" y="3420156"/>
              <a:ext cx="1978025" cy="1438276"/>
              <a:chOff x="700314" y="3420156"/>
              <a:chExt cx="1978025" cy="1438276"/>
            </a:xfrm>
          </p:grpSpPr>
          <p:grpSp>
            <p:nvGrpSpPr>
              <p:cNvPr id="2494" name="Google Shape;2494;p67"/>
              <p:cNvGrpSpPr/>
              <p:nvPr/>
            </p:nvGrpSpPr>
            <p:grpSpPr>
              <a:xfrm>
                <a:off x="700314" y="3420156"/>
                <a:ext cx="1978025" cy="1438276"/>
                <a:chOff x="700314" y="3420156"/>
                <a:chExt cx="1978025" cy="1438276"/>
              </a:xfrm>
            </p:grpSpPr>
            <p:sp>
              <p:nvSpPr>
                <p:cNvPr id="2495" name="Google Shape;2495;p67"/>
                <p:cNvSpPr/>
                <p:nvPr/>
              </p:nvSpPr>
              <p:spPr>
                <a:xfrm>
                  <a:off x="2362427" y="4101194"/>
                  <a:ext cx="230100" cy="762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6" name="Google Shape;2496;p67"/>
                <p:cNvSpPr/>
                <p:nvPr/>
              </p:nvSpPr>
              <p:spPr>
                <a:xfrm>
                  <a:off x="2592614" y="4051981"/>
                  <a:ext cx="85725" cy="174625"/>
                </a:xfrm>
                <a:custGeom>
                  <a:rect b="b" l="l" r="r" t="t"/>
                  <a:pathLst>
                    <a:path extrusionOk="0" h="110" w="54">
                      <a:moveTo>
                        <a:pt x="0" y="0"/>
                      </a:moveTo>
                      <a:lnTo>
                        <a:pt x="0" y="110"/>
                      </a:lnTo>
                      <a:lnTo>
                        <a:pt x="54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7" name="Google Shape;2497;p67"/>
                <p:cNvSpPr/>
                <p:nvPr/>
              </p:nvSpPr>
              <p:spPr>
                <a:xfrm>
                  <a:off x="700314" y="4101194"/>
                  <a:ext cx="1736725" cy="757238"/>
                </a:xfrm>
                <a:custGeom>
                  <a:rect b="b" l="l" r="r" t="t"/>
                  <a:pathLst>
                    <a:path extrusionOk="0" h="477" w="1094">
                      <a:moveTo>
                        <a:pt x="273" y="477"/>
                      </a:moveTo>
                      <a:lnTo>
                        <a:pt x="821" y="477"/>
                      </a:lnTo>
                      <a:lnTo>
                        <a:pt x="1094" y="0"/>
                      </a:lnTo>
                      <a:lnTo>
                        <a:pt x="0" y="0"/>
                      </a:lnTo>
                      <a:lnTo>
                        <a:pt x="273" y="47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8" name="Google Shape;2498;p67"/>
                <p:cNvSpPr/>
                <p:nvPr/>
              </p:nvSpPr>
              <p:spPr>
                <a:xfrm>
                  <a:off x="787627" y="3420156"/>
                  <a:ext cx="1563688" cy="1358900"/>
                </a:xfrm>
                <a:custGeom>
                  <a:rect b="b" l="l" r="r" t="t"/>
                  <a:pathLst>
                    <a:path extrusionOk="0" h="856" w="985">
                      <a:moveTo>
                        <a:pt x="738" y="0"/>
                      </a:moveTo>
                      <a:lnTo>
                        <a:pt x="247" y="0"/>
                      </a:lnTo>
                      <a:lnTo>
                        <a:pt x="0" y="429"/>
                      </a:lnTo>
                      <a:lnTo>
                        <a:pt x="247" y="856"/>
                      </a:lnTo>
                      <a:lnTo>
                        <a:pt x="738" y="856"/>
                      </a:lnTo>
                      <a:lnTo>
                        <a:pt x="985" y="429"/>
                      </a:lnTo>
                      <a:lnTo>
                        <a:pt x="73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cap="flat" cmpd="sng" w="14275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99" name="Google Shape;2499;p67"/>
              <p:cNvSpPr/>
              <p:nvPr/>
            </p:nvSpPr>
            <p:spPr>
              <a:xfrm>
                <a:off x="1377678" y="3863429"/>
                <a:ext cx="428844" cy="402038"/>
              </a:xfrm>
              <a:custGeom>
                <a:rect b="b" l="l" r="r" t="t"/>
                <a:pathLst>
                  <a:path extrusionOk="0" h="18118" w="19326">
                    <a:moveTo>
                      <a:pt x="17628" y="1133"/>
                    </a:moveTo>
                    <a:cubicBezTo>
                      <a:pt x="17939" y="1133"/>
                      <a:pt x="18193" y="1387"/>
                      <a:pt x="18193" y="1701"/>
                    </a:cubicBezTo>
                    <a:lnTo>
                      <a:pt x="18193" y="11324"/>
                    </a:lnTo>
                    <a:lnTo>
                      <a:pt x="1133" y="11324"/>
                    </a:lnTo>
                    <a:lnTo>
                      <a:pt x="1133" y="1701"/>
                    </a:lnTo>
                    <a:cubicBezTo>
                      <a:pt x="1133" y="1387"/>
                      <a:pt x="1387" y="1133"/>
                      <a:pt x="1701" y="1133"/>
                    </a:cubicBezTo>
                    <a:close/>
                    <a:moveTo>
                      <a:pt x="18193" y="12456"/>
                    </a:moveTo>
                    <a:lnTo>
                      <a:pt x="18193" y="13024"/>
                    </a:lnTo>
                    <a:cubicBezTo>
                      <a:pt x="18193" y="13335"/>
                      <a:pt x="17939" y="13588"/>
                      <a:pt x="17628" y="13588"/>
                    </a:cubicBezTo>
                    <a:lnTo>
                      <a:pt x="1701" y="13588"/>
                    </a:lnTo>
                    <a:cubicBezTo>
                      <a:pt x="1387" y="13588"/>
                      <a:pt x="1133" y="13335"/>
                      <a:pt x="1133" y="13024"/>
                    </a:cubicBezTo>
                    <a:lnTo>
                      <a:pt x="1133" y="12456"/>
                    </a:lnTo>
                    <a:close/>
                    <a:moveTo>
                      <a:pt x="11520" y="14720"/>
                    </a:moveTo>
                    <a:lnTo>
                      <a:pt x="12275" y="16985"/>
                    </a:lnTo>
                    <a:lnTo>
                      <a:pt x="7051" y="16985"/>
                    </a:lnTo>
                    <a:lnTo>
                      <a:pt x="7806" y="14720"/>
                    </a:lnTo>
                    <a:close/>
                    <a:moveTo>
                      <a:pt x="1701" y="1"/>
                    </a:moveTo>
                    <a:cubicBezTo>
                      <a:pt x="762" y="1"/>
                      <a:pt x="1" y="762"/>
                      <a:pt x="1" y="1701"/>
                    </a:cubicBezTo>
                    <a:lnTo>
                      <a:pt x="1" y="13024"/>
                    </a:lnTo>
                    <a:cubicBezTo>
                      <a:pt x="1" y="13960"/>
                      <a:pt x="762" y="14720"/>
                      <a:pt x="1701" y="14720"/>
                    </a:cubicBezTo>
                    <a:lnTo>
                      <a:pt x="6614" y="14720"/>
                    </a:lnTo>
                    <a:lnTo>
                      <a:pt x="5859" y="16985"/>
                    </a:lnTo>
                    <a:lnTo>
                      <a:pt x="4002" y="16985"/>
                    </a:lnTo>
                    <a:cubicBezTo>
                      <a:pt x="3688" y="16985"/>
                      <a:pt x="3437" y="17239"/>
                      <a:pt x="3437" y="17553"/>
                    </a:cubicBezTo>
                    <a:cubicBezTo>
                      <a:pt x="3437" y="17864"/>
                      <a:pt x="3688" y="18117"/>
                      <a:pt x="4002" y="18117"/>
                    </a:cubicBezTo>
                    <a:lnTo>
                      <a:pt x="15325" y="18117"/>
                    </a:lnTo>
                    <a:cubicBezTo>
                      <a:pt x="15639" y="18117"/>
                      <a:pt x="15889" y="17864"/>
                      <a:pt x="15889" y="17553"/>
                    </a:cubicBezTo>
                    <a:cubicBezTo>
                      <a:pt x="15889" y="17239"/>
                      <a:pt x="15639" y="16985"/>
                      <a:pt x="15325" y="16985"/>
                    </a:cubicBezTo>
                    <a:lnTo>
                      <a:pt x="13468" y="16985"/>
                    </a:lnTo>
                    <a:lnTo>
                      <a:pt x="12713" y="14720"/>
                    </a:lnTo>
                    <a:lnTo>
                      <a:pt x="17628" y="14720"/>
                    </a:lnTo>
                    <a:cubicBezTo>
                      <a:pt x="18565" y="14720"/>
                      <a:pt x="19325" y="13960"/>
                      <a:pt x="19325" y="13024"/>
                    </a:cubicBezTo>
                    <a:lnTo>
                      <a:pt x="19325" y="1701"/>
                    </a:lnTo>
                    <a:cubicBezTo>
                      <a:pt x="19325" y="762"/>
                      <a:pt x="18565" y="1"/>
                      <a:pt x="176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r>
                  <a:t/>
                </a:r>
                <a:endParaRPr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500" name="Google Shape;2500;p67"/>
            <p:cNvGrpSpPr/>
            <p:nvPr/>
          </p:nvGrpSpPr>
          <p:grpSpPr>
            <a:xfrm>
              <a:off x="2116644" y="1749951"/>
              <a:ext cx="2340861" cy="806028"/>
              <a:chOff x="7334135" y="1981003"/>
              <a:chExt cx="2832600" cy="806028"/>
            </a:xfrm>
          </p:grpSpPr>
          <p:sp>
            <p:nvSpPr>
              <p:cNvPr id="2501" name="Google Shape;2501;p67"/>
              <p:cNvSpPr txBox="1"/>
              <p:nvPr/>
            </p:nvSpPr>
            <p:spPr>
              <a:xfrm>
                <a:off x="7334135" y="2348131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502" name="Google Shape;2502;p67"/>
              <p:cNvSpPr txBox="1"/>
              <p:nvPr/>
            </p:nvSpPr>
            <p:spPr>
              <a:xfrm>
                <a:off x="7334135" y="1981003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Initial selection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503" name="Google Shape;2503;p67"/>
            <p:cNvGrpSpPr/>
            <p:nvPr/>
          </p:nvGrpSpPr>
          <p:grpSpPr>
            <a:xfrm>
              <a:off x="421560" y="5158147"/>
              <a:ext cx="2340861" cy="806028"/>
              <a:chOff x="2013594" y="1981004"/>
              <a:chExt cx="2832600" cy="806028"/>
            </a:xfrm>
          </p:grpSpPr>
          <p:sp>
            <p:nvSpPr>
              <p:cNvPr id="2504" name="Google Shape;2504;p67"/>
              <p:cNvSpPr txBox="1"/>
              <p:nvPr/>
            </p:nvSpPr>
            <p:spPr>
              <a:xfrm>
                <a:off x="2013594" y="2348132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505" name="Google Shape;2505;p67"/>
              <p:cNvSpPr txBox="1"/>
              <p:nvPr/>
            </p:nvSpPr>
            <p:spPr>
              <a:xfrm>
                <a:off x="2013594" y="1981004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800"/>
                  <a:buFont typeface="Lora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Online application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506" name="Google Shape;2506;p67"/>
            <p:cNvGrpSpPr/>
            <p:nvPr/>
          </p:nvGrpSpPr>
          <p:grpSpPr>
            <a:xfrm>
              <a:off x="3918590" y="5158147"/>
              <a:ext cx="2340861" cy="806028"/>
              <a:chOff x="2013594" y="3678326"/>
              <a:chExt cx="2832600" cy="806028"/>
            </a:xfrm>
          </p:grpSpPr>
          <p:sp>
            <p:nvSpPr>
              <p:cNvPr id="2507" name="Google Shape;2507;p67"/>
              <p:cNvSpPr txBox="1"/>
              <p:nvPr/>
            </p:nvSpPr>
            <p:spPr>
              <a:xfrm>
                <a:off x="2013594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508" name="Google Shape;2508;p67"/>
              <p:cNvSpPr txBox="1"/>
              <p:nvPr/>
            </p:nvSpPr>
            <p:spPr>
              <a:xfrm>
                <a:off x="2013594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Second interview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509" name="Google Shape;2509;p67"/>
            <p:cNvGrpSpPr/>
            <p:nvPr/>
          </p:nvGrpSpPr>
          <p:grpSpPr>
            <a:xfrm>
              <a:off x="5536667" y="1749951"/>
              <a:ext cx="2340861" cy="806028"/>
              <a:chOff x="7334135" y="3678326"/>
              <a:chExt cx="2832600" cy="806028"/>
            </a:xfrm>
          </p:grpSpPr>
          <p:sp>
            <p:nvSpPr>
              <p:cNvPr id="2510" name="Google Shape;2510;p67"/>
              <p:cNvSpPr txBox="1"/>
              <p:nvPr/>
            </p:nvSpPr>
            <p:spPr>
              <a:xfrm>
                <a:off x="7334135" y="4045454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511" name="Google Shape;2511;p67"/>
              <p:cNvSpPr txBox="1"/>
              <p:nvPr/>
            </p:nvSpPr>
            <p:spPr>
              <a:xfrm>
                <a:off x="7334135" y="367832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First interview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512" name="Google Shape;2512;p67"/>
            <p:cNvGrpSpPr/>
            <p:nvPr/>
          </p:nvGrpSpPr>
          <p:grpSpPr>
            <a:xfrm>
              <a:off x="7415620" y="5158150"/>
              <a:ext cx="2340861" cy="806022"/>
              <a:chOff x="2013594" y="5375636"/>
              <a:chExt cx="2832600" cy="806022"/>
            </a:xfrm>
          </p:grpSpPr>
          <p:sp>
            <p:nvSpPr>
              <p:cNvPr id="2513" name="Google Shape;2513;p67"/>
              <p:cNvSpPr txBox="1"/>
              <p:nvPr/>
            </p:nvSpPr>
            <p:spPr>
              <a:xfrm>
                <a:off x="2013594" y="5742758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514" name="Google Shape;2514;p67"/>
              <p:cNvSpPr txBox="1"/>
              <p:nvPr/>
            </p:nvSpPr>
            <p:spPr>
              <a:xfrm>
                <a:off x="2013594" y="5375636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Offer acceptance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  <p:grpSp>
          <p:nvGrpSpPr>
            <p:cNvPr id="2515" name="Google Shape;2515;p67"/>
            <p:cNvGrpSpPr/>
            <p:nvPr/>
          </p:nvGrpSpPr>
          <p:grpSpPr>
            <a:xfrm>
              <a:off x="8956689" y="1749954"/>
              <a:ext cx="2340861" cy="806022"/>
              <a:chOff x="7334136" y="5375635"/>
              <a:chExt cx="2832600" cy="806022"/>
            </a:xfrm>
          </p:grpSpPr>
          <p:sp>
            <p:nvSpPr>
              <p:cNvPr id="2516" name="Google Shape;2516;p67"/>
              <p:cNvSpPr txBox="1"/>
              <p:nvPr/>
            </p:nvSpPr>
            <p:spPr>
              <a:xfrm>
                <a:off x="7334136" y="5742757"/>
                <a:ext cx="2832600" cy="4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IN" sz="11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Maecenas non laoreet odio. Fusce lobortis porttitor.</a:t>
                </a:r>
                <a:endParaRPr/>
              </a:p>
            </p:txBody>
          </p:sp>
          <p:sp>
            <p:nvSpPr>
              <p:cNvPr id="2517" name="Google Shape;2517;p67"/>
              <p:cNvSpPr txBox="1"/>
              <p:nvPr/>
            </p:nvSpPr>
            <p:spPr>
              <a:xfrm>
                <a:off x="7334136" y="5375635"/>
                <a:ext cx="2832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IN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rPr>
                  <a:t>Your start</a:t>
                </a:r>
                <a:endParaRPr b="1" sz="1400">
                  <a:solidFill>
                    <a:srgbClr val="3F3F3F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2" name="Google Shape;2522;p68"/>
          <p:cNvGrpSpPr/>
          <p:nvPr/>
        </p:nvGrpSpPr>
        <p:grpSpPr>
          <a:xfrm>
            <a:off x="850569" y="1937695"/>
            <a:ext cx="10491094" cy="3952549"/>
            <a:chOff x="457200" y="1418025"/>
            <a:chExt cx="8229600" cy="3100525"/>
          </a:xfrm>
        </p:grpSpPr>
        <p:grpSp>
          <p:nvGrpSpPr>
            <p:cNvPr id="2523" name="Google Shape;2523;p68"/>
            <p:cNvGrpSpPr/>
            <p:nvPr/>
          </p:nvGrpSpPr>
          <p:grpSpPr>
            <a:xfrm>
              <a:off x="457200" y="2525825"/>
              <a:ext cx="4114800" cy="885000"/>
              <a:chOff x="457200" y="2525825"/>
              <a:chExt cx="4114800" cy="885000"/>
            </a:xfrm>
          </p:grpSpPr>
          <p:sp>
            <p:nvSpPr>
              <p:cNvPr id="2524" name="Google Shape;2524;p68"/>
              <p:cNvSpPr/>
              <p:nvPr/>
            </p:nvSpPr>
            <p:spPr>
              <a:xfrm>
                <a:off x="457200" y="2525825"/>
                <a:ext cx="4114800" cy="885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2525" name="Google Shape;2525;p68"/>
              <p:cNvGrpSpPr/>
              <p:nvPr/>
            </p:nvGrpSpPr>
            <p:grpSpPr>
              <a:xfrm>
                <a:off x="609600" y="2525825"/>
                <a:ext cx="1940725" cy="735675"/>
                <a:chOff x="457200" y="2525825"/>
                <a:chExt cx="1940725" cy="735675"/>
              </a:xfrm>
            </p:grpSpPr>
            <p:sp>
              <p:nvSpPr>
                <p:cNvPr id="2526" name="Google Shape;2526;p68"/>
                <p:cNvSpPr txBox="1"/>
                <p:nvPr/>
              </p:nvSpPr>
              <p:spPr>
                <a:xfrm>
                  <a:off x="457225" y="2525825"/>
                  <a:ext cx="1940700" cy="42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Competencies</a:t>
                  </a:r>
                  <a:endParaRPr b="1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27" name="Google Shape;2527;p68"/>
                <p:cNvSpPr txBox="1"/>
                <p:nvPr/>
              </p:nvSpPr>
              <p:spPr>
                <a:xfrm>
                  <a:off x="457200" y="2826800"/>
                  <a:ext cx="1940700" cy="43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</p:grpSp>
        <p:grpSp>
          <p:nvGrpSpPr>
            <p:cNvPr id="2528" name="Google Shape;2528;p68"/>
            <p:cNvGrpSpPr/>
            <p:nvPr/>
          </p:nvGrpSpPr>
          <p:grpSpPr>
            <a:xfrm>
              <a:off x="457200" y="1418025"/>
              <a:ext cx="4114800" cy="885000"/>
              <a:chOff x="457200" y="1418025"/>
              <a:chExt cx="4114800" cy="885000"/>
            </a:xfrm>
          </p:grpSpPr>
          <p:sp>
            <p:nvSpPr>
              <p:cNvPr id="2529" name="Google Shape;2529;p68"/>
              <p:cNvSpPr/>
              <p:nvPr/>
            </p:nvSpPr>
            <p:spPr>
              <a:xfrm>
                <a:off x="457200" y="1418025"/>
                <a:ext cx="4114800" cy="885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2530" name="Google Shape;2530;p68"/>
              <p:cNvGrpSpPr/>
              <p:nvPr/>
            </p:nvGrpSpPr>
            <p:grpSpPr>
              <a:xfrm>
                <a:off x="609600" y="1418100"/>
                <a:ext cx="2093125" cy="735675"/>
                <a:chOff x="457200" y="1418100"/>
                <a:chExt cx="2093125" cy="735675"/>
              </a:xfrm>
            </p:grpSpPr>
            <p:sp>
              <p:nvSpPr>
                <p:cNvPr id="2531" name="Google Shape;2531;p68"/>
                <p:cNvSpPr txBox="1"/>
                <p:nvPr/>
              </p:nvSpPr>
              <p:spPr>
                <a:xfrm>
                  <a:off x="457225" y="1418100"/>
                  <a:ext cx="2093100" cy="42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Turnover/absence</a:t>
                  </a:r>
                  <a:endParaRPr b="1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32" name="Google Shape;2532;p68"/>
                <p:cNvSpPr txBox="1"/>
                <p:nvPr/>
              </p:nvSpPr>
              <p:spPr>
                <a:xfrm>
                  <a:off x="457200" y="1719075"/>
                  <a:ext cx="1940700" cy="43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</p:grpSp>
        <p:grpSp>
          <p:nvGrpSpPr>
            <p:cNvPr id="2533" name="Google Shape;2533;p68"/>
            <p:cNvGrpSpPr/>
            <p:nvPr/>
          </p:nvGrpSpPr>
          <p:grpSpPr>
            <a:xfrm>
              <a:off x="457200" y="3633475"/>
              <a:ext cx="4114800" cy="885000"/>
              <a:chOff x="457200" y="3633475"/>
              <a:chExt cx="4114800" cy="885000"/>
            </a:xfrm>
          </p:grpSpPr>
          <p:sp>
            <p:nvSpPr>
              <p:cNvPr id="2534" name="Google Shape;2534;p68"/>
              <p:cNvSpPr/>
              <p:nvPr/>
            </p:nvSpPr>
            <p:spPr>
              <a:xfrm>
                <a:off x="457200" y="3633475"/>
                <a:ext cx="4114800" cy="885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2535" name="Google Shape;2535;p68"/>
              <p:cNvGrpSpPr/>
              <p:nvPr/>
            </p:nvGrpSpPr>
            <p:grpSpPr>
              <a:xfrm>
                <a:off x="609600" y="3633550"/>
                <a:ext cx="1940725" cy="735675"/>
                <a:chOff x="457200" y="3633550"/>
                <a:chExt cx="1940725" cy="735675"/>
              </a:xfrm>
            </p:grpSpPr>
            <p:sp>
              <p:nvSpPr>
                <p:cNvPr id="2536" name="Google Shape;2536;p68"/>
                <p:cNvSpPr txBox="1"/>
                <p:nvPr/>
              </p:nvSpPr>
              <p:spPr>
                <a:xfrm>
                  <a:off x="457225" y="3633550"/>
                  <a:ext cx="1940700" cy="42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Experience</a:t>
                  </a:r>
                  <a:endParaRPr b="1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37" name="Google Shape;2537;p68"/>
                <p:cNvSpPr txBox="1"/>
                <p:nvPr/>
              </p:nvSpPr>
              <p:spPr>
                <a:xfrm>
                  <a:off x="457200" y="3934525"/>
                  <a:ext cx="1940700" cy="43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</p:grpSp>
        <p:grpSp>
          <p:nvGrpSpPr>
            <p:cNvPr id="2538" name="Google Shape;2538;p68"/>
            <p:cNvGrpSpPr/>
            <p:nvPr/>
          </p:nvGrpSpPr>
          <p:grpSpPr>
            <a:xfrm>
              <a:off x="4572000" y="2525750"/>
              <a:ext cx="4114800" cy="885000"/>
              <a:chOff x="4572000" y="2525750"/>
              <a:chExt cx="4114800" cy="885000"/>
            </a:xfrm>
          </p:grpSpPr>
          <p:sp>
            <p:nvSpPr>
              <p:cNvPr id="2539" name="Google Shape;2539;p68"/>
              <p:cNvSpPr/>
              <p:nvPr/>
            </p:nvSpPr>
            <p:spPr>
              <a:xfrm>
                <a:off x="4572000" y="2525750"/>
                <a:ext cx="4114800" cy="885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2540" name="Google Shape;2540;p68"/>
              <p:cNvGrpSpPr/>
              <p:nvPr/>
            </p:nvGrpSpPr>
            <p:grpSpPr>
              <a:xfrm>
                <a:off x="6593725" y="2564597"/>
                <a:ext cx="1940725" cy="735675"/>
                <a:chOff x="6746125" y="2564597"/>
                <a:chExt cx="1940725" cy="735675"/>
              </a:xfrm>
            </p:grpSpPr>
            <p:sp>
              <p:nvSpPr>
                <p:cNvPr id="2541" name="Google Shape;2541;p68"/>
                <p:cNvSpPr txBox="1"/>
                <p:nvPr/>
              </p:nvSpPr>
              <p:spPr>
                <a:xfrm>
                  <a:off x="6746150" y="2564597"/>
                  <a:ext cx="1940700" cy="42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Engagement</a:t>
                  </a:r>
                  <a:endParaRPr b="1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42" name="Google Shape;2542;p68"/>
                <p:cNvSpPr txBox="1"/>
                <p:nvPr/>
              </p:nvSpPr>
              <p:spPr>
                <a:xfrm>
                  <a:off x="6746125" y="2865572"/>
                  <a:ext cx="1940700" cy="43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</p:grpSp>
        <p:grpSp>
          <p:nvGrpSpPr>
            <p:cNvPr id="2543" name="Google Shape;2543;p68"/>
            <p:cNvGrpSpPr/>
            <p:nvPr/>
          </p:nvGrpSpPr>
          <p:grpSpPr>
            <a:xfrm>
              <a:off x="4572000" y="1418175"/>
              <a:ext cx="4114800" cy="885000"/>
              <a:chOff x="4572000" y="1418175"/>
              <a:chExt cx="4114800" cy="885000"/>
            </a:xfrm>
          </p:grpSpPr>
          <p:sp>
            <p:nvSpPr>
              <p:cNvPr id="2544" name="Google Shape;2544;p68"/>
              <p:cNvSpPr/>
              <p:nvPr/>
            </p:nvSpPr>
            <p:spPr>
              <a:xfrm>
                <a:off x="4572000" y="1418175"/>
                <a:ext cx="4114800" cy="88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2545" name="Google Shape;2545;p68"/>
              <p:cNvGrpSpPr/>
              <p:nvPr/>
            </p:nvGrpSpPr>
            <p:grpSpPr>
              <a:xfrm>
                <a:off x="6593725" y="1456872"/>
                <a:ext cx="1940725" cy="735675"/>
                <a:chOff x="6746125" y="1456872"/>
                <a:chExt cx="1940725" cy="735675"/>
              </a:xfrm>
            </p:grpSpPr>
            <p:sp>
              <p:nvSpPr>
                <p:cNvPr id="2546" name="Google Shape;2546;p68"/>
                <p:cNvSpPr txBox="1"/>
                <p:nvPr/>
              </p:nvSpPr>
              <p:spPr>
                <a:xfrm>
                  <a:off x="6746150" y="1456872"/>
                  <a:ext cx="1940700" cy="42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Workforce</a:t>
                  </a:r>
                  <a:endParaRPr b="1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47" name="Google Shape;2547;p68"/>
                <p:cNvSpPr txBox="1"/>
                <p:nvPr/>
              </p:nvSpPr>
              <p:spPr>
                <a:xfrm>
                  <a:off x="6746125" y="1757847"/>
                  <a:ext cx="1940700" cy="43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</p:grpSp>
        <p:grpSp>
          <p:nvGrpSpPr>
            <p:cNvPr id="2548" name="Google Shape;2548;p68"/>
            <p:cNvGrpSpPr/>
            <p:nvPr/>
          </p:nvGrpSpPr>
          <p:grpSpPr>
            <a:xfrm>
              <a:off x="4572000" y="3633550"/>
              <a:ext cx="4114800" cy="885000"/>
              <a:chOff x="4572000" y="3633550"/>
              <a:chExt cx="4114800" cy="885000"/>
            </a:xfrm>
          </p:grpSpPr>
          <p:sp>
            <p:nvSpPr>
              <p:cNvPr id="2549" name="Google Shape;2549;p68"/>
              <p:cNvSpPr/>
              <p:nvPr/>
            </p:nvSpPr>
            <p:spPr>
              <a:xfrm>
                <a:off x="4572000" y="3633550"/>
                <a:ext cx="4114800" cy="885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grpSp>
            <p:nvGrpSpPr>
              <p:cNvPr id="2550" name="Google Shape;2550;p68"/>
              <p:cNvGrpSpPr/>
              <p:nvPr/>
            </p:nvGrpSpPr>
            <p:grpSpPr>
              <a:xfrm>
                <a:off x="6593725" y="3672322"/>
                <a:ext cx="1940725" cy="735675"/>
                <a:chOff x="6746125" y="3672322"/>
                <a:chExt cx="1940725" cy="735675"/>
              </a:xfrm>
            </p:grpSpPr>
            <p:sp>
              <p:nvSpPr>
                <p:cNvPr id="2551" name="Google Shape;2551;p68"/>
                <p:cNvSpPr txBox="1"/>
                <p:nvPr/>
              </p:nvSpPr>
              <p:spPr>
                <a:xfrm>
                  <a:off x="6746150" y="3672322"/>
                  <a:ext cx="1940700" cy="42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2000"/>
                    <a:buFont typeface="Lora"/>
                    <a:buNone/>
                  </a:pPr>
                  <a:r>
                    <a:rPr b="1" lang="en-IN" sz="20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Languages levels</a:t>
                  </a:r>
                  <a:endParaRPr b="1" sz="2000">
                    <a:solidFill>
                      <a:schemeClr val="lt1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52" name="Google Shape;2552;p68"/>
                <p:cNvSpPr txBox="1"/>
                <p:nvPr/>
              </p:nvSpPr>
              <p:spPr>
                <a:xfrm>
                  <a:off x="6746125" y="3973297"/>
                  <a:ext cx="1940700" cy="434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chemeClr val="lt1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</p:grpSp>
        <p:grpSp>
          <p:nvGrpSpPr>
            <p:cNvPr id="2553" name="Google Shape;2553;p68"/>
            <p:cNvGrpSpPr/>
            <p:nvPr/>
          </p:nvGrpSpPr>
          <p:grpSpPr>
            <a:xfrm>
              <a:off x="3028350" y="1418025"/>
              <a:ext cx="3087310" cy="3087300"/>
              <a:chOff x="3028350" y="1418025"/>
              <a:chExt cx="3087310" cy="3087300"/>
            </a:xfrm>
          </p:grpSpPr>
          <p:sp>
            <p:nvSpPr>
              <p:cNvPr id="2554" name="Google Shape;2554;p68"/>
              <p:cNvSpPr/>
              <p:nvPr/>
            </p:nvSpPr>
            <p:spPr>
              <a:xfrm rot="2700000">
                <a:off x="3480591" y="1870044"/>
                <a:ext cx="2182839" cy="21832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  <p:sp>
            <p:nvSpPr>
              <p:cNvPr id="2555" name="Google Shape;2555;p68"/>
              <p:cNvSpPr/>
              <p:nvPr/>
            </p:nvSpPr>
            <p:spPr>
              <a:xfrm>
                <a:off x="3028350" y="2094825"/>
                <a:ext cx="3087300" cy="17337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Lora"/>
                  <a:buNone/>
                </a:pPr>
                <a:r>
                  <a:rPr lang="en-IN" sz="2000">
                    <a:solidFill>
                      <a:schemeClr val="dk1"/>
                    </a:solidFill>
                    <a:latin typeface="Lora"/>
                    <a:ea typeface="Lora"/>
                    <a:cs typeface="Lora"/>
                    <a:sym typeface="Lora"/>
                  </a:rPr>
                  <a:t>Most Common Recruitment Metrics</a:t>
                </a:r>
                <a:endParaRPr sz="2000">
                  <a:solidFill>
                    <a:schemeClr val="dk1"/>
                  </a:solidFill>
                  <a:latin typeface="Lora"/>
                  <a:ea typeface="Lora"/>
                  <a:cs typeface="Lora"/>
                  <a:sym typeface="Lora"/>
                </a:endParaRPr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9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" name="Google Shape;2560;p69"/>
          <p:cNvGrpSpPr/>
          <p:nvPr/>
        </p:nvGrpSpPr>
        <p:grpSpPr>
          <a:xfrm>
            <a:off x="808569" y="1735581"/>
            <a:ext cx="10592007" cy="4418064"/>
            <a:chOff x="808569" y="1735581"/>
            <a:chExt cx="10592007" cy="4418064"/>
          </a:xfrm>
        </p:grpSpPr>
        <p:grpSp>
          <p:nvGrpSpPr>
            <p:cNvPr id="2561" name="Google Shape;2561;p69"/>
            <p:cNvGrpSpPr/>
            <p:nvPr/>
          </p:nvGrpSpPr>
          <p:grpSpPr>
            <a:xfrm>
              <a:off x="1073394" y="1735581"/>
              <a:ext cx="10045461" cy="4418064"/>
              <a:chOff x="1073394" y="1871505"/>
              <a:chExt cx="10045461" cy="4418064"/>
            </a:xfrm>
          </p:grpSpPr>
          <p:grpSp>
            <p:nvGrpSpPr>
              <p:cNvPr id="2562" name="Google Shape;2562;p69"/>
              <p:cNvGrpSpPr/>
              <p:nvPr/>
            </p:nvGrpSpPr>
            <p:grpSpPr>
              <a:xfrm>
                <a:off x="8696683" y="5143230"/>
                <a:ext cx="2422172" cy="853029"/>
                <a:chOff x="6586787" y="3671323"/>
                <a:chExt cx="1876634" cy="660904"/>
              </a:xfrm>
            </p:grpSpPr>
            <p:sp>
              <p:nvSpPr>
                <p:cNvPr id="2563" name="Google Shape;2563;p69"/>
                <p:cNvSpPr txBox="1"/>
                <p:nvPr/>
              </p:nvSpPr>
              <p:spPr>
                <a:xfrm>
                  <a:off x="6586787" y="3671323"/>
                  <a:ext cx="1876500" cy="41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1800"/>
                    <a:buFont typeface="Lora"/>
                    <a:buNone/>
                  </a:pPr>
                  <a:r>
                    <a:rPr b="1" lang="en-IN" sz="18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Employer brand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64" name="Google Shape;2564;p69"/>
                <p:cNvSpPr txBox="1"/>
                <p:nvPr/>
              </p:nvSpPr>
              <p:spPr>
                <a:xfrm>
                  <a:off x="6591421" y="3902927"/>
                  <a:ext cx="1872000" cy="42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r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grpSp>
            <p:nvGrpSpPr>
              <p:cNvPr id="2565" name="Google Shape;2565;p69"/>
              <p:cNvGrpSpPr/>
              <p:nvPr/>
            </p:nvGrpSpPr>
            <p:grpSpPr>
              <a:xfrm>
                <a:off x="1073394" y="5143230"/>
                <a:ext cx="3134852" cy="853029"/>
                <a:chOff x="680465" y="3671323"/>
                <a:chExt cx="2428800" cy="660904"/>
              </a:xfrm>
            </p:grpSpPr>
            <p:sp>
              <p:nvSpPr>
                <p:cNvPr id="2566" name="Google Shape;2566;p69"/>
                <p:cNvSpPr txBox="1"/>
                <p:nvPr/>
              </p:nvSpPr>
              <p:spPr>
                <a:xfrm flipH="1">
                  <a:off x="680465" y="3671323"/>
                  <a:ext cx="2428800" cy="413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F3F3F"/>
                    </a:buClr>
                    <a:buSzPts val="1800"/>
                    <a:buFont typeface="Lora"/>
                    <a:buNone/>
                  </a:pPr>
                  <a:r>
                    <a:rPr b="1" lang="en-IN" sz="18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Successful recruitment</a:t>
                  </a:r>
                  <a:endParaRPr b="1" sz="1800">
                    <a:solidFill>
                      <a:srgbClr val="3F3F3F"/>
                    </a:solidFill>
                    <a:latin typeface="Lora"/>
                    <a:ea typeface="Lora"/>
                    <a:cs typeface="Lora"/>
                    <a:sym typeface="Lora"/>
                  </a:endParaRPr>
                </a:p>
              </p:txBody>
            </p:sp>
            <p:sp>
              <p:nvSpPr>
                <p:cNvPr id="2567" name="Google Shape;2567;p69"/>
                <p:cNvSpPr txBox="1"/>
                <p:nvPr/>
              </p:nvSpPr>
              <p:spPr>
                <a:xfrm flipH="1">
                  <a:off x="680557" y="3902927"/>
                  <a:ext cx="1762800" cy="42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IN" sz="12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rPr>
                    <a:t>Maecenas non laoreet odio. Fusce lobortis porttitor.</a:t>
                  </a:r>
                  <a:endParaRPr/>
                </a:p>
              </p:txBody>
            </p:sp>
          </p:grpSp>
          <p:grpSp>
            <p:nvGrpSpPr>
              <p:cNvPr id="2568" name="Google Shape;2568;p69"/>
              <p:cNvGrpSpPr/>
              <p:nvPr/>
            </p:nvGrpSpPr>
            <p:grpSpPr>
              <a:xfrm>
                <a:off x="1073577" y="1871505"/>
                <a:ext cx="10045278" cy="4418064"/>
                <a:chOff x="1073577" y="1871505"/>
                <a:chExt cx="10045278" cy="4418064"/>
              </a:xfrm>
            </p:grpSpPr>
            <p:grpSp>
              <p:nvGrpSpPr>
                <p:cNvPr id="2569" name="Google Shape;2569;p69"/>
                <p:cNvGrpSpPr/>
                <p:nvPr/>
              </p:nvGrpSpPr>
              <p:grpSpPr>
                <a:xfrm>
                  <a:off x="8702665" y="2210632"/>
                  <a:ext cx="2416190" cy="850446"/>
                  <a:chOff x="6591421" y="1399223"/>
                  <a:chExt cx="1872000" cy="658903"/>
                </a:xfrm>
              </p:grpSpPr>
              <p:sp>
                <p:nvSpPr>
                  <p:cNvPr id="2570" name="Google Shape;2570;p69"/>
                  <p:cNvSpPr txBox="1"/>
                  <p:nvPr/>
                </p:nvSpPr>
                <p:spPr>
                  <a:xfrm>
                    <a:off x="6838899" y="1399223"/>
                    <a:ext cx="1624500" cy="413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r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F3F3F"/>
                      </a:buClr>
                      <a:buSzPts val="1800"/>
                      <a:buFont typeface="Lora"/>
                      <a:buNone/>
                    </a:pPr>
                    <a:r>
                      <a:rPr b="1" lang="en-IN"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Screening tools</a:t>
                    </a:r>
                    <a:endParaRPr b="1" sz="18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2571" name="Google Shape;2571;p69"/>
                  <p:cNvSpPr txBox="1"/>
                  <p:nvPr/>
                </p:nvSpPr>
                <p:spPr>
                  <a:xfrm>
                    <a:off x="6591421" y="1628826"/>
                    <a:ext cx="1872000" cy="42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r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lang="en-IN" sz="12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Maecenas non laoreet odio. Fusce lobortis porttitor.</a:t>
                    </a:r>
                    <a:endParaRPr/>
                  </a:p>
                </p:txBody>
              </p:sp>
            </p:grpSp>
            <p:grpSp>
              <p:nvGrpSpPr>
                <p:cNvPr id="2572" name="Google Shape;2572;p69"/>
                <p:cNvGrpSpPr/>
                <p:nvPr/>
              </p:nvGrpSpPr>
              <p:grpSpPr>
                <a:xfrm>
                  <a:off x="1073577" y="2210632"/>
                  <a:ext cx="2769713" cy="850446"/>
                  <a:chOff x="680607" y="1399223"/>
                  <a:chExt cx="2145900" cy="658903"/>
                </a:xfrm>
              </p:grpSpPr>
              <p:sp>
                <p:nvSpPr>
                  <p:cNvPr id="2573" name="Google Shape;2573;p69"/>
                  <p:cNvSpPr txBox="1"/>
                  <p:nvPr/>
                </p:nvSpPr>
                <p:spPr>
                  <a:xfrm flipH="1">
                    <a:off x="680607" y="1399223"/>
                    <a:ext cx="2145900" cy="413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3F3F3F"/>
                      </a:buClr>
                      <a:buSzPts val="1800"/>
                      <a:buFont typeface="Lora"/>
                      <a:buNone/>
                    </a:pPr>
                    <a:r>
                      <a:rPr b="1" lang="en-IN" sz="18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Sourcing strategy</a:t>
                    </a:r>
                    <a:endParaRPr b="1" sz="1800">
                      <a:solidFill>
                        <a:srgbClr val="3F3F3F"/>
                      </a:solidFill>
                      <a:latin typeface="Lora"/>
                      <a:ea typeface="Lora"/>
                      <a:cs typeface="Lora"/>
                      <a:sym typeface="Lora"/>
                    </a:endParaRPr>
                  </a:p>
                </p:txBody>
              </p:sp>
              <p:sp>
                <p:nvSpPr>
                  <p:cNvPr id="2574" name="Google Shape;2574;p69"/>
                  <p:cNvSpPr txBox="1"/>
                  <p:nvPr/>
                </p:nvSpPr>
                <p:spPr>
                  <a:xfrm flipH="1">
                    <a:off x="680696" y="1628826"/>
                    <a:ext cx="1872000" cy="429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spAutoFit/>
                  </a:bodyPr>
                  <a:lstStyle/>
                  <a:p>
                    <a:pPr indent="0" lvl="0" marL="0" marR="0" rtl="0" algn="l">
                      <a:spcBef>
                        <a:spcPts val="600"/>
                      </a:spcBef>
                      <a:spcAft>
                        <a:spcPts val="0"/>
                      </a:spcAft>
                      <a:buNone/>
                    </a:pPr>
                    <a:r>
                      <a:rPr lang="en-IN" sz="1200">
                        <a:solidFill>
                          <a:srgbClr val="3F3F3F"/>
                        </a:solidFill>
                        <a:latin typeface="Lora"/>
                        <a:ea typeface="Lora"/>
                        <a:cs typeface="Lora"/>
                        <a:sym typeface="Lora"/>
                      </a:rPr>
                      <a:t>Maecenas non laoreet odio. Fusce lobortis porttitor.</a:t>
                    </a:r>
                    <a:endParaRPr/>
                  </a:p>
                </p:txBody>
              </p:sp>
            </p:grpSp>
            <p:grpSp>
              <p:nvGrpSpPr>
                <p:cNvPr id="2575" name="Google Shape;2575;p69"/>
                <p:cNvGrpSpPr/>
                <p:nvPr/>
              </p:nvGrpSpPr>
              <p:grpSpPr>
                <a:xfrm>
                  <a:off x="4026137" y="1871505"/>
                  <a:ext cx="4493673" cy="4418064"/>
                  <a:chOff x="3849361" y="1871505"/>
                  <a:chExt cx="4493673" cy="4418064"/>
                </a:xfrm>
              </p:grpSpPr>
              <p:grpSp>
                <p:nvGrpSpPr>
                  <p:cNvPr id="2576" name="Google Shape;2576;p69"/>
                  <p:cNvGrpSpPr/>
                  <p:nvPr/>
                </p:nvGrpSpPr>
                <p:grpSpPr>
                  <a:xfrm>
                    <a:off x="3849361" y="1871505"/>
                    <a:ext cx="4493673" cy="4418064"/>
                    <a:chOff x="2831211" y="1136476"/>
                    <a:chExt cx="3481578" cy="3422998"/>
                  </a:xfrm>
                </p:grpSpPr>
                <p:sp>
                  <p:nvSpPr>
                    <p:cNvPr id="2577" name="Google Shape;2577;p69"/>
                    <p:cNvSpPr/>
                    <p:nvPr/>
                  </p:nvSpPr>
                  <p:spPr>
                    <a:xfrm>
                      <a:off x="4046608" y="1136476"/>
                      <a:ext cx="1050900" cy="1050900"/>
                    </a:xfrm>
                    <a:prstGeom prst="ellipse">
                      <a:avLst/>
                    </a:pr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8" name="Google Shape;2578;p69"/>
                    <p:cNvSpPr/>
                    <p:nvPr/>
                  </p:nvSpPr>
                  <p:spPr>
                    <a:xfrm>
                      <a:off x="4046608" y="2457798"/>
                      <a:ext cx="1050900" cy="1050900"/>
                    </a:xfrm>
                    <a:prstGeom prst="ellipse">
                      <a:avLst/>
                    </a:prstGeom>
                    <a:solidFill>
                      <a:srgbClr val="A5A5A5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79" name="Google Shape;2579;p69"/>
                    <p:cNvSpPr/>
                    <p:nvPr/>
                  </p:nvSpPr>
                  <p:spPr>
                    <a:xfrm>
                      <a:off x="2831211" y="3508574"/>
                      <a:ext cx="1050900" cy="1050900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80" name="Google Shape;2580;p69"/>
                    <p:cNvSpPr/>
                    <p:nvPr/>
                  </p:nvSpPr>
                  <p:spPr>
                    <a:xfrm>
                      <a:off x="5261889" y="3508574"/>
                      <a:ext cx="1050900" cy="1050900"/>
                    </a:xfrm>
                    <a:prstGeom prst="ellipse">
                      <a:avLst/>
                    </a:pr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2581" name="Google Shape;2581;p69"/>
                    <p:cNvCxnSpPr>
                      <a:stCxn id="2577" idx="4"/>
                      <a:endCxn id="2578" idx="0"/>
                    </p:cNvCxnSpPr>
                    <p:nvPr/>
                  </p:nvCxnSpPr>
                  <p:spPr>
                    <a:xfrm>
                      <a:off x="4572058" y="2187376"/>
                      <a:ext cx="0" cy="2703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2582" name="Google Shape;2582;p69"/>
                    <p:cNvCxnSpPr>
                      <a:stCxn id="2578" idx="3"/>
                      <a:endCxn id="2579" idx="7"/>
                    </p:cNvCxnSpPr>
                    <p:nvPr/>
                  </p:nvCxnSpPr>
                  <p:spPr>
                    <a:xfrm flipH="1">
                      <a:off x="3728309" y="3354797"/>
                      <a:ext cx="472200" cy="3078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2583" name="Google Shape;2583;p69"/>
                    <p:cNvCxnSpPr>
                      <a:stCxn id="2578" idx="5"/>
                      <a:endCxn id="2580" idx="1"/>
                    </p:cNvCxnSpPr>
                    <p:nvPr/>
                  </p:nvCxnSpPr>
                  <p:spPr>
                    <a:xfrm>
                      <a:off x="4943607" y="3354797"/>
                      <a:ext cx="472200" cy="3078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2584" name="Google Shape;2584;p69"/>
                  <p:cNvGrpSpPr/>
                  <p:nvPr/>
                </p:nvGrpSpPr>
                <p:grpSpPr>
                  <a:xfrm>
                    <a:off x="5769323" y="2225027"/>
                    <a:ext cx="649133" cy="649081"/>
                    <a:chOff x="-64401400" y="1914475"/>
                    <a:chExt cx="319000" cy="317275"/>
                  </a:xfrm>
                </p:grpSpPr>
                <p:sp>
                  <p:nvSpPr>
                    <p:cNvPr id="2585" name="Google Shape;2585;p69"/>
                    <p:cNvSpPr/>
                    <p:nvPr/>
                  </p:nvSpPr>
                  <p:spPr>
                    <a:xfrm>
                      <a:off x="-64401400" y="1914475"/>
                      <a:ext cx="319000" cy="317275"/>
                    </a:xfrm>
                    <a:custGeom>
                      <a:rect b="b" l="l" r="r" t="t"/>
                      <a:pathLst>
                        <a:path extrusionOk="0" h="12691" w="12760">
                          <a:moveTo>
                            <a:pt x="4726" y="1317"/>
                          </a:moveTo>
                          <a:lnTo>
                            <a:pt x="4726" y="2703"/>
                          </a:lnTo>
                          <a:cubicBezTo>
                            <a:pt x="4663" y="2735"/>
                            <a:pt x="4600" y="2829"/>
                            <a:pt x="4569" y="2861"/>
                          </a:cubicBezTo>
                          <a:lnTo>
                            <a:pt x="4065" y="3554"/>
                          </a:lnTo>
                          <a:cubicBezTo>
                            <a:pt x="3970" y="3176"/>
                            <a:pt x="3907" y="2703"/>
                            <a:pt x="3907" y="2388"/>
                          </a:cubicBezTo>
                          <a:cubicBezTo>
                            <a:pt x="3876" y="1947"/>
                            <a:pt x="3970" y="1632"/>
                            <a:pt x="4222" y="1475"/>
                          </a:cubicBezTo>
                          <a:cubicBezTo>
                            <a:pt x="4348" y="1349"/>
                            <a:pt x="4537" y="1317"/>
                            <a:pt x="4726" y="1317"/>
                          </a:cubicBezTo>
                          <a:close/>
                          <a:moveTo>
                            <a:pt x="7046" y="813"/>
                          </a:moveTo>
                          <a:cubicBezTo>
                            <a:pt x="7507" y="813"/>
                            <a:pt x="7937" y="916"/>
                            <a:pt x="8286" y="1128"/>
                          </a:cubicBezTo>
                          <a:cubicBezTo>
                            <a:pt x="8759" y="1412"/>
                            <a:pt x="8979" y="1821"/>
                            <a:pt x="8948" y="2420"/>
                          </a:cubicBezTo>
                          <a:cubicBezTo>
                            <a:pt x="8948" y="2703"/>
                            <a:pt x="8853" y="3113"/>
                            <a:pt x="8790" y="3554"/>
                          </a:cubicBezTo>
                          <a:lnTo>
                            <a:pt x="8286" y="2861"/>
                          </a:lnTo>
                          <a:cubicBezTo>
                            <a:pt x="8066" y="2609"/>
                            <a:pt x="7814" y="2451"/>
                            <a:pt x="7499" y="2451"/>
                          </a:cubicBezTo>
                          <a:lnTo>
                            <a:pt x="5514" y="2451"/>
                          </a:lnTo>
                          <a:lnTo>
                            <a:pt x="5514" y="1160"/>
                          </a:lnTo>
                          <a:cubicBezTo>
                            <a:pt x="6020" y="931"/>
                            <a:pt x="6551" y="813"/>
                            <a:pt x="7046" y="813"/>
                          </a:cubicBezTo>
                          <a:close/>
                          <a:moveTo>
                            <a:pt x="7530" y="3334"/>
                          </a:moveTo>
                          <a:cubicBezTo>
                            <a:pt x="7562" y="3334"/>
                            <a:pt x="7593" y="3365"/>
                            <a:pt x="7656" y="3365"/>
                          </a:cubicBezTo>
                          <a:lnTo>
                            <a:pt x="8601" y="4657"/>
                          </a:lnTo>
                          <a:cubicBezTo>
                            <a:pt x="8444" y="5917"/>
                            <a:pt x="7688" y="7177"/>
                            <a:pt x="6427" y="7177"/>
                          </a:cubicBezTo>
                          <a:cubicBezTo>
                            <a:pt x="5167" y="7177"/>
                            <a:pt x="4411" y="5980"/>
                            <a:pt x="4254" y="4657"/>
                          </a:cubicBezTo>
                          <a:lnTo>
                            <a:pt x="5199" y="3365"/>
                          </a:lnTo>
                          <a:cubicBezTo>
                            <a:pt x="5230" y="3334"/>
                            <a:pt x="5293" y="3334"/>
                            <a:pt x="5325" y="3334"/>
                          </a:cubicBezTo>
                          <a:close/>
                          <a:moveTo>
                            <a:pt x="5199" y="7681"/>
                          </a:moveTo>
                          <a:cubicBezTo>
                            <a:pt x="5608" y="7902"/>
                            <a:pt x="5986" y="8028"/>
                            <a:pt x="6427" y="8028"/>
                          </a:cubicBezTo>
                          <a:cubicBezTo>
                            <a:pt x="6869" y="8028"/>
                            <a:pt x="7310" y="7902"/>
                            <a:pt x="7688" y="7713"/>
                          </a:cubicBezTo>
                          <a:lnTo>
                            <a:pt x="7688" y="7807"/>
                          </a:lnTo>
                          <a:cubicBezTo>
                            <a:pt x="7688" y="8028"/>
                            <a:pt x="7719" y="8185"/>
                            <a:pt x="7814" y="8343"/>
                          </a:cubicBezTo>
                          <a:lnTo>
                            <a:pt x="6427" y="9634"/>
                          </a:lnTo>
                          <a:lnTo>
                            <a:pt x="5073" y="8280"/>
                          </a:lnTo>
                          <a:cubicBezTo>
                            <a:pt x="5167" y="8122"/>
                            <a:pt x="5199" y="7965"/>
                            <a:pt x="5199" y="7776"/>
                          </a:cubicBezTo>
                          <a:lnTo>
                            <a:pt x="5199" y="7681"/>
                          </a:lnTo>
                          <a:close/>
                          <a:moveTo>
                            <a:pt x="4537" y="8878"/>
                          </a:moveTo>
                          <a:lnTo>
                            <a:pt x="5829" y="10170"/>
                          </a:lnTo>
                          <a:lnTo>
                            <a:pt x="5230" y="10769"/>
                          </a:lnTo>
                          <a:lnTo>
                            <a:pt x="4065" y="9036"/>
                          </a:lnTo>
                          <a:cubicBezTo>
                            <a:pt x="4222" y="9036"/>
                            <a:pt x="4380" y="9004"/>
                            <a:pt x="4537" y="8878"/>
                          </a:cubicBezTo>
                          <a:close/>
                          <a:moveTo>
                            <a:pt x="8318" y="8878"/>
                          </a:moveTo>
                          <a:cubicBezTo>
                            <a:pt x="8475" y="8973"/>
                            <a:pt x="8633" y="9036"/>
                            <a:pt x="8790" y="9036"/>
                          </a:cubicBezTo>
                          <a:lnTo>
                            <a:pt x="7593" y="10769"/>
                          </a:lnTo>
                          <a:lnTo>
                            <a:pt x="7026" y="10170"/>
                          </a:lnTo>
                          <a:lnTo>
                            <a:pt x="8318" y="8878"/>
                          </a:lnTo>
                          <a:close/>
                          <a:moveTo>
                            <a:pt x="10460" y="9067"/>
                          </a:moveTo>
                          <a:cubicBezTo>
                            <a:pt x="11279" y="9067"/>
                            <a:pt x="11941" y="9760"/>
                            <a:pt x="11941" y="10580"/>
                          </a:cubicBezTo>
                          <a:lnTo>
                            <a:pt x="11941" y="11840"/>
                          </a:lnTo>
                          <a:lnTo>
                            <a:pt x="7814" y="11840"/>
                          </a:lnTo>
                          <a:cubicBezTo>
                            <a:pt x="7908" y="11808"/>
                            <a:pt x="8003" y="11745"/>
                            <a:pt x="8034" y="11682"/>
                          </a:cubicBezTo>
                          <a:lnTo>
                            <a:pt x="9798" y="9067"/>
                          </a:lnTo>
                          <a:close/>
                          <a:moveTo>
                            <a:pt x="3088" y="9067"/>
                          </a:moveTo>
                          <a:lnTo>
                            <a:pt x="4852" y="11651"/>
                          </a:lnTo>
                          <a:cubicBezTo>
                            <a:pt x="4915" y="11745"/>
                            <a:pt x="5041" y="11808"/>
                            <a:pt x="5167" y="11840"/>
                          </a:cubicBezTo>
                          <a:lnTo>
                            <a:pt x="5199" y="11840"/>
                          </a:lnTo>
                          <a:cubicBezTo>
                            <a:pt x="5325" y="11840"/>
                            <a:pt x="5419" y="11808"/>
                            <a:pt x="5482" y="11714"/>
                          </a:cubicBezTo>
                          <a:lnTo>
                            <a:pt x="6427" y="10769"/>
                          </a:lnTo>
                          <a:lnTo>
                            <a:pt x="7404" y="11745"/>
                          </a:lnTo>
                          <a:cubicBezTo>
                            <a:pt x="7436" y="11777"/>
                            <a:pt x="7530" y="11840"/>
                            <a:pt x="7593" y="11871"/>
                          </a:cubicBezTo>
                          <a:lnTo>
                            <a:pt x="914" y="11871"/>
                          </a:lnTo>
                          <a:lnTo>
                            <a:pt x="914" y="11840"/>
                          </a:lnTo>
                          <a:lnTo>
                            <a:pt x="914" y="10580"/>
                          </a:lnTo>
                          <a:cubicBezTo>
                            <a:pt x="914" y="9760"/>
                            <a:pt x="1576" y="9067"/>
                            <a:pt x="2395" y="9067"/>
                          </a:cubicBezTo>
                          <a:close/>
                          <a:moveTo>
                            <a:pt x="7043" y="1"/>
                          </a:moveTo>
                          <a:cubicBezTo>
                            <a:pt x="6380" y="1"/>
                            <a:pt x="5673" y="166"/>
                            <a:pt x="5010" y="498"/>
                          </a:cubicBezTo>
                          <a:cubicBezTo>
                            <a:pt x="4898" y="477"/>
                            <a:pt x="4788" y="467"/>
                            <a:pt x="4680" y="467"/>
                          </a:cubicBezTo>
                          <a:cubicBezTo>
                            <a:pt x="4300" y="467"/>
                            <a:pt x="3942" y="592"/>
                            <a:pt x="3624" y="813"/>
                          </a:cubicBezTo>
                          <a:cubicBezTo>
                            <a:pt x="3308" y="1034"/>
                            <a:pt x="2962" y="1506"/>
                            <a:pt x="2962" y="2388"/>
                          </a:cubicBezTo>
                          <a:cubicBezTo>
                            <a:pt x="2962" y="3144"/>
                            <a:pt x="3277" y="4405"/>
                            <a:pt x="3340" y="4625"/>
                          </a:cubicBezTo>
                          <a:cubicBezTo>
                            <a:pt x="3466" y="5570"/>
                            <a:pt x="3781" y="6389"/>
                            <a:pt x="4285" y="6988"/>
                          </a:cubicBezTo>
                          <a:lnTo>
                            <a:pt x="4285" y="7744"/>
                          </a:lnTo>
                          <a:cubicBezTo>
                            <a:pt x="4285" y="8028"/>
                            <a:pt x="4065" y="8248"/>
                            <a:pt x="3781" y="8248"/>
                          </a:cubicBezTo>
                          <a:lnTo>
                            <a:pt x="2332" y="8248"/>
                          </a:lnTo>
                          <a:cubicBezTo>
                            <a:pt x="1072" y="8248"/>
                            <a:pt x="0" y="9288"/>
                            <a:pt x="0" y="10580"/>
                          </a:cubicBezTo>
                          <a:lnTo>
                            <a:pt x="0" y="12281"/>
                          </a:lnTo>
                          <a:cubicBezTo>
                            <a:pt x="0" y="12501"/>
                            <a:pt x="189" y="12690"/>
                            <a:pt x="410" y="12690"/>
                          </a:cubicBezTo>
                          <a:lnTo>
                            <a:pt x="12256" y="12690"/>
                          </a:lnTo>
                          <a:cubicBezTo>
                            <a:pt x="12508" y="12690"/>
                            <a:pt x="12697" y="12501"/>
                            <a:pt x="12697" y="12281"/>
                          </a:cubicBezTo>
                          <a:lnTo>
                            <a:pt x="12697" y="10580"/>
                          </a:lnTo>
                          <a:cubicBezTo>
                            <a:pt x="12760" y="9319"/>
                            <a:pt x="11689" y="8248"/>
                            <a:pt x="10429" y="8248"/>
                          </a:cubicBezTo>
                          <a:lnTo>
                            <a:pt x="8979" y="8248"/>
                          </a:lnTo>
                          <a:cubicBezTo>
                            <a:pt x="8696" y="8248"/>
                            <a:pt x="8475" y="8028"/>
                            <a:pt x="8475" y="7744"/>
                          </a:cubicBezTo>
                          <a:lnTo>
                            <a:pt x="8475" y="6957"/>
                          </a:lnTo>
                          <a:cubicBezTo>
                            <a:pt x="8979" y="6358"/>
                            <a:pt x="9294" y="5539"/>
                            <a:pt x="9389" y="4625"/>
                          </a:cubicBezTo>
                          <a:cubicBezTo>
                            <a:pt x="9546" y="4121"/>
                            <a:pt x="9735" y="3050"/>
                            <a:pt x="9767" y="2420"/>
                          </a:cubicBezTo>
                          <a:cubicBezTo>
                            <a:pt x="9767" y="1538"/>
                            <a:pt x="9420" y="845"/>
                            <a:pt x="8664" y="404"/>
                          </a:cubicBezTo>
                          <a:cubicBezTo>
                            <a:pt x="8202" y="135"/>
                            <a:pt x="7640" y="1"/>
                            <a:pt x="7043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86" name="Google Shape;2586;p69"/>
                    <p:cNvSpPr/>
                    <p:nvPr/>
                  </p:nvSpPr>
                  <p:spPr>
                    <a:xfrm>
                      <a:off x="-64172200" y="2175800"/>
                      <a:ext cx="48850" cy="22075"/>
                    </a:xfrm>
                    <a:custGeom>
                      <a:rect b="b" l="l" r="r" t="t"/>
                      <a:pathLst>
                        <a:path extrusionOk="0" h="883" w="1954">
                          <a:moveTo>
                            <a:pt x="410" y="1"/>
                          </a:moveTo>
                          <a:cubicBezTo>
                            <a:pt x="158" y="1"/>
                            <a:pt x="0" y="190"/>
                            <a:pt x="0" y="442"/>
                          </a:cubicBezTo>
                          <a:cubicBezTo>
                            <a:pt x="0" y="662"/>
                            <a:pt x="221" y="883"/>
                            <a:pt x="410" y="883"/>
                          </a:cubicBezTo>
                          <a:lnTo>
                            <a:pt x="1513" y="883"/>
                          </a:lnTo>
                          <a:cubicBezTo>
                            <a:pt x="1765" y="883"/>
                            <a:pt x="1891" y="662"/>
                            <a:pt x="1891" y="442"/>
                          </a:cubicBezTo>
                          <a:cubicBezTo>
                            <a:pt x="1954" y="190"/>
                            <a:pt x="1733" y="1"/>
                            <a:pt x="1513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87" name="Google Shape;2587;p69"/>
                    <p:cNvSpPr/>
                    <p:nvPr/>
                  </p:nvSpPr>
                  <p:spPr>
                    <a:xfrm>
                      <a:off x="-64212375" y="2210450"/>
                      <a:ext cx="5525" cy="25"/>
                    </a:xfrm>
                    <a:custGeom>
                      <a:rect b="b" l="l" r="r" t="t"/>
                      <a:pathLst>
                        <a:path extrusionOk="0" h="1" w="221">
                          <a:moveTo>
                            <a:pt x="1" y="1"/>
                          </a:moveTo>
                          <a:lnTo>
                            <a:pt x="221" y="1"/>
                          </a:lnTo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588" name="Google Shape;2588;p69"/>
                  <p:cNvGrpSpPr/>
                  <p:nvPr/>
                </p:nvGrpSpPr>
                <p:grpSpPr>
                  <a:xfrm>
                    <a:off x="5752254" y="3930411"/>
                    <a:ext cx="688047" cy="649093"/>
                    <a:chOff x="5049750" y="832600"/>
                    <a:chExt cx="505100" cy="483100"/>
                  </a:xfrm>
                </p:grpSpPr>
                <p:sp>
                  <p:nvSpPr>
                    <p:cNvPr id="2589" name="Google Shape;2589;p69"/>
                    <p:cNvSpPr/>
                    <p:nvPr/>
                  </p:nvSpPr>
                  <p:spPr>
                    <a:xfrm>
                      <a:off x="5049750" y="832600"/>
                      <a:ext cx="505100" cy="483100"/>
                    </a:xfrm>
                    <a:custGeom>
                      <a:rect b="b" l="l" r="r" t="t"/>
                      <a:pathLst>
                        <a:path extrusionOk="0" h="19324" w="20204">
                          <a:moveTo>
                            <a:pt x="12136" y="1129"/>
                          </a:moveTo>
                          <a:cubicBezTo>
                            <a:pt x="13730" y="1129"/>
                            <a:pt x="15325" y="1737"/>
                            <a:pt x="16538" y="2952"/>
                          </a:cubicBezTo>
                          <a:cubicBezTo>
                            <a:pt x="18969" y="5383"/>
                            <a:pt x="18969" y="9323"/>
                            <a:pt x="16538" y="11757"/>
                          </a:cubicBezTo>
                          <a:cubicBezTo>
                            <a:pt x="15341" y="12950"/>
                            <a:pt x="13747" y="13579"/>
                            <a:pt x="12129" y="13579"/>
                          </a:cubicBezTo>
                          <a:cubicBezTo>
                            <a:pt x="11233" y="13579"/>
                            <a:pt x="10329" y="13386"/>
                            <a:pt x="9482" y="12989"/>
                          </a:cubicBezTo>
                          <a:cubicBezTo>
                            <a:pt x="9461" y="12980"/>
                            <a:pt x="9440" y="12968"/>
                            <a:pt x="9419" y="12959"/>
                          </a:cubicBezTo>
                          <a:cubicBezTo>
                            <a:pt x="8794" y="12657"/>
                            <a:pt x="8223" y="12249"/>
                            <a:pt x="7734" y="11757"/>
                          </a:cubicBezTo>
                          <a:cubicBezTo>
                            <a:pt x="5306" y="9329"/>
                            <a:pt x="5306" y="5380"/>
                            <a:pt x="7734" y="2952"/>
                          </a:cubicBezTo>
                          <a:cubicBezTo>
                            <a:pt x="8948" y="1737"/>
                            <a:pt x="10542" y="1129"/>
                            <a:pt x="12136" y="1129"/>
                          </a:cubicBezTo>
                          <a:close/>
                          <a:moveTo>
                            <a:pt x="5871" y="11216"/>
                          </a:moveTo>
                          <a:cubicBezTo>
                            <a:pt x="6475" y="12195"/>
                            <a:pt x="7296" y="13016"/>
                            <a:pt x="8271" y="13620"/>
                          </a:cubicBezTo>
                          <a:lnTo>
                            <a:pt x="7734" y="14160"/>
                          </a:lnTo>
                          <a:cubicBezTo>
                            <a:pt x="7622" y="14271"/>
                            <a:pt x="7477" y="14326"/>
                            <a:pt x="7332" y="14326"/>
                          </a:cubicBezTo>
                          <a:cubicBezTo>
                            <a:pt x="7188" y="14326"/>
                            <a:pt x="7044" y="14271"/>
                            <a:pt x="6934" y="14160"/>
                          </a:cubicBezTo>
                          <a:lnTo>
                            <a:pt x="5330" y="12557"/>
                          </a:lnTo>
                          <a:cubicBezTo>
                            <a:pt x="5110" y="12337"/>
                            <a:pt x="5110" y="11977"/>
                            <a:pt x="5330" y="11757"/>
                          </a:cubicBezTo>
                          <a:lnTo>
                            <a:pt x="5871" y="11216"/>
                          </a:lnTo>
                          <a:close/>
                          <a:moveTo>
                            <a:pt x="4932" y="13762"/>
                          </a:moveTo>
                          <a:lnTo>
                            <a:pt x="5732" y="14562"/>
                          </a:lnTo>
                          <a:lnTo>
                            <a:pt x="4932" y="15362"/>
                          </a:lnTo>
                          <a:lnTo>
                            <a:pt x="4131" y="14562"/>
                          </a:lnTo>
                          <a:lnTo>
                            <a:pt x="4932" y="13762"/>
                          </a:lnTo>
                          <a:close/>
                          <a:moveTo>
                            <a:pt x="3328" y="15362"/>
                          </a:moveTo>
                          <a:lnTo>
                            <a:pt x="4128" y="16162"/>
                          </a:lnTo>
                          <a:lnTo>
                            <a:pt x="2268" y="18025"/>
                          </a:lnTo>
                          <a:cubicBezTo>
                            <a:pt x="2157" y="18135"/>
                            <a:pt x="2013" y="18190"/>
                            <a:pt x="1868" y="18190"/>
                          </a:cubicBezTo>
                          <a:cubicBezTo>
                            <a:pt x="1723" y="18190"/>
                            <a:pt x="1577" y="18134"/>
                            <a:pt x="1465" y="18022"/>
                          </a:cubicBezTo>
                          <a:cubicBezTo>
                            <a:pt x="1245" y="17802"/>
                            <a:pt x="1245" y="17443"/>
                            <a:pt x="1465" y="17222"/>
                          </a:cubicBezTo>
                          <a:lnTo>
                            <a:pt x="3328" y="15362"/>
                          </a:lnTo>
                          <a:close/>
                          <a:moveTo>
                            <a:pt x="12135" y="1"/>
                          </a:moveTo>
                          <a:cubicBezTo>
                            <a:pt x="10250" y="1"/>
                            <a:pt x="8365" y="718"/>
                            <a:pt x="6931" y="2152"/>
                          </a:cubicBezTo>
                          <a:cubicBezTo>
                            <a:pt x="4769" y="4311"/>
                            <a:pt x="4237" y="7493"/>
                            <a:pt x="5330" y="10157"/>
                          </a:cubicBezTo>
                          <a:lnTo>
                            <a:pt x="4527" y="10957"/>
                          </a:lnTo>
                          <a:cubicBezTo>
                            <a:pt x="4020" y="11467"/>
                            <a:pt x="3887" y="12240"/>
                            <a:pt x="4198" y="12892"/>
                          </a:cubicBezTo>
                          <a:lnTo>
                            <a:pt x="665" y="16422"/>
                          </a:lnTo>
                          <a:cubicBezTo>
                            <a:pt x="1" y="17086"/>
                            <a:pt x="1" y="18161"/>
                            <a:pt x="665" y="18825"/>
                          </a:cubicBezTo>
                          <a:cubicBezTo>
                            <a:pt x="996" y="19158"/>
                            <a:pt x="1431" y="19324"/>
                            <a:pt x="1865" y="19324"/>
                          </a:cubicBezTo>
                          <a:cubicBezTo>
                            <a:pt x="2300" y="19324"/>
                            <a:pt x="2735" y="19158"/>
                            <a:pt x="3066" y="18825"/>
                          </a:cubicBezTo>
                          <a:lnTo>
                            <a:pt x="6598" y="15293"/>
                          </a:lnTo>
                          <a:cubicBezTo>
                            <a:pt x="6831" y="15403"/>
                            <a:pt x="7081" y="15457"/>
                            <a:pt x="7328" y="15457"/>
                          </a:cubicBezTo>
                          <a:cubicBezTo>
                            <a:pt x="7770" y="15457"/>
                            <a:pt x="8206" y="15286"/>
                            <a:pt x="8531" y="14961"/>
                          </a:cubicBezTo>
                          <a:lnTo>
                            <a:pt x="9331" y="14163"/>
                          </a:lnTo>
                          <a:cubicBezTo>
                            <a:pt x="10241" y="14538"/>
                            <a:pt x="11190" y="14717"/>
                            <a:pt x="12127" y="14717"/>
                          </a:cubicBezTo>
                          <a:cubicBezTo>
                            <a:pt x="14530" y="14717"/>
                            <a:pt x="16858" y="13537"/>
                            <a:pt x="18256" y="11437"/>
                          </a:cubicBezTo>
                          <a:cubicBezTo>
                            <a:pt x="20204" y="8520"/>
                            <a:pt x="19821" y="4631"/>
                            <a:pt x="17342" y="2152"/>
                          </a:cubicBezTo>
                          <a:cubicBezTo>
                            <a:pt x="15906" y="718"/>
                            <a:pt x="14020" y="1"/>
                            <a:pt x="12135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5D7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90" name="Google Shape;2590;p69"/>
                    <p:cNvSpPr/>
                    <p:nvPr/>
                  </p:nvSpPr>
                  <p:spPr>
                    <a:xfrm>
                      <a:off x="5216725" y="889175"/>
                      <a:ext cx="276000" cy="254400"/>
                    </a:xfrm>
                    <a:custGeom>
                      <a:rect b="b" l="l" r="r" t="t"/>
                      <a:pathLst>
                        <a:path extrusionOk="0" h="10176" w="11040">
                          <a:moveTo>
                            <a:pt x="5456" y="1133"/>
                          </a:moveTo>
                          <a:cubicBezTo>
                            <a:pt x="6487" y="1133"/>
                            <a:pt x="7500" y="1535"/>
                            <a:pt x="8259" y="2293"/>
                          </a:cubicBezTo>
                          <a:cubicBezTo>
                            <a:pt x="9802" y="3839"/>
                            <a:pt x="9802" y="6348"/>
                            <a:pt x="8259" y="7897"/>
                          </a:cubicBezTo>
                          <a:cubicBezTo>
                            <a:pt x="7501" y="8653"/>
                            <a:pt x="6489" y="9055"/>
                            <a:pt x="5460" y="9055"/>
                          </a:cubicBezTo>
                          <a:cubicBezTo>
                            <a:pt x="4948" y="9055"/>
                            <a:pt x="4433" y="8956"/>
                            <a:pt x="3941" y="8751"/>
                          </a:cubicBezTo>
                          <a:cubicBezTo>
                            <a:pt x="2462" y="8138"/>
                            <a:pt x="1499" y="6695"/>
                            <a:pt x="1499" y="5095"/>
                          </a:cubicBezTo>
                          <a:cubicBezTo>
                            <a:pt x="1499" y="3491"/>
                            <a:pt x="2462" y="2048"/>
                            <a:pt x="3941" y="1435"/>
                          </a:cubicBezTo>
                          <a:cubicBezTo>
                            <a:pt x="4431" y="1232"/>
                            <a:pt x="4946" y="1133"/>
                            <a:pt x="5456" y="1133"/>
                          </a:cubicBezTo>
                          <a:close/>
                          <a:moveTo>
                            <a:pt x="5468" y="1"/>
                          </a:moveTo>
                          <a:cubicBezTo>
                            <a:pt x="5465" y="1"/>
                            <a:pt x="5461" y="1"/>
                            <a:pt x="5457" y="1"/>
                          </a:cubicBezTo>
                          <a:cubicBezTo>
                            <a:pt x="3029" y="4"/>
                            <a:pt x="943" y="1719"/>
                            <a:pt x="472" y="4098"/>
                          </a:cubicBezTo>
                          <a:cubicBezTo>
                            <a:pt x="1" y="6481"/>
                            <a:pt x="1275" y="8860"/>
                            <a:pt x="3519" y="9787"/>
                          </a:cubicBezTo>
                          <a:cubicBezTo>
                            <a:pt x="4151" y="10049"/>
                            <a:pt x="4811" y="10175"/>
                            <a:pt x="5463" y="10175"/>
                          </a:cubicBezTo>
                          <a:cubicBezTo>
                            <a:pt x="7120" y="10175"/>
                            <a:pt x="8725" y="9362"/>
                            <a:pt x="9693" y="7912"/>
                          </a:cubicBezTo>
                          <a:cubicBezTo>
                            <a:pt x="11040" y="5895"/>
                            <a:pt x="10774" y="3207"/>
                            <a:pt x="9059" y="1492"/>
                          </a:cubicBezTo>
                          <a:cubicBezTo>
                            <a:pt x="8108" y="535"/>
                            <a:pt x="6814" y="1"/>
                            <a:pt x="5468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5D7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591" name="Google Shape;2591;p69"/>
                  <p:cNvGrpSpPr/>
                  <p:nvPr/>
                </p:nvGrpSpPr>
                <p:grpSpPr>
                  <a:xfrm>
                    <a:off x="4202909" y="5286758"/>
                    <a:ext cx="649127" cy="649127"/>
                    <a:chOff x="1487200" y="4993750"/>
                    <a:chExt cx="483125" cy="483125"/>
                  </a:xfrm>
                </p:grpSpPr>
                <p:sp>
                  <p:nvSpPr>
                    <p:cNvPr id="2592" name="Google Shape;2592;p69"/>
                    <p:cNvSpPr/>
                    <p:nvPr/>
                  </p:nvSpPr>
                  <p:spPr>
                    <a:xfrm>
                      <a:off x="1487200" y="4993750"/>
                      <a:ext cx="483125" cy="483125"/>
                    </a:xfrm>
                    <a:custGeom>
                      <a:rect b="b" l="l" r="r" t="t"/>
                      <a:pathLst>
                        <a:path extrusionOk="0" h="19325" w="19325">
                          <a:moveTo>
                            <a:pt x="9662" y="1133"/>
                          </a:moveTo>
                          <a:cubicBezTo>
                            <a:pt x="11824" y="1133"/>
                            <a:pt x="13983" y="1975"/>
                            <a:pt x="15668" y="3657"/>
                          </a:cubicBezTo>
                          <a:cubicBezTo>
                            <a:pt x="19035" y="7027"/>
                            <a:pt x="19035" y="12302"/>
                            <a:pt x="15668" y="15668"/>
                          </a:cubicBezTo>
                          <a:cubicBezTo>
                            <a:pt x="13983" y="17352"/>
                            <a:pt x="11822" y="18193"/>
                            <a:pt x="9661" y="18193"/>
                          </a:cubicBezTo>
                          <a:cubicBezTo>
                            <a:pt x="7500" y="18193"/>
                            <a:pt x="5340" y="17352"/>
                            <a:pt x="3657" y="15668"/>
                          </a:cubicBezTo>
                          <a:cubicBezTo>
                            <a:pt x="290" y="12302"/>
                            <a:pt x="290" y="7024"/>
                            <a:pt x="3657" y="3657"/>
                          </a:cubicBezTo>
                          <a:cubicBezTo>
                            <a:pt x="5342" y="1975"/>
                            <a:pt x="7500" y="1133"/>
                            <a:pt x="9662" y="1133"/>
                          </a:cubicBezTo>
                          <a:close/>
                          <a:moveTo>
                            <a:pt x="9662" y="1"/>
                          </a:moveTo>
                          <a:cubicBezTo>
                            <a:pt x="7117" y="1"/>
                            <a:pt x="4698" y="1015"/>
                            <a:pt x="2857" y="2857"/>
                          </a:cubicBezTo>
                          <a:cubicBezTo>
                            <a:pt x="1015" y="4699"/>
                            <a:pt x="0" y="7117"/>
                            <a:pt x="0" y="9663"/>
                          </a:cubicBezTo>
                          <a:cubicBezTo>
                            <a:pt x="0" y="12208"/>
                            <a:pt x="1015" y="14627"/>
                            <a:pt x="2857" y="16469"/>
                          </a:cubicBezTo>
                          <a:cubicBezTo>
                            <a:pt x="4698" y="18310"/>
                            <a:pt x="7117" y="19325"/>
                            <a:pt x="9662" y="19325"/>
                          </a:cubicBezTo>
                          <a:cubicBezTo>
                            <a:pt x="12208" y="19325"/>
                            <a:pt x="14626" y="18310"/>
                            <a:pt x="16468" y="16469"/>
                          </a:cubicBezTo>
                          <a:cubicBezTo>
                            <a:pt x="18310" y="14627"/>
                            <a:pt x="19325" y="12208"/>
                            <a:pt x="19325" y="9663"/>
                          </a:cubicBezTo>
                          <a:cubicBezTo>
                            <a:pt x="19325" y="7117"/>
                            <a:pt x="18310" y="4699"/>
                            <a:pt x="16468" y="2857"/>
                          </a:cubicBezTo>
                          <a:cubicBezTo>
                            <a:pt x="14626" y="1015"/>
                            <a:pt x="12208" y="1"/>
                            <a:pt x="9662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5D7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93" name="Google Shape;2593;p69"/>
                    <p:cNvSpPr/>
                    <p:nvPr/>
                  </p:nvSpPr>
                  <p:spPr>
                    <a:xfrm>
                      <a:off x="1602600" y="5143950"/>
                      <a:ext cx="250350" cy="182725"/>
                    </a:xfrm>
                    <a:custGeom>
                      <a:rect b="b" l="l" r="r" t="t"/>
                      <a:pathLst>
                        <a:path extrusionOk="0" h="7309" w="10014">
                          <a:moveTo>
                            <a:pt x="8149" y="1134"/>
                          </a:moveTo>
                          <a:cubicBezTo>
                            <a:pt x="8294" y="1134"/>
                            <a:pt x="8439" y="1189"/>
                            <a:pt x="8549" y="1300"/>
                          </a:cubicBezTo>
                          <a:cubicBezTo>
                            <a:pt x="8769" y="1520"/>
                            <a:pt x="8769" y="1879"/>
                            <a:pt x="8549" y="2100"/>
                          </a:cubicBezTo>
                          <a:lnTo>
                            <a:pt x="4639" y="6007"/>
                          </a:lnTo>
                          <a:cubicBezTo>
                            <a:pt x="4527" y="6120"/>
                            <a:pt x="4377" y="6177"/>
                            <a:pt x="4227" y="6177"/>
                          </a:cubicBezTo>
                          <a:cubicBezTo>
                            <a:pt x="4081" y="6177"/>
                            <a:pt x="3937" y="6123"/>
                            <a:pt x="3830" y="6016"/>
                          </a:cubicBezTo>
                          <a:lnTo>
                            <a:pt x="1547" y="3748"/>
                          </a:lnTo>
                          <a:cubicBezTo>
                            <a:pt x="1296" y="3534"/>
                            <a:pt x="1281" y="3151"/>
                            <a:pt x="1514" y="2918"/>
                          </a:cubicBezTo>
                          <a:cubicBezTo>
                            <a:pt x="1626" y="2806"/>
                            <a:pt x="1771" y="2750"/>
                            <a:pt x="1916" y="2750"/>
                          </a:cubicBezTo>
                          <a:cubicBezTo>
                            <a:pt x="2074" y="2750"/>
                            <a:pt x="2232" y="2817"/>
                            <a:pt x="2344" y="2948"/>
                          </a:cubicBezTo>
                          <a:lnTo>
                            <a:pt x="3784" y="4388"/>
                          </a:lnTo>
                          <a:cubicBezTo>
                            <a:pt x="3793" y="4401"/>
                            <a:pt x="3805" y="4410"/>
                            <a:pt x="3817" y="4419"/>
                          </a:cubicBezTo>
                          <a:cubicBezTo>
                            <a:pt x="3817" y="4422"/>
                            <a:pt x="3820" y="4422"/>
                            <a:pt x="3823" y="4425"/>
                          </a:cubicBezTo>
                          <a:cubicBezTo>
                            <a:pt x="3934" y="4535"/>
                            <a:pt x="4078" y="4590"/>
                            <a:pt x="4222" y="4590"/>
                          </a:cubicBezTo>
                          <a:cubicBezTo>
                            <a:pt x="4367" y="4590"/>
                            <a:pt x="4512" y="4535"/>
                            <a:pt x="4624" y="4425"/>
                          </a:cubicBezTo>
                          <a:lnTo>
                            <a:pt x="7749" y="1300"/>
                          </a:lnTo>
                          <a:cubicBezTo>
                            <a:pt x="7859" y="1189"/>
                            <a:pt x="8004" y="1134"/>
                            <a:pt x="8149" y="1134"/>
                          </a:cubicBezTo>
                          <a:close/>
                          <a:moveTo>
                            <a:pt x="8146" y="1"/>
                          </a:moveTo>
                          <a:cubicBezTo>
                            <a:pt x="7712" y="1"/>
                            <a:pt x="7279" y="166"/>
                            <a:pt x="6949" y="496"/>
                          </a:cubicBezTo>
                          <a:lnTo>
                            <a:pt x="6946" y="496"/>
                          </a:lnTo>
                          <a:lnTo>
                            <a:pt x="4219" y="3223"/>
                          </a:lnTo>
                          <a:lnTo>
                            <a:pt x="3144" y="2148"/>
                          </a:lnTo>
                          <a:cubicBezTo>
                            <a:pt x="2808" y="1779"/>
                            <a:pt x="2348" y="1594"/>
                            <a:pt x="1887" y="1594"/>
                          </a:cubicBezTo>
                          <a:cubicBezTo>
                            <a:pt x="1453" y="1594"/>
                            <a:pt x="1019" y="1758"/>
                            <a:pt x="686" y="2091"/>
                          </a:cubicBezTo>
                          <a:cubicBezTo>
                            <a:pt x="1" y="2776"/>
                            <a:pt x="28" y="3896"/>
                            <a:pt x="747" y="4549"/>
                          </a:cubicBezTo>
                          <a:lnTo>
                            <a:pt x="3029" y="6819"/>
                          </a:lnTo>
                          <a:cubicBezTo>
                            <a:pt x="3344" y="7131"/>
                            <a:pt x="3768" y="7308"/>
                            <a:pt x="4214" y="7308"/>
                          </a:cubicBezTo>
                          <a:cubicBezTo>
                            <a:pt x="4218" y="7308"/>
                            <a:pt x="4221" y="7308"/>
                            <a:pt x="4225" y="7308"/>
                          </a:cubicBezTo>
                          <a:cubicBezTo>
                            <a:pt x="4678" y="7308"/>
                            <a:pt x="5116" y="7127"/>
                            <a:pt x="5439" y="6807"/>
                          </a:cubicBezTo>
                          <a:lnTo>
                            <a:pt x="9349" y="2900"/>
                          </a:lnTo>
                          <a:cubicBezTo>
                            <a:pt x="10013" y="2236"/>
                            <a:pt x="10013" y="1161"/>
                            <a:pt x="9349" y="499"/>
                          </a:cubicBezTo>
                          <a:cubicBezTo>
                            <a:pt x="9017" y="167"/>
                            <a:pt x="8581" y="1"/>
                            <a:pt x="8146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435D7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2594" name="Google Shape;2594;p69"/>
                  <p:cNvGrpSpPr/>
                  <p:nvPr/>
                </p:nvGrpSpPr>
                <p:grpSpPr>
                  <a:xfrm>
                    <a:off x="7340227" y="5286765"/>
                    <a:ext cx="649103" cy="649094"/>
                    <a:chOff x="5045775" y="1946400"/>
                    <a:chExt cx="296950" cy="295150"/>
                  </a:xfrm>
                </p:grpSpPr>
                <p:sp>
                  <p:nvSpPr>
                    <p:cNvPr id="2595" name="Google Shape;2595;p69"/>
                    <p:cNvSpPr/>
                    <p:nvPr/>
                  </p:nvSpPr>
                  <p:spPr>
                    <a:xfrm>
                      <a:off x="5113500" y="1998600"/>
                      <a:ext cx="160700" cy="155950"/>
                    </a:xfrm>
                    <a:custGeom>
                      <a:rect b="b" l="l" r="r" t="t"/>
                      <a:pathLst>
                        <a:path extrusionOk="0" h="6238" w="6428">
                          <a:moveTo>
                            <a:pt x="3309" y="2079"/>
                          </a:moveTo>
                          <a:cubicBezTo>
                            <a:pt x="3718" y="2079"/>
                            <a:pt x="4033" y="2394"/>
                            <a:pt x="4033" y="2804"/>
                          </a:cubicBezTo>
                          <a:cubicBezTo>
                            <a:pt x="4033" y="3182"/>
                            <a:pt x="3718" y="3497"/>
                            <a:pt x="3309" y="3497"/>
                          </a:cubicBezTo>
                          <a:cubicBezTo>
                            <a:pt x="2931" y="3497"/>
                            <a:pt x="2616" y="3150"/>
                            <a:pt x="2616" y="2804"/>
                          </a:cubicBezTo>
                          <a:cubicBezTo>
                            <a:pt x="2616" y="2394"/>
                            <a:pt x="2931" y="2079"/>
                            <a:pt x="3309" y="2079"/>
                          </a:cubicBezTo>
                          <a:close/>
                          <a:moveTo>
                            <a:pt x="3403" y="662"/>
                          </a:moveTo>
                          <a:cubicBezTo>
                            <a:pt x="4726" y="662"/>
                            <a:pt x="5798" y="1764"/>
                            <a:pt x="5798" y="3119"/>
                          </a:cubicBezTo>
                          <a:cubicBezTo>
                            <a:pt x="5703" y="3655"/>
                            <a:pt x="5546" y="4222"/>
                            <a:pt x="5199" y="4663"/>
                          </a:cubicBezTo>
                          <a:cubicBezTo>
                            <a:pt x="5010" y="4253"/>
                            <a:pt x="4726" y="3938"/>
                            <a:pt x="4348" y="3686"/>
                          </a:cubicBezTo>
                          <a:cubicBezTo>
                            <a:pt x="4569" y="3466"/>
                            <a:pt x="4726" y="3119"/>
                            <a:pt x="4726" y="2741"/>
                          </a:cubicBezTo>
                          <a:cubicBezTo>
                            <a:pt x="4726" y="2016"/>
                            <a:pt x="4096" y="1386"/>
                            <a:pt x="3340" y="1386"/>
                          </a:cubicBezTo>
                          <a:cubicBezTo>
                            <a:pt x="2616" y="1386"/>
                            <a:pt x="1986" y="2016"/>
                            <a:pt x="1986" y="2741"/>
                          </a:cubicBezTo>
                          <a:cubicBezTo>
                            <a:pt x="1986" y="3119"/>
                            <a:pt x="2143" y="3466"/>
                            <a:pt x="2364" y="3686"/>
                          </a:cubicBezTo>
                          <a:cubicBezTo>
                            <a:pt x="1986" y="3907"/>
                            <a:pt x="1702" y="4253"/>
                            <a:pt x="1513" y="4663"/>
                          </a:cubicBezTo>
                          <a:cubicBezTo>
                            <a:pt x="1072" y="4096"/>
                            <a:pt x="883" y="3434"/>
                            <a:pt x="977" y="2772"/>
                          </a:cubicBezTo>
                          <a:cubicBezTo>
                            <a:pt x="1135" y="1670"/>
                            <a:pt x="2143" y="662"/>
                            <a:pt x="3403" y="662"/>
                          </a:cubicBezTo>
                          <a:close/>
                          <a:moveTo>
                            <a:pt x="3309" y="4190"/>
                          </a:moveTo>
                          <a:cubicBezTo>
                            <a:pt x="3939" y="4190"/>
                            <a:pt x="4443" y="4600"/>
                            <a:pt x="4663" y="5167"/>
                          </a:cubicBezTo>
                          <a:cubicBezTo>
                            <a:pt x="4254" y="5450"/>
                            <a:pt x="3781" y="5545"/>
                            <a:pt x="3309" y="5545"/>
                          </a:cubicBezTo>
                          <a:cubicBezTo>
                            <a:pt x="2836" y="5545"/>
                            <a:pt x="2364" y="5387"/>
                            <a:pt x="1986" y="5167"/>
                          </a:cubicBezTo>
                          <a:cubicBezTo>
                            <a:pt x="2143" y="4568"/>
                            <a:pt x="2679" y="4190"/>
                            <a:pt x="3309" y="4190"/>
                          </a:cubicBezTo>
                          <a:close/>
                          <a:moveTo>
                            <a:pt x="3309" y="0"/>
                          </a:moveTo>
                          <a:cubicBezTo>
                            <a:pt x="1733" y="0"/>
                            <a:pt x="410" y="1229"/>
                            <a:pt x="253" y="2678"/>
                          </a:cubicBezTo>
                          <a:cubicBezTo>
                            <a:pt x="1" y="4600"/>
                            <a:pt x="1450" y="6238"/>
                            <a:pt x="3309" y="6238"/>
                          </a:cubicBezTo>
                          <a:cubicBezTo>
                            <a:pt x="5042" y="6238"/>
                            <a:pt x="6428" y="4820"/>
                            <a:pt x="6428" y="3119"/>
                          </a:cubicBezTo>
                          <a:cubicBezTo>
                            <a:pt x="6428" y="1418"/>
                            <a:pt x="5042" y="0"/>
                            <a:pt x="3309" y="0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596" name="Google Shape;2596;p69"/>
                    <p:cNvSpPr/>
                    <p:nvPr/>
                  </p:nvSpPr>
                  <p:spPr>
                    <a:xfrm>
                      <a:off x="5045775" y="1946400"/>
                      <a:ext cx="296950" cy="295150"/>
                    </a:xfrm>
                    <a:custGeom>
                      <a:rect b="b" l="l" r="r" t="t"/>
                      <a:pathLst>
                        <a:path extrusionOk="0" h="11806" w="11878">
                          <a:moveTo>
                            <a:pt x="6018" y="765"/>
                          </a:moveTo>
                          <a:lnTo>
                            <a:pt x="6868" y="1426"/>
                          </a:lnTo>
                          <a:cubicBezTo>
                            <a:pt x="6963" y="1458"/>
                            <a:pt x="7026" y="1489"/>
                            <a:pt x="7152" y="1489"/>
                          </a:cubicBezTo>
                          <a:lnTo>
                            <a:pt x="8223" y="1332"/>
                          </a:lnTo>
                          <a:lnTo>
                            <a:pt x="8664" y="2372"/>
                          </a:lnTo>
                          <a:cubicBezTo>
                            <a:pt x="8696" y="2435"/>
                            <a:pt x="8790" y="2529"/>
                            <a:pt x="8853" y="2561"/>
                          </a:cubicBezTo>
                          <a:lnTo>
                            <a:pt x="9893" y="2970"/>
                          </a:lnTo>
                          <a:lnTo>
                            <a:pt x="9735" y="4073"/>
                          </a:lnTo>
                          <a:cubicBezTo>
                            <a:pt x="9735" y="4136"/>
                            <a:pt x="9735" y="4262"/>
                            <a:pt x="9798" y="4325"/>
                          </a:cubicBezTo>
                          <a:lnTo>
                            <a:pt x="10460" y="5207"/>
                          </a:lnTo>
                          <a:lnTo>
                            <a:pt x="9798" y="6058"/>
                          </a:lnTo>
                          <a:cubicBezTo>
                            <a:pt x="9767" y="6152"/>
                            <a:pt x="9735" y="6215"/>
                            <a:pt x="9735" y="6341"/>
                          </a:cubicBezTo>
                          <a:lnTo>
                            <a:pt x="9893" y="7444"/>
                          </a:lnTo>
                          <a:lnTo>
                            <a:pt x="8853" y="7853"/>
                          </a:lnTo>
                          <a:cubicBezTo>
                            <a:pt x="8790" y="7885"/>
                            <a:pt x="8696" y="7948"/>
                            <a:pt x="8664" y="8042"/>
                          </a:cubicBezTo>
                          <a:lnTo>
                            <a:pt x="8255" y="9051"/>
                          </a:lnTo>
                          <a:lnTo>
                            <a:pt x="7120" y="8893"/>
                          </a:lnTo>
                          <a:cubicBezTo>
                            <a:pt x="7057" y="8893"/>
                            <a:pt x="6931" y="8893"/>
                            <a:pt x="6837" y="8988"/>
                          </a:cubicBezTo>
                          <a:lnTo>
                            <a:pt x="5986" y="9649"/>
                          </a:lnTo>
                          <a:lnTo>
                            <a:pt x="5104" y="8988"/>
                          </a:lnTo>
                          <a:cubicBezTo>
                            <a:pt x="5041" y="8925"/>
                            <a:pt x="5010" y="8893"/>
                            <a:pt x="4915" y="8893"/>
                          </a:cubicBezTo>
                          <a:lnTo>
                            <a:pt x="4884" y="8893"/>
                          </a:lnTo>
                          <a:lnTo>
                            <a:pt x="3781" y="9051"/>
                          </a:lnTo>
                          <a:lnTo>
                            <a:pt x="3371" y="8042"/>
                          </a:lnTo>
                          <a:cubicBezTo>
                            <a:pt x="3340" y="7948"/>
                            <a:pt x="3277" y="7885"/>
                            <a:pt x="3182" y="7853"/>
                          </a:cubicBezTo>
                          <a:lnTo>
                            <a:pt x="2143" y="7444"/>
                          </a:lnTo>
                          <a:lnTo>
                            <a:pt x="2300" y="6341"/>
                          </a:lnTo>
                          <a:cubicBezTo>
                            <a:pt x="2300" y="6278"/>
                            <a:pt x="2300" y="6152"/>
                            <a:pt x="2237" y="6058"/>
                          </a:cubicBezTo>
                          <a:lnTo>
                            <a:pt x="1576" y="5207"/>
                          </a:lnTo>
                          <a:lnTo>
                            <a:pt x="2237" y="4325"/>
                          </a:lnTo>
                          <a:cubicBezTo>
                            <a:pt x="2269" y="4262"/>
                            <a:pt x="2300" y="4167"/>
                            <a:pt x="2300" y="4073"/>
                          </a:cubicBezTo>
                          <a:lnTo>
                            <a:pt x="2143" y="2970"/>
                          </a:lnTo>
                          <a:lnTo>
                            <a:pt x="3182" y="2561"/>
                          </a:lnTo>
                          <a:cubicBezTo>
                            <a:pt x="3277" y="2529"/>
                            <a:pt x="3340" y="2435"/>
                            <a:pt x="3371" y="2372"/>
                          </a:cubicBezTo>
                          <a:lnTo>
                            <a:pt x="3812" y="1332"/>
                          </a:lnTo>
                          <a:lnTo>
                            <a:pt x="4884" y="1489"/>
                          </a:lnTo>
                          <a:cubicBezTo>
                            <a:pt x="4947" y="1489"/>
                            <a:pt x="5073" y="1489"/>
                            <a:pt x="5167" y="1426"/>
                          </a:cubicBezTo>
                          <a:lnTo>
                            <a:pt x="6018" y="765"/>
                          </a:lnTo>
                          <a:close/>
                          <a:moveTo>
                            <a:pt x="2174" y="8168"/>
                          </a:moveTo>
                          <a:lnTo>
                            <a:pt x="2804" y="8420"/>
                          </a:lnTo>
                          <a:lnTo>
                            <a:pt x="3277" y="9586"/>
                          </a:lnTo>
                          <a:cubicBezTo>
                            <a:pt x="3308" y="9681"/>
                            <a:pt x="3434" y="9775"/>
                            <a:pt x="3529" y="9775"/>
                          </a:cubicBezTo>
                          <a:lnTo>
                            <a:pt x="2647" y="10720"/>
                          </a:lnTo>
                          <a:lnTo>
                            <a:pt x="2426" y="9649"/>
                          </a:lnTo>
                          <a:cubicBezTo>
                            <a:pt x="2395" y="9523"/>
                            <a:pt x="2332" y="9429"/>
                            <a:pt x="2174" y="9366"/>
                          </a:cubicBezTo>
                          <a:lnTo>
                            <a:pt x="1134" y="9177"/>
                          </a:lnTo>
                          <a:lnTo>
                            <a:pt x="2174" y="8168"/>
                          </a:lnTo>
                          <a:close/>
                          <a:moveTo>
                            <a:pt x="9861" y="8105"/>
                          </a:moveTo>
                          <a:lnTo>
                            <a:pt x="10901" y="9145"/>
                          </a:lnTo>
                          <a:lnTo>
                            <a:pt x="9893" y="9366"/>
                          </a:lnTo>
                          <a:cubicBezTo>
                            <a:pt x="9767" y="9429"/>
                            <a:pt x="9641" y="9492"/>
                            <a:pt x="9609" y="9649"/>
                          </a:cubicBezTo>
                          <a:lnTo>
                            <a:pt x="9389" y="10720"/>
                          </a:lnTo>
                          <a:lnTo>
                            <a:pt x="8507" y="9712"/>
                          </a:lnTo>
                          <a:cubicBezTo>
                            <a:pt x="8601" y="9712"/>
                            <a:pt x="8727" y="9649"/>
                            <a:pt x="8759" y="9523"/>
                          </a:cubicBezTo>
                          <a:lnTo>
                            <a:pt x="9231" y="8389"/>
                          </a:lnTo>
                          <a:lnTo>
                            <a:pt x="9861" y="8105"/>
                          </a:lnTo>
                          <a:close/>
                          <a:moveTo>
                            <a:pt x="6002" y="1"/>
                          </a:moveTo>
                          <a:cubicBezTo>
                            <a:pt x="5923" y="1"/>
                            <a:pt x="5844" y="24"/>
                            <a:pt x="5797" y="72"/>
                          </a:cubicBezTo>
                          <a:lnTo>
                            <a:pt x="4852" y="828"/>
                          </a:lnTo>
                          <a:lnTo>
                            <a:pt x="3623" y="670"/>
                          </a:lnTo>
                          <a:cubicBezTo>
                            <a:pt x="3607" y="667"/>
                            <a:pt x="3590" y="665"/>
                            <a:pt x="3573" y="665"/>
                          </a:cubicBezTo>
                          <a:cubicBezTo>
                            <a:pt x="3434" y="665"/>
                            <a:pt x="3305" y="775"/>
                            <a:pt x="3277" y="859"/>
                          </a:cubicBezTo>
                          <a:lnTo>
                            <a:pt x="2804" y="2025"/>
                          </a:lnTo>
                          <a:lnTo>
                            <a:pt x="1639" y="2498"/>
                          </a:lnTo>
                          <a:cubicBezTo>
                            <a:pt x="1481" y="2561"/>
                            <a:pt x="1418" y="2687"/>
                            <a:pt x="1450" y="2844"/>
                          </a:cubicBezTo>
                          <a:lnTo>
                            <a:pt x="1607" y="4073"/>
                          </a:lnTo>
                          <a:lnTo>
                            <a:pt x="851" y="5018"/>
                          </a:lnTo>
                          <a:cubicBezTo>
                            <a:pt x="788" y="5112"/>
                            <a:pt x="788" y="5333"/>
                            <a:pt x="851" y="5428"/>
                          </a:cubicBezTo>
                          <a:lnTo>
                            <a:pt x="1607" y="6373"/>
                          </a:lnTo>
                          <a:lnTo>
                            <a:pt x="1450" y="7601"/>
                          </a:lnTo>
                          <a:cubicBezTo>
                            <a:pt x="1450" y="7696"/>
                            <a:pt x="1450" y="7759"/>
                            <a:pt x="1481" y="7853"/>
                          </a:cubicBezTo>
                          <a:lnTo>
                            <a:pt x="189" y="9145"/>
                          </a:lnTo>
                          <a:cubicBezTo>
                            <a:pt x="0" y="9334"/>
                            <a:pt x="126" y="9649"/>
                            <a:pt x="347" y="9744"/>
                          </a:cubicBezTo>
                          <a:lnTo>
                            <a:pt x="1765" y="10059"/>
                          </a:lnTo>
                          <a:lnTo>
                            <a:pt x="2080" y="11539"/>
                          </a:lnTo>
                          <a:cubicBezTo>
                            <a:pt x="2099" y="11714"/>
                            <a:pt x="2250" y="11805"/>
                            <a:pt x="2407" y="11805"/>
                          </a:cubicBezTo>
                          <a:cubicBezTo>
                            <a:pt x="2505" y="11805"/>
                            <a:pt x="2606" y="11770"/>
                            <a:pt x="2678" y="11697"/>
                          </a:cubicBezTo>
                          <a:cubicBezTo>
                            <a:pt x="4410" y="9858"/>
                            <a:pt x="4587" y="9665"/>
                            <a:pt x="4601" y="9649"/>
                          </a:cubicBezTo>
                          <a:lnTo>
                            <a:pt x="4601" y="9649"/>
                          </a:lnTo>
                          <a:lnTo>
                            <a:pt x="4789" y="9618"/>
                          </a:lnTo>
                          <a:lnTo>
                            <a:pt x="5734" y="10374"/>
                          </a:lnTo>
                          <a:cubicBezTo>
                            <a:pt x="5829" y="10405"/>
                            <a:pt x="5860" y="10437"/>
                            <a:pt x="5955" y="10437"/>
                          </a:cubicBezTo>
                          <a:cubicBezTo>
                            <a:pt x="6018" y="10437"/>
                            <a:pt x="6112" y="10405"/>
                            <a:pt x="6144" y="10374"/>
                          </a:cubicBezTo>
                          <a:lnTo>
                            <a:pt x="7089" y="9618"/>
                          </a:lnTo>
                          <a:lnTo>
                            <a:pt x="7278" y="9649"/>
                          </a:lnTo>
                          <a:lnTo>
                            <a:pt x="9200" y="11697"/>
                          </a:lnTo>
                          <a:cubicBezTo>
                            <a:pt x="9284" y="11770"/>
                            <a:pt x="9388" y="11805"/>
                            <a:pt x="9485" y="11805"/>
                          </a:cubicBezTo>
                          <a:cubicBezTo>
                            <a:pt x="9640" y="11805"/>
                            <a:pt x="9779" y="11714"/>
                            <a:pt x="9798" y="11539"/>
                          </a:cubicBezTo>
                          <a:lnTo>
                            <a:pt x="10113" y="10059"/>
                          </a:lnTo>
                          <a:lnTo>
                            <a:pt x="11531" y="9744"/>
                          </a:lnTo>
                          <a:cubicBezTo>
                            <a:pt x="11815" y="9681"/>
                            <a:pt x="11878" y="9334"/>
                            <a:pt x="11689" y="9145"/>
                          </a:cubicBezTo>
                          <a:lnTo>
                            <a:pt x="10523" y="7853"/>
                          </a:lnTo>
                          <a:cubicBezTo>
                            <a:pt x="10554" y="7759"/>
                            <a:pt x="10586" y="7696"/>
                            <a:pt x="10554" y="7601"/>
                          </a:cubicBezTo>
                          <a:lnTo>
                            <a:pt x="10397" y="6373"/>
                          </a:lnTo>
                          <a:lnTo>
                            <a:pt x="11153" y="5428"/>
                          </a:lnTo>
                          <a:cubicBezTo>
                            <a:pt x="11216" y="5333"/>
                            <a:pt x="11216" y="5112"/>
                            <a:pt x="11153" y="5018"/>
                          </a:cubicBezTo>
                          <a:lnTo>
                            <a:pt x="10397" y="4073"/>
                          </a:lnTo>
                          <a:lnTo>
                            <a:pt x="10554" y="2844"/>
                          </a:lnTo>
                          <a:cubicBezTo>
                            <a:pt x="10586" y="2687"/>
                            <a:pt x="10460" y="2529"/>
                            <a:pt x="10365" y="2498"/>
                          </a:cubicBezTo>
                          <a:lnTo>
                            <a:pt x="9200" y="2025"/>
                          </a:lnTo>
                          <a:lnTo>
                            <a:pt x="8727" y="859"/>
                          </a:lnTo>
                          <a:cubicBezTo>
                            <a:pt x="8675" y="728"/>
                            <a:pt x="8578" y="662"/>
                            <a:pt x="8457" y="662"/>
                          </a:cubicBezTo>
                          <a:cubicBezTo>
                            <a:pt x="8432" y="662"/>
                            <a:pt x="8407" y="665"/>
                            <a:pt x="8381" y="670"/>
                          </a:cubicBezTo>
                          <a:lnTo>
                            <a:pt x="7152" y="828"/>
                          </a:lnTo>
                          <a:lnTo>
                            <a:pt x="6207" y="72"/>
                          </a:lnTo>
                          <a:cubicBezTo>
                            <a:pt x="6160" y="24"/>
                            <a:pt x="6081" y="1"/>
                            <a:pt x="6002" y="1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sp>
          <p:nvSpPr>
            <p:cNvPr id="2597" name="Google Shape;2597;p69"/>
            <p:cNvSpPr/>
            <p:nvPr/>
          </p:nvSpPr>
          <p:spPr>
            <a:xfrm>
              <a:off x="808569" y="2228155"/>
              <a:ext cx="210300" cy="210300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69"/>
            <p:cNvSpPr/>
            <p:nvPr/>
          </p:nvSpPr>
          <p:spPr>
            <a:xfrm>
              <a:off x="808569" y="5168634"/>
              <a:ext cx="210300" cy="21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69"/>
            <p:cNvSpPr/>
            <p:nvPr/>
          </p:nvSpPr>
          <p:spPr>
            <a:xfrm>
              <a:off x="11190276" y="2219951"/>
              <a:ext cx="210300" cy="210300"/>
            </a:xfrm>
            <a:prstGeom prst="rect">
              <a:avLst/>
            </a:prstGeom>
            <a:solidFill>
              <a:srgbClr val="323F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69"/>
            <p:cNvSpPr/>
            <p:nvPr/>
          </p:nvSpPr>
          <p:spPr>
            <a:xfrm>
              <a:off x="11190276" y="5160430"/>
              <a:ext cx="210300" cy="21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83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DC4CC"/>
      </a:accent1>
      <a:accent2>
        <a:srgbClr val="0996CE"/>
      </a:accent2>
      <a:accent3>
        <a:srgbClr val="0C4065"/>
      </a:accent3>
      <a:accent4>
        <a:srgbClr val="C5242C"/>
      </a:accent4>
      <a:accent5>
        <a:srgbClr val="FF7900"/>
      </a:accent5>
      <a:accent6>
        <a:srgbClr val="FEB123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SEENU 13">
      <a:dk1>
        <a:srgbClr val="000000"/>
      </a:dk1>
      <a:lt1>
        <a:srgbClr val="FFFFFF"/>
      </a:lt1>
      <a:dk2>
        <a:srgbClr val="44546A"/>
      </a:dk2>
      <a:lt2>
        <a:srgbClr val="BF2424"/>
      </a:lt2>
      <a:accent1>
        <a:srgbClr val="286D94"/>
      </a:accent1>
      <a:accent2>
        <a:srgbClr val="941358"/>
      </a:accent2>
      <a:accent3>
        <a:srgbClr val="2CACB8"/>
      </a:accent3>
      <a:accent4>
        <a:srgbClr val="E74B59"/>
      </a:accent4>
      <a:accent5>
        <a:srgbClr val="591959"/>
      </a:accent5>
      <a:accent6>
        <a:srgbClr val="FE9E50"/>
      </a:accent6>
      <a:hlink>
        <a:srgbClr val="BF2424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